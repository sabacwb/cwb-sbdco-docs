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808" r:id="rId2"/>
  </p:sldMasterIdLst>
  <p:notesMasterIdLst>
    <p:notesMasterId r:id="rId9"/>
  </p:notesMasterIdLst>
  <p:handoutMasterIdLst>
    <p:handoutMasterId r:id="rId10"/>
  </p:handoutMasterIdLst>
  <p:sldIdLst>
    <p:sldId id="256" r:id="rId3"/>
    <p:sldId id="340" r:id="rId4"/>
    <p:sldId id="401" r:id="rId5"/>
    <p:sldId id="398" r:id="rId6"/>
    <p:sldId id="399" r:id="rId7"/>
    <p:sldId id="400" r:id="rId8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C5B9"/>
    <a:srgbClr val="A9ACA0"/>
    <a:srgbClr val="2DCCD3"/>
    <a:srgbClr val="0097A9"/>
    <a:srgbClr val="FF8200"/>
    <a:srgbClr val="003B5C"/>
    <a:srgbClr val="84754E"/>
    <a:srgbClr val="DAAA00"/>
    <a:srgbClr val="FFD200"/>
    <a:srgbClr val="009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23541-6778-4814-88E8-F3595B89E634}" v="24" dt="2021-07-22T05:00:10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25" autoAdjust="0"/>
    <p:restoredTop sz="96158" autoAdjust="0"/>
  </p:normalViewPr>
  <p:slideViewPr>
    <p:cSldViewPr snapToGrid="0">
      <p:cViewPr varScale="1">
        <p:scale>
          <a:sx n="127" d="100"/>
          <a:sy n="127" d="100"/>
        </p:scale>
        <p:origin x="150" y="348"/>
      </p:cViewPr>
      <p:guideLst>
        <p:guide orient="horz" pos="162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Skoreyko" userId="b173d3a3-59fa-4dfb-b093-3e6a29a1bc05" providerId="ADAL" clId="{3A323541-6778-4814-88E8-F3595B89E634}"/>
    <pc:docChg chg="undo custSel addSld delSld modSld delMainMaster">
      <pc:chgData name="Adam Skoreyko" userId="b173d3a3-59fa-4dfb-b093-3e6a29a1bc05" providerId="ADAL" clId="{3A323541-6778-4814-88E8-F3595B89E634}" dt="2021-07-30T02:12:19.938" v="1828" actId="20577"/>
      <pc:docMkLst>
        <pc:docMk/>
      </pc:docMkLst>
      <pc:sldChg chg="addSp delSp modSp mod">
        <pc:chgData name="Adam Skoreyko" userId="b173d3a3-59fa-4dfb-b093-3e6a29a1bc05" providerId="ADAL" clId="{3A323541-6778-4814-88E8-F3595B89E634}" dt="2021-07-22T03:47:49.973" v="113" actId="20577"/>
        <pc:sldMkLst>
          <pc:docMk/>
          <pc:sldMk cId="2676011932" sldId="256"/>
        </pc:sldMkLst>
        <pc:spChg chg="add del mod">
          <ac:chgData name="Adam Skoreyko" userId="b173d3a3-59fa-4dfb-b093-3e6a29a1bc05" providerId="ADAL" clId="{3A323541-6778-4814-88E8-F3595B89E634}" dt="2021-07-22T03:47:34.098" v="45" actId="478"/>
          <ac:spMkLst>
            <pc:docMk/>
            <pc:sldMk cId="2676011932" sldId="256"/>
            <ac:spMk id="3" creationId="{10E46782-8205-4CA8-8F0A-B91B55745886}"/>
          </ac:spMkLst>
        </pc:spChg>
        <pc:spChg chg="del">
          <ac:chgData name="Adam Skoreyko" userId="b173d3a3-59fa-4dfb-b093-3e6a29a1bc05" providerId="ADAL" clId="{3A323541-6778-4814-88E8-F3595B89E634}" dt="2021-07-22T03:47:32.621" v="44" actId="478"/>
          <ac:spMkLst>
            <pc:docMk/>
            <pc:sldMk cId="2676011932" sldId="256"/>
            <ac:spMk id="5" creationId="{00000000-0000-0000-0000-000000000000}"/>
          </ac:spMkLst>
        </pc:spChg>
        <pc:spChg chg="mod">
          <ac:chgData name="Adam Skoreyko" userId="b173d3a3-59fa-4dfb-b093-3e6a29a1bc05" providerId="ADAL" clId="{3A323541-6778-4814-88E8-F3595B89E634}" dt="2021-07-22T03:47:49.973" v="113" actId="20577"/>
          <ac:spMkLst>
            <pc:docMk/>
            <pc:sldMk cId="2676011932" sldId="256"/>
            <ac:spMk id="6" creationId="{00000000-0000-0000-0000-000000000000}"/>
          </ac:spMkLst>
        </pc:spChg>
        <pc:spChg chg="mod">
          <ac:chgData name="Adam Skoreyko" userId="b173d3a3-59fa-4dfb-b093-3e6a29a1bc05" providerId="ADAL" clId="{3A323541-6778-4814-88E8-F3595B89E634}" dt="2021-07-22T03:47:29.098" v="43" actId="20577"/>
          <ac:spMkLst>
            <pc:docMk/>
            <pc:sldMk cId="2676011932" sldId="256"/>
            <ac:spMk id="7" creationId="{00000000-0000-0000-0000-000000000000}"/>
          </ac:spMkLst>
        </pc:spChg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829970067" sldId="259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886800402" sldId="264"/>
        </pc:sldMkLst>
      </pc:sldChg>
      <pc:sldChg chg="addSp delSp modSp mod">
        <pc:chgData name="Adam Skoreyko" userId="b173d3a3-59fa-4dfb-b093-3e6a29a1bc05" providerId="ADAL" clId="{3A323541-6778-4814-88E8-F3595B89E634}" dt="2021-07-22T05:03:30.612" v="1602" actId="20577"/>
        <pc:sldMkLst>
          <pc:docMk/>
          <pc:sldMk cId="3513327714" sldId="340"/>
        </pc:sldMkLst>
        <pc:spChg chg="mod">
          <ac:chgData name="Adam Skoreyko" userId="b173d3a3-59fa-4dfb-b093-3e6a29a1bc05" providerId="ADAL" clId="{3A323541-6778-4814-88E8-F3595B89E634}" dt="2021-07-22T03:50:01.031" v="123" actId="20577"/>
          <ac:spMkLst>
            <pc:docMk/>
            <pc:sldMk cId="3513327714" sldId="340"/>
            <ac:spMk id="2" creationId="{00000000-0000-0000-0000-000000000000}"/>
          </ac:spMkLst>
        </pc:spChg>
        <pc:spChg chg="del mod">
          <ac:chgData name="Adam Skoreyko" userId="b173d3a3-59fa-4dfb-b093-3e6a29a1bc05" providerId="ADAL" clId="{3A323541-6778-4814-88E8-F3595B89E634}" dt="2021-07-22T03:50:14.013" v="124" actId="478"/>
          <ac:spMkLst>
            <pc:docMk/>
            <pc:sldMk cId="3513327714" sldId="340"/>
            <ac:spMk id="4" creationId="{00000000-0000-0000-0000-000000000000}"/>
          </ac:spMkLst>
        </pc:spChg>
        <pc:spChg chg="add del mod">
          <ac:chgData name="Adam Skoreyko" userId="b173d3a3-59fa-4dfb-b093-3e6a29a1bc05" providerId="ADAL" clId="{3A323541-6778-4814-88E8-F3595B89E634}" dt="2021-07-22T03:50:16.547" v="125" actId="478"/>
          <ac:spMkLst>
            <pc:docMk/>
            <pc:sldMk cId="3513327714" sldId="340"/>
            <ac:spMk id="11" creationId="{40F20DB5-D71A-4C76-9674-2BCD9A9A15FD}"/>
          </ac:spMkLst>
        </pc:spChg>
        <pc:spChg chg="add del mod">
          <ac:chgData name="Adam Skoreyko" userId="b173d3a3-59fa-4dfb-b093-3e6a29a1bc05" providerId="ADAL" clId="{3A323541-6778-4814-88E8-F3595B89E634}" dt="2021-07-22T03:56:27.597" v="142" actId="478"/>
          <ac:spMkLst>
            <pc:docMk/>
            <pc:sldMk cId="3513327714" sldId="340"/>
            <ac:spMk id="12" creationId="{704C9011-7EBC-4044-90FC-8B9DA1903A63}"/>
          </ac:spMkLst>
        </pc:spChg>
        <pc:spChg chg="add del mod">
          <ac:chgData name="Adam Skoreyko" userId="b173d3a3-59fa-4dfb-b093-3e6a29a1bc05" providerId="ADAL" clId="{3A323541-6778-4814-88E8-F3595B89E634}" dt="2021-07-22T03:51:31.832" v="132"/>
          <ac:spMkLst>
            <pc:docMk/>
            <pc:sldMk cId="3513327714" sldId="340"/>
            <ac:spMk id="13" creationId="{B67EF305-C001-4716-9F89-0E7D86C5DCD5}"/>
          </ac:spMkLst>
        </pc:spChg>
        <pc:spChg chg="add mod">
          <ac:chgData name="Adam Skoreyko" userId="b173d3a3-59fa-4dfb-b093-3e6a29a1bc05" providerId="ADAL" clId="{3A323541-6778-4814-88E8-F3595B89E634}" dt="2021-07-22T05:03:30.612" v="1602" actId="20577"/>
          <ac:spMkLst>
            <pc:docMk/>
            <pc:sldMk cId="3513327714" sldId="340"/>
            <ac:spMk id="14" creationId="{6617CDC3-775B-45EB-AB29-FC27F1043E96}"/>
          </ac:spMkLst>
        </pc:spChg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3849727547" sldId="341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149935176" sldId="342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3695562340" sldId="345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741943503" sldId="346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301298584" sldId="347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007180384" sldId="351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974331960" sldId="352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503681078" sldId="353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271806158" sldId="356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875458201" sldId="357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02074576" sldId="359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533848862" sldId="360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960888634" sldId="374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474245641" sldId="376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703098114" sldId="377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153838036" sldId="378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788720192" sldId="381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50069844" sldId="382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711070086" sldId="383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444002915" sldId="384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1242028300" sldId="385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266708225" sldId="393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054922836" sldId="395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3352709115" sldId="396"/>
        </pc:sldMkLst>
      </pc:sldChg>
      <pc:sldChg chg="del">
        <pc:chgData name="Adam Skoreyko" userId="b173d3a3-59fa-4dfb-b093-3e6a29a1bc05" providerId="ADAL" clId="{3A323541-6778-4814-88E8-F3595B89E634}" dt="2021-07-22T04:34:54.336" v="1205" actId="47"/>
        <pc:sldMkLst>
          <pc:docMk/>
          <pc:sldMk cId="2800061809" sldId="397"/>
        </pc:sldMkLst>
      </pc:sldChg>
      <pc:sldChg chg="modSp mod">
        <pc:chgData name="Adam Skoreyko" userId="b173d3a3-59fa-4dfb-b093-3e6a29a1bc05" providerId="ADAL" clId="{3A323541-6778-4814-88E8-F3595B89E634}" dt="2021-07-22T04:41:57.427" v="1336" actId="20577"/>
        <pc:sldMkLst>
          <pc:docMk/>
          <pc:sldMk cId="949523890" sldId="398"/>
        </pc:sldMkLst>
        <pc:spChg chg="mod">
          <ac:chgData name="Adam Skoreyko" userId="b173d3a3-59fa-4dfb-b093-3e6a29a1bc05" providerId="ADAL" clId="{3A323541-6778-4814-88E8-F3595B89E634}" dt="2021-07-22T04:34:04.019" v="1182" actId="20577"/>
          <ac:spMkLst>
            <pc:docMk/>
            <pc:sldMk cId="949523890" sldId="398"/>
            <ac:spMk id="2" creationId="{00000000-0000-0000-0000-000000000000}"/>
          </ac:spMkLst>
        </pc:spChg>
        <pc:spChg chg="mod">
          <ac:chgData name="Adam Skoreyko" userId="b173d3a3-59fa-4dfb-b093-3e6a29a1bc05" providerId="ADAL" clId="{3A323541-6778-4814-88E8-F3595B89E634}" dt="2021-07-22T04:41:57.427" v="1336" actId="20577"/>
          <ac:spMkLst>
            <pc:docMk/>
            <pc:sldMk cId="949523890" sldId="398"/>
            <ac:spMk id="4" creationId="{00000000-0000-0000-0000-000000000000}"/>
          </ac:spMkLst>
        </pc:spChg>
      </pc:sldChg>
      <pc:sldChg chg="modSp mod">
        <pc:chgData name="Adam Skoreyko" userId="b173d3a3-59fa-4dfb-b093-3e6a29a1bc05" providerId="ADAL" clId="{3A323541-6778-4814-88E8-F3595B89E634}" dt="2021-07-27T22:19:16.939" v="1815" actId="20577"/>
        <pc:sldMkLst>
          <pc:docMk/>
          <pc:sldMk cId="954676709" sldId="399"/>
        </pc:sldMkLst>
        <pc:spChg chg="mod">
          <ac:chgData name="Adam Skoreyko" userId="b173d3a3-59fa-4dfb-b093-3e6a29a1bc05" providerId="ADAL" clId="{3A323541-6778-4814-88E8-F3595B89E634}" dt="2021-07-22T04:34:09.627" v="1193" actId="20577"/>
          <ac:spMkLst>
            <pc:docMk/>
            <pc:sldMk cId="954676709" sldId="399"/>
            <ac:spMk id="2" creationId="{00000000-0000-0000-0000-000000000000}"/>
          </ac:spMkLst>
        </pc:spChg>
        <pc:spChg chg="mod">
          <ac:chgData name="Adam Skoreyko" userId="b173d3a3-59fa-4dfb-b093-3e6a29a1bc05" providerId="ADAL" clId="{3A323541-6778-4814-88E8-F3595B89E634}" dt="2021-07-27T22:19:16.939" v="1815" actId="20577"/>
          <ac:spMkLst>
            <pc:docMk/>
            <pc:sldMk cId="954676709" sldId="399"/>
            <ac:spMk id="4" creationId="{00000000-0000-0000-0000-000000000000}"/>
          </ac:spMkLst>
        </pc:spChg>
      </pc:sldChg>
      <pc:sldChg chg="modSp mod">
        <pc:chgData name="Adam Skoreyko" userId="b173d3a3-59fa-4dfb-b093-3e6a29a1bc05" providerId="ADAL" clId="{3A323541-6778-4814-88E8-F3595B89E634}" dt="2021-07-22T04:36:48.963" v="1249" actId="20577"/>
        <pc:sldMkLst>
          <pc:docMk/>
          <pc:sldMk cId="4203441046" sldId="400"/>
        </pc:sldMkLst>
        <pc:spChg chg="mod">
          <ac:chgData name="Adam Skoreyko" userId="b173d3a3-59fa-4dfb-b093-3e6a29a1bc05" providerId="ADAL" clId="{3A323541-6778-4814-88E8-F3595B89E634}" dt="2021-07-22T04:34:14.128" v="1204" actId="20577"/>
          <ac:spMkLst>
            <pc:docMk/>
            <pc:sldMk cId="4203441046" sldId="400"/>
            <ac:spMk id="2" creationId="{00000000-0000-0000-0000-000000000000}"/>
          </ac:spMkLst>
        </pc:spChg>
        <pc:spChg chg="mod">
          <ac:chgData name="Adam Skoreyko" userId="b173d3a3-59fa-4dfb-b093-3e6a29a1bc05" providerId="ADAL" clId="{3A323541-6778-4814-88E8-F3595B89E634}" dt="2021-07-22T04:36:48.963" v="1249" actId="20577"/>
          <ac:spMkLst>
            <pc:docMk/>
            <pc:sldMk cId="4203441046" sldId="400"/>
            <ac:spMk id="4" creationId="{00000000-0000-0000-0000-000000000000}"/>
          </ac:spMkLst>
        </pc:spChg>
      </pc:sldChg>
      <pc:sldChg chg="modSp add mod">
        <pc:chgData name="Adam Skoreyko" userId="b173d3a3-59fa-4dfb-b093-3e6a29a1bc05" providerId="ADAL" clId="{3A323541-6778-4814-88E8-F3595B89E634}" dt="2021-07-30T02:12:19.938" v="1828" actId="20577"/>
        <pc:sldMkLst>
          <pc:docMk/>
          <pc:sldMk cId="28313892" sldId="401"/>
        </pc:sldMkLst>
        <pc:spChg chg="mod">
          <ac:chgData name="Adam Skoreyko" userId="b173d3a3-59fa-4dfb-b093-3e6a29a1bc05" providerId="ADAL" clId="{3A323541-6778-4814-88E8-F3595B89E634}" dt="2021-07-22T03:56:15.897" v="141" actId="20577"/>
          <ac:spMkLst>
            <pc:docMk/>
            <pc:sldMk cId="28313892" sldId="401"/>
            <ac:spMk id="2" creationId="{00000000-0000-0000-0000-000000000000}"/>
          </ac:spMkLst>
        </pc:spChg>
        <pc:spChg chg="mod">
          <ac:chgData name="Adam Skoreyko" userId="b173d3a3-59fa-4dfb-b093-3e6a29a1bc05" providerId="ADAL" clId="{3A323541-6778-4814-88E8-F3595B89E634}" dt="2021-07-30T02:12:19.938" v="1828" actId="20577"/>
          <ac:spMkLst>
            <pc:docMk/>
            <pc:sldMk cId="28313892" sldId="401"/>
            <ac:spMk id="4" creationId="{00000000-0000-0000-0000-000000000000}"/>
          </ac:spMkLst>
        </pc:spChg>
      </pc:sldChg>
      <pc:sldChg chg="addSp delSp modSp add del mod">
        <pc:chgData name="Adam Skoreyko" userId="b173d3a3-59fa-4dfb-b093-3e6a29a1bc05" providerId="ADAL" clId="{3A323541-6778-4814-88E8-F3595B89E634}" dt="2021-07-22T05:01:12.940" v="1440" actId="2696"/>
        <pc:sldMkLst>
          <pc:docMk/>
          <pc:sldMk cId="3477755445" sldId="402"/>
        </pc:sldMkLst>
        <pc:spChg chg="del">
          <ac:chgData name="Adam Skoreyko" userId="b173d3a3-59fa-4dfb-b093-3e6a29a1bc05" providerId="ADAL" clId="{3A323541-6778-4814-88E8-F3595B89E634}" dt="2021-07-22T04:35:23.274" v="1207" actId="478"/>
          <ac:spMkLst>
            <pc:docMk/>
            <pc:sldMk cId="3477755445" sldId="402"/>
            <ac:spMk id="4" creationId="{00000000-0000-0000-0000-000000000000}"/>
          </ac:spMkLst>
        </pc:spChg>
        <pc:spChg chg="add del mod">
          <ac:chgData name="Adam Skoreyko" userId="b173d3a3-59fa-4dfb-b093-3e6a29a1bc05" providerId="ADAL" clId="{3A323541-6778-4814-88E8-F3595B89E634}" dt="2021-07-22T04:35:25.273" v="1208" actId="478"/>
          <ac:spMkLst>
            <pc:docMk/>
            <pc:sldMk cId="3477755445" sldId="402"/>
            <ac:spMk id="5" creationId="{3BA0607D-12E2-42BC-9CB1-ABB6B9E30351}"/>
          </ac:spMkLst>
        </pc:spChg>
        <pc:graphicFrameChg chg="add mod modGraphic">
          <ac:chgData name="Adam Skoreyko" userId="b173d3a3-59fa-4dfb-b093-3e6a29a1bc05" providerId="ADAL" clId="{3A323541-6778-4814-88E8-F3595B89E634}" dt="2021-07-22T05:00:17.012" v="1439" actId="1076"/>
          <ac:graphicFrameMkLst>
            <pc:docMk/>
            <pc:sldMk cId="3477755445" sldId="402"/>
            <ac:graphicFrameMk id="6" creationId="{D27B5469-6941-45BD-9104-4C07C1F690D3}"/>
          </ac:graphicFrameMkLst>
        </pc:graphicFrameChg>
      </pc:sldChg>
      <pc:sldMasterChg chg="del delSldLayout">
        <pc:chgData name="Adam Skoreyko" userId="b173d3a3-59fa-4dfb-b093-3e6a29a1bc05" providerId="ADAL" clId="{3A323541-6778-4814-88E8-F3595B89E634}" dt="2021-07-22T04:34:54.336" v="1205" actId="47"/>
        <pc:sldMasterMkLst>
          <pc:docMk/>
          <pc:sldMasterMk cId="2394829348" sldId="2147483676"/>
        </pc:sldMasterMkLst>
        <pc:sldLayoutChg chg="del">
          <pc:chgData name="Adam Skoreyko" userId="b173d3a3-59fa-4dfb-b093-3e6a29a1bc05" providerId="ADAL" clId="{3A323541-6778-4814-88E8-F3595B89E634}" dt="2021-07-22T04:34:54.336" v="1205" actId="47"/>
          <pc:sldLayoutMkLst>
            <pc:docMk/>
            <pc:sldMasterMk cId="2394829348" sldId="2147483676"/>
            <pc:sldLayoutMk cId="2287538049" sldId="2147483675"/>
          </pc:sldLayoutMkLst>
        </pc:sldLayoutChg>
        <pc:sldLayoutChg chg="del">
          <pc:chgData name="Adam Skoreyko" userId="b173d3a3-59fa-4dfb-b093-3e6a29a1bc05" providerId="ADAL" clId="{3A323541-6778-4814-88E8-F3595B89E634}" dt="2021-07-22T04:34:54.336" v="1205" actId="47"/>
          <pc:sldLayoutMkLst>
            <pc:docMk/>
            <pc:sldMasterMk cId="2394829348" sldId="2147483676"/>
            <pc:sldLayoutMk cId="1516634477" sldId="2147483690"/>
          </pc:sldLayoutMkLst>
        </pc:sldLayoutChg>
        <pc:sldLayoutChg chg="del">
          <pc:chgData name="Adam Skoreyko" userId="b173d3a3-59fa-4dfb-b093-3e6a29a1bc05" providerId="ADAL" clId="{3A323541-6778-4814-88E8-F3595B89E634}" dt="2021-07-22T04:34:54.336" v="1205" actId="47"/>
          <pc:sldLayoutMkLst>
            <pc:docMk/>
            <pc:sldMasterMk cId="2394829348" sldId="2147483676"/>
            <pc:sldLayoutMk cId="2733002437" sldId="2147483696"/>
          </pc:sldLayoutMkLst>
        </pc:sldLayoutChg>
        <pc:sldLayoutChg chg="del">
          <pc:chgData name="Adam Skoreyko" userId="b173d3a3-59fa-4dfb-b093-3e6a29a1bc05" providerId="ADAL" clId="{3A323541-6778-4814-88E8-F3595B89E634}" dt="2021-07-22T04:34:54.336" v="1205" actId="47"/>
          <pc:sldLayoutMkLst>
            <pc:docMk/>
            <pc:sldMasterMk cId="2394829348" sldId="2147483676"/>
            <pc:sldLayoutMk cId="3122186837" sldId="2147483697"/>
          </pc:sldLayoutMkLst>
        </pc:sldLayoutChg>
        <pc:sldLayoutChg chg="del">
          <pc:chgData name="Adam Skoreyko" userId="b173d3a3-59fa-4dfb-b093-3e6a29a1bc05" providerId="ADAL" clId="{3A323541-6778-4814-88E8-F3595B89E634}" dt="2021-07-22T04:34:54.336" v="1205" actId="47"/>
          <pc:sldLayoutMkLst>
            <pc:docMk/>
            <pc:sldMasterMk cId="2394829348" sldId="2147483676"/>
            <pc:sldLayoutMk cId="1115100105" sldId="2147483698"/>
          </pc:sldLayoutMkLst>
        </pc:sldLayoutChg>
        <pc:sldLayoutChg chg="del">
          <pc:chgData name="Adam Skoreyko" userId="b173d3a3-59fa-4dfb-b093-3e6a29a1bc05" providerId="ADAL" clId="{3A323541-6778-4814-88E8-F3595B89E634}" dt="2021-07-22T04:34:54.336" v="1205" actId="47"/>
          <pc:sldLayoutMkLst>
            <pc:docMk/>
            <pc:sldMasterMk cId="2394829348" sldId="2147483676"/>
            <pc:sldLayoutMk cId="3718113036" sldId="2147483731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56" v="1628" actId="2696"/>
        <pc:sldMasterMkLst>
          <pc:docMk/>
          <pc:sldMasterMk cId="3470278093" sldId="2147483699"/>
        </pc:sldMasterMkLst>
        <pc:sldLayoutChg chg="del">
          <pc:chgData name="Adam Skoreyko" userId="b173d3a3-59fa-4dfb-b093-3e6a29a1bc05" providerId="ADAL" clId="{3A323541-6778-4814-88E8-F3595B89E634}" dt="2021-07-27T22:01:13.054" v="1627" actId="2696"/>
          <pc:sldLayoutMkLst>
            <pc:docMk/>
            <pc:sldMasterMk cId="3470278093" sldId="2147483699"/>
            <pc:sldLayoutMk cId="3549609729" sldId="2147483700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59" v="1630" actId="2696"/>
        <pc:sldMasterMkLst>
          <pc:docMk/>
          <pc:sldMasterMk cId="237546065" sldId="2147483701"/>
        </pc:sldMasterMkLst>
        <pc:sldLayoutChg chg="del">
          <pc:chgData name="Adam Skoreyko" userId="b173d3a3-59fa-4dfb-b093-3e6a29a1bc05" providerId="ADAL" clId="{3A323541-6778-4814-88E8-F3595B89E634}" dt="2021-07-27T22:01:13.057" v="1629" actId="2696"/>
          <pc:sldLayoutMkLst>
            <pc:docMk/>
            <pc:sldMasterMk cId="237546065" sldId="2147483701"/>
            <pc:sldLayoutMk cId="135439191" sldId="2147483702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73" v="1639" actId="2696"/>
        <pc:sldMasterMkLst>
          <pc:docMk/>
          <pc:sldMasterMk cId="1897024473" sldId="2147483707"/>
        </pc:sldMasterMkLst>
        <pc:sldLayoutChg chg="del">
          <pc:chgData name="Adam Skoreyko" userId="b173d3a3-59fa-4dfb-b093-3e6a29a1bc05" providerId="ADAL" clId="{3A323541-6778-4814-88E8-F3595B89E634}" dt="2021-07-27T22:01:13.071" v="1638" actId="2696"/>
          <pc:sldLayoutMkLst>
            <pc:docMk/>
            <pc:sldMasterMk cId="1897024473" sldId="2147483707"/>
            <pc:sldLayoutMk cId="4024506591" sldId="2147483708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89" v="1648" actId="2696"/>
        <pc:sldMasterMkLst>
          <pc:docMk/>
          <pc:sldMasterMk cId="573354188" sldId="2147483709"/>
        </pc:sldMasterMkLst>
        <pc:sldLayoutChg chg="del">
          <pc:chgData name="Adam Skoreyko" userId="b173d3a3-59fa-4dfb-b093-3e6a29a1bc05" providerId="ADAL" clId="{3A323541-6778-4814-88E8-F3595B89E634}" dt="2021-07-27T22:01:13.087" v="1647" actId="2696"/>
          <pc:sldLayoutMkLst>
            <pc:docMk/>
            <pc:sldMasterMk cId="573354188" sldId="2147483709"/>
            <pc:sldLayoutMk cId="1552885" sldId="2147483710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94" v="1652" actId="2696"/>
        <pc:sldMasterMkLst>
          <pc:docMk/>
          <pc:sldMasterMk cId="3332467499" sldId="2147483711"/>
        </pc:sldMasterMkLst>
        <pc:sldLayoutChg chg="del">
          <pc:chgData name="Adam Skoreyko" userId="b173d3a3-59fa-4dfb-b093-3e6a29a1bc05" providerId="ADAL" clId="{3A323541-6778-4814-88E8-F3595B89E634}" dt="2021-07-27T22:01:13.093" v="1651" actId="2696"/>
          <pc:sldLayoutMkLst>
            <pc:docMk/>
            <pc:sldMasterMk cId="3332467499" sldId="2147483711"/>
            <pc:sldLayoutMk cId="1659885884" sldId="2147483712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99" v="1656" actId="2696"/>
        <pc:sldMasterMkLst>
          <pc:docMk/>
          <pc:sldMasterMk cId="532821706" sldId="2147483713"/>
        </pc:sldMasterMkLst>
        <pc:sldLayoutChg chg="del">
          <pc:chgData name="Adam Skoreyko" userId="b173d3a3-59fa-4dfb-b093-3e6a29a1bc05" providerId="ADAL" clId="{3A323541-6778-4814-88E8-F3595B89E634}" dt="2021-07-27T22:01:13.098" v="1655" actId="2696"/>
          <pc:sldLayoutMkLst>
            <pc:docMk/>
            <pc:sldMasterMk cId="532821706" sldId="2147483713"/>
            <pc:sldLayoutMk cId="3054247339" sldId="2147483714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17" v="1667" actId="2696"/>
        <pc:sldMasterMkLst>
          <pc:docMk/>
          <pc:sldMasterMk cId="2153101462" sldId="2147483715"/>
        </pc:sldMasterMkLst>
        <pc:sldLayoutChg chg="del">
          <pc:chgData name="Adam Skoreyko" userId="b173d3a3-59fa-4dfb-b093-3e6a29a1bc05" providerId="ADAL" clId="{3A323541-6778-4814-88E8-F3595B89E634}" dt="2021-07-27T22:01:13.115" v="1666" actId="2696"/>
          <pc:sldLayoutMkLst>
            <pc:docMk/>
            <pc:sldMasterMk cId="2153101462" sldId="2147483715"/>
            <pc:sldLayoutMk cId="80493241" sldId="2147483716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23" v="1671" actId="2696"/>
        <pc:sldMasterMkLst>
          <pc:docMk/>
          <pc:sldMasterMk cId="1887820131" sldId="2147483717"/>
        </pc:sldMasterMkLst>
        <pc:sldLayoutChg chg="del">
          <pc:chgData name="Adam Skoreyko" userId="b173d3a3-59fa-4dfb-b093-3e6a29a1bc05" providerId="ADAL" clId="{3A323541-6778-4814-88E8-F3595B89E634}" dt="2021-07-27T22:01:13.120" v="1670" actId="2696"/>
          <pc:sldLayoutMkLst>
            <pc:docMk/>
            <pc:sldMasterMk cId="1887820131" sldId="2147483717"/>
            <pc:sldLayoutMk cId="1394877654" sldId="2147483718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29" v="1675" actId="2696"/>
        <pc:sldMasterMkLst>
          <pc:docMk/>
          <pc:sldMasterMk cId="935047417" sldId="2147483719"/>
        </pc:sldMasterMkLst>
        <pc:sldLayoutChg chg="del">
          <pc:chgData name="Adam Skoreyko" userId="b173d3a3-59fa-4dfb-b093-3e6a29a1bc05" providerId="ADAL" clId="{3A323541-6778-4814-88E8-F3595B89E634}" dt="2021-07-27T22:01:13.127" v="1674" actId="2696"/>
          <pc:sldLayoutMkLst>
            <pc:docMk/>
            <pc:sldMasterMk cId="935047417" sldId="2147483719"/>
            <pc:sldLayoutMk cId="1903863610" sldId="2147483720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34" v="1679" actId="2696"/>
        <pc:sldMasterMkLst>
          <pc:docMk/>
          <pc:sldMasterMk cId="1558766615" sldId="2147483725"/>
        </pc:sldMasterMkLst>
        <pc:sldLayoutChg chg="del">
          <pc:chgData name="Adam Skoreyko" userId="b173d3a3-59fa-4dfb-b093-3e6a29a1bc05" providerId="ADAL" clId="{3A323541-6778-4814-88E8-F3595B89E634}" dt="2021-07-27T22:01:13.132" v="1678" actId="2696"/>
          <pc:sldLayoutMkLst>
            <pc:docMk/>
            <pc:sldMasterMk cId="1558766615" sldId="2147483725"/>
            <pc:sldLayoutMk cId="961612208" sldId="2147483726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20" v="1604" actId="2696"/>
        <pc:sldMasterMkLst>
          <pc:docMk/>
          <pc:sldMasterMk cId="1575127727" sldId="2147483727"/>
        </pc:sldMasterMkLst>
        <pc:sldLayoutChg chg="del">
          <pc:chgData name="Adam Skoreyko" userId="b173d3a3-59fa-4dfb-b093-3e6a29a1bc05" providerId="ADAL" clId="{3A323541-6778-4814-88E8-F3595B89E634}" dt="2021-07-27T22:01:13.018" v="1603" actId="2696"/>
          <pc:sldLayoutMkLst>
            <pc:docMk/>
            <pc:sldMasterMk cId="1575127727" sldId="2147483727"/>
            <pc:sldLayoutMk cId="3143298180" sldId="2147483728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23" v="1606" actId="2696"/>
        <pc:sldMasterMkLst>
          <pc:docMk/>
          <pc:sldMasterMk cId="3780771605" sldId="2147483729"/>
        </pc:sldMasterMkLst>
        <pc:sldLayoutChg chg="del">
          <pc:chgData name="Adam Skoreyko" userId="b173d3a3-59fa-4dfb-b093-3e6a29a1bc05" providerId="ADAL" clId="{3A323541-6778-4814-88E8-F3595B89E634}" dt="2021-07-27T22:01:13.022" v="1605" actId="2696"/>
          <pc:sldLayoutMkLst>
            <pc:docMk/>
            <pc:sldMasterMk cId="3780771605" sldId="2147483729"/>
            <pc:sldLayoutMk cId="2450088395" sldId="2147483730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19" v="1669" actId="2696"/>
        <pc:sldMasterMkLst>
          <pc:docMk/>
          <pc:sldMasterMk cId="1308744423" sldId="2147483758"/>
        </pc:sldMasterMkLst>
        <pc:sldLayoutChg chg="del">
          <pc:chgData name="Adam Skoreyko" userId="b173d3a3-59fa-4dfb-b093-3e6a29a1bc05" providerId="ADAL" clId="{3A323541-6778-4814-88E8-F3595B89E634}" dt="2021-07-27T22:01:13.118" v="1668" actId="2696"/>
          <pc:sldLayoutMkLst>
            <pc:docMk/>
            <pc:sldMasterMk cId="1308744423" sldId="2147483758"/>
            <pc:sldLayoutMk cId="4149322195" sldId="2147483759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31" v="1677" actId="2696"/>
        <pc:sldMasterMkLst>
          <pc:docMk/>
          <pc:sldMasterMk cId="4032063736" sldId="2147483763"/>
        </pc:sldMasterMkLst>
        <pc:sldLayoutChg chg="del">
          <pc:chgData name="Adam Skoreyko" userId="b173d3a3-59fa-4dfb-b093-3e6a29a1bc05" providerId="ADAL" clId="{3A323541-6778-4814-88E8-F3595B89E634}" dt="2021-07-27T22:01:13.130" v="1676" actId="2696"/>
          <pc:sldLayoutMkLst>
            <pc:docMk/>
            <pc:sldMasterMk cId="4032063736" sldId="2147483763"/>
            <pc:sldLayoutMk cId="863961546" sldId="2147483764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38" v="1615" actId="2696"/>
        <pc:sldMasterMkLst>
          <pc:docMk/>
          <pc:sldMasterMk cId="2583993187" sldId="2147483773"/>
        </pc:sldMasterMkLst>
        <pc:sldLayoutChg chg="del">
          <pc:chgData name="Adam Skoreyko" userId="b173d3a3-59fa-4dfb-b093-3e6a29a1bc05" providerId="ADAL" clId="{3A323541-6778-4814-88E8-F3595B89E634}" dt="2021-07-27T22:01:13.036" v="1614" actId="2696"/>
          <pc:sldLayoutMkLst>
            <pc:docMk/>
            <pc:sldMasterMk cId="2583993187" sldId="2147483773"/>
            <pc:sldLayoutMk cId="1302556131" sldId="2147483774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50" v="1624" actId="2696"/>
        <pc:sldMasterMkLst>
          <pc:docMk/>
          <pc:sldMasterMk cId="330707009" sldId="2147483783"/>
        </pc:sldMasterMkLst>
        <pc:sldLayoutChg chg="del">
          <pc:chgData name="Adam Skoreyko" userId="b173d3a3-59fa-4dfb-b093-3e6a29a1bc05" providerId="ADAL" clId="{3A323541-6778-4814-88E8-F3595B89E634}" dt="2021-07-27T22:01:13.049" v="1623" actId="2696"/>
          <pc:sldLayoutMkLst>
            <pc:docMk/>
            <pc:sldMasterMk cId="330707009" sldId="2147483783"/>
            <pc:sldLayoutMk cId="3988545723" sldId="2147483784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52" v="1626" actId="2696"/>
        <pc:sldMasterMkLst>
          <pc:docMk/>
          <pc:sldMasterMk cId="1916460356" sldId="2147483785"/>
        </pc:sldMasterMkLst>
        <pc:sldLayoutChg chg="del">
          <pc:chgData name="Adam Skoreyko" userId="b173d3a3-59fa-4dfb-b093-3e6a29a1bc05" providerId="ADAL" clId="{3A323541-6778-4814-88E8-F3595B89E634}" dt="2021-07-27T22:01:13.051" v="1625" actId="2696"/>
          <pc:sldLayoutMkLst>
            <pc:docMk/>
            <pc:sldMasterMk cId="1916460356" sldId="2147483785"/>
            <pc:sldLayoutMk cId="1420550849" sldId="2147483786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91" v="1650" actId="2696"/>
        <pc:sldMasterMkLst>
          <pc:docMk/>
          <pc:sldMasterMk cId="973352500" sldId="2147483796"/>
        </pc:sldMasterMkLst>
        <pc:sldLayoutChg chg="del">
          <pc:chgData name="Adam Skoreyko" userId="b173d3a3-59fa-4dfb-b093-3e6a29a1bc05" providerId="ADAL" clId="{3A323541-6778-4814-88E8-F3595B89E634}" dt="2021-07-27T22:01:13.090" v="1649" actId="2696"/>
          <pc:sldLayoutMkLst>
            <pc:docMk/>
            <pc:sldMasterMk cId="973352500" sldId="2147483796"/>
            <pc:sldLayoutMk cId="4055599425" sldId="2147483797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96" v="1654" actId="2696"/>
        <pc:sldMasterMkLst>
          <pc:docMk/>
          <pc:sldMasterMk cId="199060870" sldId="2147483798"/>
        </pc:sldMasterMkLst>
        <pc:sldLayoutChg chg="del">
          <pc:chgData name="Adam Skoreyko" userId="b173d3a3-59fa-4dfb-b093-3e6a29a1bc05" providerId="ADAL" clId="{3A323541-6778-4814-88E8-F3595B89E634}" dt="2021-07-27T22:01:13.095" v="1653" actId="2696"/>
          <pc:sldLayoutMkLst>
            <pc:docMk/>
            <pc:sldMasterMk cId="199060870" sldId="2147483798"/>
            <pc:sldLayoutMk cId="258253377" sldId="2147483799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11" v="1663" actId="2696"/>
        <pc:sldMasterMkLst>
          <pc:docMk/>
          <pc:sldMasterMk cId="672272116" sldId="2147483800"/>
        </pc:sldMasterMkLst>
        <pc:sldLayoutChg chg="del">
          <pc:chgData name="Adam Skoreyko" userId="b173d3a3-59fa-4dfb-b093-3e6a29a1bc05" providerId="ADAL" clId="{3A323541-6778-4814-88E8-F3595B89E634}" dt="2021-07-27T22:01:13.100" v="1657" actId="2696"/>
          <pc:sldLayoutMkLst>
            <pc:docMk/>
            <pc:sldMasterMk cId="672272116" sldId="2147483800"/>
            <pc:sldLayoutMk cId="4116695511" sldId="2147483801"/>
          </pc:sldLayoutMkLst>
        </pc:sldLayoutChg>
        <pc:sldLayoutChg chg="del">
          <pc:chgData name="Adam Skoreyko" userId="b173d3a3-59fa-4dfb-b093-3e6a29a1bc05" providerId="ADAL" clId="{3A323541-6778-4814-88E8-F3595B89E634}" dt="2021-07-27T22:01:13.101" v="1658" actId="2696"/>
          <pc:sldLayoutMkLst>
            <pc:docMk/>
            <pc:sldMasterMk cId="672272116" sldId="2147483800"/>
            <pc:sldLayoutMk cId="1119194023" sldId="2147483802"/>
          </pc:sldLayoutMkLst>
        </pc:sldLayoutChg>
        <pc:sldLayoutChg chg="del">
          <pc:chgData name="Adam Skoreyko" userId="b173d3a3-59fa-4dfb-b093-3e6a29a1bc05" providerId="ADAL" clId="{3A323541-6778-4814-88E8-F3595B89E634}" dt="2021-07-27T22:01:13.102" v="1659" actId="2696"/>
          <pc:sldLayoutMkLst>
            <pc:docMk/>
            <pc:sldMasterMk cId="672272116" sldId="2147483800"/>
            <pc:sldLayoutMk cId="3830157508" sldId="2147483803"/>
          </pc:sldLayoutMkLst>
        </pc:sldLayoutChg>
        <pc:sldLayoutChg chg="del">
          <pc:chgData name="Adam Skoreyko" userId="b173d3a3-59fa-4dfb-b093-3e6a29a1bc05" providerId="ADAL" clId="{3A323541-6778-4814-88E8-F3595B89E634}" dt="2021-07-27T22:01:13.105" v="1660" actId="2696"/>
          <pc:sldLayoutMkLst>
            <pc:docMk/>
            <pc:sldMasterMk cId="672272116" sldId="2147483800"/>
            <pc:sldLayoutMk cId="2566482103" sldId="2147483804"/>
          </pc:sldLayoutMkLst>
        </pc:sldLayoutChg>
        <pc:sldLayoutChg chg="del">
          <pc:chgData name="Adam Skoreyko" userId="b173d3a3-59fa-4dfb-b093-3e6a29a1bc05" providerId="ADAL" clId="{3A323541-6778-4814-88E8-F3595B89E634}" dt="2021-07-27T22:01:13.108" v="1661" actId="2696"/>
          <pc:sldLayoutMkLst>
            <pc:docMk/>
            <pc:sldMasterMk cId="672272116" sldId="2147483800"/>
            <pc:sldLayoutMk cId="499952371" sldId="2147483805"/>
          </pc:sldLayoutMkLst>
        </pc:sldLayoutChg>
        <pc:sldLayoutChg chg="del">
          <pc:chgData name="Adam Skoreyko" userId="b173d3a3-59fa-4dfb-b093-3e6a29a1bc05" providerId="ADAL" clId="{3A323541-6778-4814-88E8-F3595B89E634}" dt="2021-07-27T22:01:13.109" v="1662" actId="2696"/>
          <pc:sldLayoutMkLst>
            <pc:docMk/>
            <pc:sldMasterMk cId="672272116" sldId="2147483800"/>
            <pc:sldLayoutMk cId="1948676261" sldId="2147483806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34" v="1613" actId="2696"/>
        <pc:sldMasterMkLst>
          <pc:docMk/>
          <pc:sldMasterMk cId="559599566" sldId="2147483816"/>
        </pc:sldMasterMkLst>
        <pc:sldLayoutChg chg="del">
          <pc:chgData name="Adam Skoreyko" userId="b173d3a3-59fa-4dfb-b093-3e6a29a1bc05" providerId="ADAL" clId="{3A323541-6778-4814-88E8-F3595B89E634}" dt="2021-07-27T22:01:13.024" v="1607" actId="2696"/>
          <pc:sldLayoutMkLst>
            <pc:docMk/>
            <pc:sldMasterMk cId="559599566" sldId="2147483816"/>
            <pc:sldLayoutMk cId="3866521085" sldId="2147483817"/>
          </pc:sldLayoutMkLst>
        </pc:sldLayoutChg>
        <pc:sldLayoutChg chg="del">
          <pc:chgData name="Adam Skoreyko" userId="b173d3a3-59fa-4dfb-b093-3e6a29a1bc05" providerId="ADAL" clId="{3A323541-6778-4814-88E8-F3595B89E634}" dt="2021-07-27T22:01:13.025" v="1608" actId="2696"/>
          <pc:sldLayoutMkLst>
            <pc:docMk/>
            <pc:sldMasterMk cId="559599566" sldId="2147483816"/>
            <pc:sldLayoutMk cId="1516387069" sldId="2147483818"/>
          </pc:sldLayoutMkLst>
        </pc:sldLayoutChg>
        <pc:sldLayoutChg chg="del">
          <pc:chgData name="Adam Skoreyko" userId="b173d3a3-59fa-4dfb-b093-3e6a29a1bc05" providerId="ADAL" clId="{3A323541-6778-4814-88E8-F3595B89E634}" dt="2021-07-27T22:01:13.026" v="1609" actId="2696"/>
          <pc:sldLayoutMkLst>
            <pc:docMk/>
            <pc:sldMasterMk cId="559599566" sldId="2147483816"/>
            <pc:sldLayoutMk cId="1885126746" sldId="2147483819"/>
          </pc:sldLayoutMkLst>
        </pc:sldLayoutChg>
        <pc:sldLayoutChg chg="del">
          <pc:chgData name="Adam Skoreyko" userId="b173d3a3-59fa-4dfb-b093-3e6a29a1bc05" providerId="ADAL" clId="{3A323541-6778-4814-88E8-F3595B89E634}" dt="2021-07-27T22:01:13.028" v="1610" actId="2696"/>
          <pc:sldLayoutMkLst>
            <pc:docMk/>
            <pc:sldMasterMk cId="559599566" sldId="2147483816"/>
            <pc:sldLayoutMk cId="4144683753" sldId="2147483820"/>
          </pc:sldLayoutMkLst>
        </pc:sldLayoutChg>
        <pc:sldLayoutChg chg="del">
          <pc:chgData name="Adam Skoreyko" userId="b173d3a3-59fa-4dfb-b093-3e6a29a1bc05" providerId="ADAL" clId="{3A323541-6778-4814-88E8-F3595B89E634}" dt="2021-07-27T22:01:13.031" v="1611" actId="2696"/>
          <pc:sldLayoutMkLst>
            <pc:docMk/>
            <pc:sldMasterMk cId="559599566" sldId="2147483816"/>
            <pc:sldLayoutMk cId="2812960170" sldId="2147483821"/>
          </pc:sldLayoutMkLst>
        </pc:sldLayoutChg>
        <pc:sldLayoutChg chg="del">
          <pc:chgData name="Adam Skoreyko" userId="b173d3a3-59fa-4dfb-b093-3e6a29a1bc05" providerId="ADAL" clId="{3A323541-6778-4814-88E8-F3595B89E634}" dt="2021-07-27T22:01:13.032" v="1612" actId="2696"/>
          <pc:sldLayoutMkLst>
            <pc:docMk/>
            <pc:sldMasterMk cId="559599566" sldId="2147483816"/>
            <pc:sldLayoutMk cId="2673295411" sldId="2147483822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48" v="1622" actId="2696"/>
        <pc:sldMasterMkLst>
          <pc:docMk/>
          <pc:sldMasterMk cId="2058317394" sldId="2147483823"/>
        </pc:sldMasterMkLst>
        <pc:sldLayoutChg chg="del">
          <pc:chgData name="Adam Skoreyko" userId="b173d3a3-59fa-4dfb-b093-3e6a29a1bc05" providerId="ADAL" clId="{3A323541-6778-4814-88E8-F3595B89E634}" dt="2021-07-27T22:01:13.039" v="1616" actId="2696"/>
          <pc:sldLayoutMkLst>
            <pc:docMk/>
            <pc:sldMasterMk cId="2058317394" sldId="2147483823"/>
            <pc:sldLayoutMk cId="1663284807" sldId="2147483824"/>
          </pc:sldLayoutMkLst>
        </pc:sldLayoutChg>
        <pc:sldLayoutChg chg="del">
          <pc:chgData name="Adam Skoreyko" userId="b173d3a3-59fa-4dfb-b093-3e6a29a1bc05" providerId="ADAL" clId="{3A323541-6778-4814-88E8-F3595B89E634}" dt="2021-07-27T22:01:13.040" v="1617" actId="2696"/>
          <pc:sldLayoutMkLst>
            <pc:docMk/>
            <pc:sldMasterMk cId="2058317394" sldId="2147483823"/>
            <pc:sldLayoutMk cId="894991171" sldId="2147483825"/>
          </pc:sldLayoutMkLst>
        </pc:sldLayoutChg>
        <pc:sldLayoutChg chg="del">
          <pc:chgData name="Adam Skoreyko" userId="b173d3a3-59fa-4dfb-b093-3e6a29a1bc05" providerId="ADAL" clId="{3A323541-6778-4814-88E8-F3595B89E634}" dt="2021-07-27T22:01:13.041" v="1618" actId="2696"/>
          <pc:sldLayoutMkLst>
            <pc:docMk/>
            <pc:sldMasterMk cId="2058317394" sldId="2147483823"/>
            <pc:sldLayoutMk cId="240499159" sldId="2147483826"/>
          </pc:sldLayoutMkLst>
        </pc:sldLayoutChg>
        <pc:sldLayoutChg chg="del">
          <pc:chgData name="Adam Skoreyko" userId="b173d3a3-59fa-4dfb-b093-3e6a29a1bc05" providerId="ADAL" clId="{3A323541-6778-4814-88E8-F3595B89E634}" dt="2021-07-27T22:01:13.043" v="1619" actId="2696"/>
          <pc:sldLayoutMkLst>
            <pc:docMk/>
            <pc:sldMasterMk cId="2058317394" sldId="2147483823"/>
            <pc:sldLayoutMk cId="3800380593" sldId="2147483827"/>
          </pc:sldLayoutMkLst>
        </pc:sldLayoutChg>
        <pc:sldLayoutChg chg="del">
          <pc:chgData name="Adam Skoreyko" userId="b173d3a3-59fa-4dfb-b093-3e6a29a1bc05" providerId="ADAL" clId="{3A323541-6778-4814-88E8-F3595B89E634}" dt="2021-07-27T22:01:13.045" v="1620" actId="2696"/>
          <pc:sldLayoutMkLst>
            <pc:docMk/>
            <pc:sldMasterMk cId="2058317394" sldId="2147483823"/>
            <pc:sldLayoutMk cId="4284798816" sldId="2147483828"/>
          </pc:sldLayoutMkLst>
        </pc:sldLayoutChg>
        <pc:sldLayoutChg chg="del">
          <pc:chgData name="Adam Skoreyko" userId="b173d3a3-59fa-4dfb-b093-3e6a29a1bc05" providerId="ADAL" clId="{3A323541-6778-4814-88E8-F3595B89E634}" dt="2021-07-27T22:01:13.046" v="1621" actId="2696"/>
          <pc:sldLayoutMkLst>
            <pc:docMk/>
            <pc:sldMasterMk cId="2058317394" sldId="2147483823"/>
            <pc:sldLayoutMk cId="574599695" sldId="2147483829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69" v="1637" actId="2696"/>
        <pc:sldMasterMkLst>
          <pc:docMk/>
          <pc:sldMasterMk cId="4036069523" sldId="2147483830"/>
        </pc:sldMasterMkLst>
        <pc:sldLayoutChg chg="del">
          <pc:chgData name="Adam Skoreyko" userId="b173d3a3-59fa-4dfb-b093-3e6a29a1bc05" providerId="ADAL" clId="{3A323541-6778-4814-88E8-F3595B89E634}" dt="2021-07-27T22:01:13.060" v="1631" actId="2696"/>
          <pc:sldLayoutMkLst>
            <pc:docMk/>
            <pc:sldMasterMk cId="4036069523" sldId="2147483830"/>
            <pc:sldLayoutMk cId="1424529132" sldId="2147483831"/>
          </pc:sldLayoutMkLst>
        </pc:sldLayoutChg>
        <pc:sldLayoutChg chg="del">
          <pc:chgData name="Adam Skoreyko" userId="b173d3a3-59fa-4dfb-b093-3e6a29a1bc05" providerId="ADAL" clId="{3A323541-6778-4814-88E8-F3595B89E634}" dt="2021-07-27T22:01:13.061" v="1632" actId="2696"/>
          <pc:sldLayoutMkLst>
            <pc:docMk/>
            <pc:sldMasterMk cId="4036069523" sldId="2147483830"/>
            <pc:sldLayoutMk cId="3874632909" sldId="2147483832"/>
          </pc:sldLayoutMkLst>
        </pc:sldLayoutChg>
        <pc:sldLayoutChg chg="del">
          <pc:chgData name="Adam Skoreyko" userId="b173d3a3-59fa-4dfb-b093-3e6a29a1bc05" providerId="ADAL" clId="{3A323541-6778-4814-88E8-F3595B89E634}" dt="2021-07-27T22:01:13.062" v="1633" actId="2696"/>
          <pc:sldLayoutMkLst>
            <pc:docMk/>
            <pc:sldMasterMk cId="4036069523" sldId="2147483830"/>
            <pc:sldLayoutMk cId="2046336842" sldId="2147483833"/>
          </pc:sldLayoutMkLst>
        </pc:sldLayoutChg>
        <pc:sldLayoutChg chg="del">
          <pc:chgData name="Adam Skoreyko" userId="b173d3a3-59fa-4dfb-b093-3e6a29a1bc05" providerId="ADAL" clId="{3A323541-6778-4814-88E8-F3595B89E634}" dt="2021-07-27T22:01:13.065" v="1634" actId="2696"/>
          <pc:sldLayoutMkLst>
            <pc:docMk/>
            <pc:sldMasterMk cId="4036069523" sldId="2147483830"/>
            <pc:sldLayoutMk cId="659578247" sldId="2147483834"/>
          </pc:sldLayoutMkLst>
        </pc:sldLayoutChg>
        <pc:sldLayoutChg chg="del">
          <pc:chgData name="Adam Skoreyko" userId="b173d3a3-59fa-4dfb-b093-3e6a29a1bc05" providerId="ADAL" clId="{3A323541-6778-4814-88E8-F3595B89E634}" dt="2021-07-27T22:01:13.067" v="1635" actId="2696"/>
          <pc:sldLayoutMkLst>
            <pc:docMk/>
            <pc:sldMasterMk cId="4036069523" sldId="2147483830"/>
            <pc:sldLayoutMk cId="3986752294" sldId="2147483835"/>
          </pc:sldLayoutMkLst>
        </pc:sldLayoutChg>
        <pc:sldLayoutChg chg="del">
          <pc:chgData name="Adam Skoreyko" userId="b173d3a3-59fa-4dfb-b093-3e6a29a1bc05" providerId="ADAL" clId="{3A323541-6778-4814-88E8-F3595B89E634}" dt="2021-07-27T22:01:13.068" v="1636" actId="2696"/>
          <pc:sldLayoutMkLst>
            <pc:docMk/>
            <pc:sldMasterMk cId="4036069523" sldId="2147483830"/>
            <pc:sldLayoutMk cId="3374922914" sldId="2147483836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085" v="1646" actId="2696"/>
        <pc:sldMasterMkLst>
          <pc:docMk/>
          <pc:sldMasterMk cId="687765783" sldId="2147483837"/>
        </pc:sldMasterMkLst>
        <pc:sldLayoutChg chg="del">
          <pc:chgData name="Adam Skoreyko" userId="b173d3a3-59fa-4dfb-b093-3e6a29a1bc05" providerId="ADAL" clId="{3A323541-6778-4814-88E8-F3595B89E634}" dt="2021-07-27T22:01:13.074" v="1640" actId="2696"/>
          <pc:sldLayoutMkLst>
            <pc:docMk/>
            <pc:sldMasterMk cId="687765783" sldId="2147483837"/>
            <pc:sldLayoutMk cId="2540814675" sldId="2147483838"/>
          </pc:sldLayoutMkLst>
        </pc:sldLayoutChg>
        <pc:sldLayoutChg chg="del">
          <pc:chgData name="Adam Skoreyko" userId="b173d3a3-59fa-4dfb-b093-3e6a29a1bc05" providerId="ADAL" clId="{3A323541-6778-4814-88E8-F3595B89E634}" dt="2021-07-27T22:01:13.075" v="1641" actId="2696"/>
          <pc:sldLayoutMkLst>
            <pc:docMk/>
            <pc:sldMasterMk cId="687765783" sldId="2147483837"/>
            <pc:sldLayoutMk cId="1562267021" sldId="2147483839"/>
          </pc:sldLayoutMkLst>
        </pc:sldLayoutChg>
        <pc:sldLayoutChg chg="del">
          <pc:chgData name="Adam Skoreyko" userId="b173d3a3-59fa-4dfb-b093-3e6a29a1bc05" providerId="ADAL" clId="{3A323541-6778-4814-88E8-F3595B89E634}" dt="2021-07-27T22:01:13.076" v="1642" actId="2696"/>
          <pc:sldLayoutMkLst>
            <pc:docMk/>
            <pc:sldMasterMk cId="687765783" sldId="2147483837"/>
            <pc:sldLayoutMk cId="1438177066" sldId="2147483840"/>
          </pc:sldLayoutMkLst>
        </pc:sldLayoutChg>
        <pc:sldLayoutChg chg="del">
          <pc:chgData name="Adam Skoreyko" userId="b173d3a3-59fa-4dfb-b093-3e6a29a1bc05" providerId="ADAL" clId="{3A323541-6778-4814-88E8-F3595B89E634}" dt="2021-07-27T22:01:13.079" v="1643" actId="2696"/>
          <pc:sldLayoutMkLst>
            <pc:docMk/>
            <pc:sldMasterMk cId="687765783" sldId="2147483837"/>
            <pc:sldLayoutMk cId="3161849436" sldId="2147483841"/>
          </pc:sldLayoutMkLst>
        </pc:sldLayoutChg>
        <pc:sldLayoutChg chg="del">
          <pc:chgData name="Adam Skoreyko" userId="b173d3a3-59fa-4dfb-b093-3e6a29a1bc05" providerId="ADAL" clId="{3A323541-6778-4814-88E8-F3595B89E634}" dt="2021-07-27T22:01:13.082" v="1644" actId="2696"/>
          <pc:sldLayoutMkLst>
            <pc:docMk/>
            <pc:sldMasterMk cId="687765783" sldId="2147483837"/>
            <pc:sldLayoutMk cId="1433022769" sldId="2147483842"/>
          </pc:sldLayoutMkLst>
        </pc:sldLayoutChg>
        <pc:sldLayoutChg chg="del">
          <pc:chgData name="Adam Skoreyko" userId="b173d3a3-59fa-4dfb-b093-3e6a29a1bc05" providerId="ADAL" clId="{3A323541-6778-4814-88E8-F3595B89E634}" dt="2021-07-27T22:01:13.083" v="1645" actId="2696"/>
          <pc:sldLayoutMkLst>
            <pc:docMk/>
            <pc:sldMasterMk cId="687765783" sldId="2147483837"/>
            <pc:sldLayoutMk cId="1699153721" sldId="2147483843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14" v="1665" actId="2696"/>
        <pc:sldMasterMkLst>
          <pc:docMk/>
          <pc:sldMasterMk cId="765142574" sldId="2147483844"/>
        </pc:sldMasterMkLst>
        <pc:sldLayoutChg chg="del">
          <pc:chgData name="Adam Skoreyko" userId="b173d3a3-59fa-4dfb-b093-3e6a29a1bc05" providerId="ADAL" clId="{3A323541-6778-4814-88E8-F3595B89E634}" dt="2021-07-27T22:01:13.112" v="1664" actId="2696"/>
          <pc:sldLayoutMkLst>
            <pc:docMk/>
            <pc:sldMasterMk cId="765142574" sldId="2147483844"/>
            <pc:sldLayoutMk cId="551424031" sldId="2147483845"/>
          </pc:sldLayoutMkLst>
        </pc:sldLayoutChg>
      </pc:sldMasterChg>
      <pc:sldMasterChg chg="del delSldLayout">
        <pc:chgData name="Adam Skoreyko" userId="b173d3a3-59fa-4dfb-b093-3e6a29a1bc05" providerId="ADAL" clId="{3A323541-6778-4814-88E8-F3595B89E634}" dt="2021-07-27T22:01:13.126" v="1673" actId="2696"/>
        <pc:sldMasterMkLst>
          <pc:docMk/>
          <pc:sldMasterMk cId="1119643481" sldId="2147483846"/>
        </pc:sldMasterMkLst>
        <pc:sldLayoutChg chg="del">
          <pc:chgData name="Adam Skoreyko" userId="b173d3a3-59fa-4dfb-b093-3e6a29a1bc05" providerId="ADAL" clId="{3A323541-6778-4814-88E8-F3595B89E634}" dt="2021-07-27T22:01:13.124" v="1672" actId="2696"/>
          <pc:sldLayoutMkLst>
            <pc:docMk/>
            <pc:sldMasterMk cId="1119643481" sldId="2147483846"/>
            <pc:sldLayoutMk cId="2455608701" sldId="214748384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07/29/2021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07/29/2021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51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705319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7881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97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30348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6522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Adam Skoreyko, Senior Manager – Digital Delivery &amp; Management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spc="-100" dirty="0"/>
              <a:t>CWB.digital Readiness</a:t>
            </a:r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166721"/>
            <a:ext cx="8280597" cy="397483"/>
          </a:xfrm>
        </p:spPr>
        <p:txBody>
          <a:bodyPr/>
          <a:lstStyle/>
          <a:p>
            <a:r>
              <a:rPr lang="en-US" dirty="0"/>
              <a:t>CWB.digital Readiness Plan</a:t>
            </a:r>
            <a:endParaRPr lang="en-CA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617CDC3-775B-45EB-AB29-FC27F1043E96}"/>
              </a:ext>
            </a:extLst>
          </p:cNvPr>
          <p:cNvSpPr txBox="1">
            <a:spLocks/>
          </p:cNvSpPr>
          <p:nvPr/>
        </p:nvSpPr>
        <p:spPr>
          <a:xfrm>
            <a:off x="406400" y="564204"/>
            <a:ext cx="8280400" cy="3815709"/>
          </a:xfrm>
          <a:prstGeom prst="rect">
            <a:avLst/>
          </a:prstGeom>
        </p:spPr>
        <p:txBody>
          <a:bodyPr lIns="0" tIns="36000" rIns="0" numCol="1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Digital business team will lead the readiness activities for each release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The Digital team will validate all functionality and configurations within both CWB.digital and CWB Backstage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Upon completion of the shakedown and confirmation of all functionality/settings sign-off will be provided to proceed to either BAT or production migration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Utilizing the same process for BAT as production will allow for a dress rehearsal of the readiness plan and process</a:t>
            </a:r>
          </a:p>
          <a:p>
            <a:pPr lvl="1"/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CWB.digital readiness has three distinct phases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Exit Criteria for the testing phase must be satisfied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Shakedown of each environment to determine suitability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Evaluation of the results with approval/sign-off to proceed into the next stage</a:t>
            </a:r>
          </a:p>
        </p:txBody>
      </p:sp>
    </p:spTree>
    <p:extLst>
      <p:ext uri="{BB962C8B-B14F-4D97-AF65-F5344CB8AC3E}">
        <p14:creationId xmlns:p14="http://schemas.microsoft.com/office/powerpoint/2010/main" val="351332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166721"/>
            <a:ext cx="8280597" cy="397483"/>
          </a:xfrm>
        </p:spPr>
        <p:txBody>
          <a:bodyPr/>
          <a:lstStyle/>
          <a:p>
            <a:r>
              <a:rPr lang="en-US" dirty="0"/>
              <a:t>CWB.digital Readiness Process Overview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564204"/>
            <a:ext cx="8280400" cy="3815709"/>
          </a:xfrm>
        </p:spPr>
        <p:txBody>
          <a:bodyPr numCol="1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Exit Criteria – defined at each stage of release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/>
              <a:t>Achieve 95% pass rate </a:t>
            </a:r>
            <a:r>
              <a:rPr lang="en-US" sz="1800" dirty="0"/>
              <a:t>for defects, performance and pen/security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Availability of required environments, integrations &amp;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Data migration data load is identified and prepped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Implementation Checklist – defined at each stage of release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Shakedown of CWB.digital environment with prod test accounts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Shakedown of CWB Backstage with prod test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Risk Assessment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Output from all Shakedown activities for evaluation by leadership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Go/No-Go decision for Migration of production accounts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283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166721"/>
            <a:ext cx="8280597" cy="397483"/>
          </a:xfrm>
        </p:spPr>
        <p:txBody>
          <a:bodyPr/>
          <a:lstStyle/>
          <a:p>
            <a:r>
              <a:rPr lang="en-US" dirty="0"/>
              <a:t>Exit Criteria - Detailed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564204"/>
            <a:ext cx="8280400" cy="3815709"/>
          </a:xfrm>
        </p:spPr>
        <p:txBody>
          <a:bodyPr numCol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Achieve min pass rates for defects, performance and pen/security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Current requirements state no critical/high bugs outstanding for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dirty="0"/>
              <a:t>Any deferred bugs must have mitigation plans associated with them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Performance testing for high priority NFRs must meet ~1000 users with screen response times of &lt;3 seconds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Penetration &amp; Security testing must not present any unmanageable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Availability of required environments and integrations (stage dependent)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CWB.digital &amp; CWB Backstage environment with required interfaces connected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Mulesoft</a:t>
            </a:r>
            <a:r>
              <a:rPr lang="en-US" sz="1800" dirty="0"/>
              <a:t>, </a:t>
            </a:r>
            <a:r>
              <a:rPr lang="en-US" sz="1800" dirty="0" err="1"/>
              <a:t>Navaera</a:t>
            </a:r>
            <a:r>
              <a:rPr lang="en-US" sz="1800" dirty="0"/>
              <a:t>, Okta, Central1 API, </a:t>
            </a:r>
            <a:r>
              <a:rPr lang="en-US" sz="1800" dirty="0" err="1"/>
              <a:t>X.Ai</a:t>
            </a:r>
            <a:r>
              <a:rPr lang="en-US" sz="1800" dirty="0"/>
              <a:t>, CODAT, Brim, DOXIM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Migration load is identified and prepped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Production test accounts will be manually migrated</a:t>
            </a:r>
          </a:p>
        </p:txBody>
      </p:sp>
    </p:spTree>
    <p:extLst>
      <p:ext uri="{BB962C8B-B14F-4D97-AF65-F5344CB8AC3E}">
        <p14:creationId xmlns:p14="http://schemas.microsoft.com/office/powerpoint/2010/main" val="94952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166721"/>
            <a:ext cx="8280597" cy="397483"/>
          </a:xfrm>
        </p:spPr>
        <p:txBody>
          <a:bodyPr/>
          <a:lstStyle/>
          <a:p>
            <a:r>
              <a:rPr lang="en-US" sz="3200" dirty="0"/>
              <a:t>Implementation Checklist - Detailed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564204"/>
            <a:ext cx="8280400" cy="3815709"/>
          </a:xfrm>
        </p:spPr>
        <p:txBody>
          <a:bodyPr numCol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Shakedown of CWB.digital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Confirm Okta login and MFA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Availability of required menu options, per role 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Each defined role type has different menu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Confirmation of required features &amp; functionality with per role 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Each defined role type has different features &amp; 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Required interfaces are connected and functioning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Test account access to </a:t>
            </a:r>
            <a:r>
              <a:rPr lang="pt-BR" dirty="0"/>
              <a:t>Okta, Central1 API, X.Ai, CODAT, Brim, Celero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Shakedown of CWB Backstage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Validate configurations for: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Menu options and access per role 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Customer Management, Employee Management, Security &amp; Authentication, Application Content Management, Master Data Management &amp; Engagements</a:t>
            </a:r>
          </a:p>
        </p:txBody>
      </p:sp>
    </p:spTree>
    <p:extLst>
      <p:ext uri="{BB962C8B-B14F-4D97-AF65-F5344CB8AC3E}">
        <p14:creationId xmlns:p14="http://schemas.microsoft.com/office/powerpoint/2010/main" val="954676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166721"/>
            <a:ext cx="8280597" cy="397483"/>
          </a:xfrm>
        </p:spPr>
        <p:txBody>
          <a:bodyPr/>
          <a:lstStyle/>
          <a:p>
            <a:r>
              <a:rPr lang="en-US" sz="3200" dirty="0"/>
              <a:t>Risk Assessment Report - Detailed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564204"/>
            <a:ext cx="8280400" cy="3815709"/>
          </a:xfrm>
        </p:spPr>
        <p:txBody>
          <a:bodyPr numCol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Output from all Shakedown activities for evaluation by leadership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Master configuration files for CWB.digital and CWB Backstage are used to compare environment values to expected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Function &amp; feature test list will be produced with pass/fail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Shakedown deficiencies will be highlighted for review and acceptance/remediation</a:t>
            </a:r>
          </a:p>
          <a:p>
            <a:pPr lvl="1"/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Go/No-Go decision for Migration of production accounts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Program leadership to review Shakedown summary report and provide approval for migration activities to begin as needed</a:t>
            </a:r>
          </a:p>
        </p:txBody>
      </p:sp>
    </p:spTree>
    <p:extLst>
      <p:ext uri="{BB962C8B-B14F-4D97-AF65-F5344CB8AC3E}">
        <p14:creationId xmlns:p14="http://schemas.microsoft.com/office/powerpoint/2010/main" val="420344104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1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k" id="{0B3CA9AB-F8E5-4F88-B103-424CADF0EFF5}" vid="{E6BD90F0-382D-4A15-9679-2C404E70D0FF}"/>
    </a:ext>
  </a:extLst>
</a:theme>
</file>

<file path=ppt/theme/theme2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k" id="{0B3CA9AB-F8E5-4F88-B103-424CADF0EFF5}" vid="{FEB3D4E4-0037-4295-B3C7-7EEB2AF469D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8C07C215-2FA4-4BD7-B4FE-12876B2C4546}"/>
</file>

<file path=customXml/itemProps2.xml><?xml version="1.0" encoding="utf-8"?>
<ds:datastoreItem xmlns:ds="http://schemas.openxmlformats.org/officeDocument/2006/customXml" ds:itemID="{515018D2-B39B-4B15-8730-BDA874DBC932}"/>
</file>

<file path=customXml/itemProps3.xml><?xml version="1.0" encoding="utf-8"?>
<ds:datastoreItem xmlns:ds="http://schemas.openxmlformats.org/officeDocument/2006/customXml" ds:itemID="{CDCE8A5F-7F27-4490-A3C6-1459A3143671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CWBank Presentation 16x9</Template>
  <TotalTime>3032</TotalTime>
  <Words>534</Words>
  <Application>Microsoft Office PowerPoint</Application>
  <PresentationFormat>On-screen Show (16:9)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Frutiger LT Std 57 Cn</vt:lpstr>
      <vt:lpstr>Wingdings</vt:lpstr>
      <vt:lpstr>Title Slide Option 1</vt:lpstr>
      <vt:lpstr>3 Navy -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Skoreyko</dc:creator>
  <cp:lastModifiedBy>Adam Skoreyko</cp:lastModifiedBy>
  <cp:revision>1</cp:revision>
  <cp:lastPrinted>2014-01-17T22:29:57Z</cp:lastPrinted>
  <dcterms:created xsi:type="dcterms:W3CDTF">2021-07-20T03:12:59Z</dcterms:created>
  <dcterms:modified xsi:type="dcterms:W3CDTF">2021-07-30T02:12:43Z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768200</vt:r8>
  </property>
  <property fmtid="{D5CDD505-2E9C-101B-9397-08002B2CF9AE}" pid="4" name="URL">
    <vt:lpwstr/>
  </property>
</Properties>
</file>