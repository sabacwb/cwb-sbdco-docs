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3" r:id="rId1"/>
  </p:sldMasterIdLst>
  <p:notesMasterIdLst>
    <p:notesMasterId r:id="rId9"/>
  </p:notesMasterIdLst>
  <p:sldIdLst>
    <p:sldId id="269" r:id="rId2"/>
    <p:sldId id="270" r:id="rId3"/>
    <p:sldId id="271" r:id="rId4"/>
    <p:sldId id="272" r:id="rId5"/>
    <p:sldId id="276" r:id="rId6"/>
    <p:sldId id="273" r:id="rId7"/>
    <p:sldId id="274" r:id="rId8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CB9A"/>
    <a:srgbClr val="66CCFF"/>
    <a:srgbClr val="00CCFF"/>
    <a:srgbClr val="3399FF"/>
    <a:srgbClr val="FFCC00"/>
    <a:srgbClr val="CFC095"/>
    <a:srgbClr val="DDD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17" autoAdjust="0"/>
  </p:normalViewPr>
  <p:slideViewPr>
    <p:cSldViewPr>
      <p:cViewPr>
        <p:scale>
          <a:sx n="70" d="100"/>
          <a:sy n="70" d="100"/>
        </p:scale>
        <p:origin x="1138" y="341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39946F-D0FA-4919-9124-7AC92CFC67C7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3DCE6821-B0E3-4CA6-9389-99182A0EAEF4}">
      <dgm:prSet phldrT="[Text]" custT="1"/>
      <dgm:spPr/>
      <dgm:t>
        <a:bodyPr/>
        <a:lstStyle/>
        <a:p>
          <a:r>
            <a:rPr lang="en-US" sz="1400" b="1" dirty="0" smtClean="0">
              <a:solidFill>
                <a:schemeClr val="accent1">
                  <a:lumMod val="75000"/>
                </a:schemeClr>
              </a:solidFill>
            </a:rPr>
            <a:t>JANUARY 2020</a:t>
          </a:r>
          <a:endParaRPr lang="en-US" sz="1400" b="1" dirty="0">
            <a:solidFill>
              <a:schemeClr val="accent1">
                <a:lumMod val="75000"/>
              </a:schemeClr>
            </a:solidFill>
          </a:endParaRPr>
        </a:p>
      </dgm:t>
    </dgm:pt>
    <dgm:pt modelId="{66DD720F-D4F7-49A0-904C-6A45DF7B2BBF}" type="parTrans" cxnId="{D39C1FC7-5C6B-40F1-A551-D95D172F684E}">
      <dgm:prSet/>
      <dgm:spPr/>
      <dgm:t>
        <a:bodyPr/>
        <a:lstStyle/>
        <a:p>
          <a:endParaRPr lang="en-US">
            <a:solidFill>
              <a:schemeClr val="accent1">
                <a:lumMod val="75000"/>
              </a:schemeClr>
            </a:solidFill>
          </a:endParaRPr>
        </a:p>
      </dgm:t>
    </dgm:pt>
    <dgm:pt modelId="{D40FE061-447B-4B28-898F-3AD2184EB6BA}" type="sibTrans" cxnId="{D39C1FC7-5C6B-40F1-A551-D95D172F684E}">
      <dgm:prSet/>
      <dgm:spPr/>
      <dgm:t>
        <a:bodyPr/>
        <a:lstStyle/>
        <a:p>
          <a:endParaRPr lang="en-US">
            <a:solidFill>
              <a:schemeClr val="accent1">
                <a:lumMod val="75000"/>
              </a:schemeClr>
            </a:solidFill>
          </a:endParaRPr>
        </a:p>
      </dgm:t>
    </dgm:pt>
    <dgm:pt modelId="{23C2E483-ED47-438A-AC2F-D523362B307D}">
      <dgm:prSet phldrT="[Text]" custT="1"/>
      <dgm:spPr/>
      <dgm:t>
        <a:bodyPr/>
        <a:lstStyle/>
        <a:p>
          <a:r>
            <a:rPr lang="en-US" sz="1400" b="1" dirty="0" smtClean="0">
              <a:solidFill>
                <a:schemeClr val="accent1">
                  <a:lumMod val="75000"/>
                </a:schemeClr>
              </a:solidFill>
            </a:rPr>
            <a:t>FEBRUARY 2020</a:t>
          </a:r>
          <a:endParaRPr lang="en-US" sz="1400" b="1" dirty="0">
            <a:solidFill>
              <a:schemeClr val="accent1">
                <a:lumMod val="75000"/>
              </a:schemeClr>
            </a:solidFill>
          </a:endParaRPr>
        </a:p>
      </dgm:t>
    </dgm:pt>
    <dgm:pt modelId="{01F7584C-A2A0-4F5F-B82E-9DB5E251B0A0}" type="parTrans" cxnId="{8A1F48DB-0EAA-4FCB-9A7C-CC732AA48B9D}">
      <dgm:prSet/>
      <dgm:spPr/>
      <dgm:t>
        <a:bodyPr/>
        <a:lstStyle/>
        <a:p>
          <a:endParaRPr lang="en-US">
            <a:solidFill>
              <a:schemeClr val="accent1">
                <a:lumMod val="75000"/>
              </a:schemeClr>
            </a:solidFill>
          </a:endParaRPr>
        </a:p>
      </dgm:t>
    </dgm:pt>
    <dgm:pt modelId="{B660713D-AFC4-409C-987E-AFC344F440E1}" type="sibTrans" cxnId="{8A1F48DB-0EAA-4FCB-9A7C-CC732AA48B9D}">
      <dgm:prSet/>
      <dgm:spPr/>
      <dgm:t>
        <a:bodyPr/>
        <a:lstStyle/>
        <a:p>
          <a:endParaRPr lang="en-US">
            <a:solidFill>
              <a:schemeClr val="accent1">
                <a:lumMod val="75000"/>
              </a:schemeClr>
            </a:solidFill>
          </a:endParaRPr>
        </a:p>
      </dgm:t>
    </dgm:pt>
    <dgm:pt modelId="{B11F21FB-FDDD-4E2D-8D23-AA5055D46BF6}">
      <dgm:prSet phldrT="[Text]" custT="1"/>
      <dgm:spPr/>
      <dgm:t>
        <a:bodyPr/>
        <a:lstStyle/>
        <a:p>
          <a:r>
            <a:rPr lang="en-US" sz="1400" b="1" dirty="0" smtClean="0">
              <a:solidFill>
                <a:schemeClr val="accent1">
                  <a:lumMod val="75000"/>
                </a:schemeClr>
              </a:solidFill>
            </a:rPr>
            <a:t>MARCH 2020</a:t>
          </a:r>
          <a:endParaRPr lang="en-US" sz="1400" b="1" dirty="0">
            <a:solidFill>
              <a:schemeClr val="accent1">
                <a:lumMod val="75000"/>
              </a:schemeClr>
            </a:solidFill>
          </a:endParaRPr>
        </a:p>
      </dgm:t>
    </dgm:pt>
    <dgm:pt modelId="{75AE8E10-F992-4551-882C-1F91E99CB032}" type="parTrans" cxnId="{FC0B1B29-9FF7-404D-A1F8-FAE9E6F28734}">
      <dgm:prSet/>
      <dgm:spPr/>
      <dgm:t>
        <a:bodyPr/>
        <a:lstStyle/>
        <a:p>
          <a:endParaRPr lang="en-US">
            <a:solidFill>
              <a:schemeClr val="accent1">
                <a:lumMod val="75000"/>
              </a:schemeClr>
            </a:solidFill>
          </a:endParaRPr>
        </a:p>
      </dgm:t>
    </dgm:pt>
    <dgm:pt modelId="{392A68B8-ABE0-41C5-9E87-5491A8549247}" type="sibTrans" cxnId="{FC0B1B29-9FF7-404D-A1F8-FAE9E6F28734}">
      <dgm:prSet/>
      <dgm:spPr/>
      <dgm:t>
        <a:bodyPr/>
        <a:lstStyle/>
        <a:p>
          <a:endParaRPr lang="en-US">
            <a:solidFill>
              <a:schemeClr val="accent1">
                <a:lumMod val="75000"/>
              </a:schemeClr>
            </a:solidFill>
          </a:endParaRPr>
        </a:p>
      </dgm:t>
    </dgm:pt>
    <dgm:pt modelId="{95DA3895-E596-4F92-A27C-F68E2B00C4AD}" type="pres">
      <dgm:prSet presAssocID="{7539946F-D0FA-4919-9124-7AC92CFC67C7}" presName="Name0" presStyleCnt="0">
        <dgm:presLayoutVars>
          <dgm:dir/>
          <dgm:resizeHandles val="exact"/>
        </dgm:presLayoutVars>
      </dgm:prSet>
      <dgm:spPr/>
    </dgm:pt>
    <dgm:pt modelId="{64051113-DFC8-4E31-9A7B-C9D62219A067}" type="pres">
      <dgm:prSet presAssocID="{7539946F-D0FA-4919-9124-7AC92CFC67C7}" presName="arrow" presStyleLbl="bgShp" presStyleIdx="0" presStyleCnt="1"/>
      <dgm:spPr>
        <a:solidFill>
          <a:srgbClr val="3399FF">
            <a:alpha val="97000"/>
          </a:srgbClr>
        </a:solidFill>
        <a:scene3d>
          <a:camera prst="orthographicFront"/>
          <a:lightRig rig="threePt" dir="t"/>
        </a:scene3d>
        <a:sp3d>
          <a:bevelT prst="convex"/>
        </a:sp3d>
      </dgm:spPr>
    </dgm:pt>
    <dgm:pt modelId="{20D66DE4-E1A0-4676-82D9-D41B1E8F19F9}" type="pres">
      <dgm:prSet presAssocID="{7539946F-D0FA-4919-9124-7AC92CFC67C7}" presName="points" presStyleCnt="0"/>
      <dgm:spPr/>
    </dgm:pt>
    <dgm:pt modelId="{47744F30-9714-455E-96B0-EDAA67D53010}" type="pres">
      <dgm:prSet presAssocID="{3DCE6821-B0E3-4CA6-9389-99182A0EAEF4}" presName="compositeA" presStyleCnt="0"/>
      <dgm:spPr/>
    </dgm:pt>
    <dgm:pt modelId="{8695EF16-47A1-439D-9FB8-E3575F5FDBF7}" type="pres">
      <dgm:prSet presAssocID="{3DCE6821-B0E3-4CA6-9389-99182A0EAEF4}" presName="textA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E19276-2923-44D4-9194-5D6851AA16BD}" type="pres">
      <dgm:prSet presAssocID="{3DCE6821-B0E3-4CA6-9389-99182A0EAEF4}" presName="circleA" presStyleLbl="node1" presStyleIdx="0" presStyleCnt="3"/>
      <dgm:spPr/>
    </dgm:pt>
    <dgm:pt modelId="{190C4D05-37E3-41F4-A310-A4DEA346BE75}" type="pres">
      <dgm:prSet presAssocID="{3DCE6821-B0E3-4CA6-9389-99182A0EAEF4}" presName="spaceA" presStyleCnt="0"/>
      <dgm:spPr/>
    </dgm:pt>
    <dgm:pt modelId="{0FA0B257-30C6-44EC-AB08-0DEF35A44774}" type="pres">
      <dgm:prSet presAssocID="{D40FE061-447B-4B28-898F-3AD2184EB6BA}" presName="space" presStyleCnt="0"/>
      <dgm:spPr/>
    </dgm:pt>
    <dgm:pt modelId="{C25A2FF5-98AD-4F38-B9D3-5B79BB360C3A}" type="pres">
      <dgm:prSet presAssocID="{23C2E483-ED47-438A-AC2F-D523362B307D}" presName="compositeB" presStyleCnt="0"/>
      <dgm:spPr/>
    </dgm:pt>
    <dgm:pt modelId="{454C48F8-DEDD-48E0-83B3-E5791F016A35}" type="pres">
      <dgm:prSet presAssocID="{23C2E483-ED47-438A-AC2F-D523362B307D}" presName="textB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70BDF6-8FF2-450F-B203-F1629A0D3B81}" type="pres">
      <dgm:prSet presAssocID="{23C2E483-ED47-438A-AC2F-D523362B307D}" presName="circleB" presStyleLbl="node1" presStyleIdx="1" presStyleCnt="3"/>
      <dgm:spPr/>
    </dgm:pt>
    <dgm:pt modelId="{7586AB80-D989-4FE9-89DC-A364151057F1}" type="pres">
      <dgm:prSet presAssocID="{23C2E483-ED47-438A-AC2F-D523362B307D}" presName="spaceB" presStyleCnt="0"/>
      <dgm:spPr/>
    </dgm:pt>
    <dgm:pt modelId="{B0D8C5E9-212A-4B84-86F4-F31D5EA795EB}" type="pres">
      <dgm:prSet presAssocID="{B660713D-AFC4-409C-987E-AFC344F440E1}" presName="space" presStyleCnt="0"/>
      <dgm:spPr/>
    </dgm:pt>
    <dgm:pt modelId="{DA5050E1-71EF-461A-8864-887EBC78EBA0}" type="pres">
      <dgm:prSet presAssocID="{B11F21FB-FDDD-4E2D-8D23-AA5055D46BF6}" presName="compositeA" presStyleCnt="0"/>
      <dgm:spPr/>
    </dgm:pt>
    <dgm:pt modelId="{BE724A74-91F1-4B68-9327-9ACB5855AE8C}" type="pres">
      <dgm:prSet presAssocID="{B11F21FB-FDDD-4E2D-8D23-AA5055D46BF6}" presName="textA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6D86B3-945A-409B-831E-1B583373124B}" type="pres">
      <dgm:prSet presAssocID="{B11F21FB-FDDD-4E2D-8D23-AA5055D46BF6}" presName="circleA" presStyleLbl="node1" presStyleIdx="2" presStyleCnt="3"/>
      <dgm:spPr/>
    </dgm:pt>
    <dgm:pt modelId="{15E42D1C-48BE-434B-A08F-E393D2D9F312}" type="pres">
      <dgm:prSet presAssocID="{B11F21FB-FDDD-4E2D-8D23-AA5055D46BF6}" presName="spaceA" presStyleCnt="0"/>
      <dgm:spPr/>
    </dgm:pt>
  </dgm:ptLst>
  <dgm:cxnLst>
    <dgm:cxn modelId="{E5CDF5DA-7B77-4509-9187-B67EF9933F2C}" type="presOf" srcId="{23C2E483-ED47-438A-AC2F-D523362B307D}" destId="{454C48F8-DEDD-48E0-83B3-E5791F016A35}" srcOrd="0" destOrd="0" presId="urn:microsoft.com/office/officeart/2005/8/layout/hProcess11"/>
    <dgm:cxn modelId="{81A6302F-641F-435B-892B-132362C61E95}" type="presOf" srcId="{B11F21FB-FDDD-4E2D-8D23-AA5055D46BF6}" destId="{BE724A74-91F1-4B68-9327-9ACB5855AE8C}" srcOrd="0" destOrd="0" presId="urn:microsoft.com/office/officeart/2005/8/layout/hProcess11"/>
    <dgm:cxn modelId="{D39C1FC7-5C6B-40F1-A551-D95D172F684E}" srcId="{7539946F-D0FA-4919-9124-7AC92CFC67C7}" destId="{3DCE6821-B0E3-4CA6-9389-99182A0EAEF4}" srcOrd="0" destOrd="0" parTransId="{66DD720F-D4F7-49A0-904C-6A45DF7B2BBF}" sibTransId="{D40FE061-447B-4B28-898F-3AD2184EB6BA}"/>
    <dgm:cxn modelId="{74D75EEB-CBB2-43DA-96A5-04C5991DFA1D}" type="presOf" srcId="{7539946F-D0FA-4919-9124-7AC92CFC67C7}" destId="{95DA3895-E596-4F92-A27C-F68E2B00C4AD}" srcOrd="0" destOrd="0" presId="urn:microsoft.com/office/officeart/2005/8/layout/hProcess11"/>
    <dgm:cxn modelId="{3FDF029C-E8AE-407B-B1EB-EE9B4160C07B}" type="presOf" srcId="{3DCE6821-B0E3-4CA6-9389-99182A0EAEF4}" destId="{8695EF16-47A1-439D-9FB8-E3575F5FDBF7}" srcOrd="0" destOrd="0" presId="urn:microsoft.com/office/officeart/2005/8/layout/hProcess11"/>
    <dgm:cxn modelId="{FC0B1B29-9FF7-404D-A1F8-FAE9E6F28734}" srcId="{7539946F-D0FA-4919-9124-7AC92CFC67C7}" destId="{B11F21FB-FDDD-4E2D-8D23-AA5055D46BF6}" srcOrd="2" destOrd="0" parTransId="{75AE8E10-F992-4551-882C-1F91E99CB032}" sibTransId="{392A68B8-ABE0-41C5-9E87-5491A8549247}"/>
    <dgm:cxn modelId="{8A1F48DB-0EAA-4FCB-9A7C-CC732AA48B9D}" srcId="{7539946F-D0FA-4919-9124-7AC92CFC67C7}" destId="{23C2E483-ED47-438A-AC2F-D523362B307D}" srcOrd="1" destOrd="0" parTransId="{01F7584C-A2A0-4F5F-B82E-9DB5E251B0A0}" sibTransId="{B660713D-AFC4-409C-987E-AFC344F440E1}"/>
    <dgm:cxn modelId="{72BC35A7-C865-4027-BF19-A0D7FBDAA00E}" type="presParOf" srcId="{95DA3895-E596-4F92-A27C-F68E2B00C4AD}" destId="{64051113-DFC8-4E31-9A7B-C9D62219A067}" srcOrd="0" destOrd="0" presId="urn:microsoft.com/office/officeart/2005/8/layout/hProcess11"/>
    <dgm:cxn modelId="{CFCA01BC-DF28-47EA-8FB1-451C85E95534}" type="presParOf" srcId="{95DA3895-E596-4F92-A27C-F68E2B00C4AD}" destId="{20D66DE4-E1A0-4676-82D9-D41B1E8F19F9}" srcOrd="1" destOrd="0" presId="urn:microsoft.com/office/officeart/2005/8/layout/hProcess11"/>
    <dgm:cxn modelId="{5349582E-E5B2-41B9-9222-027F015198E0}" type="presParOf" srcId="{20D66DE4-E1A0-4676-82D9-D41B1E8F19F9}" destId="{47744F30-9714-455E-96B0-EDAA67D53010}" srcOrd="0" destOrd="0" presId="urn:microsoft.com/office/officeart/2005/8/layout/hProcess11"/>
    <dgm:cxn modelId="{72D2F9F0-701C-417A-B520-98181B826BA8}" type="presParOf" srcId="{47744F30-9714-455E-96B0-EDAA67D53010}" destId="{8695EF16-47A1-439D-9FB8-E3575F5FDBF7}" srcOrd="0" destOrd="0" presId="urn:microsoft.com/office/officeart/2005/8/layout/hProcess11"/>
    <dgm:cxn modelId="{A40D0C53-5FD5-4A46-A2BE-0695702DFC15}" type="presParOf" srcId="{47744F30-9714-455E-96B0-EDAA67D53010}" destId="{E4E19276-2923-44D4-9194-5D6851AA16BD}" srcOrd="1" destOrd="0" presId="urn:microsoft.com/office/officeart/2005/8/layout/hProcess11"/>
    <dgm:cxn modelId="{E29C07F9-FB07-4C40-BECB-AA52AD26CA5C}" type="presParOf" srcId="{47744F30-9714-455E-96B0-EDAA67D53010}" destId="{190C4D05-37E3-41F4-A310-A4DEA346BE75}" srcOrd="2" destOrd="0" presId="urn:microsoft.com/office/officeart/2005/8/layout/hProcess11"/>
    <dgm:cxn modelId="{ECD3F430-E687-4D53-85CE-72364626D495}" type="presParOf" srcId="{20D66DE4-E1A0-4676-82D9-D41B1E8F19F9}" destId="{0FA0B257-30C6-44EC-AB08-0DEF35A44774}" srcOrd="1" destOrd="0" presId="urn:microsoft.com/office/officeart/2005/8/layout/hProcess11"/>
    <dgm:cxn modelId="{52098A9C-0FAD-4A2E-AC21-9B5098799782}" type="presParOf" srcId="{20D66DE4-E1A0-4676-82D9-D41B1E8F19F9}" destId="{C25A2FF5-98AD-4F38-B9D3-5B79BB360C3A}" srcOrd="2" destOrd="0" presId="urn:microsoft.com/office/officeart/2005/8/layout/hProcess11"/>
    <dgm:cxn modelId="{BD76B7A9-F287-4307-8E93-0A70610C07C6}" type="presParOf" srcId="{C25A2FF5-98AD-4F38-B9D3-5B79BB360C3A}" destId="{454C48F8-DEDD-48E0-83B3-E5791F016A35}" srcOrd="0" destOrd="0" presId="urn:microsoft.com/office/officeart/2005/8/layout/hProcess11"/>
    <dgm:cxn modelId="{55414828-7E52-4CF1-8C3E-ED4531A62520}" type="presParOf" srcId="{C25A2FF5-98AD-4F38-B9D3-5B79BB360C3A}" destId="{C970BDF6-8FF2-450F-B203-F1629A0D3B81}" srcOrd="1" destOrd="0" presId="urn:microsoft.com/office/officeart/2005/8/layout/hProcess11"/>
    <dgm:cxn modelId="{6CCB2AAC-6568-45E4-B39C-AABE5418672C}" type="presParOf" srcId="{C25A2FF5-98AD-4F38-B9D3-5B79BB360C3A}" destId="{7586AB80-D989-4FE9-89DC-A364151057F1}" srcOrd="2" destOrd="0" presId="urn:microsoft.com/office/officeart/2005/8/layout/hProcess11"/>
    <dgm:cxn modelId="{D5D3DA88-AC61-4A5D-BD8D-C443B0546F4F}" type="presParOf" srcId="{20D66DE4-E1A0-4676-82D9-D41B1E8F19F9}" destId="{B0D8C5E9-212A-4B84-86F4-F31D5EA795EB}" srcOrd="3" destOrd="0" presId="urn:microsoft.com/office/officeart/2005/8/layout/hProcess11"/>
    <dgm:cxn modelId="{1E7DD7B7-88D5-4AF0-B6A7-044EC1388211}" type="presParOf" srcId="{20D66DE4-E1A0-4676-82D9-D41B1E8F19F9}" destId="{DA5050E1-71EF-461A-8864-887EBC78EBA0}" srcOrd="4" destOrd="0" presId="urn:microsoft.com/office/officeart/2005/8/layout/hProcess11"/>
    <dgm:cxn modelId="{A19E50AE-2FC1-4E27-AC2C-0135313ABFEB}" type="presParOf" srcId="{DA5050E1-71EF-461A-8864-887EBC78EBA0}" destId="{BE724A74-91F1-4B68-9327-9ACB5855AE8C}" srcOrd="0" destOrd="0" presId="urn:microsoft.com/office/officeart/2005/8/layout/hProcess11"/>
    <dgm:cxn modelId="{484E1171-709A-4F6E-860C-7CCA91DDC05B}" type="presParOf" srcId="{DA5050E1-71EF-461A-8864-887EBC78EBA0}" destId="{BF6D86B3-945A-409B-831E-1B583373124B}" srcOrd="1" destOrd="0" presId="urn:microsoft.com/office/officeart/2005/8/layout/hProcess11"/>
    <dgm:cxn modelId="{BED6DF32-7A0B-4E7A-89C4-D05B580093C6}" type="presParOf" srcId="{DA5050E1-71EF-461A-8864-887EBC78EBA0}" destId="{15E42D1C-48BE-434B-A08F-E393D2D9F312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051113-DFC8-4E31-9A7B-C9D62219A067}">
      <dsp:nvSpPr>
        <dsp:cNvPr id="0" name=""/>
        <dsp:cNvSpPr/>
      </dsp:nvSpPr>
      <dsp:spPr>
        <a:xfrm>
          <a:off x="0" y="221456"/>
          <a:ext cx="5480049" cy="295274"/>
        </a:xfrm>
        <a:prstGeom prst="notchedRightArrow">
          <a:avLst/>
        </a:prstGeom>
        <a:solidFill>
          <a:srgbClr val="3399FF">
            <a:alpha val="97000"/>
          </a:srgbClr>
        </a:solidFill>
        <a:ln>
          <a:noFill/>
        </a:ln>
        <a:effectLst/>
        <a:scene3d>
          <a:camera prst="orthographicFront"/>
          <a:lightRig rig="threePt" dir="t"/>
        </a:scene3d>
        <a:sp3d>
          <a:bevelT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95EF16-47A1-439D-9FB8-E3575F5FDBF7}">
      <dsp:nvSpPr>
        <dsp:cNvPr id="0" name=""/>
        <dsp:cNvSpPr/>
      </dsp:nvSpPr>
      <dsp:spPr>
        <a:xfrm>
          <a:off x="2408" y="0"/>
          <a:ext cx="1589428" cy="295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accent1">
                  <a:lumMod val="75000"/>
                </a:schemeClr>
              </a:solidFill>
            </a:rPr>
            <a:t>JANUARY 2020</a:t>
          </a:r>
          <a:endParaRPr lang="en-US" sz="1400" b="1" kern="1200" dirty="0">
            <a:solidFill>
              <a:schemeClr val="accent1">
                <a:lumMod val="75000"/>
              </a:schemeClr>
            </a:solidFill>
          </a:endParaRPr>
        </a:p>
      </dsp:txBody>
      <dsp:txXfrm>
        <a:off x="2408" y="0"/>
        <a:ext cx="1589428" cy="295274"/>
      </dsp:txXfrm>
    </dsp:sp>
    <dsp:sp modelId="{E4E19276-2923-44D4-9194-5D6851AA16BD}">
      <dsp:nvSpPr>
        <dsp:cNvPr id="0" name=""/>
        <dsp:cNvSpPr/>
      </dsp:nvSpPr>
      <dsp:spPr>
        <a:xfrm>
          <a:off x="760213" y="332184"/>
          <a:ext cx="73818" cy="7381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4C48F8-DEDD-48E0-83B3-E5791F016A35}">
      <dsp:nvSpPr>
        <dsp:cNvPr id="0" name=""/>
        <dsp:cNvSpPr/>
      </dsp:nvSpPr>
      <dsp:spPr>
        <a:xfrm>
          <a:off x="1671308" y="442912"/>
          <a:ext cx="1589428" cy="295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accent1">
                  <a:lumMod val="75000"/>
                </a:schemeClr>
              </a:solidFill>
            </a:rPr>
            <a:t>FEBRUARY 2020</a:t>
          </a:r>
          <a:endParaRPr lang="en-US" sz="1400" b="1" kern="1200" dirty="0">
            <a:solidFill>
              <a:schemeClr val="accent1">
                <a:lumMod val="75000"/>
              </a:schemeClr>
            </a:solidFill>
          </a:endParaRPr>
        </a:p>
      </dsp:txBody>
      <dsp:txXfrm>
        <a:off x="1671308" y="442912"/>
        <a:ext cx="1589428" cy="295274"/>
      </dsp:txXfrm>
    </dsp:sp>
    <dsp:sp modelId="{C970BDF6-8FF2-450F-B203-F1629A0D3B81}">
      <dsp:nvSpPr>
        <dsp:cNvPr id="0" name=""/>
        <dsp:cNvSpPr/>
      </dsp:nvSpPr>
      <dsp:spPr>
        <a:xfrm>
          <a:off x="2429113" y="332184"/>
          <a:ext cx="73818" cy="7381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724A74-91F1-4B68-9327-9ACB5855AE8C}">
      <dsp:nvSpPr>
        <dsp:cNvPr id="0" name=""/>
        <dsp:cNvSpPr/>
      </dsp:nvSpPr>
      <dsp:spPr>
        <a:xfrm>
          <a:off x="3340208" y="0"/>
          <a:ext cx="1589428" cy="295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accent1">
                  <a:lumMod val="75000"/>
                </a:schemeClr>
              </a:solidFill>
            </a:rPr>
            <a:t>MARCH 2020</a:t>
          </a:r>
          <a:endParaRPr lang="en-US" sz="1400" b="1" kern="1200" dirty="0">
            <a:solidFill>
              <a:schemeClr val="accent1">
                <a:lumMod val="75000"/>
              </a:schemeClr>
            </a:solidFill>
          </a:endParaRPr>
        </a:p>
      </dsp:txBody>
      <dsp:txXfrm>
        <a:off x="3340208" y="0"/>
        <a:ext cx="1589428" cy="295274"/>
      </dsp:txXfrm>
    </dsp:sp>
    <dsp:sp modelId="{BF6D86B3-945A-409B-831E-1B583373124B}">
      <dsp:nvSpPr>
        <dsp:cNvPr id="0" name=""/>
        <dsp:cNvSpPr/>
      </dsp:nvSpPr>
      <dsp:spPr>
        <a:xfrm>
          <a:off x="4098013" y="332184"/>
          <a:ext cx="73818" cy="7381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1/22/2020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57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756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2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92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63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831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90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83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20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13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7448" y="3043730"/>
            <a:ext cx="5471438" cy="2137870"/>
          </a:xfrm>
        </p:spPr>
        <p:txBody>
          <a:bodyPr lIns="0" tIns="0" rIns="0" bIns="0" anchor="b" anchorCtr="0">
            <a:noAutofit/>
          </a:bodyPr>
          <a:lstStyle>
            <a:lvl1pPr algn="l">
              <a:defRPr lang="en-US" sz="4000" b="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14137" y="5357596"/>
            <a:ext cx="5480275" cy="738404"/>
          </a:xfrm>
        </p:spPr>
        <p:txBody>
          <a:bodyPr lIns="0" rIns="0">
            <a:normAutofit/>
          </a:bodyPr>
          <a:lstStyle>
            <a:lvl1pPr marL="0" indent="0">
              <a:buFontTx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971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48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46820" y="482323"/>
            <a:ext cx="11005392" cy="1699347"/>
          </a:xfrm>
        </p:spPr>
        <p:txBody>
          <a:bodyPr/>
          <a:lstStyle/>
          <a:p>
            <a:pPr algn="ctr"/>
            <a:r>
              <a:rPr lang="en-IN" sz="3600" b="1" dirty="0" smtClean="0">
                <a:solidFill>
                  <a:srgbClr val="3399FF"/>
                </a:solidFill>
              </a:rPr>
              <a:t>DIGITAL – ON LINE BANKING</a:t>
            </a:r>
            <a:br>
              <a:rPr lang="en-IN" sz="3600" b="1" dirty="0" smtClean="0">
                <a:solidFill>
                  <a:srgbClr val="3399FF"/>
                </a:solidFill>
              </a:rPr>
            </a:br>
            <a:r>
              <a:rPr lang="en-IN" sz="3600" b="1" dirty="0" smtClean="0">
                <a:solidFill>
                  <a:srgbClr val="3399FF"/>
                </a:solidFill>
              </a:rPr>
              <a:t>Review Timelines &amp; Validation of Deliverables completed as of Jan 22</a:t>
            </a:r>
            <a:br>
              <a:rPr lang="en-IN" sz="3600" b="1" dirty="0" smtClean="0">
                <a:solidFill>
                  <a:srgbClr val="3399FF"/>
                </a:solidFill>
              </a:rPr>
            </a:br>
            <a:endParaRPr lang="en-US" sz="3600" b="1" dirty="0">
              <a:solidFill>
                <a:srgbClr val="3399FF"/>
              </a:solidFill>
            </a:endParaRP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070616759"/>
              </p:ext>
            </p:extLst>
          </p:nvPr>
        </p:nvGraphicFramePr>
        <p:xfrm>
          <a:off x="3219449" y="5999446"/>
          <a:ext cx="5480050" cy="7381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Freeform 17"/>
          <p:cNvSpPr>
            <a:spLocks/>
          </p:cNvSpPr>
          <p:nvPr/>
        </p:nvSpPr>
        <p:spPr bwMode="auto">
          <a:xfrm>
            <a:off x="3949699" y="1779588"/>
            <a:ext cx="2187575" cy="1704975"/>
          </a:xfrm>
          <a:custGeom>
            <a:avLst/>
            <a:gdLst>
              <a:gd name="T0" fmla="*/ 2126 w 2756"/>
              <a:gd name="T1" fmla="*/ 0 h 2149"/>
              <a:gd name="T2" fmla="*/ 2287 w 2756"/>
              <a:gd name="T3" fmla="*/ 6 h 2149"/>
              <a:gd name="T4" fmla="*/ 2445 w 2756"/>
              <a:gd name="T5" fmla="*/ 20 h 2149"/>
              <a:gd name="T6" fmla="*/ 2603 w 2756"/>
              <a:gd name="T7" fmla="*/ 45 h 2149"/>
              <a:gd name="T8" fmla="*/ 2756 w 2756"/>
              <a:gd name="T9" fmla="*/ 79 h 2149"/>
              <a:gd name="T10" fmla="*/ 2058 w 2756"/>
              <a:gd name="T11" fmla="*/ 883 h 2149"/>
              <a:gd name="T12" fmla="*/ 2224 w 2756"/>
              <a:gd name="T13" fmla="*/ 1727 h 2149"/>
              <a:gd name="T14" fmla="*/ 2176 w 2756"/>
              <a:gd name="T15" fmla="*/ 1722 h 2149"/>
              <a:gd name="T16" fmla="*/ 2124 w 2756"/>
              <a:gd name="T17" fmla="*/ 1720 h 2149"/>
              <a:gd name="T18" fmla="*/ 2033 w 2756"/>
              <a:gd name="T19" fmla="*/ 1725 h 2149"/>
              <a:gd name="T20" fmla="*/ 1942 w 2756"/>
              <a:gd name="T21" fmla="*/ 1739 h 2149"/>
              <a:gd name="T22" fmla="*/ 1856 w 2756"/>
              <a:gd name="T23" fmla="*/ 1764 h 2149"/>
              <a:gd name="T24" fmla="*/ 1774 w 2756"/>
              <a:gd name="T25" fmla="*/ 1797 h 2149"/>
              <a:gd name="T26" fmla="*/ 1697 w 2756"/>
              <a:gd name="T27" fmla="*/ 1838 h 2149"/>
              <a:gd name="T28" fmla="*/ 1624 w 2756"/>
              <a:gd name="T29" fmla="*/ 1888 h 2149"/>
              <a:gd name="T30" fmla="*/ 1556 w 2756"/>
              <a:gd name="T31" fmla="*/ 1943 h 2149"/>
              <a:gd name="T32" fmla="*/ 1495 w 2756"/>
              <a:gd name="T33" fmla="*/ 2006 h 2149"/>
              <a:gd name="T34" fmla="*/ 1442 w 2756"/>
              <a:gd name="T35" fmla="*/ 2074 h 2149"/>
              <a:gd name="T36" fmla="*/ 1395 w 2756"/>
              <a:gd name="T37" fmla="*/ 2149 h 2149"/>
              <a:gd name="T38" fmla="*/ 550 w 2756"/>
              <a:gd name="T39" fmla="*/ 2047 h 2149"/>
              <a:gd name="T40" fmla="*/ 0 w 2756"/>
              <a:gd name="T41" fmla="*/ 1135 h 2149"/>
              <a:gd name="T42" fmla="*/ 91 w 2756"/>
              <a:gd name="T43" fmla="*/ 1010 h 2149"/>
              <a:gd name="T44" fmla="*/ 188 w 2756"/>
              <a:gd name="T45" fmla="*/ 890 h 2149"/>
              <a:gd name="T46" fmla="*/ 291 w 2756"/>
              <a:gd name="T47" fmla="*/ 776 h 2149"/>
              <a:gd name="T48" fmla="*/ 402 w 2756"/>
              <a:gd name="T49" fmla="*/ 669 h 2149"/>
              <a:gd name="T50" fmla="*/ 518 w 2756"/>
              <a:gd name="T51" fmla="*/ 569 h 2149"/>
              <a:gd name="T52" fmla="*/ 642 w 2756"/>
              <a:gd name="T53" fmla="*/ 476 h 2149"/>
              <a:gd name="T54" fmla="*/ 770 w 2756"/>
              <a:gd name="T55" fmla="*/ 390 h 2149"/>
              <a:gd name="T56" fmla="*/ 902 w 2756"/>
              <a:gd name="T57" fmla="*/ 311 h 2149"/>
              <a:gd name="T58" fmla="*/ 1042 w 2756"/>
              <a:gd name="T59" fmla="*/ 240 h 2149"/>
              <a:gd name="T60" fmla="*/ 1185 w 2756"/>
              <a:gd name="T61" fmla="*/ 179 h 2149"/>
              <a:gd name="T62" fmla="*/ 1333 w 2756"/>
              <a:gd name="T63" fmla="*/ 126 h 2149"/>
              <a:gd name="T64" fmla="*/ 1485 w 2756"/>
              <a:gd name="T65" fmla="*/ 81 h 2149"/>
              <a:gd name="T66" fmla="*/ 1640 w 2756"/>
              <a:gd name="T67" fmla="*/ 47 h 2149"/>
              <a:gd name="T68" fmla="*/ 1799 w 2756"/>
              <a:gd name="T69" fmla="*/ 20 h 2149"/>
              <a:gd name="T70" fmla="*/ 1960 w 2756"/>
              <a:gd name="T71" fmla="*/ 6 h 2149"/>
              <a:gd name="T72" fmla="*/ 2126 w 2756"/>
              <a:gd name="T73" fmla="*/ 0 h 2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756" h="2149">
                <a:moveTo>
                  <a:pt x="2126" y="0"/>
                </a:moveTo>
                <a:lnTo>
                  <a:pt x="2287" y="6"/>
                </a:lnTo>
                <a:lnTo>
                  <a:pt x="2445" y="20"/>
                </a:lnTo>
                <a:lnTo>
                  <a:pt x="2603" y="45"/>
                </a:lnTo>
                <a:lnTo>
                  <a:pt x="2756" y="79"/>
                </a:lnTo>
                <a:lnTo>
                  <a:pt x="2058" y="883"/>
                </a:lnTo>
                <a:lnTo>
                  <a:pt x="2224" y="1727"/>
                </a:lnTo>
                <a:lnTo>
                  <a:pt x="2176" y="1722"/>
                </a:lnTo>
                <a:lnTo>
                  <a:pt x="2124" y="1720"/>
                </a:lnTo>
                <a:lnTo>
                  <a:pt x="2033" y="1725"/>
                </a:lnTo>
                <a:lnTo>
                  <a:pt x="1942" y="1739"/>
                </a:lnTo>
                <a:lnTo>
                  <a:pt x="1856" y="1764"/>
                </a:lnTo>
                <a:lnTo>
                  <a:pt x="1774" y="1797"/>
                </a:lnTo>
                <a:lnTo>
                  <a:pt x="1697" y="1838"/>
                </a:lnTo>
                <a:lnTo>
                  <a:pt x="1624" y="1888"/>
                </a:lnTo>
                <a:lnTo>
                  <a:pt x="1556" y="1943"/>
                </a:lnTo>
                <a:lnTo>
                  <a:pt x="1495" y="2006"/>
                </a:lnTo>
                <a:lnTo>
                  <a:pt x="1442" y="2074"/>
                </a:lnTo>
                <a:lnTo>
                  <a:pt x="1395" y="2149"/>
                </a:lnTo>
                <a:lnTo>
                  <a:pt x="550" y="2047"/>
                </a:lnTo>
                <a:lnTo>
                  <a:pt x="0" y="1135"/>
                </a:lnTo>
                <a:lnTo>
                  <a:pt x="91" y="1010"/>
                </a:lnTo>
                <a:lnTo>
                  <a:pt x="188" y="890"/>
                </a:lnTo>
                <a:lnTo>
                  <a:pt x="291" y="776"/>
                </a:lnTo>
                <a:lnTo>
                  <a:pt x="402" y="669"/>
                </a:lnTo>
                <a:lnTo>
                  <a:pt x="518" y="569"/>
                </a:lnTo>
                <a:lnTo>
                  <a:pt x="642" y="476"/>
                </a:lnTo>
                <a:lnTo>
                  <a:pt x="770" y="390"/>
                </a:lnTo>
                <a:lnTo>
                  <a:pt x="902" y="311"/>
                </a:lnTo>
                <a:lnTo>
                  <a:pt x="1042" y="240"/>
                </a:lnTo>
                <a:lnTo>
                  <a:pt x="1185" y="179"/>
                </a:lnTo>
                <a:lnTo>
                  <a:pt x="1333" y="126"/>
                </a:lnTo>
                <a:lnTo>
                  <a:pt x="1485" y="81"/>
                </a:lnTo>
                <a:lnTo>
                  <a:pt x="1640" y="47"/>
                </a:lnTo>
                <a:lnTo>
                  <a:pt x="1799" y="20"/>
                </a:lnTo>
                <a:lnTo>
                  <a:pt x="1960" y="6"/>
                </a:lnTo>
                <a:lnTo>
                  <a:pt x="2126" y="0"/>
                </a:lnTo>
                <a:close/>
              </a:path>
            </a:pathLst>
          </a:custGeom>
          <a:solidFill>
            <a:srgbClr val="00B05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Arial Black" panose="020B0A04020102020204" pitchFamily="34" charset="0"/>
            </a:endParaRPr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634037" y="1855788"/>
            <a:ext cx="2025650" cy="1824038"/>
          </a:xfrm>
          <a:custGeom>
            <a:avLst/>
            <a:gdLst>
              <a:gd name="T0" fmla="*/ 697 w 2550"/>
              <a:gd name="T1" fmla="*/ 0 h 2296"/>
              <a:gd name="T2" fmla="*/ 848 w 2550"/>
              <a:gd name="T3" fmla="*/ 48 h 2296"/>
              <a:gd name="T4" fmla="*/ 995 w 2550"/>
              <a:gd name="T5" fmla="*/ 105 h 2296"/>
              <a:gd name="T6" fmla="*/ 1138 w 2550"/>
              <a:gd name="T7" fmla="*/ 170 h 2296"/>
              <a:gd name="T8" fmla="*/ 1275 w 2550"/>
              <a:gd name="T9" fmla="*/ 243 h 2296"/>
              <a:gd name="T10" fmla="*/ 1407 w 2550"/>
              <a:gd name="T11" fmla="*/ 325 h 2296"/>
              <a:gd name="T12" fmla="*/ 1534 w 2550"/>
              <a:gd name="T13" fmla="*/ 415 h 2296"/>
              <a:gd name="T14" fmla="*/ 1654 w 2550"/>
              <a:gd name="T15" fmla="*/ 511 h 2296"/>
              <a:gd name="T16" fmla="*/ 1770 w 2550"/>
              <a:gd name="T17" fmla="*/ 615 h 2296"/>
              <a:gd name="T18" fmla="*/ 1877 w 2550"/>
              <a:gd name="T19" fmla="*/ 726 h 2296"/>
              <a:gd name="T20" fmla="*/ 1979 w 2550"/>
              <a:gd name="T21" fmla="*/ 844 h 2296"/>
              <a:gd name="T22" fmla="*/ 2074 w 2550"/>
              <a:gd name="T23" fmla="*/ 965 h 2296"/>
              <a:gd name="T24" fmla="*/ 2161 w 2550"/>
              <a:gd name="T25" fmla="*/ 1094 h 2296"/>
              <a:gd name="T26" fmla="*/ 2240 w 2550"/>
              <a:gd name="T27" fmla="*/ 1228 h 2296"/>
              <a:gd name="T28" fmla="*/ 2311 w 2550"/>
              <a:gd name="T29" fmla="*/ 1367 h 2296"/>
              <a:gd name="T30" fmla="*/ 2374 w 2550"/>
              <a:gd name="T31" fmla="*/ 1512 h 2296"/>
              <a:gd name="T32" fmla="*/ 2427 w 2550"/>
              <a:gd name="T33" fmla="*/ 1660 h 2296"/>
              <a:gd name="T34" fmla="*/ 2472 w 2550"/>
              <a:gd name="T35" fmla="*/ 1812 h 2296"/>
              <a:gd name="T36" fmla="*/ 2508 w 2550"/>
              <a:gd name="T37" fmla="*/ 1969 h 2296"/>
              <a:gd name="T38" fmla="*/ 2534 w 2550"/>
              <a:gd name="T39" fmla="*/ 2128 h 2296"/>
              <a:gd name="T40" fmla="*/ 2550 w 2550"/>
              <a:gd name="T41" fmla="*/ 2291 h 2296"/>
              <a:gd name="T42" fmla="*/ 1570 w 2550"/>
              <a:gd name="T43" fmla="*/ 1878 h 2296"/>
              <a:gd name="T44" fmla="*/ 822 w 2550"/>
              <a:gd name="T45" fmla="*/ 2296 h 2296"/>
              <a:gd name="T46" fmla="*/ 798 w 2550"/>
              <a:gd name="T47" fmla="*/ 2209 h 2296"/>
              <a:gd name="T48" fmla="*/ 766 w 2550"/>
              <a:gd name="T49" fmla="*/ 2125 h 2296"/>
              <a:gd name="T50" fmla="*/ 727 w 2550"/>
              <a:gd name="T51" fmla="*/ 2044 h 2296"/>
              <a:gd name="T52" fmla="*/ 679 w 2550"/>
              <a:gd name="T53" fmla="*/ 1969 h 2296"/>
              <a:gd name="T54" fmla="*/ 623 w 2550"/>
              <a:gd name="T55" fmla="*/ 1902 h 2296"/>
              <a:gd name="T56" fmla="*/ 561 w 2550"/>
              <a:gd name="T57" fmla="*/ 1839 h 2296"/>
              <a:gd name="T58" fmla="*/ 491 w 2550"/>
              <a:gd name="T59" fmla="*/ 1782 h 2296"/>
              <a:gd name="T60" fmla="*/ 416 w 2550"/>
              <a:gd name="T61" fmla="*/ 1734 h 2296"/>
              <a:gd name="T62" fmla="*/ 338 w 2550"/>
              <a:gd name="T63" fmla="*/ 1694 h 2296"/>
              <a:gd name="T64" fmla="*/ 252 w 2550"/>
              <a:gd name="T65" fmla="*/ 1662 h 2296"/>
              <a:gd name="T66" fmla="*/ 164 w 2550"/>
              <a:gd name="T67" fmla="*/ 1639 h 2296"/>
              <a:gd name="T68" fmla="*/ 0 w 2550"/>
              <a:gd name="T69" fmla="*/ 804 h 2296"/>
              <a:gd name="T70" fmla="*/ 697 w 2550"/>
              <a:gd name="T71" fmla="*/ 0 h 2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550" h="2296">
                <a:moveTo>
                  <a:pt x="697" y="0"/>
                </a:moveTo>
                <a:lnTo>
                  <a:pt x="848" y="48"/>
                </a:lnTo>
                <a:lnTo>
                  <a:pt x="995" y="105"/>
                </a:lnTo>
                <a:lnTo>
                  <a:pt x="1138" y="170"/>
                </a:lnTo>
                <a:lnTo>
                  <a:pt x="1275" y="243"/>
                </a:lnTo>
                <a:lnTo>
                  <a:pt x="1407" y="325"/>
                </a:lnTo>
                <a:lnTo>
                  <a:pt x="1534" y="415"/>
                </a:lnTo>
                <a:lnTo>
                  <a:pt x="1654" y="511"/>
                </a:lnTo>
                <a:lnTo>
                  <a:pt x="1770" y="615"/>
                </a:lnTo>
                <a:lnTo>
                  <a:pt x="1877" y="726"/>
                </a:lnTo>
                <a:lnTo>
                  <a:pt x="1979" y="844"/>
                </a:lnTo>
                <a:lnTo>
                  <a:pt x="2074" y="965"/>
                </a:lnTo>
                <a:lnTo>
                  <a:pt x="2161" y="1094"/>
                </a:lnTo>
                <a:lnTo>
                  <a:pt x="2240" y="1228"/>
                </a:lnTo>
                <a:lnTo>
                  <a:pt x="2311" y="1367"/>
                </a:lnTo>
                <a:lnTo>
                  <a:pt x="2374" y="1512"/>
                </a:lnTo>
                <a:lnTo>
                  <a:pt x="2427" y="1660"/>
                </a:lnTo>
                <a:lnTo>
                  <a:pt x="2472" y="1812"/>
                </a:lnTo>
                <a:lnTo>
                  <a:pt x="2508" y="1969"/>
                </a:lnTo>
                <a:lnTo>
                  <a:pt x="2534" y="2128"/>
                </a:lnTo>
                <a:lnTo>
                  <a:pt x="2550" y="2291"/>
                </a:lnTo>
                <a:lnTo>
                  <a:pt x="1570" y="1878"/>
                </a:lnTo>
                <a:lnTo>
                  <a:pt x="822" y="2296"/>
                </a:lnTo>
                <a:lnTo>
                  <a:pt x="798" y="2209"/>
                </a:lnTo>
                <a:lnTo>
                  <a:pt x="766" y="2125"/>
                </a:lnTo>
                <a:lnTo>
                  <a:pt x="727" y="2044"/>
                </a:lnTo>
                <a:lnTo>
                  <a:pt x="679" y="1969"/>
                </a:lnTo>
                <a:lnTo>
                  <a:pt x="623" y="1902"/>
                </a:lnTo>
                <a:lnTo>
                  <a:pt x="561" y="1839"/>
                </a:lnTo>
                <a:lnTo>
                  <a:pt x="491" y="1782"/>
                </a:lnTo>
                <a:lnTo>
                  <a:pt x="416" y="1734"/>
                </a:lnTo>
                <a:lnTo>
                  <a:pt x="338" y="1694"/>
                </a:lnTo>
                <a:lnTo>
                  <a:pt x="252" y="1662"/>
                </a:lnTo>
                <a:lnTo>
                  <a:pt x="164" y="1639"/>
                </a:lnTo>
                <a:lnTo>
                  <a:pt x="0" y="804"/>
                </a:lnTo>
                <a:lnTo>
                  <a:pt x="697" y="0"/>
                </a:lnTo>
                <a:close/>
              </a:path>
            </a:pathLst>
          </a:custGeom>
          <a:solidFill>
            <a:srgbClr val="92D05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Arial Black" panose="020B0A04020102020204" pitchFamily="34" charset="0"/>
            </a:endParaRPr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3606799" y="2725738"/>
            <a:ext cx="1541462" cy="2339975"/>
          </a:xfrm>
          <a:custGeom>
            <a:avLst/>
            <a:gdLst>
              <a:gd name="T0" fmla="*/ 395 w 1941"/>
              <a:gd name="T1" fmla="*/ 0 h 2947"/>
              <a:gd name="T2" fmla="*/ 943 w 1941"/>
              <a:gd name="T3" fmla="*/ 911 h 2947"/>
              <a:gd name="T4" fmla="*/ 1795 w 1941"/>
              <a:gd name="T5" fmla="*/ 1013 h 2947"/>
              <a:gd name="T6" fmla="*/ 1763 w 1941"/>
              <a:gd name="T7" fmla="*/ 1095 h 2947"/>
              <a:gd name="T8" fmla="*/ 1738 w 1941"/>
              <a:gd name="T9" fmla="*/ 1181 h 2947"/>
              <a:gd name="T10" fmla="*/ 1723 w 1941"/>
              <a:gd name="T11" fmla="*/ 1272 h 2947"/>
              <a:gd name="T12" fmla="*/ 1718 w 1941"/>
              <a:gd name="T13" fmla="*/ 1363 h 2947"/>
              <a:gd name="T14" fmla="*/ 1723 w 1941"/>
              <a:gd name="T15" fmla="*/ 1456 h 2947"/>
              <a:gd name="T16" fmla="*/ 1738 w 1941"/>
              <a:gd name="T17" fmla="*/ 1545 h 2947"/>
              <a:gd name="T18" fmla="*/ 1763 w 1941"/>
              <a:gd name="T19" fmla="*/ 1633 h 2947"/>
              <a:gd name="T20" fmla="*/ 1795 w 1941"/>
              <a:gd name="T21" fmla="*/ 1715 h 2947"/>
              <a:gd name="T22" fmla="*/ 1836 w 1941"/>
              <a:gd name="T23" fmla="*/ 1792 h 2947"/>
              <a:gd name="T24" fmla="*/ 1884 w 1941"/>
              <a:gd name="T25" fmla="*/ 1865 h 2947"/>
              <a:gd name="T26" fmla="*/ 1941 w 1941"/>
              <a:gd name="T27" fmla="*/ 1931 h 2947"/>
              <a:gd name="T28" fmla="*/ 1582 w 1941"/>
              <a:gd name="T29" fmla="*/ 2705 h 2947"/>
              <a:gd name="T30" fmla="*/ 548 w 1941"/>
              <a:gd name="T31" fmla="*/ 2947 h 2947"/>
              <a:gd name="T32" fmla="*/ 457 w 1941"/>
              <a:gd name="T33" fmla="*/ 2825 h 2947"/>
              <a:gd name="T34" fmla="*/ 375 w 1941"/>
              <a:gd name="T35" fmla="*/ 2698 h 2947"/>
              <a:gd name="T36" fmla="*/ 300 w 1941"/>
              <a:gd name="T37" fmla="*/ 2566 h 2947"/>
              <a:gd name="T38" fmla="*/ 232 w 1941"/>
              <a:gd name="T39" fmla="*/ 2428 h 2947"/>
              <a:gd name="T40" fmla="*/ 171 w 1941"/>
              <a:gd name="T41" fmla="*/ 2287 h 2947"/>
              <a:gd name="T42" fmla="*/ 120 w 1941"/>
              <a:gd name="T43" fmla="*/ 2142 h 2947"/>
              <a:gd name="T44" fmla="*/ 79 w 1941"/>
              <a:gd name="T45" fmla="*/ 1994 h 2947"/>
              <a:gd name="T46" fmla="*/ 45 w 1941"/>
              <a:gd name="T47" fmla="*/ 1840 h 2947"/>
              <a:gd name="T48" fmla="*/ 20 w 1941"/>
              <a:gd name="T49" fmla="*/ 1685 h 2947"/>
              <a:gd name="T50" fmla="*/ 5 w 1941"/>
              <a:gd name="T51" fmla="*/ 1526 h 2947"/>
              <a:gd name="T52" fmla="*/ 0 w 1941"/>
              <a:gd name="T53" fmla="*/ 1363 h 2947"/>
              <a:gd name="T54" fmla="*/ 5 w 1941"/>
              <a:gd name="T55" fmla="*/ 1199 h 2947"/>
              <a:gd name="T56" fmla="*/ 21 w 1941"/>
              <a:gd name="T57" fmla="*/ 1034 h 2947"/>
              <a:gd name="T58" fmla="*/ 46 w 1941"/>
              <a:gd name="T59" fmla="*/ 875 h 2947"/>
              <a:gd name="T60" fmla="*/ 82 w 1941"/>
              <a:gd name="T61" fmla="*/ 718 h 2947"/>
              <a:gd name="T62" fmla="*/ 127 w 1941"/>
              <a:gd name="T63" fmla="*/ 566 h 2947"/>
              <a:gd name="T64" fmla="*/ 180 w 1941"/>
              <a:gd name="T65" fmla="*/ 418 h 2947"/>
              <a:gd name="T66" fmla="*/ 245 w 1941"/>
              <a:gd name="T67" fmla="*/ 273 h 2947"/>
              <a:gd name="T68" fmla="*/ 314 w 1941"/>
              <a:gd name="T69" fmla="*/ 134 h 2947"/>
              <a:gd name="T70" fmla="*/ 395 w 1941"/>
              <a:gd name="T71" fmla="*/ 0 h 29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941" h="2947">
                <a:moveTo>
                  <a:pt x="395" y="0"/>
                </a:moveTo>
                <a:lnTo>
                  <a:pt x="943" y="911"/>
                </a:lnTo>
                <a:lnTo>
                  <a:pt x="1795" y="1013"/>
                </a:lnTo>
                <a:lnTo>
                  <a:pt x="1763" y="1095"/>
                </a:lnTo>
                <a:lnTo>
                  <a:pt x="1738" y="1181"/>
                </a:lnTo>
                <a:lnTo>
                  <a:pt x="1723" y="1272"/>
                </a:lnTo>
                <a:lnTo>
                  <a:pt x="1718" y="1363"/>
                </a:lnTo>
                <a:lnTo>
                  <a:pt x="1723" y="1456"/>
                </a:lnTo>
                <a:lnTo>
                  <a:pt x="1738" y="1545"/>
                </a:lnTo>
                <a:lnTo>
                  <a:pt x="1763" y="1633"/>
                </a:lnTo>
                <a:lnTo>
                  <a:pt x="1795" y="1715"/>
                </a:lnTo>
                <a:lnTo>
                  <a:pt x="1836" y="1792"/>
                </a:lnTo>
                <a:lnTo>
                  <a:pt x="1884" y="1865"/>
                </a:lnTo>
                <a:lnTo>
                  <a:pt x="1941" y="1931"/>
                </a:lnTo>
                <a:lnTo>
                  <a:pt x="1582" y="2705"/>
                </a:lnTo>
                <a:lnTo>
                  <a:pt x="548" y="2947"/>
                </a:lnTo>
                <a:lnTo>
                  <a:pt x="457" y="2825"/>
                </a:lnTo>
                <a:lnTo>
                  <a:pt x="375" y="2698"/>
                </a:lnTo>
                <a:lnTo>
                  <a:pt x="300" y="2566"/>
                </a:lnTo>
                <a:lnTo>
                  <a:pt x="232" y="2428"/>
                </a:lnTo>
                <a:lnTo>
                  <a:pt x="171" y="2287"/>
                </a:lnTo>
                <a:lnTo>
                  <a:pt x="120" y="2142"/>
                </a:lnTo>
                <a:lnTo>
                  <a:pt x="79" y="1994"/>
                </a:lnTo>
                <a:lnTo>
                  <a:pt x="45" y="1840"/>
                </a:lnTo>
                <a:lnTo>
                  <a:pt x="20" y="1685"/>
                </a:lnTo>
                <a:lnTo>
                  <a:pt x="5" y="1526"/>
                </a:lnTo>
                <a:lnTo>
                  <a:pt x="0" y="1363"/>
                </a:lnTo>
                <a:lnTo>
                  <a:pt x="5" y="1199"/>
                </a:lnTo>
                <a:lnTo>
                  <a:pt x="21" y="1034"/>
                </a:lnTo>
                <a:lnTo>
                  <a:pt x="46" y="875"/>
                </a:lnTo>
                <a:lnTo>
                  <a:pt x="82" y="718"/>
                </a:lnTo>
                <a:lnTo>
                  <a:pt x="127" y="566"/>
                </a:lnTo>
                <a:lnTo>
                  <a:pt x="180" y="418"/>
                </a:lnTo>
                <a:lnTo>
                  <a:pt x="245" y="273"/>
                </a:lnTo>
                <a:lnTo>
                  <a:pt x="314" y="134"/>
                </a:lnTo>
                <a:lnTo>
                  <a:pt x="395" y="0"/>
                </a:lnTo>
                <a:close/>
              </a:path>
            </a:pathLst>
          </a:custGeom>
          <a:solidFill>
            <a:srgbClr val="CFC09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Arial Black" panose="020B0A04020102020204" pitchFamily="34" charset="0"/>
            </a:endParaRPr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59474" y="3402013"/>
            <a:ext cx="1703387" cy="2292350"/>
          </a:xfrm>
          <a:custGeom>
            <a:avLst/>
            <a:gdLst>
              <a:gd name="T0" fmla="*/ 1165 w 2147"/>
              <a:gd name="T1" fmla="*/ 0 h 2888"/>
              <a:gd name="T2" fmla="*/ 2145 w 2147"/>
              <a:gd name="T3" fmla="*/ 413 h 2888"/>
              <a:gd name="T4" fmla="*/ 2147 w 2147"/>
              <a:gd name="T5" fmla="*/ 513 h 2888"/>
              <a:gd name="T6" fmla="*/ 2141 w 2147"/>
              <a:gd name="T7" fmla="*/ 683 h 2888"/>
              <a:gd name="T8" fmla="*/ 2125 w 2147"/>
              <a:gd name="T9" fmla="*/ 849 h 2888"/>
              <a:gd name="T10" fmla="*/ 2099 w 2147"/>
              <a:gd name="T11" fmla="*/ 1012 h 2888"/>
              <a:gd name="T12" fmla="*/ 2061 w 2147"/>
              <a:gd name="T13" fmla="*/ 1169 h 2888"/>
              <a:gd name="T14" fmla="*/ 2016 w 2147"/>
              <a:gd name="T15" fmla="*/ 1324 h 2888"/>
              <a:gd name="T16" fmla="*/ 1959 w 2147"/>
              <a:gd name="T17" fmla="*/ 1475 h 2888"/>
              <a:gd name="T18" fmla="*/ 1895 w 2147"/>
              <a:gd name="T19" fmla="*/ 1621 h 2888"/>
              <a:gd name="T20" fmla="*/ 1822 w 2147"/>
              <a:gd name="T21" fmla="*/ 1762 h 2888"/>
              <a:gd name="T22" fmla="*/ 1740 w 2147"/>
              <a:gd name="T23" fmla="*/ 1898 h 2888"/>
              <a:gd name="T24" fmla="*/ 1650 w 2147"/>
              <a:gd name="T25" fmla="*/ 2029 h 2888"/>
              <a:gd name="T26" fmla="*/ 1552 w 2147"/>
              <a:gd name="T27" fmla="*/ 2152 h 2888"/>
              <a:gd name="T28" fmla="*/ 1448 w 2147"/>
              <a:gd name="T29" fmla="*/ 2270 h 2888"/>
              <a:gd name="T30" fmla="*/ 1336 w 2147"/>
              <a:gd name="T31" fmla="*/ 2381 h 2888"/>
              <a:gd name="T32" fmla="*/ 1218 w 2147"/>
              <a:gd name="T33" fmla="*/ 2486 h 2888"/>
              <a:gd name="T34" fmla="*/ 1093 w 2147"/>
              <a:gd name="T35" fmla="*/ 2583 h 2888"/>
              <a:gd name="T36" fmla="*/ 963 w 2147"/>
              <a:gd name="T37" fmla="*/ 2670 h 2888"/>
              <a:gd name="T38" fmla="*/ 827 w 2147"/>
              <a:gd name="T39" fmla="*/ 2752 h 2888"/>
              <a:gd name="T40" fmla="*/ 686 w 2147"/>
              <a:gd name="T41" fmla="*/ 2824 h 2888"/>
              <a:gd name="T42" fmla="*/ 539 w 2147"/>
              <a:gd name="T43" fmla="*/ 2888 h 2888"/>
              <a:gd name="T44" fmla="*/ 629 w 2147"/>
              <a:gd name="T45" fmla="*/ 1828 h 2888"/>
              <a:gd name="T46" fmla="*/ 0 w 2147"/>
              <a:gd name="T47" fmla="*/ 1244 h 2888"/>
              <a:gd name="T48" fmla="*/ 73 w 2147"/>
              <a:gd name="T49" fmla="*/ 1198 h 2888"/>
              <a:gd name="T50" fmla="*/ 143 w 2147"/>
              <a:gd name="T51" fmla="*/ 1144 h 2888"/>
              <a:gd name="T52" fmla="*/ 205 w 2147"/>
              <a:gd name="T53" fmla="*/ 1083 h 2888"/>
              <a:gd name="T54" fmla="*/ 261 w 2147"/>
              <a:gd name="T55" fmla="*/ 1015 h 2888"/>
              <a:gd name="T56" fmla="*/ 309 w 2147"/>
              <a:gd name="T57" fmla="*/ 944 h 2888"/>
              <a:gd name="T58" fmla="*/ 350 w 2147"/>
              <a:gd name="T59" fmla="*/ 865 h 2888"/>
              <a:gd name="T60" fmla="*/ 384 w 2147"/>
              <a:gd name="T61" fmla="*/ 783 h 2888"/>
              <a:gd name="T62" fmla="*/ 407 w 2147"/>
              <a:gd name="T63" fmla="*/ 697 h 2888"/>
              <a:gd name="T64" fmla="*/ 423 w 2147"/>
              <a:gd name="T65" fmla="*/ 606 h 2888"/>
              <a:gd name="T66" fmla="*/ 429 w 2147"/>
              <a:gd name="T67" fmla="*/ 513 h 2888"/>
              <a:gd name="T68" fmla="*/ 427 w 2147"/>
              <a:gd name="T69" fmla="*/ 465 h 2888"/>
              <a:gd name="T70" fmla="*/ 422 w 2147"/>
              <a:gd name="T71" fmla="*/ 415 h 2888"/>
              <a:gd name="T72" fmla="*/ 1165 w 2147"/>
              <a:gd name="T73" fmla="*/ 0 h 2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147" h="2888">
                <a:moveTo>
                  <a:pt x="1165" y="0"/>
                </a:moveTo>
                <a:lnTo>
                  <a:pt x="2145" y="413"/>
                </a:lnTo>
                <a:lnTo>
                  <a:pt x="2147" y="513"/>
                </a:lnTo>
                <a:lnTo>
                  <a:pt x="2141" y="683"/>
                </a:lnTo>
                <a:lnTo>
                  <a:pt x="2125" y="849"/>
                </a:lnTo>
                <a:lnTo>
                  <a:pt x="2099" y="1012"/>
                </a:lnTo>
                <a:lnTo>
                  <a:pt x="2061" y="1169"/>
                </a:lnTo>
                <a:lnTo>
                  <a:pt x="2016" y="1324"/>
                </a:lnTo>
                <a:lnTo>
                  <a:pt x="1959" y="1475"/>
                </a:lnTo>
                <a:lnTo>
                  <a:pt x="1895" y="1621"/>
                </a:lnTo>
                <a:lnTo>
                  <a:pt x="1822" y="1762"/>
                </a:lnTo>
                <a:lnTo>
                  <a:pt x="1740" y="1898"/>
                </a:lnTo>
                <a:lnTo>
                  <a:pt x="1650" y="2029"/>
                </a:lnTo>
                <a:lnTo>
                  <a:pt x="1552" y="2152"/>
                </a:lnTo>
                <a:lnTo>
                  <a:pt x="1448" y="2270"/>
                </a:lnTo>
                <a:lnTo>
                  <a:pt x="1336" y="2381"/>
                </a:lnTo>
                <a:lnTo>
                  <a:pt x="1218" y="2486"/>
                </a:lnTo>
                <a:lnTo>
                  <a:pt x="1093" y="2583"/>
                </a:lnTo>
                <a:lnTo>
                  <a:pt x="963" y="2670"/>
                </a:lnTo>
                <a:lnTo>
                  <a:pt x="827" y="2752"/>
                </a:lnTo>
                <a:lnTo>
                  <a:pt x="686" y="2824"/>
                </a:lnTo>
                <a:lnTo>
                  <a:pt x="539" y="2888"/>
                </a:lnTo>
                <a:lnTo>
                  <a:pt x="629" y="1828"/>
                </a:lnTo>
                <a:lnTo>
                  <a:pt x="0" y="1244"/>
                </a:lnTo>
                <a:lnTo>
                  <a:pt x="73" y="1198"/>
                </a:lnTo>
                <a:lnTo>
                  <a:pt x="143" y="1144"/>
                </a:lnTo>
                <a:lnTo>
                  <a:pt x="205" y="1083"/>
                </a:lnTo>
                <a:lnTo>
                  <a:pt x="261" y="1015"/>
                </a:lnTo>
                <a:lnTo>
                  <a:pt x="309" y="944"/>
                </a:lnTo>
                <a:lnTo>
                  <a:pt x="350" y="865"/>
                </a:lnTo>
                <a:lnTo>
                  <a:pt x="384" y="783"/>
                </a:lnTo>
                <a:lnTo>
                  <a:pt x="407" y="697"/>
                </a:lnTo>
                <a:lnTo>
                  <a:pt x="423" y="606"/>
                </a:lnTo>
                <a:lnTo>
                  <a:pt x="429" y="513"/>
                </a:lnTo>
                <a:lnTo>
                  <a:pt x="427" y="465"/>
                </a:lnTo>
                <a:lnTo>
                  <a:pt x="422" y="415"/>
                </a:lnTo>
                <a:lnTo>
                  <a:pt x="1165" y="0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Arial Black" panose="020B0A04020102020204" pitchFamily="34" charset="0"/>
            </a:endParaRPr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4075112" y="4295775"/>
            <a:ext cx="2333625" cy="1543050"/>
          </a:xfrm>
          <a:custGeom>
            <a:avLst/>
            <a:gdLst>
              <a:gd name="T0" fmla="*/ 1397 w 2940"/>
              <a:gd name="T1" fmla="*/ 0 h 1943"/>
              <a:gd name="T2" fmla="*/ 1465 w 2940"/>
              <a:gd name="T3" fmla="*/ 55 h 1943"/>
              <a:gd name="T4" fmla="*/ 1536 w 2940"/>
              <a:gd name="T5" fmla="*/ 104 h 1943"/>
              <a:gd name="T6" fmla="*/ 1615 w 2940"/>
              <a:gd name="T7" fmla="*/ 145 h 1943"/>
              <a:gd name="T8" fmla="*/ 1697 w 2940"/>
              <a:gd name="T9" fmla="*/ 179 h 1943"/>
              <a:gd name="T10" fmla="*/ 1783 w 2940"/>
              <a:gd name="T11" fmla="*/ 202 h 1943"/>
              <a:gd name="T12" fmla="*/ 1872 w 2940"/>
              <a:gd name="T13" fmla="*/ 218 h 1943"/>
              <a:gd name="T14" fmla="*/ 1965 w 2940"/>
              <a:gd name="T15" fmla="*/ 223 h 1943"/>
              <a:gd name="T16" fmla="*/ 2058 w 2940"/>
              <a:gd name="T17" fmla="*/ 218 h 1943"/>
              <a:gd name="T18" fmla="*/ 2147 w 2940"/>
              <a:gd name="T19" fmla="*/ 202 h 1943"/>
              <a:gd name="T20" fmla="*/ 2233 w 2940"/>
              <a:gd name="T21" fmla="*/ 179 h 1943"/>
              <a:gd name="T22" fmla="*/ 2315 w 2940"/>
              <a:gd name="T23" fmla="*/ 146 h 1943"/>
              <a:gd name="T24" fmla="*/ 2940 w 2940"/>
              <a:gd name="T25" fmla="*/ 725 h 1943"/>
              <a:gd name="T26" fmla="*/ 2849 w 2940"/>
              <a:gd name="T27" fmla="*/ 1785 h 1943"/>
              <a:gd name="T28" fmla="*/ 2710 w 2940"/>
              <a:gd name="T29" fmla="*/ 1832 h 1943"/>
              <a:gd name="T30" fmla="*/ 2567 w 2940"/>
              <a:gd name="T31" fmla="*/ 1871 h 1943"/>
              <a:gd name="T32" fmla="*/ 2420 w 2940"/>
              <a:gd name="T33" fmla="*/ 1901 h 1943"/>
              <a:gd name="T34" fmla="*/ 2272 w 2940"/>
              <a:gd name="T35" fmla="*/ 1925 h 1943"/>
              <a:gd name="T36" fmla="*/ 2120 w 2940"/>
              <a:gd name="T37" fmla="*/ 1939 h 1943"/>
              <a:gd name="T38" fmla="*/ 1967 w 2940"/>
              <a:gd name="T39" fmla="*/ 1943 h 1943"/>
              <a:gd name="T40" fmla="*/ 1799 w 2940"/>
              <a:gd name="T41" fmla="*/ 1937 h 1943"/>
              <a:gd name="T42" fmla="*/ 1633 w 2940"/>
              <a:gd name="T43" fmla="*/ 1921 h 1943"/>
              <a:gd name="T44" fmla="*/ 1472 w 2940"/>
              <a:gd name="T45" fmla="*/ 1894 h 1943"/>
              <a:gd name="T46" fmla="*/ 1313 w 2940"/>
              <a:gd name="T47" fmla="*/ 1859 h 1943"/>
              <a:gd name="T48" fmla="*/ 1159 w 2940"/>
              <a:gd name="T49" fmla="*/ 1812 h 1943"/>
              <a:gd name="T50" fmla="*/ 1009 w 2940"/>
              <a:gd name="T51" fmla="*/ 1757 h 1943"/>
              <a:gd name="T52" fmla="*/ 863 w 2940"/>
              <a:gd name="T53" fmla="*/ 1692 h 1943"/>
              <a:gd name="T54" fmla="*/ 722 w 2940"/>
              <a:gd name="T55" fmla="*/ 1621 h 1943"/>
              <a:gd name="T56" fmla="*/ 588 w 2940"/>
              <a:gd name="T57" fmla="*/ 1539 h 1943"/>
              <a:gd name="T58" fmla="*/ 458 w 2940"/>
              <a:gd name="T59" fmla="*/ 1449 h 1943"/>
              <a:gd name="T60" fmla="*/ 334 w 2940"/>
              <a:gd name="T61" fmla="*/ 1353 h 1943"/>
              <a:gd name="T62" fmla="*/ 216 w 2940"/>
              <a:gd name="T63" fmla="*/ 1249 h 1943"/>
              <a:gd name="T64" fmla="*/ 106 w 2940"/>
              <a:gd name="T65" fmla="*/ 1138 h 1943"/>
              <a:gd name="T66" fmla="*/ 0 w 2940"/>
              <a:gd name="T67" fmla="*/ 1020 h 1943"/>
              <a:gd name="T68" fmla="*/ 1036 w 2940"/>
              <a:gd name="T69" fmla="*/ 779 h 1943"/>
              <a:gd name="T70" fmla="*/ 1397 w 2940"/>
              <a:gd name="T71" fmla="*/ 0 h 1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940" h="1943">
                <a:moveTo>
                  <a:pt x="1397" y="0"/>
                </a:moveTo>
                <a:lnTo>
                  <a:pt x="1465" y="55"/>
                </a:lnTo>
                <a:lnTo>
                  <a:pt x="1536" y="104"/>
                </a:lnTo>
                <a:lnTo>
                  <a:pt x="1615" y="145"/>
                </a:lnTo>
                <a:lnTo>
                  <a:pt x="1697" y="179"/>
                </a:lnTo>
                <a:lnTo>
                  <a:pt x="1783" y="202"/>
                </a:lnTo>
                <a:lnTo>
                  <a:pt x="1872" y="218"/>
                </a:lnTo>
                <a:lnTo>
                  <a:pt x="1965" y="223"/>
                </a:lnTo>
                <a:lnTo>
                  <a:pt x="2058" y="218"/>
                </a:lnTo>
                <a:lnTo>
                  <a:pt x="2147" y="202"/>
                </a:lnTo>
                <a:lnTo>
                  <a:pt x="2233" y="179"/>
                </a:lnTo>
                <a:lnTo>
                  <a:pt x="2315" y="146"/>
                </a:lnTo>
                <a:lnTo>
                  <a:pt x="2940" y="725"/>
                </a:lnTo>
                <a:lnTo>
                  <a:pt x="2849" y="1785"/>
                </a:lnTo>
                <a:lnTo>
                  <a:pt x="2710" y="1832"/>
                </a:lnTo>
                <a:lnTo>
                  <a:pt x="2567" y="1871"/>
                </a:lnTo>
                <a:lnTo>
                  <a:pt x="2420" y="1901"/>
                </a:lnTo>
                <a:lnTo>
                  <a:pt x="2272" y="1925"/>
                </a:lnTo>
                <a:lnTo>
                  <a:pt x="2120" y="1939"/>
                </a:lnTo>
                <a:lnTo>
                  <a:pt x="1967" y="1943"/>
                </a:lnTo>
                <a:lnTo>
                  <a:pt x="1799" y="1937"/>
                </a:lnTo>
                <a:lnTo>
                  <a:pt x="1633" y="1921"/>
                </a:lnTo>
                <a:lnTo>
                  <a:pt x="1472" y="1894"/>
                </a:lnTo>
                <a:lnTo>
                  <a:pt x="1313" y="1859"/>
                </a:lnTo>
                <a:lnTo>
                  <a:pt x="1159" y="1812"/>
                </a:lnTo>
                <a:lnTo>
                  <a:pt x="1009" y="1757"/>
                </a:lnTo>
                <a:lnTo>
                  <a:pt x="863" y="1692"/>
                </a:lnTo>
                <a:lnTo>
                  <a:pt x="722" y="1621"/>
                </a:lnTo>
                <a:lnTo>
                  <a:pt x="588" y="1539"/>
                </a:lnTo>
                <a:lnTo>
                  <a:pt x="458" y="1449"/>
                </a:lnTo>
                <a:lnTo>
                  <a:pt x="334" y="1353"/>
                </a:lnTo>
                <a:lnTo>
                  <a:pt x="216" y="1249"/>
                </a:lnTo>
                <a:lnTo>
                  <a:pt x="106" y="1138"/>
                </a:lnTo>
                <a:lnTo>
                  <a:pt x="0" y="1020"/>
                </a:lnTo>
                <a:lnTo>
                  <a:pt x="1036" y="779"/>
                </a:lnTo>
                <a:lnTo>
                  <a:pt x="1397" y="0"/>
                </a:lnTo>
                <a:close/>
              </a:path>
            </a:pathLst>
          </a:custGeom>
          <a:solidFill>
            <a:srgbClr val="CFC09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4962227" y="3136603"/>
            <a:ext cx="1355538" cy="1355538"/>
          </a:xfrm>
          <a:prstGeom prst="ellipse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81421" y="2466604"/>
            <a:ext cx="1038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 smtClean="0">
                <a:latin typeface="Arial Black" panose="020B0A04020102020204" pitchFamily="34" charset="0"/>
                <a:cs typeface="Arial" panose="020B0604020202020204" pitchFamily="34" charset="0"/>
              </a:rPr>
              <a:t>Project</a:t>
            </a:r>
          </a:p>
          <a:p>
            <a:pPr algn="ctr"/>
            <a:r>
              <a:rPr lang="en-IN" sz="1600" dirty="0" smtClean="0">
                <a:latin typeface="Arial Black" panose="020B0A04020102020204" pitchFamily="34" charset="0"/>
                <a:cs typeface="Arial" panose="020B0604020202020204" pitchFamily="34" charset="0"/>
              </a:rPr>
              <a:t>Charter</a:t>
            </a:r>
            <a:endParaRPr lang="en-IN" sz="16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26706" y="3648934"/>
            <a:ext cx="1428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Discovery</a:t>
            </a:r>
            <a:endParaRPr lang="en-IN" sz="18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898423" y="2487827"/>
            <a:ext cx="995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 smtClean="0">
                <a:latin typeface="Arial Black" panose="020B0A04020102020204" pitchFamily="34" charset="0"/>
                <a:cs typeface="Arial" panose="020B0604020202020204" pitchFamily="34" charset="0"/>
              </a:rPr>
              <a:t>Project</a:t>
            </a:r>
          </a:p>
          <a:p>
            <a:pPr algn="ctr"/>
            <a:r>
              <a:rPr lang="en-IN" sz="1600" dirty="0" smtClean="0">
                <a:latin typeface="Arial Black" panose="020B0A04020102020204" pitchFamily="34" charset="0"/>
                <a:cs typeface="Arial" panose="020B0604020202020204" pitchFamily="34" charset="0"/>
              </a:rPr>
              <a:t>Plan</a:t>
            </a:r>
            <a:endParaRPr lang="en-IN" sz="16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20024" y="3938596"/>
            <a:ext cx="14244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 smtClean="0">
                <a:latin typeface="Arial Black" panose="020B0A04020102020204" pitchFamily="34" charset="0"/>
                <a:cs typeface="Arial" panose="020B0604020202020204" pitchFamily="34" charset="0"/>
              </a:rPr>
              <a:t>Setup</a:t>
            </a:r>
          </a:p>
          <a:p>
            <a:pPr algn="ctr"/>
            <a:r>
              <a:rPr lang="en-IN" sz="1600" dirty="0">
                <a:latin typeface="Arial Black" panose="020B0A04020102020204" pitchFamily="34" charset="0"/>
                <a:cs typeface="Arial" panose="020B0604020202020204" pitchFamily="34" charset="0"/>
              </a:rPr>
              <a:t>F</a:t>
            </a:r>
            <a:r>
              <a:rPr lang="en-IN" sz="1600" dirty="0" smtClean="0">
                <a:latin typeface="Arial Black" panose="020B0A04020102020204" pitchFamily="34" charset="0"/>
                <a:cs typeface="Arial" panose="020B0604020202020204" pitchFamily="34" charset="0"/>
              </a:rPr>
              <a:t>oundation</a:t>
            </a:r>
            <a:endParaRPr lang="en-IN" sz="16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919869" y="4728516"/>
            <a:ext cx="14119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Black" panose="020B0A04020102020204" pitchFamily="34" charset="0"/>
                <a:cs typeface="Arial" panose="020B0604020202020204" pitchFamily="34" charset="0"/>
              </a:rPr>
              <a:t>Establish </a:t>
            </a:r>
            <a:endParaRPr lang="en-IN" sz="1600" dirty="0" smtClean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1600" dirty="0">
                <a:latin typeface="Arial Black" panose="020B0A04020102020204" pitchFamily="34" charset="0"/>
                <a:cs typeface="Arial" panose="020B0604020202020204" pitchFamily="34" charset="0"/>
              </a:rPr>
              <a:t>H</a:t>
            </a:r>
            <a:r>
              <a:rPr lang="en-IN" sz="1600" dirty="0" smtClean="0">
                <a:latin typeface="Arial Black" panose="020B0A04020102020204" pitchFamily="34" charset="0"/>
                <a:cs typeface="Arial" panose="020B0604020202020204" pitchFamily="34" charset="0"/>
              </a:rPr>
              <a:t>igh </a:t>
            </a:r>
            <a:r>
              <a:rPr lang="en-IN" sz="1600" dirty="0">
                <a:latin typeface="Arial Black" panose="020B0A04020102020204" pitchFamily="34" charset="0"/>
                <a:cs typeface="Arial" panose="020B0604020202020204" pitchFamily="34" charset="0"/>
              </a:rPr>
              <a:t>L</a:t>
            </a:r>
            <a:r>
              <a:rPr lang="en-IN" sz="1600" dirty="0" smtClean="0">
                <a:latin typeface="Arial Black" panose="020B0A04020102020204" pitchFamily="34" charset="0"/>
                <a:cs typeface="Arial" panose="020B0604020202020204" pitchFamily="34" charset="0"/>
              </a:rPr>
              <a:t>evel </a:t>
            </a:r>
            <a:r>
              <a:rPr lang="en-IN" sz="1600" dirty="0">
                <a:latin typeface="Arial Black" panose="020B0A04020102020204" pitchFamily="34" charset="0"/>
                <a:cs typeface="Arial" panose="020B0604020202020204" pitchFamily="34" charset="0"/>
              </a:rPr>
              <a:t>A</a:t>
            </a:r>
            <a:r>
              <a:rPr lang="en-IN" sz="1600" dirty="0" smtClean="0">
                <a:latin typeface="Arial Black" panose="020B0A04020102020204" pitchFamily="34" charset="0"/>
                <a:cs typeface="Arial" panose="020B0604020202020204" pitchFamily="34" charset="0"/>
              </a:rPr>
              <a:t>rchitecture</a:t>
            </a:r>
            <a:endParaRPr lang="en-IN" sz="16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944934" y="3818926"/>
            <a:ext cx="947696" cy="584775"/>
          </a:xfrm>
          <a:prstGeom prst="rect">
            <a:avLst/>
          </a:prstGeom>
          <a:solidFill>
            <a:srgbClr val="CFC09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IN" sz="1600" dirty="0" smtClean="0">
                <a:latin typeface="Arial Black" panose="020B0A04020102020204" pitchFamily="34" charset="0"/>
                <a:cs typeface="Arial" panose="020B0604020202020204" pitchFamily="34" charset="0"/>
              </a:rPr>
              <a:t>Initial</a:t>
            </a:r>
          </a:p>
          <a:p>
            <a:pPr algn="ctr"/>
            <a:r>
              <a:rPr lang="en-IN" sz="1600" dirty="0">
                <a:latin typeface="Arial Black" panose="020B0A04020102020204" pitchFamily="34" charset="0"/>
                <a:cs typeface="Arial" panose="020B0604020202020204" pitchFamily="34" charset="0"/>
              </a:rPr>
              <a:t>D</a:t>
            </a:r>
            <a:r>
              <a:rPr lang="en-IN" sz="1600" dirty="0" smtClean="0">
                <a:latin typeface="Arial Black" panose="020B0A04020102020204" pitchFamily="34" charset="0"/>
                <a:cs typeface="Arial" panose="020B0604020202020204" pitchFamily="34" charset="0"/>
              </a:rPr>
              <a:t>esign</a:t>
            </a:r>
            <a:endParaRPr lang="en-IN" sz="16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Freeform 30"/>
          <p:cNvSpPr>
            <a:spLocks/>
          </p:cNvSpPr>
          <p:nvPr/>
        </p:nvSpPr>
        <p:spPr bwMode="auto">
          <a:xfrm>
            <a:off x="7186612" y="1939925"/>
            <a:ext cx="822325" cy="679450"/>
          </a:xfrm>
          <a:custGeom>
            <a:avLst/>
            <a:gdLst>
              <a:gd name="T0" fmla="*/ 464 w 1036"/>
              <a:gd name="T1" fmla="*/ 0 h 856"/>
              <a:gd name="T2" fmla="*/ 532 w 1036"/>
              <a:gd name="T3" fmla="*/ 6 h 856"/>
              <a:gd name="T4" fmla="*/ 596 w 1036"/>
              <a:gd name="T5" fmla="*/ 20 h 856"/>
              <a:gd name="T6" fmla="*/ 659 w 1036"/>
              <a:gd name="T7" fmla="*/ 43 h 856"/>
              <a:gd name="T8" fmla="*/ 716 w 1036"/>
              <a:gd name="T9" fmla="*/ 75 h 856"/>
              <a:gd name="T10" fmla="*/ 768 w 1036"/>
              <a:gd name="T11" fmla="*/ 115 h 856"/>
              <a:gd name="T12" fmla="*/ 814 w 1036"/>
              <a:gd name="T13" fmla="*/ 159 h 856"/>
              <a:gd name="T14" fmla="*/ 852 w 1036"/>
              <a:gd name="T15" fmla="*/ 211 h 856"/>
              <a:gd name="T16" fmla="*/ 884 w 1036"/>
              <a:gd name="T17" fmla="*/ 268 h 856"/>
              <a:gd name="T18" fmla="*/ 907 w 1036"/>
              <a:gd name="T19" fmla="*/ 331 h 856"/>
              <a:gd name="T20" fmla="*/ 923 w 1036"/>
              <a:gd name="T21" fmla="*/ 397 h 856"/>
              <a:gd name="T22" fmla="*/ 927 w 1036"/>
              <a:gd name="T23" fmla="*/ 465 h 856"/>
              <a:gd name="T24" fmla="*/ 923 w 1036"/>
              <a:gd name="T25" fmla="*/ 526 h 856"/>
              <a:gd name="T26" fmla="*/ 911 w 1036"/>
              <a:gd name="T27" fmla="*/ 583 h 856"/>
              <a:gd name="T28" fmla="*/ 1036 w 1036"/>
              <a:gd name="T29" fmla="*/ 638 h 856"/>
              <a:gd name="T30" fmla="*/ 739 w 1036"/>
              <a:gd name="T31" fmla="*/ 856 h 856"/>
              <a:gd name="T32" fmla="*/ 739 w 1036"/>
              <a:gd name="T33" fmla="*/ 506 h 856"/>
              <a:gd name="T34" fmla="*/ 855 w 1036"/>
              <a:gd name="T35" fmla="*/ 558 h 856"/>
              <a:gd name="T36" fmla="*/ 864 w 1036"/>
              <a:gd name="T37" fmla="*/ 513 h 856"/>
              <a:gd name="T38" fmla="*/ 866 w 1036"/>
              <a:gd name="T39" fmla="*/ 465 h 856"/>
              <a:gd name="T40" fmla="*/ 861 w 1036"/>
              <a:gd name="T41" fmla="*/ 399 h 856"/>
              <a:gd name="T42" fmla="*/ 846 w 1036"/>
              <a:gd name="T43" fmla="*/ 338 h 856"/>
              <a:gd name="T44" fmla="*/ 821 w 1036"/>
              <a:gd name="T45" fmla="*/ 279 h 856"/>
              <a:gd name="T46" fmla="*/ 789 w 1036"/>
              <a:gd name="T47" fmla="*/ 227 h 856"/>
              <a:gd name="T48" fmla="*/ 748 w 1036"/>
              <a:gd name="T49" fmla="*/ 179 h 856"/>
              <a:gd name="T50" fmla="*/ 702 w 1036"/>
              <a:gd name="T51" fmla="*/ 140 h 856"/>
              <a:gd name="T52" fmla="*/ 648 w 1036"/>
              <a:gd name="T53" fmla="*/ 106 h 856"/>
              <a:gd name="T54" fmla="*/ 591 w 1036"/>
              <a:gd name="T55" fmla="*/ 83 h 856"/>
              <a:gd name="T56" fmla="*/ 528 w 1036"/>
              <a:gd name="T57" fmla="*/ 67 h 856"/>
              <a:gd name="T58" fmla="*/ 464 w 1036"/>
              <a:gd name="T59" fmla="*/ 61 h 856"/>
              <a:gd name="T60" fmla="*/ 398 w 1036"/>
              <a:gd name="T61" fmla="*/ 67 h 856"/>
              <a:gd name="T62" fmla="*/ 336 w 1036"/>
              <a:gd name="T63" fmla="*/ 83 h 856"/>
              <a:gd name="T64" fmla="*/ 278 w 1036"/>
              <a:gd name="T65" fmla="*/ 106 h 856"/>
              <a:gd name="T66" fmla="*/ 225 w 1036"/>
              <a:gd name="T67" fmla="*/ 140 h 856"/>
              <a:gd name="T68" fmla="*/ 178 w 1036"/>
              <a:gd name="T69" fmla="*/ 179 h 856"/>
              <a:gd name="T70" fmla="*/ 137 w 1036"/>
              <a:gd name="T71" fmla="*/ 227 h 856"/>
              <a:gd name="T72" fmla="*/ 105 w 1036"/>
              <a:gd name="T73" fmla="*/ 279 h 856"/>
              <a:gd name="T74" fmla="*/ 80 w 1036"/>
              <a:gd name="T75" fmla="*/ 338 h 856"/>
              <a:gd name="T76" fmla="*/ 66 w 1036"/>
              <a:gd name="T77" fmla="*/ 399 h 856"/>
              <a:gd name="T78" fmla="*/ 60 w 1036"/>
              <a:gd name="T79" fmla="*/ 465 h 856"/>
              <a:gd name="T80" fmla="*/ 64 w 1036"/>
              <a:gd name="T81" fmla="*/ 528 h 856"/>
              <a:gd name="T82" fmla="*/ 78 w 1036"/>
              <a:gd name="T83" fmla="*/ 587 h 856"/>
              <a:gd name="T84" fmla="*/ 102 w 1036"/>
              <a:gd name="T85" fmla="*/ 644 h 856"/>
              <a:gd name="T86" fmla="*/ 132 w 1036"/>
              <a:gd name="T87" fmla="*/ 694 h 856"/>
              <a:gd name="T88" fmla="*/ 169 w 1036"/>
              <a:gd name="T89" fmla="*/ 740 h 856"/>
              <a:gd name="T90" fmla="*/ 144 w 1036"/>
              <a:gd name="T91" fmla="*/ 801 h 856"/>
              <a:gd name="T92" fmla="*/ 103 w 1036"/>
              <a:gd name="T93" fmla="*/ 756 h 856"/>
              <a:gd name="T94" fmla="*/ 68 w 1036"/>
              <a:gd name="T95" fmla="*/ 706 h 856"/>
              <a:gd name="T96" fmla="*/ 39 w 1036"/>
              <a:gd name="T97" fmla="*/ 651 h 856"/>
              <a:gd name="T98" fmla="*/ 18 w 1036"/>
              <a:gd name="T99" fmla="*/ 592 h 856"/>
              <a:gd name="T100" fmla="*/ 3 w 1036"/>
              <a:gd name="T101" fmla="*/ 529 h 856"/>
              <a:gd name="T102" fmla="*/ 0 w 1036"/>
              <a:gd name="T103" fmla="*/ 465 h 856"/>
              <a:gd name="T104" fmla="*/ 3 w 1036"/>
              <a:gd name="T105" fmla="*/ 397 h 856"/>
              <a:gd name="T106" fmla="*/ 19 w 1036"/>
              <a:gd name="T107" fmla="*/ 331 h 856"/>
              <a:gd name="T108" fmla="*/ 43 w 1036"/>
              <a:gd name="T109" fmla="*/ 268 h 856"/>
              <a:gd name="T110" fmla="*/ 75 w 1036"/>
              <a:gd name="T111" fmla="*/ 211 h 856"/>
              <a:gd name="T112" fmla="*/ 112 w 1036"/>
              <a:gd name="T113" fmla="*/ 159 h 856"/>
              <a:gd name="T114" fmla="*/ 159 w 1036"/>
              <a:gd name="T115" fmla="*/ 115 h 856"/>
              <a:gd name="T116" fmla="*/ 210 w 1036"/>
              <a:gd name="T117" fmla="*/ 75 h 856"/>
              <a:gd name="T118" fmla="*/ 268 w 1036"/>
              <a:gd name="T119" fmla="*/ 43 h 856"/>
              <a:gd name="T120" fmla="*/ 330 w 1036"/>
              <a:gd name="T121" fmla="*/ 20 h 856"/>
              <a:gd name="T122" fmla="*/ 394 w 1036"/>
              <a:gd name="T123" fmla="*/ 6 h 856"/>
              <a:gd name="T124" fmla="*/ 464 w 1036"/>
              <a:gd name="T125" fmla="*/ 0 h 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036" h="856">
                <a:moveTo>
                  <a:pt x="464" y="0"/>
                </a:moveTo>
                <a:lnTo>
                  <a:pt x="532" y="6"/>
                </a:lnTo>
                <a:lnTo>
                  <a:pt x="596" y="20"/>
                </a:lnTo>
                <a:lnTo>
                  <a:pt x="659" y="43"/>
                </a:lnTo>
                <a:lnTo>
                  <a:pt x="716" y="75"/>
                </a:lnTo>
                <a:lnTo>
                  <a:pt x="768" y="115"/>
                </a:lnTo>
                <a:lnTo>
                  <a:pt x="814" y="159"/>
                </a:lnTo>
                <a:lnTo>
                  <a:pt x="852" y="211"/>
                </a:lnTo>
                <a:lnTo>
                  <a:pt x="884" y="268"/>
                </a:lnTo>
                <a:lnTo>
                  <a:pt x="907" y="331"/>
                </a:lnTo>
                <a:lnTo>
                  <a:pt x="923" y="397"/>
                </a:lnTo>
                <a:lnTo>
                  <a:pt x="927" y="465"/>
                </a:lnTo>
                <a:lnTo>
                  <a:pt x="923" y="526"/>
                </a:lnTo>
                <a:lnTo>
                  <a:pt x="911" y="583"/>
                </a:lnTo>
                <a:lnTo>
                  <a:pt x="1036" y="638"/>
                </a:lnTo>
                <a:lnTo>
                  <a:pt x="739" y="856"/>
                </a:lnTo>
                <a:lnTo>
                  <a:pt x="739" y="506"/>
                </a:lnTo>
                <a:lnTo>
                  <a:pt x="855" y="558"/>
                </a:lnTo>
                <a:lnTo>
                  <a:pt x="864" y="513"/>
                </a:lnTo>
                <a:lnTo>
                  <a:pt x="866" y="465"/>
                </a:lnTo>
                <a:lnTo>
                  <a:pt x="861" y="399"/>
                </a:lnTo>
                <a:lnTo>
                  <a:pt x="846" y="338"/>
                </a:lnTo>
                <a:lnTo>
                  <a:pt x="821" y="279"/>
                </a:lnTo>
                <a:lnTo>
                  <a:pt x="789" y="227"/>
                </a:lnTo>
                <a:lnTo>
                  <a:pt x="748" y="179"/>
                </a:lnTo>
                <a:lnTo>
                  <a:pt x="702" y="140"/>
                </a:lnTo>
                <a:lnTo>
                  <a:pt x="648" y="106"/>
                </a:lnTo>
                <a:lnTo>
                  <a:pt x="591" y="83"/>
                </a:lnTo>
                <a:lnTo>
                  <a:pt x="528" y="67"/>
                </a:lnTo>
                <a:lnTo>
                  <a:pt x="464" y="61"/>
                </a:lnTo>
                <a:lnTo>
                  <a:pt x="398" y="67"/>
                </a:lnTo>
                <a:lnTo>
                  <a:pt x="336" y="83"/>
                </a:lnTo>
                <a:lnTo>
                  <a:pt x="278" y="106"/>
                </a:lnTo>
                <a:lnTo>
                  <a:pt x="225" y="140"/>
                </a:lnTo>
                <a:lnTo>
                  <a:pt x="178" y="179"/>
                </a:lnTo>
                <a:lnTo>
                  <a:pt x="137" y="227"/>
                </a:lnTo>
                <a:lnTo>
                  <a:pt x="105" y="279"/>
                </a:lnTo>
                <a:lnTo>
                  <a:pt x="80" y="338"/>
                </a:lnTo>
                <a:lnTo>
                  <a:pt x="66" y="399"/>
                </a:lnTo>
                <a:lnTo>
                  <a:pt x="60" y="465"/>
                </a:lnTo>
                <a:lnTo>
                  <a:pt x="64" y="528"/>
                </a:lnTo>
                <a:lnTo>
                  <a:pt x="78" y="587"/>
                </a:lnTo>
                <a:lnTo>
                  <a:pt x="102" y="644"/>
                </a:lnTo>
                <a:lnTo>
                  <a:pt x="132" y="694"/>
                </a:lnTo>
                <a:lnTo>
                  <a:pt x="169" y="740"/>
                </a:lnTo>
                <a:lnTo>
                  <a:pt x="144" y="801"/>
                </a:lnTo>
                <a:lnTo>
                  <a:pt x="103" y="756"/>
                </a:lnTo>
                <a:lnTo>
                  <a:pt x="68" y="706"/>
                </a:lnTo>
                <a:lnTo>
                  <a:pt x="39" y="651"/>
                </a:lnTo>
                <a:lnTo>
                  <a:pt x="18" y="592"/>
                </a:lnTo>
                <a:lnTo>
                  <a:pt x="3" y="529"/>
                </a:lnTo>
                <a:lnTo>
                  <a:pt x="0" y="465"/>
                </a:lnTo>
                <a:lnTo>
                  <a:pt x="3" y="397"/>
                </a:lnTo>
                <a:lnTo>
                  <a:pt x="19" y="331"/>
                </a:lnTo>
                <a:lnTo>
                  <a:pt x="43" y="268"/>
                </a:lnTo>
                <a:lnTo>
                  <a:pt x="75" y="211"/>
                </a:lnTo>
                <a:lnTo>
                  <a:pt x="112" y="159"/>
                </a:lnTo>
                <a:lnTo>
                  <a:pt x="159" y="115"/>
                </a:lnTo>
                <a:lnTo>
                  <a:pt x="210" y="75"/>
                </a:lnTo>
                <a:lnTo>
                  <a:pt x="268" y="43"/>
                </a:lnTo>
                <a:lnTo>
                  <a:pt x="330" y="20"/>
                </a:lnTo>
                <a:lnTo>
                  <a:pt x="394" y="6"/>
                </a:lnTo>
                <a:lnTo>
                  <a:pt x="464" y="0"/>
                </a:lnTo>
                <a:close/>
              </a:path>
            </a:pathLst>
          </a:custGeom>
          <a:solidFill>
            <a:srgbClr val="CFC095"/>
          </a:solidFill>
          <a:ln w="0">
            <a:noFill/>
            <a:prstDash val="solid"/>
            <a:round/>
            <a:headEnd/>
            <a:tailEnd/>
          </a:ln>
          <a:effectLst>
            <a:outerShdw dir="2700000" algn="tl" rotWithShape="0">
              <a:schemeClr val="tx1">
                <a:alpha val="4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" name="Freeform 31"/>
          <p:cNvSpPr>
            <a:spLocks/>
          </p:cNvSpPr>
          <p:nvPr/>
        </p:nvSpPr>
        <p:spPr bwMode="auto">
          <a:xfrm>
            <a:off x="3503612" y="1676400"/>
            <a:ext cx="4262437" cy="4265613"/>
          </a:xfrm>
          <a:custGeom>
            <a:avLst/>
            <a:gdLst>
              <a:gd name="T0" fmla="*/ 3034 w 5368"/>
              <a:gd name="T1" fmla="*/ 23 h 5374"/>
              <a:gd name="T2" fmla="*/ 3532 w 5368"/>
              <a:gd name="T3" fmla="*/ 138 h 5374"/>
              <a:gd name="T4" fmla="*/ 3991 w 5368"/>
              <a:gd name="T5" fmla="*/ 341 h 5374"/>
              <a:gd name="T6" fmla="*/ 4399 w 5368"/>
              <a:gd name="T7" fmla="*/ 622 h 5374"/>
              <a:gd name="T8" fmla="*/ 4749 w 5368"/>
              <a:gd name="T9" fmla="*/ 972 h 5374"/>
              <a:gd name="T10" fmla="*/ 5029 w 5368"/>
              <a:gd name="T11" fmla="*/ 1380 h 5374"/>
              <a:gd name="T12" fmla="*/ 5233 w 5368"/>
              <a:gd name="T13" fmla="*/ 1839 h 5374"/>
              <a:gd name="T14" fmla="*/ 5347 w 5368"/>
              <a:gd name="T15" fmla="*/ 2338 h 5374"/>
              <a:gd name="T16" fmla="*/ 5363 w 5368"/>
              <a:gd name="T17" fmla="*/ 2863 h 5374"/>
              <a:gd name="T18" fmla="*/ 5281 w 5368"/>
              <a:gd name="T19" fmla="*/ 3372 h 5374"/>
              <a:gd name="T20" fmla="*/ 5106 w 5368"/>
              <a:gd name="T21" fmla="*/ 3846 h 5374"/>
              <a:gd name="T22" fmla="*/ 4850 w 5368"/>
              <a:gd name="T23" fmla="*/ 4273 h 5374"/>
              <a:gd name="T24" fmla="*/ 4524 w 5368"/>
              <a:gd name="T25" fmla="*/ 4643 h 5374"/>
              <a:gd name="T26" fmla="*/ 4132 w 5368"/>
              <a:gd name="T27" fmla="*/ 4949 h 5374"/>
              <a:gd name="T28" fmla="*/ 3690 w 5368"/>
              <a:gd name="T29" fmla="*/ 5177 h 5374"/>
              <a:gd name="T30" fmla="*/ 3204 w 5368"/>
              <a:gd name="T31" fmla="*/ 5322 h 5374"/>
              <a:gd name="T32" fmla="*/ 2686 w 5368"/>
              <a:gd name="T33" fmla="*/ 5374 h 5374"/>
              <a:gd name="T34" fmla="*/ 2680 w 5368"/>
              <a:gd name="T35" fmla="*/ 5220 h 5374"/>
              <a:gd name="T36" fmla="*/ 3014 w 5368"/>
              <a:gd name="T37" fmla="*/ 5199 h 5374"/>
              <a:gd name="T38" fmla="*/ 3484 w 5368"/>
              <a:gd name="T39" fmla="*/ 5092 h 5374"/>
              <a:gd name="T40" fmla="*/ 3916 w 5368"/>
              <a:gd name="T41" fmla="*/ 4900 h 5374"/>
              <a:gd name="T42" fmla="*/ 4302 w 5368"/>
              <a:gd name="T43" fmla="*/ 4636 h 5374"/>
              <a:gd name="T44" fmla="*/ 4633 w 5368"/>
              <a:gd name="T45" fmla="*/ 4305 h 5374"/>
              <a:gd name="T46" fmla="*/ 4897 w 5368"/>
              <a:gd name="T47" fmla="*/ 3919 h 5374"/>
              <a:gd name="T48" fmla="*/ 5088 w 5368"/>
              <a:gd name="T49" fmla="*/ 3487 h 5374"/>
              <a:gd name="T50" fmla="*/ 5195 w 5368"/>
              <a:gd name="T51" fmla="*/ 3017 h 5374"/>
              <a:gd name="T52" fmla="*/ 5211 w 5368"/>
              <a:gd name="T53" fmla="*/ 2520 h 5374"/>
              <a:gd name="T54" fmla="*/ 5133 w 5368"/>
              <a:gd name="T55" fmla="*/ 2039 h 5374"/>
              <a:gd name="T56" fmla="*/ 4968 w 5368"/>
              <a:gd name="T57" fmla="*/ 1594 h 5374"/>
              <a:gd name="T58" fmla="*/ 4727 w 5368"/>
              <a:gd name="T59" fmla="*/ 1192 h 5374"/>
              <a:gd name="T60" fmla="*/ 4418 w 5368"/>
              <a:gd name="T61" fmla="*/ 842 h 5374"/>
              <a:gd name="T62" fmla="*/ 4050 w 5368"/>
              <a:gd name="T63" fmla="*/ 554 h 5374"/>
              <a:gd name="T64" fmla="*/ 3632 w 5368"/>
              <a:gd name="T65" fmla="*/ 338 h 5374"/>
              <a:gd name="T66" fmla="*/ 3175 w 5368"/>
              <a:gd name="T67" fmla="*/ 200 h 5374"/>
              <a:gd name="T68" fmla="*/ 2686 w 5368"/>
              <a:gd name="T69" fmla="*/ 154 h 5374"/>
              <a:gd name="T70" fmla="*/ 2195 w 5368"/>
              <a:gd name="T71" fmla="*/ 200 h 5374"/>
              <a:gd name="T72" fmla="*/ 1737 w 5368"/>
              <a:gd name="T73" fmla="*/ 338 h 5374"/>
              <a:gd name="T74" fmla="*/ 1319 w 5368"/>
              <a:gd name="T75" fmla="*/ 554 h 5374"/>
              <a:gd name="T76" fmla="*/ 952 w 5368"/>
              <a:gd name="T77" fmla="*/ 842 h 5374"/>
              <a:gd name="T78" fmla="*/ 641 w 5368"/>
              <a:gd name="T79" fmla="*/ 1192 h 5374"/>
              <a:gd name="T80" fmla="*/ 400 w 5368"/>
              <a:gd name="T81" fmla="*/ 1594 h 5374"/>
              <a:gd name="T82" fmla="*/ 235 w 5368"/>
              <a:gd name="T83" fmla="*/ 2039 h 5374"/>
              <a:gd name="T84" fmla="*/ 159 w 5368"/>
              <a:gd name="T85" fmla="*/ 2520 h 5374"/>
              <a:gd name="T86" fmla="*/ 167 w 5368"/>
              <a:gd name="T87" fmla="*/ 2967 h 5374"/>
              <a:gd name="T88" fmla="*/ 246 w 5368"/>
              <a:gd name="T89" fmla="*/ 3369 h 5374"/>
              <a:gd name="T90" fmla="*/ 66 w 5368"/>
              <a:gd name="T91" fmla="*/ 3279 h 5374"/>
              <a:gd name="T92" fmla="*/ 5 w 5368"/>
              <a:gd name="T93" fmla="*/ 2838 h 5374"/>
              <a:gd name="T94" fmla="*/ 23 w 5368"/>
              <a:gd name="T95" fmla="*/ 2338 h 5374"/>
              <a:gd name="T96" fmla="*/ 137 w 5368"/>
              <a:gd name="T97" fmla="*/ 1839 h 5374"/>
              <a:gd name="T98" fmla="*/ 339 w 5368"/>
              <a:gd name="T99" fmla="*/ 1380 h 5374"/>
              <a:gd name="T100" fmla="*/ 621 w 5368"/>
              <a:gd name="T101" fmla="*/ 972 h 5374"/>
              <a:gd name="T102" fmla="*/ 969 w 5368"/>
              <a:gd name="T103" fmla="*/ 622 h 5374"/>
              <a:gd name="T104" fmla="*/ 1378 w 5368"/>
              <a:gd name="T105" fmla="*/ 341 h 5374"/>
              <a:gd name="T106" fmla="*/ 1837 w 5368"/>
              <a:gd name="T107" fmla="*/ 138 h 5374"/>
              <a:gd name="T108" fmla="*/ 2336 w 5368"/>
              <a:gd name="T109" fmla="*/ 23 h 5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5368" h="5374">
                <a:moveTo>
                  <a:pt x="2686" y="0"/>
                </a:moveTo>
                <a:lnTo>
                  <a:pt x="2861" y="7"/>
                </a:lnTo>
                <a:lnTo>
                  <a:pt x="3034" y="23"/>
                </a:lnTo>
                <a:lnTo>
                  <a:pt x="3204" y="52"/>
                </a:lnTo>
                <a:lnTo>
                  <a:pt x="3370" y="89"/>
                </a:lnTo>
                <a:lnTo>
                  <a:pt x="3532" y="138"/>
                </a:lnTo>
                <a:lnTo>
                  <a:pt x="3690" y="197"/>
                </a:lnTo>
                <a:lnTo>
                  <a:pt x="3843" y="265"/>
                </a:lnTo>
                <a:lnTo>
                  <a:pt x="3991" y="341"/>
                </a:lnTo>
                <a:lnTo>
                  <a:pt x="4132" y="425"/>
                </a:lnTo>
                <a:lnTo>
                  <a:pt x="4270" y="520"/>
                </a:lnTo>
                <a:lnTo>
                  <a:pt x="4399" y="622"/>
                </a:lnTo>
                <a:lnTo>
                  <a:pt x="4524" y="731"/>
                </a:lnTo>
                <a:lnTo>
                  <a:pt x="4640" y="847"/>
                </a:lnTo>
                <a:lnTo>
                  <a:pt x="4749" y="972"/>
                </a:lnTo>
                <a:lnTo>
                  <a:pt x="4850" y="1101"/>
                </a:lnTo>
                <a:lnTo>
                  <a:pt x="4945" y="1239"/>
                </a:lnTo>
                <a:lnTo>
                  <a:pt x="5029" y="1380"/>
                </a:lnTo>
                <a:lnTo>
                  <a:pt x="5106" y="1528"/>
                </a:lnTo>
                <a:lnTo>
                  <a:pt x="5174" y="1682"/>
                </a:lnTo>
                <a:lnTo>
                  <a:pt x="5233" y="1839"/>
                </a:lnTo>
                <a:lnTo>
                  <a:pt x="5281" y="2002"/>
                </a:lnTo>
                <a:lnTo>
                  <a:pt x="5318" y="2168"/>
                </a:lnTo>
                <a:lnTo>
                  <a:pt x="5347" y="2338"/>
                </a:lnTo>
                <a:lnTo>
                  <a:pt x="5363" y="2511"/>
                </a:lnTo>
                <a:lnTo>
                  <a:pt x="5368" y="2686"/>
                </a:lnTo>
                <a:lnTo>
                  <a:pt x="5363" y="2863"/>
                </a:lnTo>
                <a:lnTo>
                  <a:pt x="5347" y="3036"/>
                </a:lnTo>
                <a:lnTo>
                  <a:pt x="5318" y="3206"/>
                </a:lnTo>
                <a:lnTo>
                  <a:pt x="5281" y="3372"/>
                </a:lnTo>
                <a:lnTo>
                  <a:pt x="5233" y="3535"/>
                </a:lnTo>
                <a:lnTo>
                  <a:pt x="5174" y="3692"/>
                </a:lnTo>
                <a:lnTo>
                  <a:pt x="5106" y="3846"/>
                </a:lnTo>
                <a:lnTo>
                  <a:pt x="5029" y="3994"/>
                </a:lnTo>
                <a:lnTo>
                  <a:pt x="4945" y="4135"/>
                </a:lnTo>
                <a:lnTo>
                  <a:pt x="4850" y="4273"/>
                </a:lnTo>
                <a:lnTo>
                  <a:pt x="4749" y="4402"/>
                </a:lnTo>
                <a:lnTo>
                  <a:pt x="4640" y="4527"/>
                </a:lnTo>
                <a:lnTo>
                  <a:pt x="4524" y="4643"/>
                </a:lnTo>
                <a:lnTo>
                  <a:pt x="4399" y="4752"/>
                </a:lnTo>
                <a:lnTo>
                  <a:pt x="4270" y="4854"/>
                </a:lnTo>
                <a:lnTo>
                  <a:pt x="4132" y="4949"/>
                </a:lnTo>
                <a:lnTo>
                  <a:pt x="3991" y="5033"/>
                </a:lnTo>
                <a:lnTo>
                  <a:pt x="3843" y="5109"/>
                </a:lnTo>
                <a:lnTo>
                  <a:pt x="3690" y="5177"/>
                </a:lnTo>
                <a:lnTo>
                  <a:pt x="3532" y="5236"/>
                </a:lnTo>
                <a:lnTo>
                  <a:pt x="3370" y="5285"/>
                </a:lnTo>
                <a:lnTo>
                  <a:pt x="3204" y="5322"/>
                </a:lnTo>
                <a:lnTo>
                  <a:pt x="3034" y="5351"/>
                </a:lnTo>
                <a:lnTo>
                  <a:pt x="2861" y="5367"/>
                </a:lnTo>
                <a:lnTo>
                  <a:pt x="2686" y="5374"/>
                </a:lnTo>
                <a:lnTo>
                  <a:pt x="2680" y="5372"/>
                </a:lnTo>
                <a:lnTo>
                  <a:pt x="2684" y="5301"/>
                </a:lnTo>
                <a:lnTo>
                  <a:pt x="2680" y="5220"/>
                </a:lnTo>
                <a:lnTo>
                  <a:pt x="2686" y="5220"/>
                </a:lnTo>
                <a:lnTo>
                  <a:pt x="2852" y="5215"/>
                </a:lnTo>
                <a:lnTo>
                  <a:pt x="3014" y="5199"/>
                </a:lnTo>
                <a:lnTo>
                  <a:pt x="3175" y="5174"/>
                </a:lnTo>
                <a:lnTo>
                  <a:pt x="3332" y="5136"/>
                </a:lnTo>
                <a:lnTo>
                  <a:pt x="3484" y="5092"/>
                </a:lnTo>
                <a:lnTo>
                  <a:pt x="3632" y="5036"/>
                </a:lnTo>
                <a:lnTo>
                  <a:pt x="3777" y="4972"/>
                </a:lnTo>
                <a:lnTo>
                  <a:pt x="3916" y="4900"/>
                </a:lnTo>
                <a:lnTo>
                  <a:pt x="4050" y="4820"/>
                </a:lnTo>
                <a:lnTo>
                  <a:pt x="4179" y="4731"/>
                </a:lnTo>
                <a:lnTo>
                  <a:pt x="4302" y="4636"/>
                </a:lnTo>
                <a:lnTo>
                  <a:pt x="4418" y="4532"/>
                </a:lnTo>
                <a:lnTo>
                  <a:pt x="4529" y="4421"/>
                </a:lnTo>
                <a:lnTo>
                  <a:pt x="4633" y="4305"/>
                </a:lnTo>
                <a:lnTo>
                  <a:pt x="4727" y="4182"/>
                </a:lnTo>
                <a:lnTo>
                  <a:pt x="4817" y="4053"/>
                </a:lnTo>
                <a:lnTo>
                  <a:pt x="4897" y="3919"/>
                </a:lnTo>
                <a:lnTo>
                  <a:pt x="4968" y="3780"/>
                </a:lnTo>
                <a:lnTo>
                  <a:pt x="5033" y="3635"/>
                </a:lnTo>
                <a:lnTo>
                  <a:pt x="5088" y="3487"/>
                </a:lnTo>
                <a:lnTo>
                  <a:pt x="5133" y="3335"/>
                </a:lnTo>
                <a:lnTo>
                  <a:pt x="5170" y="3178"/>
                </a:lnTo>
                <a:lnTo>
                  <a:pt x="5195" y="3017"/>
                </a:lnTo>
                <a:lnTo>
                  <a:pt x="5211" y="2854"/>
                </a:lnTo>
                <a:lnTo>
                  <a:pt x="5217" y="2686"/>
                </a:lnTo>
                <a:lnTo>
                  <a:pt x="5211" y="2520"/>
                </a:lnTo>
                <a:lnTo>
                  <a:pt x="5195" y="2357"/>
                </a:lnTo>
                <a:lnTo>
                  <a:pt x="5170" y="2196"/>
                </a:lnTo>
                <a:lnTo>
                  <a:pt x="5133" y="2039"/>
                </a:lnTo>
                <a:lnTo>
                  <a:pt x="5088" y="1887"/>
                </a:lnTo>
                <a:lnTo>
                  <a:pt x="5033" y="1739"/>
                </a:lnTo>
                <a:lnTo>
                  <a:pt x="4968" y="1594"/>
                </a:lnTo>
                <a:lnTo>
                  <a:pt x="4897" y="1455"/>
                </a:lnTo>
                <a:lnTo>
                  <a:pt x="4817" y="1321"/>
                </a:lnTo>
                <a:lnTo>
                  <a:pt x="4727" y="1192"/>
                </a:lnTo>
                <a:lnTo>
                  <a:pt x="4633" y="1069"/>
                </a:lnTo>
                <a:lnTo>
                  <a:pt x="4529" y="953"/>
                </a:lnTo>
                <a:lnTo>
                  <a:pt x="4418" y="842"/>
                </a:lnTo>
                <a:lnTo>
                  <a:pt x="4302" y="738"/>
                </a:lnTo>
                <a:lnTo>
                  <a:pt x="4179" y="643"/>
                </a:lnTo>
                <a:lnTo>
                  <a:pt x="4050" y="554"/>
                </a:lnTo>
                <a:lnTo>
                  <a:pt x="3916" y="474"/>
                </a:lnTo>
                <a:lnTo>
                  <a:pt x="3777" y="400"/>
                </a:lnTo>
                <a:lnTo>
                  <a:pt x="3632" y="338"/>
                </a:lnTo>
                <a:lnTo>
                  <a:pt x="3484" y="282"/>
                </a:lnTo>
                <a:lnTo>
                  <a:pt x="3332" y="236"/>
                </a:lnTo>
                <a:lnTo>
                  <a:pt x="3175" y="200"/>
                </a:lnTo>
                <a:lnTo>
                  <a:pt x="3014" y="175"/>
                </a:lnTo>
                <a:lnTo>
                  <a:pt x="2852" y="159"/>
                </a:lnTo>
                <a:lnTo>
                  <a:pt x="2686" y="154"/>
                </a:lnTo>
                <a:lnTo>
                  <a:pt x="2518" y="159"/>
                </a:lnTo>
                <a:lnTo>
                  <a:pt x="2355" y="175"/>
                </a:lnTo>
                <a:lnTo>
                  <a:pt x="2195" y="200"/>
                </a:lnTo>
                <a:lnTo>
                  <a:pt x="2037" y="236"/>
                </a:lnTo>
                <a:lnTo>
                  <a:pt x="1886" y="282"/>
                </a:lnTo>
                <a:lnTo>
                  <a:pt x="1737" y="338"/>
                </a:lnTo>
                <a:lnTo>
                  <a:pt x="1593" y="400"/>
                </a:lnTo>
                <a:lnTo>
                  <a:pt x="1453" y="474"/>
                </a:lnTo>
                <a:lnTo>
                  <a:pt x="1319" y="554"/>
                </a:lnTo>
                <a:lnTo>
                  <a:pt x="1191" y="643"/>
                </a:lnTo>
                <a:lnTo>
                  <a:pt x="1068" y="738"/>
                </a:lnTo>
                <a:lnTo>
                  <a:pt x="952" y="842"/>
                </a:lnTo>
                <a:lnTo>
                  <a:pt x="841" y="953"/>
                </a:lnTo>
                <a:lnTo>
                  <a:pt x="737" y="1069"/>
                </a:lnTo>
                <a:lnTo>
                  <a:pt x="641" y="1192"/>
                </a:lnTo>
                <a:lnTo>
                  <a:pt x="553" y="1321"/>
                </a:lnTo>
                <a:lnTo>
                  <a:pt x="473" y="1455"/>
                </a:lnTo>
                <a:lnTo>
                  <a:pt x="400" y="1594"/>
                </a:lnTo>
                <a:lnTo>
                  <a:pt x="337" y="1739"/>
                </a:lnTo>
                <a:lnTo>
                  <a:pt x="282" y="1887"/>
                </a:lnTo>
                <a:lnTo>
                  <a:pt x="235" y="2039"/>
                </a:lnTo>
                <a:lnTo>
                  <a:pt x="200" y="2196"/>
                </a:lnTo>
                <a:lnTo>
                  <a:pt x="173" y="2357"/>
                </a:lnTo>
                <a:lnTo>
                  <a:pt x="159" y="2520"/>
                </a:lnTo>
                <a:lnTo>
                  <a:pt x="153" y="2686"/>
                </a:lnTo>
                <a:lnTo>
                  <a:pt x="157" y="2827"/>
                </a:lnTo>
                <a:lnTo>
                  <a:pt x="167" y="2967"/>
                </a:lnTo>
                <a:lnTo>
                  <a:pt x="187" y="3103"/>
                </a:lnTo>
                <a:lnTo>
                  <a:pt x="214" y="3237"/>
                </a:lnTo>
                <a:lnTo>
                  <a:pt x="246" y="3369"/>
                </a:lnTo>
                <a:lnTo>
                  <a:pt x="173" y="3392"/>
                </a:lnTo>
                <a:lnTo>
                  <a:pt x="101" y="3421"/>
                </a:lnTo>
                <a:lnTo>
                  <a:pt x="66" y="3279"/>
                </a:lnTo>
                <a:lnTo>
                  <a:pt x="37" y="3135"/>
                </a:lnTo>
                <a:lnTo>
                  <a:pt x="17" y="2988"/>
                </a:lnTo>
                <a:lnTo>
                  <a:pt x="5" y="2838"/>
                </a:lnTo>
                <a:lnTo>
                  <a:pt x="0" y="2686"/>
                </a:lnTo>
                <a:lnTo>
                  <a:pt x="5" y="2511"/>
                </a:lnTo>
                <a:lnTo>
                  <a:pt x="23" y="2338"/>
                </a:lnTo>
                <a:lnTo>
                  <a:pt x="51" y="2168"/>
                </a:lnTo>
                <a:lnTo>
                  <a:pt x="89" y="2002"/>
                </a:lnTo>
                <a:lnTo>
                  <a:pt x="137" y="1839"/>
                </a:lnTo>
                <a:lnTo>
                  <a:pt x="196" y="1682"/>
                </a:lnTo>
                <a:lnTo>
                  <a:pt x="262" y="1528"/>
                </a:lnTo>
                <a:lnTo>
                  <a:pt x="339" y="1380"/>
                </a:lnTo>
                <a:lnTo>
                  <a:pt x="425" y="1239"/>
                </a:lnTo>
                <a:lnTo>
                  <a:pt x="519" y="1101"/>
                </a:lnTo>
                <a:lnTo>
                  <a:pt x="621" y="972"/>
                </a:lnTo>
                <a:lnTo>
                  <a:pt x="730" y="847"/>
                </a:lnTo>
                <a:lnTo>
                  <a:pt x="846" y="731"/>
                </a:lnTo>
                <a:lnTo>
                  <a:pt x="969" y="622"/>
                </a:lnTo>
                <a:lnTo>
                  <a:pt x="1100" y="520"/>
                </a:lnTo>
                <a:lnTo>
                  <a:pt x="1237" y="425"/>
                </a:lnTo>
                <a:lnTo>
                  <a:pt x="1378" y="341"/>
                </a:lnTo>
                <a:lnTo>
                  <a:pt x="1527" y="265"/>
                </a:lnTo>
                <a:lnTo>
                  <a:pt x="1680" y="197"/>
                </a:lnTo>
                <a:lnTo>
                  <a:pt x="1837" y="138"/>
                </a:lnTo>
                <a:lnTo>
                  <a:pt x="2000" y="89"/>
                </a:lnTo>
                <a:lnTo>
                  <a:pt x="2166" y="52"/>
                </a:lnTo>
                <a:lnTo>
                  <a:pt x="2336" y="23"/>
                </a:lnTo>
                <a:lnTo>
                  <a:pt x="2509" y="7"/>
                </a:lnTo>
                <a:lnTo>
                  <a:pt x="2686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0">
            <a:noFill/>
            <a:prstDash val="solid"/>
            <a:round/>
            <a:headEnd/>
            <a:tailEnd/>
          </a:ln>
          <a:effectLst>
            <a:outerShdw dir="2700000" algn="tl" rotWithShape="0">
              <a:schemeClr val="tx1">
                <a:alpha val="4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" name="Freeform 32"/>
          <p:cNvSpPr>
            <a:spLocks/>
          </p:cNvSpPr>
          <p:nvPr/>
        </p:nvSpPr>
        <p:spPr bwMode="auto">
          <a:xfrm>
            <a:off x="3335337" y="4211638"/>
            <a:ext cx="579437" cy="523875"/>
          </a:xfrm>
          <a:custGeom>
            <a:avLst/>
            <a:gdLst>
              <a:gd name="T0" fmla="*/ 730 w 730"/>
              <a:gd name="T1" fmla="*/ 0 h 659"/>
              <a:gd name="T2" fmla="*/ 518 w 730"/>
              <a:gd name="T3" fmla="*/ 659 h 659"/>
              <a:gd name="T4" fmla="*/ 0 w 730"/>
              <a:gd name="T5" fmla="*/ 173 h 659"/>
              <a:gd name="T6" fmla="*/ 730 w 730"/>
              <a:gd name="T7" fmla="*/ 0 h 6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30" h="659">
                <a:moveTo>
                  <a:pt x="730" y="0"/>
                </a:moveTo>
                <a:lnTo>
                  <a:pt x="518" y="659"/>
                </a:lnTo>
                <a:lnTo>
                  <a:pt x="0" y="173"/>
                </a:lnTo>
                <a:lnTo>
                  <a:pt x="73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0">
            <a:noFill/>
            <a:prstDash val="solid"/>
            <a:round/>
            <a:headEnd/>
            <a:tailEnd/>
          </a:ln>
          <a:effectLst>
            <a:outerShdw dir="2700000" algn="tl" rotWithShape="0">
              <a:schemeClr val="tx1">
                <a:alpha val="4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87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6612" y="228600"/>
            <a:ext cx="10552924" cy="685800"/>
          </a:xfrm>
          <a:solidFill>
            <a:srgbClr val="D6CB9A"/>
          </a:solidFill>
          <a:ln cmpd="sng">
            <a:solidFill>
              <a:schemeClr val="accent1"/>
            </a:solidFill>
          </a:ln>
        </p:spPr>
        <p:txBody>
          <a:bodyPr/>
          <a:lstStyle/>
          <a:p>
            <a:pPr algn="ctr"/>
            <a:r>
              <a:rPr lang="en-US" sz="3600" dirty="0" smtClean="0"/>
              <a:t>C1 Current State - BA Timelines</a:t>
            </a:r>
            <a:endParaRPr lang="en-CA" sz="3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12" y="1066800"/>
            <a:ext cx="10552924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944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836612" y="228600"/>
            <a:ext cx="10552924" cy="457200"/>
          </a:xfrm>
          <a:solidFill>
            <a:srgbClr val="D6CB9A"/>
          </a:solidFill>
          <a:ln cmpd="sng">
            <a:solidFill>
              <a:schemeClr val="accent1"/>
            </a:solidFill>
          </a:ln>
        </p:spPr>
        <p:txBody>
          <a:bodyPr/>
          <a:lstStyle/>
          <a:p>
            <a:pPr algn="ctr"/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BA Work Breakdown Structure</a:t>
            </a:r>
            <a:endParaRPr lang="en-CA" sz="3200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757035"/>
              </p:ext>
            </p:extLst>
          </p:nvPr>
        </p:nvGraphicFramePr>
        <p:xfrm>
          <a:off x="836613" y="685800"/>
          <a:ext cx="10668000" cy="579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Worksheet" r:id="rId3" imgW="12641802" imgH="11818462" progId="Excel.Sheet.12">
                  <p:embed/>
                </p:oleObj>
              </mc:Choice>
              <mc:Fallback>
                <p:oleObj name="Worksheet" r:id="rId3" imgW="12641802" imgH="1181846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6613" y="685800"/>
                        <a:ext cx="10668000" cy="579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2058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360612" y="685800"/>
            <a:ext cx="7924800" cy="541020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836612" y="228600"/>
            <a:ext cx="10552924" cy="457200"/>
          </a:xfrm>
          <a:prstGeom prst="rect">
            <a:avLst/>
          </a:prstGeom>
          <a:solidFill>
            <a:srgbClr val="D6CB9A"/>
          </a:solidFill>
          <a:ln cmpd="sng">
            <a:solidFill>
              <a:schemeClr val="accent1"/>
            </a:solidFill>
          </a:ln>
        </p:spPr>
        <p:txBody>
          <a:bodyPr vert="horz" lIns="0" tIns="0" rIns="0" bIns="0" rtlCol="0" anchor="b" anchorCtr="0">
            <a:no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3200" dirty="0" smtClean="0"/>
              <a:t>Identity &amp; Access Management User Roles 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335578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36612" y="228600"/>
            <a:ext cx="10552924" cy="457200"/>
          </a:xfrm>
          <a:prstGeom prst="rect">
            <a:avLst/>
          </a:prstGeom>
          <a:solidFill>
            <a:srgbClr val="D6CB9A"/>
          </a:solidFill>
          <a:ln cmpd="sng">
            <a:solidFill>
              <a:schemeClr val="accent1"/>
            </a:solidFill>
          </a:ln>
        </p:spPr>
        <p:txBody>
          <a:bodyPr vert="horz" lIns="0" tIns="0" rIns="0" bIns="0" rtlCol="0" anchor="b" anchorCtr="0">
            <a:no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3200" dirty="0" smtClean="0"/>
              <a:t>MDSB – Current State Context Diagram</a:t>
            </a:r>
            <a:endParaRPr lang="en-CA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12" y="685801"/>
            <a:ext cx="10552924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461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36612" y="228600"/>
            <a:ext cx="10552924" cy="457200"/>
          </a:xfrm>
          <a:prstGeom prst="rect">
            <a:avLst/>
          </a:prstGeom>
          <a:solidFill>
            <a:srgbClr val="D6CB9A"/>
          </a:solidFill>
          <a:ln cmpd="sng">
            <a:solidFill>
              <a:schemeClr val="accent1"/>
            </a:solidFill>
          </a:ln>
        </p:spPr>
        <p:txBody>
          <a:bodyPr vert="horz" lIns="0" tIns="0" rIns="0" bIns="0" rtlCol="0" anchor="b" anchorCtr="0">
            <a:no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3200" dirty="0" smtClean="0"/>
              <a:t>C1 – MDSB Channel - Current Product Map c</a:t>
            </a:r>
            <a:endParaRPr lang="en-CA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12" y="685799"/>
            <a:ext cx="10552924" cy="571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4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836612" y="228600"/>
            <a:ext cx="10552924" cy="457200"/>
          </a:xfrm>
          <a:prstGeom prst="rect">
            <a:avLst/>
          </a:prstGeom>
          <a:solidFill>
            <a:srgbClr val="D6CB9A"/>
          </a:solidFill>
          <a:ln cmpd="sng">
            <a:solidFill>
              <a:schemeClr val="accent1"/>
            </a:solidFill>
          </a:ln>
        </p:spPr>
        <p:txBody>
          <a:bodyPr vert="horz" lIns="0" tIns="0" rIns="0" bIns="0" rtlCol="0" anchor="b" anchorCtr="0">
            <a:no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CA" sz="3200" dirty="0" smtClean="0"/>
              <a:t/>
            </a:r>
            <a:br>
              <a:rPr lang="en-CA" sz="3200" dirty="0" smtClean="0"/>
            </a:br>
            <a:r>
              <a:rPr lang="en-US" sz="3200" dirty="0"/>
              <a:t>C1 – MDSB </a:t>
            </a:r>
            <a:r>
              <a:rPr lang="en-US" sz="3200" dirty="0" smtClean="0"/>
              <a:t>Channel – Product Functionality List</a:t>
            </a:r>
            <a:endParaRPr lang="en-CA" sz="3200" dirty="0"/>
          </a:p>
        </p:txBody>
      </p:sp>
      <p:graphicFrame>
        <p:nvGraphicFramePr>
          <p:cNvPr id="3" name="Content Placeholder 2"/>
          <p:cNvGraphicFramePr>
            <a:graphicFrameLocks noGrp="1" noChangeAspect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253938904"/>
              </p:ext>
            </p:extLst>
          </p:nvPr>
        </p:nvGraphicFramePr>
        <p:xfrm>
          <a:off x="836613" y="685801"/>
          <a:ext cx="10439400" cy="541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Worksheet" r:id="rId3" imgW="13723694" imgH="12138660" progId="Excel.Sheet.12">
                  <p:embed/>
                </p:oleObj>
              </mc:Choice>
              <mc:Fallback>
                <p:oleObj name="Worksheet" r:id="rId3" imgW="13723694" imgH="1213866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6613" y="685801"/>
                        <a:ext cx="10439400" cy="541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541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E2191C135504F9351B7DBCB2BE606" ma:contentTypeVersion="19" ma:contentTypeDescription="Create a new document." ma:contentTypeScope="" ma:versionID="144ddb5c3dec5e6553fff6a9e46bb08f">
  <xsd:schema xmlns:xsd="http://www.w3.org/2001/XMLSchema" xmlns:xs="http://www.w3.org/2001/XMLSchema" xmlns:p="http://schemas.microsoft.com/office/2006/metadata/properties" xmlns:ns2="6d778449-ff75-428e-914f-0c7c3a330bda" xmlns:ns3="9685b3f0-18b8-4ac0-8917-75cacc3928c8" xmlns:ns4="http://schemas.microsoft.com/sharepoint/v4" targetNamespace="http://schemas.microsoft.com/office/2006/metadata/properties" ma:root="true" ma:fieldsID="20e32d3dfd06a5d03c1eec57e40fefd4" ns2:_="" ns3:_="" ns4:_="">
    <xsd:import namespace="6d778449-ff75-428e-914f-0c7c3a330bda"/>
    <xsd:import namespace="9685b3f0-18b8-4ac0-8917-75cacc3928c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4:IconOverlay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449-ff75-428e-914f-0c7c3a330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04f31a-2814-4102-809d-73f760290a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5b3f0-18b8-4ac0-8917-75cacc3928c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dc0967b-2da2-44e6-873a-f241ab05c942}" ma:internalName="TaxCatchAll" ma:showField="CatchAllData" ma:web="9685b3f0-18b8-4ac0-8917-75cacc392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778449-ff75-428e-914f-0c7c3a330bda">
      <Terms xmlns="http://schemas.microsoft.com/office/infopath/2007/PartnerControls"/>
    </lcf76f155ced4ddcb4097134ff3c332f>
    <TaxCatchAll xmlns="9685b3f0-18b8-4ac0-8917-75cacc3928c8" xsi:nil="true"/>
    <IconOverlay xmlns="http://schemas.microsoft.com/sharepoint/v4" xsi:nil="true"/>
  </documentManagement>
</p:properties>
</file>

<file path=customXml/itemProps1.xml><?xml version="1.0" encoding="utf-8"?>
<ds:datastoreItem xmlns:ds="http://schemas.openxmlformats.org/officeDocument/2006/customXml" ds:itemID="{95992845-9EE4-48B2-BC35-F37A48D8BFF1}"/>
</file>

<file path=customXml/itemProps2.xml><?xml version="1.0" encoding="utf-8"?>
<ds:datastoreItem xmlns:ds="http://schemas.openxmlformats.org/officeDocument/2006/customXml" ds:itemID="{D73780EA-2E52-4B2F-B821-AD3AAC0D4C2B}"/>
</file>

<file path=customXml/itemProps3.xml><?xml version="1.0" encoding="utf-8"?>
<ds:datastoreItem xmlns:ds="http://schemas.openxmlformats.org/officeDocument/2006/customXml" ds:itemID="{50FF8C33-6966-4A55-AACB-05D20E047483}"/>
</file>

<file path=docMetadata/LabelInfo.xml><?xml version="1.0" encoding="utf-8"?>
<clbl:labelList xmlns:clbl="http://schemas.microsoft.com/office/2020/mipLabelMetadata">
  <clbl:label id="{4e1dbe9c-67f7-4be6-a2b7-0951d57be59d}" enabled="1" method="Standard" siteId="{bbf04c3f-b0e3-4b50-bd1b-10ce0b7438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6153</TotalTime>
  <Words>51</Words>
  <Application>Microsoft Office PowerPoint</Application>
  <PresentationFormat>Custom</PresentationFormat>
  <Paragraphs>21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Office Theme</vt:lpstr>
      <vt:lpstr>Microsoft Excel Worksheet</vt:lpstr>
      <vt:lpstr>DIGITAL – ON LINE BANKING Review Timelines &amp; Validation of Deliverables completed as of Jan 22 </vt:lpstr>
      <vt:lpstr>C1 Current State - BA Timelines</vt:lpstr>
      <vt:lpstr> BA Work Breakdown Structure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SlideModel PowerPoint Wide</dc:title>
  <dc:creator>Sandra Maza</dc:creator>
  <cp:lastModifiedBy>Sandra Maza</cp:lastModifiedBy>
  <cp:revision>144</cp:revision>
  <dcterms:created xsi:type="dcterms:W3CDTF">2013-09-12T13:05:01Z</dcterms:created>
  <dcterms:modified xsi:type="dcterms:W3CDTF">2020-01-22T15:55:15Z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0x010100CA6E2191C135504F9351B7DBCB2BE606</vt:lpwstr>
  </property>
  <property fmtid="{D5CDD505-2E9C-101B-9397-08002B2CF9AE}" pid="3" name="URL">
    <vt:lpwstr/>
  </property>
</Properties>
</file>