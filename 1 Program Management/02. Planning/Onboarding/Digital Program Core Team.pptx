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7.xml" ContentType="application/vnd.openxmlformats-officedocument.theme+xml"/>
  <Override PartName="/ppt/slideLayouts/slideLayout15.xml" ContentType="application/vnd.openxmlformats-officedocument.presentationml.slideLayout+xml"/>
  <Override PartName="/ppt/theme/theme8.xml" ContentType="application/vnd.openxmlformats-officedocument.theme+xml"/>
  <Override PartName="/ppt/slideLayouts/slideLayout16.xml" ContentType="application/vnd.openxmlformats-officedocument.presentationml.slideLayout+xml"/>
  <Override PartName="/ppt/theme/theme9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10.xml" ContentType="application/vnd.openxmlformats-officedocument.theme+xml"/>
  <Override PartName="/ppt/slideLayouts/slideLayout25.xml" ContentType="application/vnd.openxmlformats-officedocument.presentationml.slideLayout+xml"/>
  <Override PartName="/ppt/theme/theme11.xml" ContentType="application/vnd.openxmlformats-officedocument.theme+xml"/>
  <Override PartName="/ppt/slideLayouts/slideLayout26.xml" ContentType="application/vnd.openxmlformats-officedocument.presentationml.slideLayout+xml"/>
  <Override PartName="/ppt/theme/theme1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3.xml" ContentType="application/vnd.openxmlformats-officedocument.theme+xml"/>
  <Override PartName="/ppt/slideLayouts/slideLayout33.xml" ContentType="application/vnd.openxmlformats-officedocument.presentationml.slideLayout+xml"/>
  <Override PartName="/ppt/theme/theme14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6.xml" ContentType="application/vnd.openxmlformats-officedocument.theme+xml"/>
  <Override PartName="/ppt/slideLayouts/slideLayout42.xml" ContentType="application/vnd.openxmlformats-officedocument.presentationml.slideLayout+xml"/>
  <Override PartName="/ppt/theme/theme1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19.xml" ContentType="application/vnd.openxmlformats-officedocument.theme+xml"/>
  <Override PartName="/ppt/slideLayouts/slideLayout56.xml" ContentType="application/vnd.openxmlformats-officedocument.presentationml.slideLayout+xml"/>
  <Override PartName="/ppt/theme/theme20.xml" ContentType="application/vnd.openxmlformats-officedocument.theme+xml"/>
  <Override PartName="/ppt/slideLayouts/slideLayout57.xml" ContentType="application/vnd.openxmlformats-officedocument.presentationml.slideLayout+xml"/>
  <Override PartName="/ppt/theme/theme21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2.xml" ContentType="application/vnd.openxmlformats-officedocument.theme+xml"/>
  <Override PartName="/ppt/slideLayouts/slideLayout64.xml" ContentType="application/vnd.openxmlformats-officedocument.presentationml.slideLayout+xml"/>
  <Override PartName="/ppt/theme/theme23.xml" ContentType="application/vnd.openxmlformats-officedocument.theme+xml"/>
  <Override PartName="/ppt/slideLayouts/slideLayout65.xml" ContentType="application/vnd.openxmlformats-officedocument.presentationml.slideLayout+xml"/>
  <Override PartName="/ppt/theme/theme24.xml" ContentType="application/vnd.openxmlformats-officedocument.theme+xml"/>
  <Override PartName="/ppt/slideLayouts/slideLayout66.xml" ContentType="application/vnd.openxmlformats-officedocument.presentationml.slideLayout+xml"/>
  <Override PartName="/ppt/theme/theme25.xml" ContentType="application/vnd.openxmlformats-officedocument.theme+xml"/>
  <Override PartName="/ppt/slideLayouts/slideLayout67.xml" ContentType="application/vnd.openxmlformats-officedocument.presentationml.slideLayout+xml"/>
  <Override PartName="/ppt/theme/theme26.xml" ContentType="application/vnd.openxmlformats-officedocument.theme+xml"/>
  <Override PartName="/ppt/slideLayouts/slideLayout68.xml" ContentType="application/vnd.openxmlformats-officedocument.presentationml.slideLayout+xml"/>
  <Override PartName="/ppt/theme/theme27.xml" ContentType="application/vnd.openxmlformats-officedocument.theme+xml"/>
  <Override PartName="/ppt/slideLayouts/slideLayout69.xml" ContentType="application/vnd.openxmlformats-officedocument.presentationml.slideLayout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844" r:id="rId5"/>
    <p:sldMasterId id="2147483701" r:id="rId6"/>
    <p:sldMasterId id="2147483709" r:id="rId7"/>
    <p:sldMasterId id="2147483699" r:id="rId8"/>
    <p:sldMasterId id="2147483711" r:id="rId9"/>
    <p:sldMasterId id="2147483800" r:id="rId10"/>
    <p:sldMasterId id="2147483758" r:id="rId11"/>
    <p:sldMasterId id="2147483715" r:id="rId12"/>
    <p:sldMasterId id="2147483808" r:id="rId13"/>
    <p:sldMasterId id="2147483785" r:id="rId14"/>
    <p:sldMasterId id="2147483707" r:id="rId15"/>
    <p:sldMasterId id="2147483816" r:id="rId16"/>
    <p:sldMasterId id="2147483783" r:id="rId17"/>
    <p:sldMasterId id="2147483713" r:id="rId18"/>
    <p:sldMasterId id="2147483823" r:id="rId19"/>
    <p:sldMasterId id="2147483763" r:id="rId20"/>
    <p:sldMasterId id="2147483717" r:id="rId21"/>
    <p:sldMasterId id="2147483830" r:id="rId22"/>
    <p:sldMasterId id="2147483773" r:id="rId23"/>
    <p:sldMasterId id="2147483719" r:id="rId24"/>
    <p:sldMasterId id="2147483837" r:id="rId25"/>
    <p:sldMasterId id="2147483729" r:id="rId26"/>
    <p:sldMasterId id="2147483796" r:id="rId27"/>
    <p:sldMasterId id="2147483846" r:id="rId28"/>
    <p:sldMasterId id="2147483727" r:id="rId29"/>
    <p:sldMasterId id="2147483725" r:id="rId30"/>
    <p:sldMasterId id="2147483798" r:id="rId31"/>
  </p:sldMasterIdLst>
  <p:notesMasterIdLst>
    <p:notesMasterId r:id="rId59"/>
  </p:notesMasterIdLst>
  <p:handoutMasterIdLst>
    <p:handoutMasterId r:id="rId60"/>
  </p:handoutMasterIdLst>
  <p:sldIdLst>
    <p:sldId id="256" r:id="rId32"/>
    <p:sldId id="302" r:id="rId33"/>
    <p:sldId id="391" r:id="rId34"/>
    <p:sldId id="427" r:id="rId35"/>
    <p:sldId id="426" r:id="rId36"/>
    <p:sldId id="421" r:id="rId37"/>
    <p:sldId id="422" r:id="rId38"/>
    <p:sldId id="428" r:id="rId39"/>
    <p:sldId id="424" r:id="rId40"/>
    <p:sldId id="425" r:id="rId41"/>
    <p:sldId id="413" r:id="rId42"/>
    <p:sldId id="393" r:id="rId43"/>
    <p:sldId id="390" r:id="rId44"/>
    <p:sldId id="394" r:id="rId45"/>
    <p:sldId id="418" r:id="rId46"/>
    <p:sldId id="396" r:id="rId47"/>
    <p:sldId id="389" r:id="rId48"/>
    <p:sldId id="405" r:id="rId49"/>
    <p:sldId id="430" r:id="rId50"/>
    <p:sldId id="431" r:id="rId51"/>
    <p:sldId id="432" r:id="rId52"/>
    <p:sldId id="436" r:id="rId53"/>
    <p:sldId id="411" r:id="rId54"/>
    <p:sldId id="410" r:id="rId55"/>
    <p:sldId id="433" r:id="rId56"/>
    <p:sldId id="434" r:id="rId57"/>
    <p:sldId id="435" r:id="rId58"/>
  </p:sldIdLst>
  <p:sldSz cx="9144000" cy="5143500" type="screen16x9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Madeleine Dery" initials="MD" lastIdx="2" clrIdx="0">
    <p:extLst>
      <p:ext uri="{19B8F6BF-5375-455C-9EA6-DF929625EA0E}">
        <p15:presenceInfo xmlns:p15="http://schemas.microsoft.com/office/powerpoint/2012/main" userId="Madeleine De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AA6"/>
    <a:srgbClr val="0097A9"/>
    <a:srgbClr val="DAAA00"/>
    <a:srgbClr val="003B5C"/>
    <a:srgbClr val="BAC5B9"/>
    <a:srgbClr val="A9ACA0"/>
    <a:srgbClr val="2DCCD3"/>
    <a:srgbClr val="FF8200"/>
    <a:srgbClr val="84754E"/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6158" autoAdjust="0"/>
  </p:normalViewPr>
  <p:slideViewPr>
    <p:cSldViewPr snapToGrid="0">
      <p:cViewPr varScale="1">
        <p:scale>
          <a:sx n="138" d="100"/>
          <a:sy n="138" d="100"/>
        </p:scale>
        <p:origin x="120" y="612"/>
      </p:cViewPr>
      <p:guideLst>
        <p:guide orient="horz" pos="1620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2892" y="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Master" Target="slideMasters/slideMaster23.xml"/><Relationship Id="rId39" Type="http://schemas.openxmlformats.org/officeDocument/2006/relationships/slide" Target="slides/slide8.xml"/><Relationship Id="rId21" Type="http://schemas.openxmlformats.org/officeDocument/2006/relationships/slideMaster" Target="slideMasters/slideMaster18.xml"/><Relationship Id="rId34" Type="http://schemas.openxmlformats.org/officeDocument/2006/relationships/slide" Target="slides/slide3.xml"/><Relationship Id="rId42" Type="http://schemas.openxmlformats.org/officeDocument/2006/relationships/slide" Target="slides/slide11.xml"/><Relationship Id="rId47" Type="http://schemas.openxmlformats.org/officeDocument/2006/relationships/slide" Target="slides/slide16.xml"/><Relationship Id="rId50" Type="http://schemas.openxmlformats.org/officeDocument/2006/relationships/slide" Target="slides/slide19.xml"/><Relationship Id="rId55" Type="http://schemas.openxmlformats.org/officeDocument/2006/relationships/slide" Target="slides/slide24.xml"/><Relationship Id="rId63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Master" Target="slideMasters/slideMaster26.xml"/><Relationship Id="rId41" Type="http://schemas.openxmlformats.org/officeDocument/2006/relationships/slide" Target="slides/slide10.xml"/><Relationship Id="rId54" Type="http://schemas.openxmlformats.org/officeDocument/2006/relationships/slide" Target="slides/slide23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Master" Target="slideMasters/slideMaster21.xml"/><Relationship Id="rId32" Type="http://schemas.openxmlformats.org/officeDocument/2006/relationships/slide" Target="slides/slide1.xml"/><Relationship Id="rId37" Type="http://schemas.openxmlformats.org/officeDocument/2006/relationships/slide" Target="slides/slide6.xml"/><Relationship Id="rId40" Type="http://schemas.openxmlformats.org/officeDocument/2006/relationships/slide" Target="slides/slide9.xml"/><Relationship Id="rId45" Type="http://schemas.openxmlformats.org/officeDocument/2006/relationships/slide" Target="slides/slide14.xml"/><Relationship Id="rId53" Type="http://schemas.openxmlformats.org/officeDocument/2006/relationships/slide" Target="slides/slide22.xml"/><Relationship Id="rId58" Type="http://schemas.openxmlformats.org/officeDocument/2006/relationships/slide" Target="slides/slide27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Master" Target="slideMasters/slideMaster20.xml"/><Relationship Id="rId28" Type="http://schemas.openxmlformats.org/officeDocument/2006/relationships/slideMaster" Target="slideMasters/slideMaster25.xml"/><Relationship Id="rId36" Type="http://schemas.openxmlformats.org/officeDocument/2006/relationships/slide" Target="slides/slide5.xml"/><Relationship Id="rId49" Type="http://schemas.openxmlformats.org/officeDocument/2006/relationships/slide" Target="slides/slide18.xml"/><Relationship Id="rId57" Type="http://schemas.openxmlformats.org/officeDocument/2006/relationships/slide" Target="slides/slide26.xml"/><Relationship Id="rId61" Type="http://schemas.openxmlformats.org/officeDocument/2006/relationships/commentAuthors" Target="commentAuthors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slideMaster" Target="slideMasters/slideMaster28.xml"/><Relationship Id="rId44" Type="http://schemas.openxmlformats.org/officeDocument/2006/relationships/slide" Target="slides/slide13.xml"/><Relationship Id="rId52" Type="http://schemas.openxmlformats.org/officeDocument/2006/relationships/slide" Target="slides/slide21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Master" Target="slideMasters/slideMaster19.xml"/><Relationship Id="rId27" Type="http://schemas.openxmlformats.org/officeDocument/2006/relationships/slideMaster" Target="slideMasters/slideMaster24.xml"/><Relationship Id="rId30" Type="http://schemas.openxmlformats.org/officeDocument/2006/relationships/slideMaster" Target="slideMasters/slideMaster27.xml"/><Relationship Id="rId35" Type="http://schemas.openxmlformats.org/officeDocument/2006/relationships/slide" Target="slides/slide4.xml"/><Relationship Id="rId43" Type="http://schemas.openxmlformats.org/officeDocument/2006/relationships/slide" Target="slides/slide12.xml"/><Relationship Id="rId48" Type="http://schemas.openxmlformats.org/officeDocument/2006/relationships/slide" Target="slides/slide17.xml"/><Relationship Id="rId56" Type="http://schemas.openxmlformats.org/officeDocument/2006/relationships/slide" Target="slides/slide25.xml"/><Relationship Id="rId64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20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Master" Target="slideMasters/slideMaster22.xml"/><Relationship Id="rId33" Type="http://schemas.openxmlformats.org/officeDocument/2006/relationships/slide" Target="slides/slide2.xml"/><Relationship Id="rId38" Type="http://schemas.openxmlformats.org/officeDocument/2006/relationships/slide" Target="slides/slide7.xml"/><Relationship Id="rId46" Type="http://schemas.openxmlformats.org/officeDocument/2006/relationships/slide" Target="slides/slide15.xml"/><Relationship Id="rId5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10CE60-1782-4FC2-A15D-293B5EDE024D}" type="doc">
      <dgm:prSet loTypeId="urn:microsoft.com/office/officeart/2005/8/layout/orgChart1" loCatId="hierarchy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42EE39-4508-40BC-874B-B5C1EE7DBEC5}">
      <dgm:prSet phldrT="[Text]" custT="1"/>
      <dgm:spPr/>
      <dgm:t>
        <a:bodyPr/>
        <a:lstStyle/>
        <a:p>
          <a:r>
            <a:rPr lang="en-US" sz="1600" b="1" dirty="0" smtClean="0"/>
            <a:t>Sponsor Oversight</a:t>
          </a:r>
          <a:endParaRPr lang="en-US" sz="1600" b="1" dirty="0"/>
        </a:p>
      </dgm:t>
    </dgm:pt>
    <dgm:pt modelId="{B7D971CC-267C-4CA6-B7A2-F0DA6D5F955D}" type="parTrans" cxnId="{E7974030-4714-43D6-8A25-2B2C1F1C505E}">
      <dgm:prSet/>
      <dgm:spPr/>
      <dgm:t>
        <a:bodyPr/>
        <a:lstStyle/>
        <a:p>
          <a:endParaRPr lang="en-US" sz="1600" b="1">
            <a:solidFill>
              <a:schemeClr val="tx1">
                <a:lumMod val="50000"/>
              </a:schemeClr>
            </a:solidFill>
          </a:endParaRPr>
        </a:p>
      </dgm:t>
    </dgm:pt>
    <dgm:pt modelId="{8BA6BCB7-46E0-4AAF-8152-8658F41E70A9}" type="sibTrans" cxnId="{E7974030-4714-43D6-8A25-2B2C1F1C505E}">
      <dgm:prSet/>
      <dgm:spPr/>
      <dgm:t>
        <a:bodyPr/>
        <a:lstStyle/>
        <a:p>
          <a:endParaRPr lang="en-US" sz="1600" b="1">
            <a:solidFill>
              <a:schemeClr val="tx1">
                <a:lumMod val="50000"/>
              </a:schemeClr>
            </a:solidFill>
          </a:endParaRPr>
        </a:p>
      </dgm:t>
    </dgm:pt>
    <dgm:pt modelId="{04D2AF1F-55A8-4BBD-9D53-4B8C4CA697C5}">
      <dgm:prSet custT="1"/>
      <dgm:spPr/>
      <dgm:t>
        <a:bodyPr/>
        <a:lstStyle/>
        <a:p>
          <a:r>
            <a:rPr lang="en-US" sz="1600" b="1" dirty="0" smtClean="0"/>
            <a:t>Program Owners</a:t>
          </a:r>
          <a:endParaRPr lang="en-US" sz="1600" b="1" dirty="0"/>
        </a:p>
      </dgm:t>
    </dgm:pt>
    <dgm:pt modelId="{61844B51-877A-4230-972C-08FA70990BCB}" type="parTrans" cxnId="{0CC9103F-7389-41EA-B430-C270DE794AAF}">
      <dgm:prSet/>
      <dgm:spPr/>
      <dgm:t>
        <a:bodyPr/>
        <a:lstStyle/>
        <a:p>
          <a:endParaRPr lang="en-US" sz="1600" b="1">
            <a:solidFill>
              <a:schemeClr val="tx1">
                <a:lumMod val="50000"/>
              </a:schemeClr>
            </a:solidFill>
          </a:endParaRPr>
        </a:p>
      </dgm:t>
    </dgm:pt>
    <dgm:pt modelId="{E2AF3FD9-5185-4C4C-A545-2425539618F8}" type="sibTrans" cxnId="{0CC9103F-7389-41EA-B430-C270DE794AAF}">
      <dgm:prSet/>
      <dgm:spPr/>
      <dgm:t>
        <a:bodyPr/>
        <a:lstStyle/>
        <a:p>
          <a:endParaRPr lang="en-US" sz="1600" b="1">
            <a:solidFill>
              <a:schemeClr val="tx1">
                <a:lumMod val="50000"/>
              </a:schemeClr>
            </a:solidFill>
          </a:endParaRPr>
        </a:p>
      </dgm:t>
    </dgm:pt>
    <dgm:pt modelId="{98B663E8-4AC4-4923-9366-337EF0148F60}">
      <dgm:prSet custT="1"/>
      <dgm:spPr/>
      <dgm:t>
        <a:bodyPr/>
        <a:lstStyle/>
        <a:p>
          <a:r>
            <a:rPr lang="en-US" sz="1600" b="1" dirty="0" smtClean="0"/>
            <a:t>Program Manager</a:t>
          </a:r>
          <a:endParaRPr lang="en-US" sz="1600" b="1" dirty="0"/>
        </a:p>
      </dgm:t>
    </dgm:pt>
    <dgm:pt modelId="{FF700FDB-34F7-4A25-89FC-116480EE3283}" type="parTrans" cxnId="{E50A1512-3025-404F-983A-5E9355AC1FEA}">
      <dgm:prSet/>
      <dgm:spPr/>
      <dgm:t>
        <a:bodyPr/>
        <a:lstStyle/>
        <a:p>
          <a:endParaRPr lang="en-US" sz="1600" b="1">
            <a:solidFill>
              <a:schemeClr val="tx1">
                <a:lumMod val="50000"/>
              </a:schemeClr>
            </a:solidFill>
          </a:endParaRPr>
        </a:p>
      </dgm:t>
    </dgm:pt>
    <dgm:pt modelId="{78759A5D-3104-4BE9-B45A-D00BCF97E2C6}" type="sibTrans" cxnId="{E50A1512-3025-404F-983A-5E9355AC1FEA}">
      <dgm:prSet/>
      <dgm:spPr/>
      <dgm:t>
        <a:bodyPr/>
        <a:lstStyle/>
        <a:p>
          <a:endParaRPr lang="en-US" sz="1600" b="1">
            <a:solidFill>
              <a:schemeClr val="tx1">
                <a:lumMod val="50000"/>
              </a:schemeClr>
            </a:solidFill>
          </a:endParaRPr>
        </a:p>
      </dgm:t>
    </dgm:pt>
    <dgm:pt modelId="{E6C3428B-2E17-4ECB-98C1-BF0DE5C7FA12}">
      <dgm:prSet custT="1"/>
      <dgm:spPr/>
      <dgm:t>
        <a:bodyPr/>
        <a:lstStyle/>
        <a:p>
          <a:r>
            <a:rPr lang="en-US" sz="1600" b="1" dirty="0" smtClean="0"/>
            <a:t>Core Program Leads / Team</a:t>
          </a:r>
          <a:endParaRPr lang="en-US" sz="1600" b="1" dirty="0"/>
        </a:p>
      </dgm:t>
    </dgm:pt>
    <dgm:pt modelId="{134B6C68-1953-4684-A4D4-3CB4E834BA41}" type="parTrans" cxnId="{3C72E6C8-0E54-4BD3-8AB1-20218C756EFD}">
      <dgm:prSet/>
      <dgm:spPr/>
      <dgm:t>
        <a:bodyPr/>
        <a:lstStyle/>
        <a:p>
          <a:endParaRPr lang="en-US"/>
        </a:p>
      </dgm:t>
    </dgm:pt>
    <dgm:pt modelId="{F045AF35-18C7-43A9-8629-6AB308946656}" type="sibTrans" cxnId="{3C72E6C8-0E54-4BD3-8AB1-20218C756EFD}">
      <dgm:prSet/>
      <dgm:spPr/>
      <dgm:t>
        <a:bodyPr/>
        <a:lstStyle/>
        <a:p>
          <a:endParaRPr lang="en-US"/>
        </a:p>
      </dgm:t>
    </dgm:pt>
    <dgm:pt modelId="{88FEBE28-28A8-4C57-97B3-758BBF14E322}">
      <dgm:prSet phldrT="[Text]" custT="1"/>
      <dgm:spPr/>
      <dgm:t>
        <a:bodyPr/>
        <a:lstStyle/>
        <a:p>
          <a:r>
            <a:rPr lang="en-US" sz="1600" b="1" dirty="0" smtClean="0"/>
            <a:t>Executive Steering Committee</a:t>
          </a:r>
          <a:endParaRPr lang="en-US" sz="1600" b="1" dirty="0"/>
        </a:p>
      </dgm:t>
    </dgm:pt>
    <dgm:pt modelId="{BF2C25D5-0F4D-4391-A258-FAB14C8D97E8}" type="parTrans" cxnId="{64E59804-F2E8-4496-AB4B-5B4BE7B9B2B2}">
      <dgm:prSet/>
      <dgm:spPr/>
      <dgm:t>
        <a:bodyPr/>
        <a:lstStyle/>
        <a:p>
          <a:endParaRPr lang="en-US"/>
        </a:p>
      </dgm:t>
    </dgm:pt>
    <dgm:pt modelId="{FDDFA91B-E40B-492F-9D90-427986C9DD88}" type="sibTrans" cxnId="{64E59804-F2E8-4496-AB4B-5B4BE7B9B2B2}">
      <dgm:prSet/>
      <dgm:spPr/>
      <dgm:t>
        <a:bodyPr/>
        <a:lstStyle/>
        <a:p>
          <a:endParaRPr lang="en-US"/>
        </a:p>
      </dgm:t>
    </dgm:pt>
    <dgm:pt modelId="{B68D7580-45BC-45F1-A193-14F972DB6F9A}" type="pres">
      <dgm:prSet presAssocID="{8510CE60-1782-4FC2-A15D-293B5EDE024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BE5CB544-3402-4FBF-B11F-CF95781610C1}" type="pres">
      <dgm:prSet presAssocID="{88FEBE28-28A8-4C57-97B3-758BBF14E322}" presName="hierRoot1" presStyleCnt="0">
        <dgm:presLayoutVars>
          <dgm:hierBranch val="init"/>
        </dgm:presLayoutVars>
      </dgm:prSet>
      <dgm:spPr/>
    </dgm:pt>
    <dgm:pt modelId="{8E534F74-9917-4F80-A8B3-E52A937ED02E}" type="pres">
      <dgm:prSet presAssocID="{88FEBE28-28A8-4C57-97B3-758BBF14E322}" presName="rootComposite1" presStyleCnt="0"/>
      <dgm:spPr/>
    </dgm:pt>
    <dgm:pt modelId="{E055AB45-DF8C-4CEA-9220-098CF402C4DE}" type="pres">
      <dgm:prSet presAssocID="{88FEBE28-28A8-4C57-97B3-758BBF14E322}" presName="rootText1" presStyleLbl="node0" presStyleIdx="0" presStyleCnt="1" custScaleY="13047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1018EFD-E1B8-4BD3-853E-ECD9D973194A}" type="pres">
      <dgm:prSet presAssocID="{88FEBE28-28A8-4C57-97B3-758BBF14E322}" presName="rootConnector1" presStyleLbl="node1" presStyleIdx="0" presStyleCnt="0"/>
      <dgm:spPr/>
      <dgm:t>
        <a:bodyPr/>
        <a:lstStyle/>
        <a:p>
          <a:endParaRPr lang="en-US"/>
        </a:p>
      </dgm:t>
    </dgm:pt>
    <dgm:pt modelId="{4C7AABFE-983D-4CBD-8D30-1163ED8B798C}" type="pres">
      <dgm:prSet presAssocID="{88FEBE28-28A8-4C57-97B3-758BBF14E322}" presName="hierChild2" presStyleCnt="0"/>
      <dgm:spPr/>
    </dgm:pt>
    <dgm:pt modelId="{1BB08C14-2871-422C-B6F6-ACEE4AA9C4F0}" type="pres">
      <dgm:prSet presAssocID="{B7D971CC-267C-4CA6-B7A2-F0DA6D5F955D}" presName="Name37" presStyleLbl="parChTrans1D2" presStyleIdx="0" presStyleCnt="1"/>
      <dgm:spPr/>
      <dgm:t>
        <a:bodyPr/>
        <a:lstStyle/>
        <a:p>
          <a:endParaRPr lang="en-US"/>
        </a:p>
      </dgm:t>
    </dgm:pt>
    <dgm:pt modelId="{2034C6F1-BF65-48F8-8F65-49D0D2EF62C6}" type="pres">
      <dgm:prSet presAssocID="{C142EE39-4508-40BC-874B-B5C1EE7DBEC5}" presName="hierRoot2" presStyleCnt="0">
        <dgm:presLayoutVars>
          <dgm:hierBranch val="init"/>
        </dgm:presLayoutVars>
      </dgm:prSet>
      <dgm:spPr/>
    </dgm:pt>
    <dgm:pt modelId="{C7FE6E25-84A7-4A74-B492-1AD1E3083A89}" type="pres">
      <dgm:prSet presAssocID="{C142EE39-4508-40BC-874B-B5C1EE7DBEC5}" presName="rootComposite" presStyleCnt="0"/>
      <dgm:spPr/>
    </dgm:pt>
    <dgm:pt modelId="{3A1589A3-F528-4EC7-AC21-631022434F8D}" type="pres">
      <dgm:prSet presAssocID="{C142EE39-4508-40BC-874B-B5C1EE7DBEC5}" presName="rootText" presStyleLbl="node2" presStyleIdx="0" presStyleCnt="1" custLinFactNeighborY="-1080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4F7D57C-9C42-4C5D-A4DF-790C25EEAED0}" type="pres">
      <dgm:prSet presAssocID="{C142EE39-4508-40BC-874B-B5C1EE7DBEC5}" presName="rootConnector" presStyleLbl="node2" presStyleIdx="0" presStyleCnt="1"/>
      <dgm:spPr/>
      <dgm:t>
        <a:bodyPr/>
        <a:lstStyle/>
        <a:p>
          <a:endParaRPr lang="en-US"/>
        </a:p>
      </dgm:t>
    </dgm:pt>
    <dgm:pt modelId="{58E4EF1D-36F6-44E8-90DF-0298BD35E194}" type="pres">
      <dgm:prSet presAssocID="{C142EE39-4508-40BC-874B-B5C1EE7DBEC5}" presName="hierChild4" presStyleCnt="0"/>
      <dgm:spPr/>
    </dgm:pt>
    <dgm:pt modelId="{FDF39C3E-44D1-4AA5-A17C-12E3D4500E92}" type="pres">
      <dgm:prSet presAssocID="{61844B51-877A-4230-972C-08FA70990BCB}" presName="Name37" presStyleLbl="parChTrans1D3" presStyleIdx="0" presStyleCnt="1"/>
      <dgm:spPr/>
      <dgm:t>
        <a:bodyPr/>
        <a:lstStyle/>
        <a:p>
          <a:endParaRPr lang="en-US"/>
        </a:p>
      </dgm:t>
    </dgm:pt>
    <dgm:pt modelId="{4BCAB88C-9CFB-4B63-9814-4BA25D896DE7}" type="pres">
      <dgm:prSet presAssocID="{04D2AF1F-55A8-4BBD-9D53-4B8C4CA697C5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15EC8365-C1C9-4FBC-9958-F78A8D4123BD}" type="pres">
      <dgm:prSet presAssocID="{04D2AF1F-55A8-4BBD-9D53-4B8C4CA697C5}" presName="rootComposite" presStyleCnt="0"/>
      <dgm:spPr/>
      <dgm:t>
        <a:bodyPr/>
        <a:lstStyle/>
        <a:p>
          <a:endParaRPr lang="en-US"/>
        </a:p>
      </dgm:t>
    </dgm:pt>
    <dgm:pt modelId="{9052E0B1-F98A-42ED-B119-D00E3CC74152}" type="pres">
      <dgm:prSet presAssocID="{04D2AF1F-55A8-4BBD-9D53-4B8C4CA697C5}" presName="rootText" presStyleLbl="node3" presStyleIdx="0" presStyleCnt="1" custScaleX="153329" custLinFactNeighborY="-675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B3C2690-92C3-42B7-9F36-A552A7B1EFBF}" type="pres">
      <dgm:prSet presAssocID="{04D2AF1F-55A8-4BBD-9D53-4B8C4CA697C5}" presName="rootConnector" presStyleLbl="node3" presStyleIdx="0" presStyleCnt="1"/>
      <dgm:spPr/>
      <dgm:t>
        <a:bodyPr/>
        <a:lstStyle/>
        <a:p>
          <a:endParaRPr lang="en-US"/>
        </a:p>
      </dgm:t>
    </dgm:pt>
    <dgm:pt modelId="{AD1E686E-8690-477A-AB23-EEA2537824AD}" type="pres">
      <dgm:prSet presAssocID="{04D2AF1F-55A8-4BBD-9D53-4B8C4CA697C5}" presName="hierChild4" presStyleCnt="0"/>
      <dgm:spPr/>
      <dgm:t>
        <a:bodyPr/>
        <a:lstStyle/>
        <a:p>
          <a:endParaRPr lang="en-US"/>
        </a:p>
      </dgm:t>
    </dgm:pt>
    <dgm:pt modelId="{EEB1ED2E-88DA-4527-A69A-FF97A758E20C}" type="pres">
      <dgm:prSet presAssocID="{FF700FDB-34F7-4A25-89FC-116480EE3283}" presName="Name37" presStyleLbl="parChTrans1D4" presStyleIdx="0" presStyleCnt="2"/>
      <dgm:spPr/>
      <dgm:t>
        <a:bodyPr/>
        <a:lstStyle/>
        <a:p>
          <a:endParaRPr lang="en-US"/>
        </a:p>
      </dgm:t>
    </dgm:pt>
    <dgm:pt modelId="{A8319BD1-2AAA-4C69-A4D3-8475A2703D69}" type="pres">
      <dgm:prSet presAssocID="{98B663E8-4AC4-4923-9366-337EF0148F60}" presName="hierRoot2" presStyleCnt="0">
        <dgm:presLayoutVars>
          <dgm:hierBranch val="r"/>
        </dgm:presLayoutVars>
      </dgm:prSet>
      <dgm:spPr/>
      <dgm:t>
        <a:bodyPr/>
        <a:lstStyle/>
        <a:p>
          <a:endParaRPr lang="en-US"/>
        </a:p>
      </dgm:t>
    </dgm:pt>
    <dgm:pt modelId="{645D97A5-D851-47E7-B7D6-9AB229B6E442}" type="pres">
      <dgm:prSet presAssocID="{98B663E8-4AC4-4923-9366-337EF0148F60}" presName="rootComposite" presStyleCnt="0"/>
      <dgm:spPr/>
      <dgm:t>
        <a:bodyPr/>
        <a:lstStyle/>
        <a:p>
          <a:endParaRPr lang="en-US"/>
        </a:p>
      </dgm:t>
    </dgm:pt>
    <dgm:pt modelId="{B93406B3-6CA5-4064-85A6-B43D1878ECE3}" type="pres">
      <dgm:prSet presAssocID="{98B663E8-4AC4-4923-9366-337EF0148F60}" presName="rootText" presStyleLbl="node4" presStyleIdx="0" presStyleCnt="2" custScaleX="153329" custLinFactNeighborY="-675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CA39872-4666-4B48-9CC1-875673F24003}" type="pres">
      <dgm:prSet presAssocID="{98B663E8-4AC4-4923-9366-337EF0148F60}" presName="rootConnector" presStyleLbl="node4" presStyleIdx="0" presStyleCnt="2"/>
      <dgm:spPr/>
      <dgm:t>
        <a:bodyPr/>
        <a:lstStyle/>
        <a:p>
          <a:endParaRPr lang="en-US"/>
        </a:p>
      </dgm:t>
    </dgm:pt>
    <dgm:pt modelId="{FFC16B33-9437-403D-B340-3A1D9B07333D}" type="pres">
      <dgm:prSet presAssocID="{98B663E8-4AC4-4923-9366-337EF0148F60}" presName="hierChild4" presStyleCnt="0"/>
      <dgm:spPr/>
      <dgm:t>
        <a:bodyPr/>
        <a:lstStyle/>
        <a:p>
          <a:endParaRPr lang="en-US"/>
        </a:p>
      </dgm:t>
    </dgm:pt>
    <dgm:pt modelId="{8C64C7C0-0BF7-4F2F-8F93-1AA3A52C6776}" type="pres">
      <dgm:prSet presAssocID="{134B6C68-1953-4684-A4D4-3CB4E834BA41}" presName="Name50" presStyleLbl="parChTrans1D4" presStyleIdx="1" presStyleCnt="2"/>
      <dgm:spPr/>
      <dgm:t>
        <a:bodyPr/>
        <a:lstStyle/>
        <a:p>
          <a:endParaRPr lang="en-US"/>
        </a:p>
      </dgm:t>
    </dgm:pt>
    <dgm:pt modelId="{A2F8067F-A848-4B97-A901-256A378D11A5}" type="pres">
      <dgm:prSet presAssocID="{E6C3428B-2E17-4ECB-98C1-BF0DE5C7FA12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DE2DCE0A-6051-4769-A4D9-F8CB2BBCF9CA}" type="pres">
      <dgm:prSet presAssocID="{E6C3428B-2E17-4ECB-98C1-BF0DE5C7FA12}" presName="rootComposite" presStyleCnt="0"/>
      <dgm:spPr/>
      <dgm:t>
        <a:bodyPr/>
        <a:lstStyle/>
        <a:p>
          <a:endParaRPr lang="en-US"/>
        </a:p>
      </dgm:t>
    </dgm:pt>
    <dgm:pt modelId="{F6D01E84-4798-4CF7-8B59-537051568E2F}" type="pres">
      <dgm:prSet presAssocID="{E6C3428B-2E17-4ECB-98C1-BF0DE5C7FA12}" presName="rootText" presStyleLbl="node4" presStyleIdx="1" presStyleCnt="2" custScaleX="129708" custLinFactNeighborY="-1080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F172D6A-ADB4-4443-895C-E6C4A4180D8F}" type="pres">
      <dgm:prSet presAssocID="{E6C3428B-2E17-4ECB-98C1-BF0DE5C7FA12}" presName="rootConnector" presStyleLbl="node4" presStyleIdx="1" presStyleCnt="2"/>
      <dgm:spPr/>
      <dgm:t>
        <a:bodyPr/>
        <a:lstStyle/>
        <a:p>
          <a:endParaRPr lang="en-US"/>
        </a:p>
      </dgm:t>
    </dgm:pt>
    <dgm:pt modelId="{A60B99C5-1FB1-452C-AC39-4A717D04DA21}" type="pres">
      <dgm:prSet presAssocID="{E6C3428B-2E17-4ECB-98C1-BF0DE5C7FA12}" presName="hierChild4" presStyleCnt="0"/>
      <dgm:spPr/>
      <dgm:t>
        <a:bodyPr/>
        <a:lstStyle/>
        <a:p>
          <a:endParaRPr lang="en-US"/>
        </a:p>
      </dgm:t>
    </dgm:pt>
    <dgm:pt modelId="{2222D687-EBCE-4B86-9AD5-C83C46354BF9}" type="pres">
      <dgm:prSet presAssocID="{E6C3428B-2E17-4ECB-98C1-BF0DE5C7FA12}" presName="hierChild5" presStyleCnt="0"/>
      <dgm:spPr/>
      <dgm:t>
        <a:bodyPr/>
        <a:lstStyle/>
        <a:p>
          <a:endParaRPr lang="en-US"/>
        </a:p>
      </dgm:t>
    </dgm:pt>
    <dgm:pt modelId="{EEFB6C44-F877-442A-9BB7-118FAF224420}" type="pres">
      <dgm:prSet presAssocID="{98B663E8-4AC4-4923-9366-337EF0148F60}" presName="hierChild5" presStyleCnt="0"/>
      <dgm:spPr/>
      <dgm:t>
        <a:bodyPr/>
        <a:lstStyle/>
        <a:p>
          <a:endParaRPr lang="en-US"/>
        </a:p>
      </dgm:t>
    </dgm:pt>
    <dgm:pt modelId="{02A956EB-A25A-4479-A180-25AA620F7103}" type="pres">
      <dgm:prSet presAssocID="{04D2AF1F-55A8-4BBD-9D53-4B8C4CA697C5}" presName="hierChild5" presStyleCnt="0"/>
      <dgm:spPr/>
      <dgm:t>
        <a:bodyPr/>
        <a:lstStyle/>
        <a:p>
          <a:endParaRPr lang="en-US"/>
        </a:p>
      </dgm:t>
    </dgm:pt>
    <dgm:pt modelId="{D20CACCB-6E0E-4DDA-86FC-D712ECA9DFEA}" type="pres">
      <dgm:prSet presAssocID="{C142EE39-4508-40BC-874B-B5C1EE7DBEC5}" presName="hierChild5" presStyleCnt="0"/>
      <dgm:spPr/>
    </dgm:pt>
    <dgm:pt modelId="{BA183B52-D121-4171-9C58-2677B0DD13BC}" type="pres">
      <dgm:prSet presAssocID="{88FEBE28-28A8-4C57-97B3-758BBF14E322}" presName="hierChild3" presStyleCnt="0"/>
      <dgm:spPr/>
    </dgm:pt>
  </dgm:ptLst>
  <dgm:cxnLst>
    <dgm:cxn modelId="{C48099D1-974B-491C-9967-5ED47663BAFE}" type="presOf" srcId="{C142EE39-4508-40BC-874B-B5C1EE7DBEC5}" destId="{3A1589A3-F528-4EC7-AC21-631022434F8D}" srcOrd="0" destOrd="0" presId="urn:microsoft.com/office/officeart/2005/8/layout/orgChart1"/>
    <dgm:cxn modelId="{A849C0C4-EE99-41A9-8A03-F89D87BAF21F}" type="presOf" srcId="{134B6C68-1953-4684-A4D4-3CB4E834BA41}" destId="{8C64C7C0-0BF7-4F2F-8F93-1AA3A52C6776}" srcOrd="0" destOrd="0" presId="urn:microsoft.com/office/officeart/2005/8/layout/orgChart1"/>
    <dgm:cxn modelId="{41B056C5-818D-4352-94C5-641DF55C934D}" type="presOf" srcId="{88FEBE28-28A8-4C57-97B3-758BBF14E322}" destId="{C1018EFD-E1B8-4BD3-853E-ECD9D973194A}" srcOrd="1" destOrd="0" presId="urn:microsoft.com/office/officeart/2005/8/layout/orgChart1"/>
    <dgm:cxn modelId="{E352AFFA-7873-4817-BE1F-DF3D6E6B2538}" type="presOf" srcId="{E6C3428B-2E17-4ECB-98C1-BF0DE5C7FA12}" destId="{F6D01E84-4798-4CF7-8B59-537051568E2F}" srcOrd="0" destOrd="0" presId="urn:microsoft.com/office/officeart/2005/8/layout/orgChart1"/>
    <dgm:cxn modelId="{D5618C27-F55F-44F2-B8BD-143D9EE9C30B}" type="presOf" srcId="{98B663E8-4AC4-4923-9366-337EF0148F60}" destId="{B93406B3-6CA5-4064-85A6-B43D1878ECE3}" srcOrd="0" destOrd="0" presId="urn:microsoft.com/office/officeart/2005/8/layout/orgChart1"/>
    <dgm:cxn modelId="{E50A1512-3025-404F-983A-5E9355AC1FEA}" srcId="{04D2AF1F-55A8-4BBD-9D53-4B8C4CA697C5}" destId="{98B663E8-4AC4-4923-9366-337EF0148F60}" srcOrd="0" destOrd="0" parTransId="{FF700FDB-34F7-4A25-89FC-116480EE3283}" sibTransId="{78759A5D-3104-4BE9-B45A-D00BCF97E2C6}"/>
    <dgm:cxn modelId="{4EDB3401-B417-4203-A5D2-414F6991FD97}" type="presOf" srcId="{88FEBE28-28A8-4C57-97B3-758BBF14E322}" destId="{E055AB45-DF8C-4CEA-9220-098CF402C4DE}" srcOrd="0" destOrd="0" presId="urn:microsoft.com/office/officeart/2005/8/layout/orgChart1"/>
    <dgm:cxn modelId="{64E59804-F2E8-4496-AB4B-5B4BE7B9B2B2}" srcId="{8510CE60-1782-4FC2-A15D-293B5EDE024D}" destId="{88FEBE28-28A8-4C57-97B3-758BBF14E322}" srcOrd="0" destOrd="0" parTransId="{BF2C25D5-0F4D-4391-A258-FAB14C8D97E8}" sibTransId="{FDDFA91B-E40B-492F-9D90-427986C9DD88}"/>
    <dgm:cxn modelId="{E7974030-4714-43D6-8A25-2B2C1F1C505E}" srcId="{88FEBE28-28A8-4C57-97B3-758BBF14E322}" destId="{C142EE39-4508-40BC-874B-B5C1EE7DBEC5}" srcOrd="0" destOrd="0" parTransId="{B7D971CC-267C-4CA6-B7A2-F0DA6D5F955D}" sibTransId="{8BA6BCB7-46E0-4AAF-8152-8658F41E70A9}"/>
    <dgm:cxn modelId="{8224937E-F5FA-49B9-BAA6-A75D845D81C2}" type="presOf" srcId="{04D2AF1F-55A8-4BBD-9D53-4B8C4CA697C5}" destId="{9052E0B1-F98A-42ED-B119-D00E3CC74152}" srcOrd="0" destOrd="0" presId="urn:microsoft.com/office/officeart/2005/8/layout/orgChart1"/>
    <dgm:cxn modelId="{E4132812-79DE-45E6-A9EC-3D4E49EE8E69}" type="presOf" srcId="{98B663E8-4AC4-4923-9366-337EF0148F60}" destId="{7CA39872-4666-4B48-9CC1-875673F24003}" srcOrd="1" destOrd="0" presId="urn:microsoft.com/office/officeart/2005/8/layout/orgChart1"/>
    <dgm:cxn modelId="{9BC3FCE0-04FD-4CF6-878E-CE8A45BFEB5C}" type="presOf" srcId="{8510CE60-1782-4FC2-A15D-293B5EDE024D}" destId="{B68D7580-45BC-45F1-A193-14F972DB6F9A}" srcOrd="0" destOrd="0" presId="urn:microsoft.com/office/officeart/2005/8/layout/orgChart1"/>
    <dgm:cxn modelId="{28415AC0-7676-4828-8D82-55CB3BB96060}" type="presOf" srcId="{61844B51-877A-4230-972C-08FA70990BCB}" destId="{FDF39C3E-44D1-4AA5-A17C-12E3D4500E92}" srcOrd="0" destOrd="0" presId="urn:microsoft.com/office/officeart/2005/8/layout/orgChart1"/>
    <dgm:cxn modelId="{24C16856-46D3-48B8-BC6A-48F0465BA05B}" type="presOf" srcId="{04D2AF1F-55A8-4BBD-9D53-4B8C4CA697C5}" destId="{1B3C2690-92C3-42B7-9F36-A552A7B1EFBF}" srcOrd="1" destOrd="0" presId="urn:microsoft.com/office/officeart/2005/8/layout/orgChart1"/>
    <dgm:cxn modelId="{0CC9103F-7389-41EA-B430-C270DE794AAF}" srcId="{C142EE39-4508-40BC-874B-B5C1EE7DBEC5}" destId="{04D2AF1F-55A8-4BBD-9D53-4B8C4CA697C5}" srcOrd="0" destOrd="0" parTransId="{61844B51-877A-4230-972C-08FA70990BCB}" sibTransId="{E2AF3FD9-5185-4C4C-A545-2425539618F8}"/>
    <dgm:cxn modelId="{665D9AA8-4A63-40BE-827B-2C9D5FA3E2F4}" type="presOf" srcId="{C142EE39-4508-40BC-874B-B5C1EE7DBEC5}" destId="{A4F7D57C-9C42-4C5D-A4DF-790C25EEAED0}" srcOrd="1" destOrd="0" presId="urn:microsoft.com/office/officeart/2005/8/layout/orgChart1"/>
    <dgm:cxn modelId="{E936D4CD-1D0C-43DA-8BFF-46C8564EE88C}" type="presOf" srcId="{E6C3428B-2E17-4ECB-98C1-BF0DE5C7FA12}" destId="{BF172D6A-ADB4-4443-895C-E6C4A4180D8F}" srcOrd="1" destOrd="0" presId="urn:microsoft.com/office/officeart/2005/8/layout/orgChart1"/>
    <dgm:cxn modelId="{3C72E6C8-0E54-4BD3-8AB1-20218C756EFD}" srcId="{98B663E8-4AC4-4923-9366-337EF0148F60}" destId="{E6C3428B-2E17-4ECB-98C1-BF0DE5C7FA12}" srcOrd="0" destOrd="0" parTransId="{134B6C68-1953-4684-A4D4-3CB4E834BA41}" sibTransId="{F045AF35-18C7-43A9-8629-6AB308946656}"/>
    <dgm:cxn modelId="{3AC3B0C4-3D0E-41BB-987D-8D70EA1074FA}" type="presOf" srcId="{B7D971CC-267C-4CA6-B7A2-F0DA6D5F955D}" destId="{1BB08C14-2871-422C-B6F6-ACEE4AA9C4F0}" srcOrd="0" destOrd="0" presId="urn:microsoft.com/office/officeart/2005/8/layout/orgChart1"/>
    <dgm:cxn modelId="{97A50F70-59F8-417D-97EF-CF859BCF0FFB}" type="presOf" srcId="{FF700FDB-34F7-4A25-89FC-116480EE3283}" destId="{EEB1ED2E-88DA-4527-A69A-FF97A758E20C}" srcOrd="0" destOrd="0" presId="urn:microsoft.com/office/officeart/2005/8/layout/orgChart1"/>
    <dgm:cxn modelId="{5D4B7850-506F-4D51-A170-9328E01927A6}" type="presParOf" srcId="{B68D7580-45BC-45F1-A193-14F972DB6F9A}" destId="{BE5CB544-3402-4FBF-B11F-CF95781610C1}" srcOrd="0" destOrd="0" presId="urn:microsoft.com/office/officeart/2005/8/layout/orgChart1"/>
    <dgm:cxn modelId="{C2AFF717-7729-4051-9890-6DD984DE1328}" type="presParOf" srcId="{BE5CB544-3402-4FBF-B11F-CF95781610C1}" destId="{8E534F74-9917-4F80-A8B3-E52A937ED02E}" srcOrd="0" destOrd="0" presId="urn:microsoft.com/office/officeart/2005/8/layout/orgChart1"/>
    <dgm:cxn modelId="{4D27791E-F22D-4F55-9A3D-5965B07AABAA}" type="presParOf" srcId="{8E534F74-9917-4F80-A8B3-E52A937ED02E}" destId="{E055AB45-DF8C-4CEA-9220-098CF402C4DE}" srcOrd="0" destOrd="0" presId="urn:microsoft.com/office/officeart/2005/8/layout/orgChart1"/>
    <dgm:cxn modelId="{122984C0-AB2B-457C-98B8-5A952DA8A8C4}" type="presParOf" srcId="{8E534F74-9917-4F80-A8B3-E52A937ED02E}" destId="{C1018EFD-E1B8-4BD3-853E-ECD9D973194A}" srcOrd="1" destOrd="0" presId="urn:microsoft.com/office/officeart/2005/8/layout/orgChart1"/>
    <dgm:cxn modelId="{7F0ACED4-1E99-4E0C-98B5-1C73B2F405A9}" type="presParOf" srcId="{BE5CB544-3402-4FBF-B11F-CF95781610C1}" destId="{4C7AABFE-983D-4CBD-8D30-1163ED8B798C}" srcOrd="1" destOrd="0" presId="urn:microsoft.com/office/officeart/2005/8/layout/orgChart1"/>
    <dgm:cxn modelId="{0EF6DD0A-3E9D-40ED-B665-9F2CEF8781EF}" type="presParOf" srcId="{4C7AABFE-983D-4CBD-8D30-1163ED8B798C}" destId="{1BB08C14-2871-422C-B6F6-ACEE4AA9C4F0}" srcOrd="0" destOrd="0" presId="urn:microsoft.com/office/officeart/2005/8/layout/orgChart1"/>
    <dgm:cxn modelId="{5BC88353-ED8B-49D4-A6C4-02D09A89CF71}" type="presParOf" srcId="{4C7AABFE-983D-4CBD-8D30-1163ED8B798C}" destId="{2034C6F1-BF65-48F8-8F65-49D0D2EF62C6}" srcOrd="1" destOrd="0" presId="urn:microsoft.com/office/officeart/2005/8/layout/orgChart1"/>
    <dgm:cxn modelId="{ADC651E5-AABA-4A66-81D7-8736344FD61F}" type="presParOf" srcId="{2034C6F1-BF65-48F8-8F65-49D0D2EF62C6}" destId="{C7FE6E25-84A7-4A74-B492-1AD1E3083A89}" srcOrd="0" destOrd="0" presId="urn:microsoft.com/office/officeart/2005/8/layout/orgChart1"/>
    <dgm:cxn modelId="{08D52DD4-FD49-453F-ACD1-FB7F92306334}" type="presParOf" srcId="{C7FE6E25-84A7-4A74-B492-1AD1E3083A89}" destId="{3A1589A3-F528-4EC7-AC21-631022434F8D}" srcOrd="0" destOrd="0" presId="urn:microsoft.com/office/officeart/2005/8/layout/orgChart1"/>
    <dgm:cxn modelId="{4A2DEB98-B54B-4E8C-A703-1D5623295690}" type="presParOf" srcId="{C7FE6E25-84A7-4A74-B492-1AD1E3083A89}" destId="{A4F7D57C-9C42-4C5D-A4DF-790C25EEAED0}" srcOrd="1" destOrd="0" presId="urn:microsoft.com/office/officeart/2005/8/layout/orgChart1"/>
    <dgm:cxn modelId="{23B4AAD2-3539-4B6F-A978-F36DEE554E66}" type="presParOf" srcId="{2034C6F1-BF65-48F8-8F65-49D0D2EF62C6}" destId="{58E4EF1D-36F6-44E8-90DF-0298BD35E194}" srcOrd="1" destOrd="0" presId="urn:microsoft.com/office/officeart/2005/8/layout/orgChart1"/>
    <dgm:cxn modelId="{7C61043B-784F-4A58-94C6-D460713CC053}" type="presParOf" srcId="{58E4EF1D-36F6-44E8-90DF-0298BD35E194}" destId="{FDF39C3E-44D1-4AA5-A17C-12E3D4500E92}" srcOrd="0" destOrd="0" presId="urn:microsoft.com/office/officeart/2005/8/layout/orgChart1"/>
    <dgm:cxn modelId="{A90AF54B-A3B8-4192-ABEE-AED835EB0D87}" type="presParOf" srcId="{58E4EF1D-36F6-44E8-90DF-0298BD35E194}" destId="{4BCAB88C-9CFB-4B63-9814-4BA25D896DE7}" srcOrd="1" destOrd="0" presId="urn:microsoft.com/office/officeart/2005/8/layout/orgChart1"/>
    <dgm:cxn modelId="{3E969C4B-AD8A-466C-AEE4-033D1D4626DF}" type="presParOf" srcId="{4BCAB88C-9CFB-4B63-9814-4BA25D896DE7}" destId="{15EC8365-C1C9-4FBC-9958-F78A8D4123BD}" srcOrd="0" destOrd="0" presId="urn:microsoft.com/office/officeart/2005/8/layout/orgChart1"/>
    <dgm:cxn modelId="{17618965-6361-42A7-A69F-EA1BA74650B2}" type="presParOf" srcId="{15EC8365-C1C9-4FBC-9958-F78A8D4123BD}" destId="{9052E0B1-F98A-42ED-B119-D00E3CC74152}" srcOrd="0" destOrd="0" presId="urn:microsoft.com/office/officeart/2005/8/layout/orgChart1"/>
    <dgm:cxn modelId="{9EE06864-B9AB-4BB7-9AED-1BFB677033EA}" type="presParOf" srcId="{15EC8365-C1C9-4FBC-9958-F78A8D4123BD}" destId="{1B3C2690-92C3-42B7-9F36-A552A7B1EFBF}" srcOrd="1" destOrd="0" presId="urn:microsoft.com/office/officeart/2005/8/layout/orgChart1"/>
    <dgm:cxn modelId="{756E1CA8-F565-4544-9BC0-4DA14E77A0F9}" type="presParOf" srcId="{4BCAB88C-9CFB-4B63-9814-4BA25D896DE7}" destId="{AD1E686E-8690-477A-AB23-EEA2537824AD}" srcOrd="1" destOrd="0" presId="urn:microsoft.com/office/officeart/2005/8/layout/orgChart1"/>
    <dgm:cxn modelId="{9FF607B6-4642-430F-9EAF-994E6A4B137E}" type="presParOf" srcId="{AD1E686E-8690-477A-AB23-EEA2537824AD}" destId="{EEB1ED2E-88DA-4527-A69A-FF97A758E20C}" srcOrd="0" destOrd="0" presId="urn:microsoft.com/office/officeart/2005/8/layout/orgChart1"/>
    <dgm:cxn modelId="{381D4ACB-8CEC-458E-8CDC-B8D31A35E00F}" type="presParOf" srcId="{AD1E686E-8690-477A-AB23-EEA2537824AD}" destId="{A8319BD1-2AAA-4C69-A4D3-8475A2703D69}" srcOrd="1" destOrd="0" presId="urn:microsoft.com/office/officeart/2005/8/layout/orgChart1"/>
    <dgm:cxn modelId="{A6E74C81-1075-445B-996C-8D2626A177B0}" type="presParOf" srcId="{A8319BD1-2AAA-4C69-A4D3-8475A2703D69}" destId="{645D97A5-D851-47E7-B7D6-9AB229B6E442}" srcOrd="0" destOrd="0" presId="urn:microsoft.com/office/officeart/2005/8/layout/orgChart1"/>
    <dgm:cxn modelId="{53ED73AD-A933-4402-859E-F04DAE5A1AC6}" type="presParOf" srcId="{645D97A5-D851-47E7-B7D6-9AB229B6E442}" destId="{B93406B3-6CA5-4064-85A6-B43D1878ECE3}" srcOrd="0" destOrd="0" presId="urn:microsoft.com/office/officeart/2005/8/layout/orgChart1"/>
    <dgm:cxn modelId="{D404A71B-6CAF-41EA-A8FD-85178100231E}" type="presParOf" srcId="{645D97A5-D851-47E7-B7D6-9AB229B6E442}" destId="{7CA39872-4666-4B48-9CC1-875673F24003}" srcOrd="1" destOrd="0" presId="urn:microsoft.com/office/officeart/2005/8/layout/orgChart1"/>
    <dgm:cxn modelId="{E046039F-1384-4038-BB30-6CB0271F82C5}" type="presParOf" srcId="{A8319BD1-2AAA-4C69-A4D3-8475A2703D69}" destId="{FFC16B33-9437-403D-B340-3A1D9B07333D}" srcOrd="1" destOrd="0" presId="urn:microsoft.com/office/officeart/2005/8/layout/orgChart1"/>
    <dgm:cxn modelId="{0FC1EC57-89BF-4D3D-93DD-F37C527DC791}" type="presParOf" srcId="{FFC16B33-9437-403D-B340-3A1D9B07333D}" destId="{8C64C7C0-0BF7-4F2F-8F93-1AA3A52C6776}" srcOrd="0" destOrd="0" presId="urn:microsoft.com/office/officeart/2005/8/layout/orgChart1"/>
    <dgm:cxn modelId="{926EC6C2-DA73-4974-9B2E-1D3E28B20BAF}" type="presParOf" srcId="{FFC16B33-9437-403D-B340-3A1D9B07333D}" destId="{A2F8067F-A848-4B97-A901-256A378D11A5}" srcOrd="1" destOrd="0" presId="urn:microsoft.com/office/officeart/2005/8/layout/orgChart1"/>
    <dgm:cxn modelId="{22D77274-BC6B-415C-A14E-5BAC2256F494}" type="presParOf" srcId="{A2F8067F-A848-4B97-A901-256A378D11A5}" destId="{DE2DCE0A-6051-4769-A4D9-F8CB2BBCF9CA}" srcOrd="0" destOrd="0" presId="urn:microsoft.com/office/officeart/2005/8/layout/orgChart1"/>
    <dgm:cxn modelId="{F028A6A3-5C67-4E34-8EA7-F5060F85597A}" type="presParOf" srcId="{DE2DCE0A-6051-4769-A4D9-F8CB2BBCF9CA}" destId="{F6D01E84-4798-4CF7-8B59-537051568E2F}" srcOrd="0" destOrd="0" presId="urn:microsoft.com/office/officeart/2005/8/layout/orgChart1"/>
    <dgm:cxn modelId="{34230E38-3EB2-4C7B-B611-16D5C43E5937}" type="presParOf" srcId="{DE2DCE0A-6051-4769-A4D9-F8CB2BBCF9CA}" destId="{BF172D6A-ADB4-4443-895C-E6C4A4180D8F}" srcOrd="1" destOrd="0" presId="urn:microsoft.com/office/officeart/2005/8/layout/orgChart1"/>
    <dgm:cxn modelId="{BB1D2978-8585-4CCD-B9F7-6B49AF372840}" type="presParOf" srcId="{A2F8067F-A848-4B97-A901-256A378D11A5}" destId="{A60B99C5-1FB1-452C-AC39-4A717D04DA21}" srcOrd="1" destOrd="0" presId="urn:microsoft.com/office/officeart/2005/8/layout/orgChart1"/>
    <dgm:cxn modelId="{02614FC9-6BD1-473E-B996-D5AA5F65D268}" type="presParOf" srcId="{A2F8067F-A848-4B97-A901-256A378D11A5}" destId="{2222D687-EBCE-4B86-9AD5-C83C46354BF9}" srcOrd="2" destOrd="0" presId="urn:microsoft.com/office/officeart/2005/8/layout/orgChart1"/>
    <dgm:cxn modelId="{C9436B9E-B285-4F6D-87A3-C8894A69216E}" type="presParOf" srcId="{A8319BD1-2AAA-4C69-A4D3-8475A2703D69}" destId="{EEFB6C44-F877-442A-9BB7-118FAF224420}" srcOrd="2" destOrd="0" presId="urn:microsoft.com/office/officeart/2005/8/layout/orgChart1"/>
    <dgm:cxn modelId="{96CA286C-DE54-4905-9630-8E47EB82D821}" type="presParOf" srcId="{4BCAB88C-9CFB-4B63-9814-4BA25D896DE7}" destId="{02A956EB-A25A-4479-A180-25AA620F7103}" srcOrd="2" destOrd="0" presId="urn:microsoft.com/office/officeart/2005/8/layout/orgChart1"/>
    <dgm:cxn modelId="{EDD13552-F323-47C9-BCBA-073640876306}" type="presParOf" srcId="{2034C6F1-BF65-48F8-8F65-49D0D2EF62C6}" destId="{D20CACCB-6E0E-4DDA-86FC-D712ECA9DFEA}" srcOrd="2" destOrd="0" presId="urn:microsoft.com/office/officeart/2005/8/layout/orgChart1"/>
    <dgm:cxn modelId="{50B31EEE-90F5-4BC9-9EC9-664C4632BB21}" type="presParOf" srcId="{BE5CB544-3402-4FBF-B11F-CF95781610C1}" destId="{BA183B52-D121-4171-9C58-2677B0DD13B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10CE60-1782-4FC2-A15D-293B5EDE024D}" type="doc">
      <dgm:prSet loTypeId="urn:microsoft.com/office/officeart/2005/8/layout/orgChart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42EE39-4508-40BC-874B-B5C1EE7DBEC5}">
      <dgm:prSet phldrT="[Text]" custT="1"/>
      <dgm:spPr/>
      <dgm:t>
        <a:bodyPr/>
        <a:lstStyle/>
        <a:p>
          <a:r>
            <a:rPr lang="en-US" sz="1600" b="1" dirty="0" smtClean="0"/>
            <a:t>Account Executives</a:t>
          </a:r>
          <a:endParaRPr lang="en-US" sz="1600" b="1" dirty="0"/>
        </a:p>
      </dgm:t>
    </dgm:pt>
    <dgm:pt modelId="{B7D971CC-267C-4CA6-B7A2-F0DA6D5F955D}" type="parTrans" cxnId="{E7974030-4714-43D6-8A25-2B2C1F1C505E}">
      <dgm:prSet/>
      <dgm:spPr/>
      <dgm:t>
        <a:bodyPr/>
        <a:lstStyle/>
        <a:p>
          <a:endParaRPr lang="en-US" sz="1600" b="1">
            <a:solidFill>
              <a:schemeClr val="tx1">
                <a:lumMod val="50000"/>
              </a:schemeClr>
            </a:solidFill>
          </a:endParaRPr>
        </a:p>
      </dgm:t>
    </dgm:pt>
    <dgm:pt modelId="{8BA6BCB7-46E0-4AAF-8152-8658F41E70A9}" type="sibTrans" cxnId="{E7974030-4714-43D6-8A25-2B2C1F1C505E}">
      <dgm:prSet/>
      <dgm:spPr/>
      <dgm:t>
        <a:bodyPr/>
        <a:lstStyle/>
        <a:p>
          <a:endParaRPr lang="en-US" sz="1600" b="1">
            <a:solidFill>
              <a:schemeClr val="tx1">
                <a:lumMod val="50000"/>
              </a:schemeClr>
            </a:solidFill>
          </a:endParaRPr>
        </a:p>
      </dgm:t>
    </dgm:pt>
    <dgm:pt modelId="{04D2AF1F-55A8-4BBD-9D53-4B8C4CA697C5}">
      <dgm:prSet custT="1"/>
      <dgm:spPr/>
      <dgm:t>
        <a:bodyPr/>
        <a:lstStyle/>
        <a:p>
          <a:r>
            <a:rPr lang="en-US" sz="1600" b="1" dirty="0" smtClean="0"/>
            <a:t>Account Managers / VPs / Directors</a:t>
          </a:r>
          <a:endParaRPr lang="en-US" sz="1600" b="1" dirty="0"/>
        </a:p>
      </dgm:t>
    </dgm:pt>
    <dgm:pt modelId="{61844B51-877A-4230-972C-08FA70990BCB}" type="parTrans" cxnId="{0CC9103F-7389-41EA-B430-C270DE794AAF}">
      <dgm:prSet/>
      <dgm:spPr/>
      <dgm:t>
        <a:bodyPr/>
        <a:lstStyle/>
        <a:p>
          <a:endParaRPr lang="en-US" sz="1600" b="1">
            <a:solidFill>
              <a:schemeClr val="tx1">
                <a:lumMod val="50000"/>
              </a:schemeClr>
            </a:solidFill>
          </a:endParaRPr>
        </a:p>
      </dgm:t>
    </dgm:pt>
    <dgm:pt modelId="{E2AF3FD9-5185-4C4C-A545-2425539618F8}" type="sibTrans" cxnId="{0CC9103F-7389-41EA-B430-C270DE794AAF}">
      <dgm:prSet/>
      <dgm:spPr/>
      <dgm:t>
        <a:bodyPr/>
        <a:lstStyle/>
        <a:p>
          <a:endParaRPr lang="en-US" sz="1600" b="1">
            <a:solidFill>
              <a:schemeClr val="tx1">
                <a:lumMod val="50000"/>
              </a:schemeClr>
            </a:solidFill>
          </a:endParaRPr>
        </a:p>
      </dgm:t>
    </dgm:pt>
    <dgm:pt modelId="{98B663E8-4AC4-4923-9366-337EF0148F60}">
      <dgm:prSet custT="1"/>
      <dgm:spPr/>
      <dgm:t>
        <a:bodyPr/>
        <a:lstStyle/>
        <a:p>
          <a:r>
            <a:rPr lang="en-US" sz="1600" b="1" dirty="0" smtClean="0"/>
            <a:t>Project Managers</a:t>
          </a:r>
          <a:endParaRPr lang="en-US" sz="1600" b="1" dirty="0"/>
        </a:p>
      </dgm:t>
    </dgm:pt>
    <dgm:pt modelId="{FF700FDB-34F7-4A25-89FC-116480EE3283}" type="parTrans" cxnId="{E50A1512-3025-404F-983A-5E9355AC1FEA}">
      <dgm:prSet/>
      <dgm:spPr/>
      <dgm:t>
        <a:bodyPr/>
        <a:lstStyle/>
        <a:p>
          <a:endParaRPr lang="en-US" sz="1600" b="1">
            <a:solidFill>
              <a:schemeClr val="tx1">
                <a:lumMod val="50000"/>
              </a:schemeClr>
            </a:solidFill>
          </a:endParaRPr>
        </a:p>
      </dgm:t>
    </dgm:pt>
    <dgm:pt modelId="{78759A5D-3104-4BE9-B45A-D00BCF97E2C6}" type="sibTrans" cxnId="{E50A1512-3025-404F-983A-5E9355AC1FEA}">
      <dgm:prSet/>
      <dgm:spPr/>
      <dgm:t>
        <a:bodyPr/>
        <a:lstStyle/>
        <a:p>
          <a:endParaRPr lang="en-US" sz="1600" b="1">
            <a:solidFill>
              <a:schemeClr val="tx1">
                <a:lumMod val="50000"/>
              </a:schemeClr>
            </a:solidFill>
          </a:endParaRPr>
        </a:p>
      </dgm:t>
    </dgm:pt>
    <dgm:pt modelId="{E6C3428B-2E17-4ECB-98C1-BF0DE5C7FA12}">
      <dgm:prSet custT="1"/>
      <dgm:spPr/>
      <dgm:t>
        <a:bodyPr/>
        <a:lstStyle/>
        <a:p>
          <a:r>
            <a:rPr lang="en-US" sz="1600" b="1" dirty="0" smtClean="0"/>
            <a:t>Project Leads / Teams</a:t>
          </a:r>
          <a:endParaRPr lang="en-US" sz="1600" b="1" dirty="0"/>
        </a:p>
      </dgm:t>
    </dgm:pt>
    <dgm:pt modelId="{134B6C68-1953-4684-A4D4-3CB4E834BA41}" type="parTrans" cxnId="{3C72E6C8-0E54-4BD3-8AB1-20218C756EFD}">
      <dgm:prSet/>
      <dgm:spPr/>
      <dgm:t>
        <a:bodyPr/>
        <a:lstStyle/>
        <a:p>
          <a:endParaRPr lang="en-US"/>
        </a:p>
      </dgm:t>
    </dgm:pt>
    <dgm:pt modelId="{F045AF35-18C7-43A9-8629-6AB308946656}" type="sibTrans" cxnId="{3C72E6C8-0E54-4BD3-8AB1-20218C756EFD}">
      <dgm:prSet/>
      <dgm:spPr/>
      <dgm:t>
        <a:bodyPr/>
        <a:lstStyle/>
        <a:p>
          <a:endParaRPr lang="en-US"/>
        </a:p>
      </dgm:t>
    </dgm:pt>
    <dgm:pt modelId="{C69F3732-7C09-4C14-95AC-F1DE17580BC7}">
      <dgm:prSet phldrT="[Text]" custT="1"/>
      <dgm:spPr/>
      <dgm:t>
        <a:bodyPr/>
        <a:lstStyle/>
        <a:p>
          <a:r>
            <a:rPr lang="en-US" sz="1600" b="1" dirty="0" smtClean="0"/>
            <a:t>Executives</a:t>
          </a:r>
          <a:endParaRPr lang="en-US" sz="1600" b="1" dirty="0"/>
        </a:p>
      </dgm:t>
    </dgm:pt>
    <dgm:pt modelId="{5EEC9AB9-58DC-4326-8CA6-30EAB273F812}" type="parTrans" cxnId="{2C46B123-A7EC-42D1-8F6B-34959CAC58AD}">
      <dgm:prSet/>
      <dgm:spPr/>
      <dgm:t>
        <a:bodyPr/>
        <a:lstStyle/>
        <a:p>
          <a:endParaRPr lang="en-US"/>
        </a:p>
      </dgm:t>
    </dgm:pt>
    <dgm:pt modelId="{92D23A4D-1670-4EDC-A879-8642FCC1DA37}" type="sibTrans" cxnId="{2C46B123-A7EC-42D1-8F6B-34959CAC58AD}">
      <dgm:prSet/>
      <dgm:spPr/>
      <dgm:t>
        <a:bodyPr/>
        <a:lstStyle/>
        <a:p>
          <a:endParaRPr lang="en-US"/>
        </a:p>
      </dgm:t>
    </dgm:pt>
    <dgm:pt modelId="{B68D7580-45BC-45F1-A193-14F972DB6F9A}" type="pres">
      <dgm:prSet presAssocID="{8510CE60-1782-4FC2-A15D-293B5EDE024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BE4F3D1-3F13-466D-BAAC-B4B68AF7C5DD}" type="pres">
      <dgm:prSet presAssocID="{C69F3732-7C09-4C14-95AC-F1DE17580BC7}" presName="hierRoot1" presStyleCnt="0">
        <dgm:presLayoutVars>
          <dgm:hierBranch val="init"/>
        </dgm:presLayoutVars>
      </dgm:prSet>
      <dgm:spPr/>
    </dgm:pt>
    <dgm:pt modelId="{E44304C6-1ECB-4908-ADA5-7B3FA9F1DF51}" type="pres">
      <dgm:prSet presAssocID="{C69F3732-7C09-4C14-95AC-F1DE17580BC7}" presName="rootComposite1" presStyleCnt="0"/>
      <dgm:spPr/>
    </dgm:pt>
    <dgm:pt modelId="{4D18B50D-640F-400B-9C17-0ECA74F84C97}" type="pres">
      <dgm:prSet presAssocID="{C69F3732-7C09-4C14-95AC-F1DE17580BC7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0FD2585-B6AA-4EC6-86BA-1FDEBF8422FC}" type="pres">
      <dgm:prSet presAssocID="{C69F3732-7C09-4C14-95AC-F1DE17580BC7}" presName="rootConnector1" presStyleLbl="node1" presStyleIdx="0" presStyleCnt="0"/>
      <dgm:spPr/>
      <dgm:t>
        <a:bodyPr/>
        <a:lstStyle/>
        <a:p>
          <a:endParaRPr lang="en-US"/>
        </a:p>
      </dgm:t>
    </dgm:pt>
    <dgm:pt modelId="{281CB58C-DBCA-4E8E-B055-D1DC9BF91BB2}" type="pres">
      <dgm:prSet presAssocID="{C69F3732-7C09-4C14-95AC-F1DE17580BC7}" presName="hierChild2" presStyleCnt="0"/>
      <dgm:spPr/>
    </dgm:pt>
    <dgm:pt modelId="{7F90B159-7ACA-439D-8651-ED18EDFD1D4E}" type="pres">
      <dgm:prSet presAssocID="{B7D971CC-267C-4CA6-B7A2-F0DA6D5F955D}" presName="Name37" presStyleLbl="parChTrans1D2" presStyleIdx="0" presStyleCnt="1"/>
      <dgm:spPr/>
      <dgm:t>
        <a:bodyPr/>
        <a:lstStyle/>
        <a:p>
          <a:endParaRPr lang="en-US"/>
        </a:p>
      </dgm:t>
    </dgm:pt>
    <dgm:pt modelId="{F2F3D964-6B26-4F56-A500-37112B5559D8}" type="pres">
      <dgm:prSet presAssocID="{C142EE39-4508-40BC-874B-B5C1EE7DBEC5}" presName="hierRoot2" presStyleCnt="0">
        <dgm:presLayoutVars>
          <dgm:hierBranch val="init"/>
        </dgm:presLayoutVars>
      </dgm:prSet>
      <dgm:spPr/>
    </dgm:pt>
    <dgm:pt modelId="{99D49396-A525-4C6C-8065-DF5020673E28}" type="pres">
      <dgm:prSet presAssocID="{C142EE39-4508-40BC-874B-B5C1EE7DBEC5}" presName="rootComposite" presStyleCnt="0"/>
      <dgm:spPr/>
    </dgm:pt>
    <dgm:pt modelId="{BBC75D67-4F0F-4177-9326-0FC7CFD4D3A2}" type="pres">
      <dgm:prSet presAssocID="{C142EE39-4508-40BC-874B-B5C1EE7DBEC5}" presName="rootText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4A3547E-5DCE-453F-903F-2C735BEC5A39}" type="pres">
      <dgm:prSet presAssocID="{C142EE39-4508-40BC-874B-B5C1EE7DBEC5}" presName="rootConnector" presStyleLbl="node2" presStyleIdx="0" presStyleCnt="1"/>
      <dgm:spPr/>
      <dgm:t>
        <a:bodyPr/>
        <a:lstStyle/>
        <a:p>
          <a:endParaRPr lang="en-US"/>
        </a:p>
      </dgm:t>
    </dgm:pt>
    <dgm:pt modelId="{950878A6-90D0-4C2C-84D1-79595EDB7A04}" type="pres">
      <dgm:prSet presAssocID="{C142EE39-4508-40BC-874B-B5C1EE7DBEC5}" presName="hierChild4" presStyleCnt="0"/>
      <dgm:spPr/>
    </dgm:pt>
    <dgm:pt modelId="{FDF39C3E-44D1-4AA5-A17C-12E3D4500E92}" type="pres">
      <dgm:prSet presAssocID="{61844B51-877A-4230-972C-08FA70990BCB}" presName="Name37" presStyleLbl="parChTrans1D3" presStyleIdx="0" presStyleCnt="1"/>
      <dgm:spPr/>
      <dgm:t>
        <a:bodyPr/>
        <a:lstStyle/>
        <a:p>
          <a:endParaRPr lang="en-US"/>
        </a:p>
      </dgm:t>
    </dgm:pt>
    <dgm:pt modelId="{4BCAB88C-9CFB-4B63-9814-4BA25D896DE7}" type="pres">
      <dgm:prSet presAssocID="{04D2AF1F-55A8-4BBD-9D53-4B8C4CA697C5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15EC8365-C1C9-4FBC-9958-F78A8D4123BD}" type="pres">
      <dgm:prSet presAssocID="{04D2AF1F-55A8-4BBD-9D53-4B8C4CA697C5}" presName="rootComposite" presStyleCnt="0"/>
      <dgm:spPr/>
      <dgm:t>
        <a:bodyPr/>
        <a:lstStyle/>
        <a:p>
          <a:endParaRPr lang="en-US"/>
        </a:p>
      </dgm:t>
    </dgm:pt>
    <dgm:pt modelId="{9052E0B1-F98A-42ED-B119-D00E3CC74152}" type="pres">
      <dgm:prSet presAssocID="{04D2AF1F-55A8-4BBD-9D53-4B8C4CA697C5}" presName="rootText" presStyleLbl="node3" presStyleIdx="0" presStyleCnt="1" custScaleX="15332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B3C2690-92C3-42B7-9F36-A552A7B1EFBF}" type="pres">
      <dgm:prSet presAssocID="{04D2AF1F-55A8-4BBD-9D53-4B8C4CA697C5}" presName="rootConnector" presStyleLbl="node3" presStyleIdx="0" presStyleCnt="1"/>
      <dgm:spPr/>
      <dgm:t>
        <a:bodyPr/>
        <a:lstStyle/>
        <a:p>
          <a:endParaRPr lang="en-US"/>
        </a:p>
      </dgm:t>
    </dgm:pt>
    <dgm:pt modelId="{AD1E686E-8690-477A-AB23-EEA2537824AD}" type="pres">
      <dgm:prSet presAssocID="{04D2AF1F-55A8-4BBD-9D53-4B8C4CA697C5}" presName="hierChild4" presStyleCnt="0"/>
      <dgm:spPr/>
      <dgm:t>
        <a:bodyPr/>
        <a:lstStyle/>
        <a:p>
          <a:endParaRPr lang="en-US"/>
        </a:p>
      </dgm:t>
    </dgm:pt>
    <dgm:pt modelId="{EEB1ED2E-88DA-4527-A69A-FF97A758E20C}" type="pres">
      <dgm:prSet presAssocID="{FF700FDB-34F7-4A25-89FC-116480EE3283}" presName="Name37" presStyleLbl="parChTrans1D4" presStyleIdx="0" presStyleCnt="2"/>
      <dgm:spPr/>
      <dgm:t>
        <a:bodyPr/>
        <a:lstStyle/>
        <a:p>
          <a:endParaRPr lang="en-US"/>
        </a:p>
      </dgm:t>
    </dgm:pt>
    <dgm:pt modelId="{A8319BD1-2AAA-4C69-A4D3-8475A2703D69}" type="pres">
      <dgm:prSet presAssocID="{98B663E8-4AC4-4923-9366-337EF0148F60}" presName="hierRoot2" presStyleCnt="0">
        <dgm:presLayoutVars>
          <dgm:hierBranch val="r"/>
        </dgm:presLayoutVars>
      </dgm:prSet>
      <dgm:spPr/>
      <dgm:t>
        <a:bodyPr/>
        <a:lstStyle/>
        <a:p>
          <a:endParaRPr lang="en-US"/>
        </a:p>
      </dgm:t>
    </dgm:pt>
    <dgm:pt modelId="{645D97A5-D851-47E7-B7D6-9AB229B6E442}" type="pres">
      <dgm:prSet presAssocID="{98B663E8-4AC4-4923-9366-337EF0148F60}" presName="rootComposite" presStyleCnt="0"/>
      <dgm:spPr/>
      <dgm:t>
        <a:bodyPr/>
        <a:lstStyle/>
        <a:p>
          <a:endParaRPr lang="en-US"/>
        </a:p>
      </dgm:t>
    </dgm:pt>
    <dgm:pt modelId="{B93406B3-6CA5-4064-85A6-B43D1878ECE3}" type="pres">
      <dgm:prSet presAssocID="{98B663E8-4AC4-4923-9366-337EF0148F60}" presName="rootText" presStyleLbl="node4" presStyleIdx="0" presStyleCnt="2" custScaleX="15332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CA39872-4666-4B48-9CC1-875673F24003}" type="pres">
      <dgm:prSet presAssocID="{98B663E8-4AC4-4923-9366-337EF0148F60}" presName="rootConnector" presStyleLbl="node4" presStyleIdx="0" presStyleCnt="2"/>
      <dgm:spPr/>
      <dgm:t>
        <a:bodyPr/>
        <a:lstStyle/>
        <a:p>
          <a:endParaRPr lang="en-US"/>
        </a:p>
      </dgm:t>
    </dgm:pt>
    <dgm:pt modelId="{FFC16B33-9437-403D-B340-3A1D9B07333D}" type="pres">
      <dgm:prSet presAssocID="{98B663E8-4AC4-4923-9366-337EF0148F60}" presName="hierChild4" presStyleCnt="0"/>
      <dgm:spPr/>
      <dgm:t>
        <a:bodyPr/>
        <a:lstStyle/>
        <a:p>
          <a:endParaRPr lang="en-US"/>
        </a:p>
      </dgm:t>
    </dgm:pt>
    <dgm:pt modelId="{8C64C7C0-0BF7-4F2F-8F93-1AA3A52C6776}" type="pres">
      <dgm:prSet presAssocID="{134B6C68-1953-4684-A4D4-3CB4E834BA41}" presName="Name50" presStyleLbl="parChTrans1D4" presStyleIdx="1" presStyleCnt="2"/>
      <dgm:spPr/>
      <dgm:t>
        <a:bodyPr/>
        <a:lstStyle/>
        <a:p>
          <a:endParaRPr lang="en-US"/>
        </a:p>
      </dgm:t>
    </dgm:pt>
    <dgm:pt modelId="{A2F8067F-A848-4B97-A901-256A378D11A5}" type="pres">
      <dgm:prSet presAssocID="{E6C3428B-2E17-4ECB-98C1-BF0DE5C7FA12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DE2DCE0A-6051-4769-A4D9-F8CB2BBCF9CA}" type="pres">
      <dgm:prSet presAssocID="{E6C3428B-2E17-4ECB-98C1-BF0DE5C7FA12}" presName="rootComposite" presStyleCnt="0"/>
      <dgm:spPr/>
      <dgm:t>
        <a:bodyPr/>
        <a:lstStyle/>
        <a:p>
          <a:endParaRPr lang="en-US"/>
        </a:p>
      </dgm:t>
    </dgm:pt>
    <dgm:pt modelId="{F6D01E84-4798-4CF7-8B59-537051568E2F}" type="pres">
      <dgm:prSet presAssocID="{E6C3428B-2E17-4ECB-98C1-BF0DE5C7FA12}" presName="rootText" presStyleLbl="node4" presStyleIdx="1" presStyleCnt="2" custScaleX="12970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F172D6A-ADB4-4443-895C-E6C4A4180D8F}" type="pres">
      <dgm:prSet presAssocID="{E6C3428B-2E17-4ECB-98C1-BF0DE5C7FA12}" presName="rootConnector" presStyleLbl="node4" presStyleIdx="1" presStyleCnt="2"/>
      <dgm:spPr/>
      <dgm:t>
        <a:bodyPr/>
        <a:lstStyle/>
        <a:p>
          <a:endParaRPr lang="en-US"/>
        </a:p>
      </dgm:t>
    </dgm:pt>
    <dgm:pt modelId="{A60B99C5-1FB1-452C-AC39-4A717D04DA21}" type="pres">
      <dgm:prSet presAssocID="{E6C3428B-2E17-4ECB-98C1-BF0DE5C7FA12}" presName="hierChild4" presStyleCnt="0"/>
      <dgm:spPr/>
      <dgm:t>
        <a:bodyPr/>
        <a:lstStyle/>
        <a:p>
          <a:endParaRPr lang="en-US"/>
        </a:p>
      </dgm:t>
    </dgm:pt>
    <dgm:pt modelId="{2222D687-EBCE-4B86-9AD5-C83C46354BF9}" type="pres">
      <dgm:prSet presAssocID="{E6C3428B-2E17-4ECB-98C1-BF0DE5C7FA12}" presName="hierChild5" presStyleCnt="0"/>
      <dgm:spPr/>
      <dgm:t>
        <a:bodyPr/>
        <a:lstStyle/>
        <a:p>
          <a:endParaRPr lang="en-US"/>
        </a:p>
      </dgm:t>
    </dgm:pt>
    <dgm:pt modelId="{EEFB6C44-F877-442A-9BB7-118FAF224420}" type="pres">
      <dgm:prSet presAssocID="{98B663E8-4AC4-4923-9366-337EF0148F60}" presName="hierChild5" presStyleCnt="0"/>
      <dgm:spPr/>
      <dgm:t>
        <a:bodyPr/>
        <a:lstStyle/>
        <a:p>
          <a:endParaRPr lang="en-US"/>
        </a:p>
      </dgm:t>
    </dgm:pt>
    <dgm:pt modelId="{02A956EB-A25A-4479-A180-25AA620F7103}" type="pres">
      <dgm:prSet presAssocID="{04D2AF1F-55A8-4BBD-9D53-4B8C4CA697C5}" presName="hierChild5" presStyleCnt="0"/>
      <dgm:spPr/>
      <dgm:t>
        <a:bodyPr/>
        <a:lstStyle/>
        <a:p>
          <a:endParaRPr lang="en-US"/>
        </a:p>
      </dgm:t>
    </dgm:pt>
    <dgm:pt modelId="{6D8E3CEA-47A8-48ED-9C41-63ACAA97D77D}" type="pres">
      <dgm:prSet presAssocID="{C142EE39-4508-40BC-874B-B5C1EE7DBEC5}" presName="hierChild5" presStyleCnt="0"/>
      <dgm:spPr/>
    </dgm:pt>
    <dgm:pt modelId="{CAAE655E-7FDB-4D42-BAD0-A02DA8296517}" type="pres">
      <dgm:prSet presAssocID="{C69F3732-7C09-4C14-95AC-F1DE17580BC7}" presName="hierChild3" presStyleCnt="0"/>
      <dgm:spPr/>
    </dgm:pt>
  </dgm:ptLst>
  <dgm:cxnLst>
    <dgm:cxn modelId="{0CC9103F-7389-41EA-B430-C270DE794AAF}" srcId="{C142EE39-4508-40BC-874B-B5C1EE7DBEC5}" destId="{04D2AF1F-55A8-4BBD-9D53-4B8C4CA697C5}" srcOrd="0" destOrd="0" parTransId="{61844B51-877A-4230-972C-08FA70990BCB}" sibTransId="{E2AF3FD9-5185-4C4C-A545-2425539618F8}"/>
    <dgm:cxn modelId="{9BC3FCE0-04FD-4CF6-878E-CE8A45BFEB5C}" type="presOf" srcId="{8510CE60-1782-4FC2-A15D-293B5EDE024D}" destId="{B68D7580-45BC-45F1-A193-14F972DB6F9A}" srcOrd="0" destOrd="0" presId="urn:microsoft.com/office/officeart/2005/8/layout/orgChart1"/>
    <dgm:cxn modelId="{E7974030-4714-43D6-8A25-2B2C1F1C505E}" srcId="{C69F3732-7C09-4C14-95AC-F1DE17580BC7}" destId="{C142EE39-4508-40BC-874B-B5C1EE7DBEC5}" srcOrd="0" destOrd="0" parTransId="{B7D971CC-267C-4CA6-B7A2-F0DA6D5F955D}" sibTransId="{8BA6BCB7-46E0-4AAF-8152-8658F41E70A9}"/>
    <dgm:cxn modelId="{2C46B123-A7EC-42D1-8F6B-34959CAC58AD}" srcId="{8510CE60-1782-4FC2-A15D-293B5EDE024D}" destId="{C69F3732-7C09-4C14-95AC-F1DE17580BC7}" srcOrd="0" destOrd="0" parTransId="{5EEC9AB9-58DC-4326-8CA6-30EAB273F812}" sibTransId="{92D23A4D-1670-4EDC-A879-8642FCC1DA37}"/>
    <dgm:cxn modelId="{3C72E6C8-0E54-4BD3-8AB1-20218C756EFD}" srcId="{98B663E8-4AC4-4923-9366-337EF0148F60}" destId="{E6C3428B-2E17-4ECB-98C1-BF0DE5C7FA12}" srcOrd="0" destOrd="0" parTransId="{134B6C68-1953-4684-A4D4-3CB4E834BA41}" sibTransId="{F045AF35-18C7-43A9-8629-6AB308946656}"/>
    <dgm:cxn modelId="{92CA6400-F14C-4DFC-BBDA-E6773D64A112}" type="presOf" srcId="{C142EE39-4508-40BC-874B-B5C1EE7DBEC5}" destId="{BBC75D67-4F0F-4177-9326-0FC7CFD4D3A2}" srcOrd="0" destOrd="0" presId="urn:microsoft.com/office/officeart/2005/8/layout/orgChart1"/>
    <dgm:cxn modelId="{2C441651-33E5-4592-B7BF-AB98F6A94AD7}" type="presOf" srcId="{C69F3732-7C09-4C14-95AC-F1DE17580BC7}" destId="{4D18B50D-640F-400B-9C17-0ECA74F84C97}" srcOrd="0" destOrd="0" presId="urn:microsoft.com/office/officeart/2005/8/layout/orgChart1"/>
    <dgm:cxn modelId="{2070E9F5-7BDE-4FA4-A9E1-577A27F46DA4}" type="presOf" srcId="{E6C3428B-2E17-4ECB-98C1-BF0DE5C7FA12}" destId="{BF172D6A-ADB4-4443-895C-E6C4A4180D8F}" srcOrd="1" destOrd="0" presId="urn:microsoft.com/office/officeart/2005/8/layout/orgChart1"/>
    <dgm:cxn modelId="{64EF8A3B-A995-4AF5-8951-AC38CD81B4B1}" type="presOf" srcId="{E6C3428B-2E17-4ECB-98C1-BF0DE5C7FA12}" destId="{F6D01E84-4798-4CF7-8B59-537051568E2F}" srcOrd="0" destOrd="0" presId="urn:microsoft.com/office/officeart/2005/8/layout/orgChart1"/>
    <dgm:cxn modelId="{E50A1512-3025-404F-983A-5E9355AC1FEA}" srcId="{04D2AF1F-55A8-4BBD-9D53-4B8C4CA697C5}" destId="{98B663E8-4AC4-4923-9366-337EF0148F60}" srcOrd="0" destOrd="0" parTransId="{FF700FDB-34F7-4A25-89FC-116480EE3283}" sibTransId="{78759A5D-3104-4BE9-B45A-D00BCF97E2C6}"/>
    <dgm:cxn modelId="{62D2D45C-8CC6-4E0C-94C8-23E1963F3643}" type="presOf" srcId="{B7D971CC-267C-4CA6-B7A2-F0DA6D5F955D}" destId="{7F90B159-7ACA-439D-8651-ED18EDFD1D4E}" srcOrd="0" destOrd="0" presId="urn:microsoft.com/office/officeart/2005/8/layout/orgChart1"/>
    <dgm:cxn modelId="{EAA1C13B-29C1-413C-81C1-C2483285D017}" type="presOf" srcId="{98B663E8-4AC4-4923-9366-337EF0148F60}" destId="{B93406B3-6CA5-4064-85A6-B43D1878ECE3}" srcOrd="0" destOrd="0" presId="urn:microsoft.com/office/officeart/2005/8/layout/orgChart1"/>
    <dgm:cxn modelId="{10C5DA86-95DD-4EB7-92F0-E147AB5BF3C0}" type="presOf" srcId="{FF700FDB-34F7-4A25-89FC-116480EE3283}" destId="{EEB1ED2E-88DA-4527-A69A-FF97A758E20C}" srcOrd="0" destOrd="0" presId="urn:microsoft.com/office/officeart/2005/8/layout/orgChart1"/>
    <dgm:cxn modelId="{F428A7DD-1CD6-4D16-B124-ACC762209A36}" type="presOf" srcId="{04D2AF1F-55A8-4BBD-9D53-4B8C4CA697C5}" destId="{9052E0B1-F98A-42ED-B119-D00E3CC74152}" srcOrd="0" destOrd="0" presId="urn:microsoft.com/office/officeart/2005/8/layout/orgChart1"/>
    <dgm:cxn modelId="{F63E0AC6-66CB-4A54-8144-A5B47EF382F5}" type="presOf" srcId="{134B6C68-1953-4684-A4D4-3CB4E834BA41}" destId="{8C64C7C0-0BF7-4F2F-8F93-1AA3A52C6776}" srcOrd="0" destOrd="0" presId="urn:microsoft.com/office/officeart/2005/8/layout/orgChart1"/>
    <dgm:cxn modelId="{41ECFDE3-A70C-4C7F-8A4E-36562C10915F}" type="presOf" srcId="{98B663E8-4AC4-4923-9366-337EF0148F60}" destId="{7CA39872-4666-4B48-9CC1-875673F24003}" srcOrd="1" destOrd="0" presId="urn:microsoft.com/office/officeart/2005/8/layout/orgChart1"/>
    <dgm:cxn modelId="{6DE0F0D2-AB3F-43E7-8197-4777D45166F1}" type="presOf" srcId="{C69F3732-7C09-4C14-95AC-F1DE17580BC7}" destId="{00FD2585-B6AA-4EC6-86BA-1FDEBF8422FC}" srcOrd="1" destOrd="0" presId="urn:microsoft.com/office/officeart/2005/8/layout/orgChart1"/>
    <dgm:cxn modelId="{B3AB8D58-251E-4F90-AE19-A053F7BC658B}" type="presOf" srcId="{C142EE39-4508-40BC-874B-B5C1EE7DBEC5}" destId="{84A3547E-5DCE-453F-903F-2C735BEC5A39}" srcOrd="1" destOrd="0" presId="urn:microsoft.com/office/officeart/2005/8/layout/orgChart1"/>
    <dgm:cxn modelId="{018A6D0C-E3D4-453D-8191-2E5148A5DFF4}" type="presOf" srcId="{61844B51-877A-4230-972C-08FA70990BCB}" destId="{FDF39C3E-44D1-4AA5-A17C-12E3D4500E92}" srcOrd="0" destOrd="0" presId="urn:microsoft.com/office/officeart/2005/8/layout/orgChart1"/>
    <dgm:cxn modelId="{B85999EB-095B-4954-AD1F-5A6281377C62}" type="presOf" srcId="{04D2AF1F-55A8-4BBD-9D53-4B8C4CA697C5}" destId="{1B3C2690-92C3-42B7-9F36-A552A7B1EFBF}" srcOrd="1" destOrd="0" presId="urn:microsoft.com/office/officeart/2005/8/layout/orgChart1"/>
    <dgm:cxn modelId="{E6FCA600-F180-433B-9800-083A21CB22D2}" type="presParOf" srcId="{B68D7580-45BC-45F1-A193-14F972DB6F9A}" destId="{8BE4F3D1-3F13-466D-BAAC-B4B68AF7C5DD}" srcOrd="0" destOrd="0" presId="urn:microsoft.com/office/officeart/2005/8/layout/orgChart1"/>
    <dgm:cxn modelId="{F2E6B717-DDFA-41A7-9B9E-304E6C00B475}" type="presParOf" srcId="{8BE4F3D1-3F13-466D-BAAC-B4B68AF7C5DD}" destId="{E44304C6-1ECB-4908-ADA5-7B3FA9F1DF51}" srcOrd="0" destOrd="0" presId="urn:microsoft.com/office/officeart/2005/8/layout/orgChart1"/>
    <dgm:cxn modelId="{6D3AEEDA-6BCD-490C-955E-CB19FDE97ED3}" type="presParOf" srcId="{E44304C6-1ECB-4908-ADA5-7B3FA9F1DF51}" destId="{4D18B50D-640F-400B-9C17-0ECA74F84C97}" srcOrd="0" destOrd="0" presId="urn:microsoft.com/office/officeart/2005/8/layout/orgChart1"/>
    <dgm:cxn modelId="{AADF47D0-18B1-4C43-8FB9-E1D6EAB0BF66}" type="presParOf" srcId="{E44304C6-1ECB-4908-ADA5-7B3FA9F1DF51}" destId="{00FD2585-B6AA-4EC6-86BA-1FDEBF8422FC}" srcOrd="1" destOrd="0" presId="urn:microsoft.com/office/officeart/2005/8/layout/orgChart1"/>
    <dgm:cxn modelId="{D1079295-3328-4920-A54F-572E0DC24F69}" type="presParOf" srcId="{8BE4F3D1-3F13-466D-BAAC-B4B68AF7C5DD}" destId="{281CB58C-DBCA-4E8E-B055-D1DC9BF91BB2}" srcOrd="1" destOrd="0" presId="urn:microsoft.com/office/officeart/2005/8/layout/orgChart1"/>
    <dgm:cxn modelId="{2D97C11E-F5DE-4938-A6BA-FB422CDA10E1}" type="presParOf" srcId="{281CB58C-DBCA-4E8E-B055-D1DC9BF91BB2}" destId="{7F90B159-7ACA-439D-8651-ED18EDFD1D4E}" srcOrd="0" destOrd="0" presId="urn:microsoft.com/office/officeart/2005/8/layout/orgChart1"/>
    <dgm:cxn modelId="{B2AE0732-D810-4FDC-BE80-04E65CF6FECA}" type="presParOf" srcId="{281CB58C-DBCA-4E8E-B055-D1DC9BF91BB2}" destId="{F2F3D964-6B26-4F56-A500-37112B5559D8}" srcOrd="1" destOrd="0" presId="urn:microsoft.com/office/officeart/2005/8/layout/orgChart1"/>
    <dgm:cxn modelId="{95E1C3AB-094C-4B63-A6D9-38E90713387C}" type="presParOf" srcId="{F2F3D964-6B26-4F56-A500-37112B5559D8}" destId="{99D49396-A525-4C6C-8065-DF5020673E28}" srcOrd="0" destOrd="0" presId="urn:microsoft.com/office/officeart/2005/8/layout/orgChart1"/>
    <dgm:cxn modelId="{06757823-07FF-47EF-86BA-ED647047A2E4}" type="presParOf" srcId="{99D49396-A525-4C6C-8065-DF5020673E28}" destId="{BBC75D67-4F0F-4177-9326-0FC7CFD4D3A2}" srcOrd="0" destOrd="0" presId="urn:microsoft.com/office/officeart/2005/8/layout/orgChart1"/>
    <dgm:cxn modelId="{5C70B082-4EE0-42E0-B15E-19EA43545599}" type="presParOf" srcId="{99D49396-A525-4C6C-8065-DF5020673E28}" destId="{84A3547E-5DCE-453F-903F-2C735BEC5A39}" srcOrd="1" destOrd="0" presId="urn:microsoft.com/office/officeart/2005/8/layout/orgChart1"/>
    <dgm:cxn modelId="{E497946B-E606-426C-8734-21A805AE793E}" type="presParOf" srcId="{F2F3D964-6B26-4F56-A500-37112B5559D8}" destId="{950878A6-90D0-4C2C-84D1-79595EDB7A04}" srcOrd="1" destOrd="0" presId="urn:microsoft.com/office/officeart/2005/8/layout/orgChart1"/>
    <dgm:cxn modelId="{6535EB94-F07B-4FB0-B134-4D53EDE240BF}" type="presParOf" srcId="{950878A6-90D0-4C2C-84D1-79595EDB7A04}" destId="{FDF39C3E-44D1-4AA5-A17C-12E3D4500E92}" srcOrd="0" destOrd="0" presId="urn:microsoft.com/office/officeart/2005/8/layout/orgChart1"/>
    <dgm:cxn modelId="{E8401E86-6B5B-4969-A411-DADDF108B28C}" type="presParOf" srcId="{950878A6-90D0-4C2C-84D1-79595EDB7A04}" destId="{4BCAB88C-9CFB-4B63-9814-4BA25D896DE7}" srcOrd="1" destOrd="0" presId="urn:microsoft.com/office/officeart/2005/8/layout/orgChart1"/>
    <dgm:cxn modelId="{5BB073A6-0CDC-495E-8FA5-DB8461B55CF4}" type="presParOf" srcId="{4BCAB88C-9CFB-4B63-9814-4BA25D896DE7}" destId="{15EC8365-C1C9-4FBC-9958-F78A8D4123BD}" srcOrd="0" destOrd="0" presId="urn:microsoft.com/office/officeart/2005/8/layout/orgChart1"/>
    <dgm:cxn modelId="{4BB9422E-5E4F-4572-B394-0BCE890D88A0}" type="presParOf" srcId="{15EC8365-C1C9-4FBC-9958-F78A8D4123BD}" destId="{9052E0B1-F98A-42ED-B119-D00E3CC74152}" srcOrd="0" destOrd="0" presId="urn:microsoft.com/office/officeart/2005/8/layout/orgChart1"/>
    <dgm:cxn modelId="{8F4D449E-F891-4DB8-AAF2-C63C9C1B36F6}" type="presParOf" srcId="{15EC8365-C1C9-4FBC-9958-F78A8D4123BD}" destId="{1B3C2690-92C3-42B7-9F36-A552A7B1EFBF}" srcOrd="1" destOrd="0" presId="urn:microsoft.com/office/officeart/2005/8/layout/orgChart1"/>
    <dgm:cxn modelId="{D6B4E8B1-98A7-4C89-B41F-7A77241E098B}" type="presParOf" srcId="{4BCAB88C-9CFB-4B63-9814-4BA25D896DE7}" destId="{AD1E686E-8690-477A-AB23-EEA2537824AD}" srcOrd="1" destOrd="0" presId="urn:microsoft.com/office/officeart/2005/8/layout/orgChart1"/>
    <dgm:cxn modelId="{ACA0D121-B726-466A-B8E1-FE5616B5539A}" type="presParOf" srcId="{AD1E686E-8690-477A-AB23-EEA2537824AD}" destId="{EEB1ED2E-88DA-4527-A69A-FF97A758E20C}" srcOrd="0" destOrd="0" presId="urn:microsoft.com/office/officeart/2005/8/layout/orgChart1"/>
    <dgm:cxn modelId="{778A9E4E-004E-4490-AAA6-0EB85B5989F9}" type="presParOf" srcId="{AD1E686E-8690-477A-AB23-EEA2537824AD}" destId="{A8319BD1-2AAA-4C69-A4D3-8475A2703D69}" srcOrd="1" destOrd="0" presId="urn:microsoft.com/office/officeart/2005/8/layout/orgChart1"/>
    <dgm:cxn modelId="{64823488-FDCE-4897-BB59-E75D6B2ED198}" type="presParOf" srcId="{A8319BD1-2AAA-4C69-A4D3-8475A2703D69}" destId="{645D97A5-D851-47E7-B7D6-9AB229B6E442}" srcOrd="0" destOrd="0" presId="urn:microsoft.com/office/officeart/2005/8/layout/orgChart1"/>
    <dgm:cxn modelId="{8D895FEE-A1E8-4866-8472-4D537247056C}" type="presParOf" srcId="{645D97A5-D851-47E7-B7D6-9AB229B6E442}" destId="{B93406B3-6CA5-4064-85A6-B43D1878ECE3}" srcOrd="0" destOrd="0" presId="urn:microsoft.com/office/officeart/2005/8/layout/orgChart1"/>
    <dgm:cxn modelId="{92FF33DC-A7A1-40AF-A2F9-B03E32CD1803}" type="presParOf" srcId="{645D97A5-D851-47E7-B7D6-9AB229B6E442}" destId="{7CA39872-4666-4B48-9CC1-875673F24003}" srcOrd="1" destOrd="0" presId="urn:microsoft.com/office/officeart/2005/8/layout/orgChart1"/>
    <dgm:cxn modelId="{9897969C-3416-4FDF-9F1A-F8DD29BECBEB}" type="presParOf" srcId="{A8319BD1-2AAA-4C69-A4D3-8475A2703D69}" destId="{FFC16B33-9437-403D-B340-3A1D9B07333D}" srcOrd="1" destOrd="0" presId="urn:microsoft.com/office/officeart/2005/8/layout/orgChart1"/>
    <dgm:cxn modelId="{A356A1DE-7ACE-4897-B8EA-737BCA55E28A}" type="presParOf" srcId="{FFC16B33-9437-403D-B340-3A1D9B07333D}" destId="{8C64C7C0-0BF7-4F2F-8F93-1AA3A52C6776}" srcOrd="0" destOrd="0" presId="urn:microsoft.com/office/officeart/2005/8/layout/orgChart1"/>
    <dgm:cxn modelId="{2AB8DFF6-7159-4912-93A8-748E72F8E372}" type="presParOf" srcId="{FFC16B33-9437-403D-B340-3A1D9B07333D}" destId="{A2F8067F-A848-4B97-A901-256A378D11A5}" srcOrd="1" destOrd="0" presId="urn:microsoft.com/office/officeart/2005/8/layout/orgChart1"/>
    <dgm:cxn modelId="{570E2B85-6863-45E5-AE1B-9B47454CD30B}" type="presParOf" srcId="{A2F8067F-A848-4B97-A901-256A378D11A5}" destId="{DE2DCE0A-6051-4769-A4D9-F8CB2BBCF9CA}" srcOrd="0" destOrd="0" presId="urn:microsoft.com/office/officeart/2005/8/layout/orgChart1"/>
    <dgm:cxn modelId="{F6187C70-4BCB-49BE-9559-25F368E93D78}" type="presParOf" srcId="{DE2DCE0A-6051-4769-A4D9-F8CB2BBCF9CA}" destId="{F6D01E84-4798-4CF7-8B59-537051568E2F}" srcOrd="0" destOrd="0" presId="urn:microsoft.com/office/officeart/2005/8/layout/orgChart1"/>
    <dgm:cxn modelId="{5940357D-4187-4177-81D3-5FF1C0507531}" type="presParOf" srcId="{DE2DCE0A-6051-4769-A4D9-F8CB2BBCF9CA}" destId="{BF172D6A-ADB4-4443-895C-E6C4A4180D8F}" srcOrd="1" destOrd="0" presId="urn:microsoft.com/office/officeart/2005/8/layout/orgChart1"/>
    <dgm:cxn modelId="{A7139CBC-BEB0-4C11-91C7-6DADB9AF67A3}" type="presParOf" srcId="{A2F8067F-A848-4B97-A901-256A378D11A5}" destId="{A60B99C5-1FB1-452C-AC39-4A717D04DA21}" srcOrd="1" destOrd="0" presId="urn:microsoft.com/office/officeart/2005/8/layout/orgChart1"/>
    <dgm:cxn modelId="{13BBE1CF-84F9-49C4-A0DF-E06DBA5C50EE}" type="presParOf" srcId="{A2F8067F-A848-4B97-A901-256A378D11A5}" destId="{2222D687-EBCE-4B86-9AD5-C83C46354BF9}" srcOrd="2" destOrd="0" presId="urn:microsoft.com/office/officeart/2005/8/layout/orgChart1"/>
    <dgm:cxn modelId="{69F920D5-25D4-4560-A28C-26CBA0CEE483}" type="presParOf" srcId="{A8319BD1-2AAA-4C69-A4D3-8475A2703D69}" destId="{EEFB6C44-F877-442A-9BB7-118FAF224420}" srcOrd="2" destOrd="0" presId="urn:microsoft.com/office/officeart/2005/8/layout/orgChart1"/>
    <dgm:cxn modelId="{A9FE2DBF-D58B-44EE-9068-CB7D372D7EB3}" type="presParOf" srcId="{4BCAB88C-9CFB-4B63-9814-4BA25D896DE7}" destId="{02A956EB-A25A-4479-A180-25AA620F7103}" srcOrd="2" destOrd="0" presId="urn:microsoft.com/office/officeart/2005/8/layout/orgChart1"/>
    <dgm:cxn modelId="{1DF4C13C-D3D2-4D67-B756-3E49FB41DCB1}" type="presParOf" srcId="{F2F3D964-6B26-4F56-A500-37112B5559D8}" destId="{6D8E3CEA-47A8-48ED-9C41-63ACAA97D77D}" srcOrd="2" destOrd="0" presId="urn:microsoft.com/office/officeart/2005/8/layout/orgChart1"/>
    <dgm:cxn modelId="{16FFC2E9-445B-4C2F-92F8-BD5FC50D75B7}" type="presParOf" srcId="{8BE4F3D1-3F13-466D-BAAC-B4B68AF7C5DD}" destId="{CAAE655E-7FDB-4D42-BAD0-A02DA829651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64C7C0-0BF7-4F2F-8F93-1AA3A52C6776}">
      <dsp:nvSpPr>
        <dsp:cNvPr id="0" name=""/>
        <dsp:cNvSpPr/>
      </dsp:nvSpPr>
      <dsp:spPr>
        <a:xfrm>
          <a:off x="1364510" y="2820140"/>
          <a:ext cx="235808" cy="4508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0853"/>
              </a:lnTo>
              <a:lnTo>
                <a:pt x="235808" y="450853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B1ED2E-88DA-4527-A69A-FF97A758E20C}">
      <dsp:nvSpPr>
        <dsp:cNvPr id="0" name=""/>
        <dsp:cNvSpPr/>
      </dsp:nvSpPr>
      <dsp:spPr>
        <a:xfrm>
          <a:off x="1947613" y="2092189"/>
          <a:ext cx="91440" cy="21530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5309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F39C3E-44D1-4AA5-A17C-12E3D4500E92}">
      <dsp:nvSpPr>
        <dsp:cNvPr id="0" name=""/>
        <dsp:cNvSpPr/>
      </dsp:nvSpPr>
      <dsp:spPr>
        <a:xfrm>
          <a:off x="1947613" y="1343455"/>
          <a:ext cx="91440" cy="23609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09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B08C14-2871-422C-B6F6-ACEE4AA9C4F0}">
      <dsp:nvSpPr>
        <dsp:cNvPr id="0" name=""/>
        <dsp:cNvSpPr/>
      </dsp:nvSpPr>
      <dsp:spPr>
        <a:xfrm>
          <a:off x="1947613" y="670915"/>
          <a:ext cx="91440" cy="1598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9898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55AB45-DF8C-4CEA-9220-098CF402C4DE}">
      <dsp:nvSpPr>
        <dsp:cNvPr id="0" name=""/>
        <dsp:cNvSpPr/>
      </dsp:nvSpPr>
      <dsp:spPr>
        <a:xfrm>
          <a:off x="1480691" y="2056"/>
          <a:ext cx="1025283" cy="6688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Executive Steering Committee</a:t>
          </a:r>
          <a:endParaRPr lang="en-US" sz="1600" b="1" kern="1200" dirty="0"/>
        </a:p>
      </dsp:txBody>
      <dsp:txXfrm>
        <a:off x="1480691" y="2056"/>
        <a:ext cx="1025283" cy="668859"/>
      </dsp:txXfrm>
    </dsp:sp>
    <dsp:sp modelId="{3A1589A3-F528-4EC7-AC21-631022434F8D}">
      <dsp:nvSpPr>
        <dsp:cNvPr id="0" name=""/>
        <dsp:cNvSpPr/>
      </dsp:nvSpPr>
      <dsp:spPr>
        <a:xfrm>
          <a:off x="1480691" y="830813"/>
          <a:ext cx="1025283" cy="51264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Sponsor Oversight</a:t>
          </a:r>
          <a:endParaRPr lang="en-US" sz="1600" b="1" kern="1200" dirty="0"/>
        </a:p>
      </dsp:txBody>
      <dsp:txXfrm>
        <a:off x="1480691" y="830813"/>
        <a:ext cx="1025283" cy="512641"/>
      </dsp:txXfrm>
    </dsp:sp>
    <dsp:sp modelId="{9052E0B1-F98A-42ED-B119-D00E3CC74152}">
      <dsp:nvSpPr>
        <dsp:cNvPr id="0" name=""/>
        <dsp:cNvSpPr/>
      </dsp:nvSpPr>
      <dsp:spPr>
        <a:xfrm>
          <a:off x="1207304" y="1579547"/>
          <a:ext cx="1572057" cy="51264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Program Owners</a:t>
          </a:r>
          <a:endParaRPr lang="en-US" sz="1600" b="1" kern="1200" dirty="0"/>
        </a:p>
      </dsp:txBody>
      <dsp:txXfrm>
        <a:off x="1207304" y="1579547"/>
        <a:ext cx="1572057" cy="512641"/>
      </dsp:txXfrm>
    </dsp:sp>
    <dsp:sp modelId="{B93406B3-6CA5-4064-85A6-B43D1878ECE3}">
      <dsp:nvSpPr>
        <dsp:cNvPr id="0" name=""/>
        <dsp:cNvSpPr/>
      </dsp:nvSpPr>
      <dsp:spPr>
        <a:xfrm>
          <a:off x="1207304" y="2307499"/>
          <a:ext cx="1572057" cy="51264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Program Manager</a:t>
          </a:r>
          <a:endParaRPr lang="en-US" sz="1600" b="1" kern="1200" dirty="0"/>
        </a:p>
      </dsp:txBody>
      <dsp:txXfrm>
        <a:off x="1207304" y="2307499"/>
        <a:ext cx="1572057" cy="512641"/>
      </dsp:txXfrm>
    </dsp:sp>
    <dsp:sp modelId="{F6D01E84-4798-4CF7-8B59-537051568E2F}">
      <dsp:nvSpPr>
        <dsp:cNvPr id="0" name=""/>
        <dsp:cNvSpPr/>
      </dsp:nvSpPr>
      <dsp:spPr>
        <a:xfrm>
          <a:off x="1600319" y="3014673"/>
          <a:ext cx="1329874" cy="51264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Core Program Leads / Team</a:t>
          </a:r>
          <a:endParaRPr lang="en-US" sz="1600" b="1" kern="1200" dirty="0"/>
        </a:p>
      </dsp:txBody>
      <dsp:txXfrm>
        <a:off x="1600319" y="3014673"/>
        <a:ext cx="1329874" cy="5126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64C7C0-0BF7-4F2F-8F93-1AA3A52C6776}">
      <dsp:nvSpPr>
        <dsp:cNvPr id="0" name=""/>
        <dsp:cNvSpPr/>
      </dsp:nvSpPr>
      <dsp:spPr>
        <a:xfrm>
          <a:off x="1331553" y="2822723"/>
          <a:ext cx="246843" cy="4937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3701"/>
              </a:lnTo>
              <a:lnTo>
                <a:pt x="246843" y="493701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B1ED2E-88DA-4527-A69A-FF97A758E20C}">
      <dsp:nvSpPr>
        <dsp:cNvPr id="0" name=""/>
        <dsp:cNvSpPr/>
      </dsp:nvSpPr>
      <dsp:spPr>
        <a:xfrm>
          <a:off x="1944084" y="2060705"/>
          <a:ext cx="91440" cy="2253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5385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F39C3E-44D1-4AA5-A17C-12E3D4500E92}">
      <dsp:nvSpPr>
        <dsp:cNvPr id="0" name=""/>
        <dsp:cNvSpPr/>
      </dsp:nvSpPr>
      <dsp:spPr>
        <a:xfrm>
          <a:off x="1944084" y="1298687"/>
          <a:ext cx="91440" cy="2253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538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90B159-7ACA-439D-8651-ED18EDFD1D4E}">
      <dsp:nvSpPr>
        <dsp:cNvPr id="0" name=""/>
        <dsp:cNvSpPr/>
      </dsp:nvSpPr>
      <dsp:spPr>
        <a:xfrm>
          <a:off x="1944084" y="536669"/>
          <a:ext cx="91440" cy="2253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538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18B50D-640F-400B-9C17-0ECA74F84C97}">
      <dsp:nvSpPr>
        <dsp:cNvPr id="0" name=""/>
        <dsp:cNvSpPr/>
      </dsp:nvSpPr>
      <dsp:spPr>
        <a:xfrm>
          <a:off x="1453171" y="36"/>
          <a:ext cx="1073264" cy="5366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Executives</a:t>
          </a:r>
          <a:endParaRPr lang="en-US" sz="1600" b="1" kern="1200" dirty="0"/>
        </a:p>
      </dsp:txBody>
      <dsp:txXfrm>
        <a:off x="1453171" y="36"/>
        <a:ext cx="1073264" cy="536632"/>
      </dsp:txXfrm>
    </dsp:sp>
    <dsp:sp modelId="{BBC75D67-4F0F-4177-9326-0FC7CFD4D3A2}">
      <dsp:nvSpPr>
        <dsp:cNvPr id="0" name=""/>
        <dsp:cNvSpPr/>
      </dsp:nvSpPr>
      <dsp:spPr>
        <a:xfrm>
          <a:off x="1453171" y="762054"/>
          <a:ext cx="1073264" cy="53663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Account Executives</a:t>
          </a:r>
          <a:endParaRPr lang="en-US" sz="1600" b="1" kern="1200" dirty="0"/>
        </a:p>
      </dsp:txBody>
      <dsp:txXfrm>
        <a:off x="1453171" y="762054"/>
        <a:ext cx="1073264" cy="536632"/>
      </dsp:txXfrm>
    </dsp:sp>
    <dsp:sp modelId="{9052E0B1-F98A-42ED-B119-D00E3CC74152}">
      <dsp:nvSpPr>
        <dsp:cNvPr id="0" name=""/>
        <dsp:cNvSpPr/>
      </dsp:nvSpPr>
      <dsp:spPr>
        <a:xfrm>
          <a:off x="1166991" y="1524072"/>
          <a:ext cx="1645626" cy="53663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Account Managers / VPs / Directors</a:t>
          </a:r>
          <a:endParaRPr lang="en-US" sz="1600" b="1" kern="1200" dirty="0"/>
        </a:p>
      </dsp:txBody>
      <dsp:txXfrm>
        <a:off x="1166991" y="1524072"/>
        <a:ext cx="1645626" cy="536632"/>
      </dsp:txXfrm>
    </dsp:sp>
    <dsp:sp modelId="{B93406B3-6CA5-4064-85A6-B43D1878ECE3}">
      <dsp:nvSpPr>
        <dsp:cNvPr id="0" name=""/>
        <dsp:cNvSpPr/>
      </dsp:nvSpPr>
      <dsp:spPr>
        <a:xfrm>
          <a:off x="1166991" y="2286090"/>
          <a:ext cx="1645626" cy="53663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Project Managers</a:t>
          </a:r>
          <a:endParaRPr lang="en-US" sz="1600" b="1" kern="1200" dirty="0"/>
        </a:p>
      </dsp:txBody>
      <dsp:txXfrm>
        <a:off x="1166991" y="2286090"/>
        <a:ext cx="1645626" cy="536632"/>
      </dsp:txXfrm>
    </dsp:sp>
    <dsp:sp modelId="{F6D01E84-4798-4CF7-8B59-537051568E2F}">
      <dsp:nvSpPr>
        <dsp:cNvPr id="0" name=""/>
        <dsp:cNvSpPr/>
      </dsp:nvSpPr>
      <dsp:spPr>
        <a:xfrm>
          <a:off x="1578397" y="3048108"/>
          <a:ext cx="1392110" cy="53663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Project Leads / Teams</a:t>
          </a:r>
          <a:endParaRPr lang="en-US" sz="1600" b="1" kern="1200" dirty="0"/>
        </a:p>
      </dsp:txBody>
      <dsp:txXfrm>
        <a:off x="1578397" y="3048108"/>
        <a:ext cx="1392110" cy="5366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F320C92-5B60-47CE-AF8E-33393E468A4F}" type="datetimeFigureOut">
              <a:rPr lang="en-CA" smtClean="0"/>
              <a:t>11/18/2019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932885D-FA4E-45F3-9C34-9BE667995C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2965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F9F78-B7FC-4D34-B5E9-CFFF0660210F}" type="datetimeFigureOut">
              <a:rPr lang="en-CA" smtClean="0"/>
              <a:t>11/18/2019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EB8C7-5EFC-4FA9-BA9E-FFC3022A465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102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96562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82762">
              <a:defRPr/>
            </a:pPr>
            <a:fld id="{761EB8C7-5EFC-4FA9-BA9E-FFC3022A4650}" type="slidenum">
              <a:rPr lang="en-CA">
                <a:solidFill>
                  <a:prstClr val="black"/>
                </a:solidFill>
                <a:latin typeface="Calibri"/>
              </a:rPr>
              <a:pPr defTabSz="882762">
                <a:defRPr/>
              </a:pPr>
              <a:t>6</a:t>
            </a:fld>
            <a:endParaRPr lang="en-CA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1354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82762">
              <a:defRPr/>
            </a:pPr>
            <a:fld id="{761EB8C7-5EFC-4FA9-BA9E-FFC3022A4650}" type="slidenum">
              <a:rPr lang="en-CA">
                <a:solidFill>
                  <a:prstClr val="black"/>
                </a:solidFill>
                <a:latin typeface="Calibri"/>
              </a:rPr>
              <a:pPr defTabSz="882762">
                <a:defRPr/>
              </a:pPr>
              <a:t>11</a:t>
            </a:fld>
            <a:endParaRPr lang="en-CA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1536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</a:rPr>
              <a:t>Program Management is a method to manage related groups of projects.</a:t>
            </a:r>
          </a:p>
          <a:p>
            <a:endParaRPr lang="en-CA" dirty="0" smtClean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12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56808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13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32396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CA" dirty="0" smtClean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14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76281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3950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CA" dirty="0" smtClean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16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46292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0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2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27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7826" y="2851689"/>
            <a:ext cx="6362700" cy="39808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CA" dirty="0" smtClean="0"/>
              <a:t>Additional text…</a:t>
            </a:r>
            <a:endParaRPr lang="en-CA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377826" y="2239233"/>
            <a:ext cx="8331201" cy="4571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77826" y="1492530"/>
            <a:ext cx="8350249" cy="5286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800"/>
              </a:lnSpc>
              <a:spcBef>
                <a:spcPts val="0"/>
              </a:spcBef>
              <a:buNone/>
              <a:defRPr sz="48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902861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7826" y="2851689"/>
            <a:ext cx="6362700" cy="39808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CA" dirty="0" smtClean="0"/>
              <a:t>Additional text…</a:t>
            </a:r>
            <a:endParaRPr lang="en-CA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377826" y="2239233"/>
            <a:ext cx="8331201" cy="4571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77826" y="1492530"/>
            <a:ext cx="8350249" cy="5286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800"/>
              </a:lnSpc>
              <a:spcBef>
                <a:spcPts val="0"/>
              </a:spcBef>
              <a:buNone/>
              <a:defRPr sz="48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51424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391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2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8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5" y="701041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60"/>
              </a:lnSpc>
              <a:spcBef>
                <a:spcPts val="0"/>
              </a:spcBef>
              <a:buNone/>
              <a:defRPr sz="2880" spc="-90" baseline="0">
                <a:solidFill>
                  <a:srgbClr val="0097A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5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80"/>
              </a:lnSpc>
              <a:spcBef>
                <a:spcPts val="0"/>
              </a:spcBef>
              <a:buNone/>
              <a:defRPr sz="1620" b="0" spc="0" baseline="0">
                <a:solidFill>
                  <a:srgbClr val="DAAA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717820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6097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8858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6955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1191940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301575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64821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4999523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1948676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5" y="701041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60"/>
              </a:lnSpc>
              <a:spcBef>
                <a:spcPts val="0"/>
              </a:spcBef>
              <a:buNone/>
              <a:defRPr sz="2880" spc="-90" baseline="0">
                <a:solidFill>
                  <a:srgbClr val="0097A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5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80"/>
              </a:lnSpc>
              <a:spcBef>
                <a:spcPts val="0"/>
              </a:spcBef>
              <a:buNone/>
              <a:defRPr sz="1620" b="0" spc="0" baseline="0">
                <a:solidFill>
                  <a:srgbClr val="DAAA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885366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3221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932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65516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7053198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78816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29748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33034806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652279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289226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7010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5508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5065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6521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5163870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851267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4683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28129601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6732954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5457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2473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096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2848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894991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04991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03805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42847988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5745996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615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8776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7826" y="2851691"/>
            <a:ext cx="6362700" cy="39808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6858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CA" dirty="0" smtClean="0"/>
              <a:t>Additional text…</a:t>
            </a:r>
            <a:endParaRPr lang="en-CA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377828" y="2239235"/>
            <a:ext cx="8331201" cy="4571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6858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spc="-75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77828" y="1492531"/>
            <a:ext cx="8350249" cy="5286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350"/>
              </a:lnSpc>
              <a:spcBef>
                <a:spcPts val="0"/>
              </a:spcBef>
              <a:buNone/>
              <a:defRPr sz="3600" spc="-75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53203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5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5" y="701042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550"/>
              </a:lnSpc>
              <a:spcBef>
                <a:spcPts val="0"/>
              </a:spcBef>
              <a:buNone/>
              <a:defRPr sz="2400" spc="-75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5" y="1157678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50"/>
              </a:lnSpc>
              <a:spcBef>
                <a:spcPts val="0"/>
              </a:spcBef>
              <a:buNone/>
              <a:defRPr sz="135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5" y="1744982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125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857250" indent="-171450">
              <a:buFont typeface="Wingdings" panose="05000000000000000000" pitchFamily="2" charset="2"/>
              <a:buChar char="s"/>
              <a:defRPr sz="9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25356389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6" y="371477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8186947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41009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5291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38746329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463368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95782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39867522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3749229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539799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5" y="701041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60"/>
              </a:lnSpc>
              <a:spcBef>
                <a:spcPts val="0"/>
              </a:spcBef>
              <a:buNone/>
              <a:defRPr sz="2880" spc="-90" baseline="0">
                <a:solidFill>
                  <a:srgbClr val="0097A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5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80"/>
              </a:lnSpc>
              <a:spcBef>
                <a:spcPts val="0"/>
              </a:spcBef>
              <a:buNone/>
              <a:defRPr sz="1620" b="0" spc="0" baseline="0">
                <a:solidFill>
                  <a:srgbClr val="DAAA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742021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556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8636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8146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56226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381770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18494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14330227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16991537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500883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555994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556087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43298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616122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82533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5.jp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5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6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7.jpg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5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6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33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theme" Target="../theme/theme1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slideLayout" Target="../slideLayouts/slideLayout38.xml"/><Relationship Id="rId7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42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theme" Target="../theme/theme1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10" Type="http://schemas.openxmlformats.org/officeDocument/2006/relationships/image" Target="../media/image14.jpg"/><Relationship Id="rId4" Type="http://schemas.openxmlformats.org/officeDocument/2006/relationships/slideLayout" Target="../slideLayouts/slideLayout51.xml"/><Relationship Id="rId9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56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57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slideLayout" Target="../slideLayouts/slideLayout60.xml"/><Relationship Id="rId7" Type="http://schemas.openxmlformats.org/officeDocument/2006/relationships/theme" Target="../theme/theme22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1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64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65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66.xml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67.xml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68.xml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476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Frutiger LT Std 57 Cn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142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46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DA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3354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856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27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0097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2467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272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48" r:id="rId7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74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003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310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6312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58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58" r:id="rId7"/>
    <p:sldLayoutId id="2147483859" r:id="rId8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46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2DCC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702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6312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000" b="1" i="0" dirty="0" smtClean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algn="l"/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599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707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8475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2821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860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317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06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782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849" r:id="rId2"/>
    <p:sldLayoutId id="2147483852" r:id="rId3"/>
    <p:sldLayoutId id="2147483853" r:id="rId4"/>
    <p:sldLayoutId id="2147483855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06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54" r:id="rId7"/>
    <p:sldLayoutId id="2147483857" r:id="rId8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993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BA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5047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Canadian Western Bank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765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771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335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9643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512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6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060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hyperlink" Target="https://sp.cwb.local/projects/pmo2/Digital%20Program/Digital%20Program%20SharePoint/1%20Program%20Management/02.%20Planning/NIRAP/NIRAP-Small%20Business.xlsm" TargetMode="External"/><Relationship Id="rId4" Type="http://schemas.openxmlformats.org/officeDocument/2006/relationships/tags" Target="../tags/tag4.xml"/><Relationship Id="rId9" Type="http://schemas.openxmlformats.org/officeDocument/2006/relationships/hyperlink" Target="https://sp.cwb.local/projects/pmo2/Digital%20Program/Digital%20Program%20SharePoint/1%20Program%20Management/02.%20Planning/NIRAP/Motive%20DCO%20NIRAP/Archive/NIRAP%20-%20Motive%20Digital%20Account%20Opening%20Project%20(WIP).xlsm" TargetMode="Externa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26" Type="http://schemas.openxmlformats.org/officeDocument/2006/relationships/tags" Target="../tags/tag33.xml"/><Relationship Id="rId39" Type="http://schemas.openxmlformats.org/officeDocument/2006/relationships/tags" Target="../tags/tag46.xml"/><Relationship Id="rId3" Type="http://schemas.openxmlformats.org/officeDocument/2006/relationships/tags" Target="../tags/tag10.xml"/><Relationship Id="rId21" Type="http://schemas.openxmlformats.org/officeDocument/2006/relationships/tags" Target="../tags/tag28.xml"/><Relationship Id="rId34" Type="http://schemas.openxmlformats.org/officeDocument/2006/relationships/tags" Target="../tags/tag41.xml"/><Relationship Id="rId42" Type="http://schemas.openxmlformats.org/officeDocument/2006/relationships/tags" Target="../tags/tag49.xml"/><Relationship Id="rId47" Type="http://schemas.openxmlformats.org/officeDocument/2006/relationships/tags" Target="../tags/tag54.xml"/><Relationship Id="rId50" Type="http://schemas.openxmlformats.org/officeDocument/2006/relationships/tags" Target="../tags/tag57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5" Type="http://schemas.openxmlformats.org/officeDocument/2006/relationships/tags" Target="../tags/tag32.xml"/><Relationship Id="rId33" Type="http://schemas.openxmlformats.org/officeDocument/2006/relationships/tags" Target="../tags/tag40.xml"/><Relationship Id="rId38" Type="http://schemas.openxmlformats.org/officeDocument/2006/relationships/tags" Target="../tags/tag45.xml"/><Relationship Id="rId46" Type="http://schemas.openxmlformats.org/officeDocument/2006/relationships/tags" Target="../tags/tag53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0" Type="http://schemas.openxmlformats.org/officeDocument/2006/relationships/tags" Target="../tags/tag27.xml"/><Relationship Id="rId29" Type="http://schemas.openxmlformats.org/officeDocument/2006/relationships/tags" Target="../tags/tag36.xml"/><Relationship Id="rId41" Type="http://schemas.openxmlformats.org/officeDocument/2006/relationships/tags" Target="../tags/tag48.xml"/><Relationship Id="rId54" Type="http://schemas.openxmlformats.org/officeDocument/2006/relationships/slideLayout" Target="../slideLayouts/slideLayout54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24" Type="http://schemas.openxmlformats.org/officeDocument/2006/relationships/tags" Target="../tags/tag31.xml"/><Relationship Id="rId32" Type="http://schemas.openxmlformats.org/officeDocument/2006/relationships/tags" Target="../tags/tag39.xml"/><Relationship Id="rId37" Type="http://schemas.openxmlformats.org/officeDocument/2006/relationships/tags" Target="../tags/tag44.xml"/><Relationship Id="rId40" Type="http://schemas.openxmlformats.org/officeDocument/2006/relationships/tags" Target="../tags/tag47.xml"/><Relationship Id="rId45" Type="http://schemas.openxmlformats.org/officeDocument/2006/relationships/tags" Target="../tags/tag52.xml"/><Relationship Id="rId53" Type="http://schemas.openxmlformats.org/officeDocument/2006/relationships/tags" Target="../tags/tag60.xml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23" Type="http://schemas.openxmlformats.org/officeDocument/2006/relationships/tags" Target="../tags/tag30.xml"/><Relationship Id="rId28" Type="http://schemas.openxmlformats.org/officeDocument/2006/relationships/tags" Target="../tags/tag35.xml"/><Relationship Id="rId36" Type="http://schemas.openxmlformats.org/officeDocument/2006/relationships/tags" Target="../tags/tag43.xml"/><Relationship Id="rId49" Type="http://schemas.openxmlformats.org/officeDocument/2006/relationships/tags" Target="../tags/tag56.xml"/><Relationship Id="rId10" Type="http://schemas.openxmlformats.org/officeDocument/2006/relationships/tags" Target="../tags/tag17.xml"/><Relationship Id="rId19" Type="http://schemas.openxmlformats.org/officeDocument/2006/relationships/tags" Target="../tags/tag26.xml"/><Relationship Id="rId31" Type="http://schemas.openxmlformats.org/officeDocument/2006/relationships/tags" Target="../tags/tag38.xml"/><Relationship Id="rId44" Type="http://schemas.openxmlformats.org/officeDocument/2006/relationships/tags" Target="../tags/tag51.xml"/><Relationship Id="rId52" Type="http://schemas.openxmlformats.org/officeDocument/2006/relationships/tags" Target="../tags/tag59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Relationship Id="rId22" Type="http://schemas.openxmlformats.org/officeDocument/2006/relationships/tags" Target="../tags/tag29.xml"/><Relationship Id="rId27" Type="http://schemas.openxmlformats.org/officeDocument/2006/relationships/tags" Target="../tags/tag34.xml"/><Relationship Id="rId30" Type="http://schemas.openxmlformats.org/officeDocument/2006/relationships/tags" Target="../tags/tag37.xml"/><Relationship Id="rId35" Type="http://schemas.openxmlformats.org/officeDocument/2006/relationships/tags" Target="../tags/tag42.xml"/><Relationship Id="rId43" Type="http://schemas.openxmlformats.org/officeDocument/2006/relationships/tags" Target="../tags/tag50.xml"/><Relationship Id="rId48" Type="http://schemas.openxmlformats.org/officeDocument/2006/relationships/tags" Target="../tags/tag55.xml"/><Relationship Id="rId8" Type="http://schemas.openxmlformats.org/officeDocument/2006/relationships/tags" Target="../tags/tag15.xml"/><Relationship Id="rId51" Type="http://schemas.openxmlformats.org/officeDocument/2006/relationships/tags" Target="../tags/tag58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73.xml"/><Relationship Id="rId18" Type="http://schemas.openxmlformats.org/officeDocument/2006/relationships/tags" Target="../tags/tag78.xml"/><Relationship Id="rId26" Type="http://schemas.openxmlformats.org/officeDocument/2006/relationships/tags" Target="../tags/tag86.xml"/><Relationship Id="rId39" Type="http://schemas.openxmlformats.org/officeDocument/2006/relationships/tags" Target="../tags/tag99.xml"/><Relationship Id="rId21" Type="http://schemas.openxmlformats.org/officeDocument/2006/relationships/tags" Target="../tags/tag81.xml"/><Relationship Id="rId34" Type="http://schemas.openxmlformats.org/officeDocument/2006/relationships/tags" Target="../tags/tag94.xml"/><Relationship Id="rId42" Type="http://schemas.openxmlformats.org/officeDocument/2006/relationships/tags" Target="../tags/tag102.xml"/><Relationship Id="rId47" Type="http://schemas.openxmlformats.org/officeDocument/2006/relationships/tags" Target="../tags/tag107.xml"/><Relationship Id="rId50" Type="http://schemas.openxmlformats.org/officeDocument/2006/relationships/tags" Target="../tags/tag110.xml"/><Relationship Id="rId55" Type="http://schemas.openxmlformats.org/officeDocument/2006/relationships/tags" Target="../tags/tag115.xml"/><Relationship Id="rId63" Type="http://schemas.openxmlformats.org/officeDocument/2006/relationships/tags" Target="../tags/tag123.xml"/><Relationship Id="rId68" Type="http://schemas.openxmlformats.org/officeDocument/2006/relationships/tags" Target="../tags/tag128.xml"/><Relationship Id="rId76" Type="http://schemas.openxmlformats.org/officeDocument/2006/relationships/tags" Target="../tags/tag136.xml"/><Relationship Id="rId84" Type="http://schemas.openxmlformats.org/officeDocument/2006/relationships/tags" Target="../tags/tag144.xml"/><Relationship Id="rId89" Type="http://schemas.openxmlformats.org/officeDocument/2006/relationships/tags" Target="../tags/tag149.xml"/><Relationship Id="rId7" Type="http://schemas.openxmlformats.org/officeDocument/2006/relationships/tags" Target="../tags/tag67.xml"/><Relationship Id="rId71" Type="http://schemas.openxmlformats.org/officeDocument/2006/relationships/tags" Target="../tags/tag131.xml"/><Relationship Id="rId92" Type="http://schemas.openxmlformats.org/officeDocument/2006/relationships/tags" Target="../tags/tag152.xml"/><Relationship Id="rId2" Type="http://schemas.openxmlformats.org/officeDocument/2006/relationships/tags" Target="../tags/tag62.xml"/><Relationship Id="rId16" Type="http://schemas.openxmlformats.org/officeDocument/2006/relationships/tags" Target="../tags/tag76.xml"/><Relationship Id="rId29" Type="http://schemas.openxmlformats.org/officeDocument/2006/relationships/tags" Target="../tags/tag89.xml"/><Relationship Id="rId11" Type="http://schemas.openxmlformats.org/officeDocument/2006/relationships/tags" Target="../tags/tag71.xml"/><Relationship Id="rId24" Type="http://schemas.openxmlformats.org/officeDocument/2006/relationships/tags" Target="../tags/tag84.xml"/><Relationship Id="rId32" Type="http://schemas.openxmlformats.org/officeDocument/2006/relationships/tags" Target="../tags/tag92.xml"/><Relationship Id="rId37" Type="http://schemas.openxmlformats.org/officeDocument/2006/relationships/tags" Target="../tags/tag97.xml"/><Relationship Id="rId40" Type="http://schemas.openxmlformats.org/officeDocument/2006/relationships/tags" Target="../tags/tag100.xml"/><Relationship Id="rId45" Type="http://schemas.openxmlformats.org/officeDocument/2006/relationships/tags" Target="../tags/tag105.xml"/><Relationship Id="rId53" Type="http://schemas.openxmlformats.org/officeDocument/2006/relationships/tags" Target="../tags/tag113.xml"/><Relationship Id="rId58" Type="http://schemas.openxmlformats.org/officeDocument/2006/relationships/tags" Target="../tags/tag118.xml"/><Relationship Id="rId66" Type="http://schemas.openxmlformats.org/officeDocument/2006/relationships/tags" Target="../tags/tag126.xml"/><Relationship Id="rId74" Type="http://schemas.openxmlformats.org/officeDocument/2006/relationships/tags" Target="../tags/tag134.xml"/><Relationship Id="rId79" Type="http://schemas.openxmlformats.org/officeDocument/2006/relationships/tags" Target="../tags/tag139.xml"/><Relationship Id="rId87" Type="http://schemas.openxmlformats.org/officeDocument/2006/relationships/tags" Target="../tags/tag147.xml"/><Relationship Id="rId5" Type="http://schemas.openxmlformats.org/officeDocument/2006/relationships/tags" Target="../tags/tag65.xml"/><Relationship Id="rId61" Type="http://schemas.openxmlformats.org/officeDocument/2006/relationships/tags" Target="../tags/tag121.xml"/><Relationship Id="rId82" Type="http://schemas.openxmlformats.org/officeDocument/2006/relationships/tags" Target="../tags/tag142.xml"/><Relationship Id="rId90" Type="http://schemas.openxmlformats.org/officeDocument/2006/relationships/tags" Target="../tags/tag150.xml"/><Relationship Id="rId19" Type="http://schemas.openxmlformats.org/officeDocument/2006/relationships/tags" Target="../tags/tag79.xml"/><Relationship Id="rId14" Type="http://schemas.openxmlformats.org/officeDocument/2006/relationships/tags" Target="../tags/tag74.xml"/><Relationship Id="rId22" Type="http://schemas.openxmlformats.org/officeDocument/2006/relationships/tags" Target="../tags/tag82.xml"/><Relationship Id="rId27" Type="http://schemas.openxmlformats.org/officeDocument/2006/relationships/tags" Target="../tags/tag87.xml"/><Relationship Id="rId30" Type="http://schemas.openxmlformats.org/officeDocument/2006/relationships/tags" Target="../tags/tag90.xml"/><Relationship Id="rId35" Type="http://schemas.openxmlformats.org/officeDocument/2006/relationships/tags" Target="../tags/tag95.xml"/><Relationship Id="rId43" Type="http://schemas.openxmlformats.org/officeDocument/2006/relationships/tags" Target="../tags/tag103.xml"/><Relationship Id="rId48" Type="http://schemas.openxmlformats.org/officeDocument/2006/relationships/tags" Target="../tags/tag108.xml"/><Relationship Id="rId56" Type="http://schemas.openxmlformats.org/officeDocument/2006/relationships/tags" Target="../tags/tag116.xml"/><Relationship Id="rId64" Type="http://schemas.openxmlformats.org/officeDocument/2006/relationships/tags" Target="../tags/tag124.xml"/><Relationship Id="rId69" Type="http://schemas.openxmlformats.org/officeDocument/2006/relationships/tags" Target="../tags/tag129.xml"/><Relationship Id="rId77" Type="http://schemas.openxmlformats.org/officeDocument/2006/relationships/tags" Target="../tags/tag137.xml"/><Relationship Id="rId8" Type="http://schemas.openxmlformats.org/officeDocument/2006/relationships/tags" Target="../tags/tag68.xml"/><Relationship Id="rId51" Type="http://schemas.openxmlformats.org/officeDocument/2006/relationships/tags" Target="../tags/tag111.xml"/><Relationship Id="rId72" Type="http://schemas.openxmlformats.org/officeDocument/2006/relationships/tags" Target="../tags/tag132.xml"/><Relationship Id="rId80" Type="http://schemas.openxmlformats.org/officeDocument/2006/relationships/tags" Target="../tags/tag140.xml"/><Relationship Id="rId85" Type="http://schemas.openxmlformats.org/officeDocument/2006/relationships/tags" Target="../tags/tag145.xml"/><Relationship Id="rId93" Type="http://schemas.openxmlformats.org/officeDocument/2006/relationships/slideLayout" Target="../slideLayouts/slideLayout54.xml"/><Relationship Id="rId3" Type="http://schemas.openxmlformats.org/officeDocument/2006/relationships/tags" Target="../tags/tag63.xml"/><Relationship Id="rId12" Type="http://schemas.openxmlformats.org/officeDocument/2006/relationships/tags" Target="../tags/tag72.xml"/><Relationship Id="rId17" Type="http://schemas.openxmlformats.org/officeDocument/2006/relationships/tags" Target="../tags/tag77.xml"/><Relationship Id="rId25" Type="http://schemas.openxmlformats.org/officeDocument/2006/relationships/tags" Target="../tags/tag85.xml"/><Relationship Id="rId33" Type="http://schemas.openxmlformats.org/officeDocument/2006/relationships/tags" Target="../tags/tag93.xml"/><Relationship Id="rId38" Type="http://schemas.openxmlformats.org/officeDocument/2006/relationships/tags" Target="../tags/tag98.xml"/><Relationship Id="rId46" Type="http://schemas.openxmlformats.org/officeDocument/2006/relationships/tags" Target="../tags/tag106.xml"/><Relationship Id="rId59" Type="http://schemas.openxmlformats.org/officeDocument/2006/relationships/tags" Target="../tags/tag119.xml"/><Relationship Id="rId67" Type="http://schemas.openxmlformats.org/officeDocument/2006/relationships/tags" Target="../tags/tag127.xml"/><Relationship Id="rId20" Type="http://schemas.openxmlformats.org/officeDocument/2006/relationships/tags" Target="../tags/tag80.xml"/><Relationship Id="rId41" Type="http://schemas.openxmlformats.org/officeDocument/2006/relationships/tags" Target="../tags/tag101.xml"/><Relationship Id="rId54" Type="http://schemas.openxmlformats.org/officeDocument/2006/relationships/tags" Target="../tags/tag114.xml"/><Relationship Id="rId62" Type="http://schemas.openxmlformats.org/officeDocument/2006/relationships/tags" Target="../tags/tag122.xml"/><Relationship Id="rId70" Type="http://schemas.openxmlformats.org/officeDocument/2006/relationships/tags" Target="../tags/tag130.xml"/><Relationship Id="rId75" Type="http://schemas.openxmlformats.org/officeDocument/2006/relationships/tags" Target="../tags/tag135.xml"/><Relationship Id="rId83" Type="http://schemas.openxmlformats.org/officeDocument/2006/relationships/tags" Target="../tags/tag143.xml"/><Relationship Id="rId88" Type="http://schemas.openxmlformats.org/officeDocument/2006/relationships/tags" Target="../tags/tag148.xml"/><Relationship Id="rId91" Type="http://schemas.openxmlformats.org/officeDocument/2006/relationships/tags" Target="../tags/tag151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5" Type="http://schemas.openxmlformats.org/officeDocument/2006/relationships/tags" Target="../tags/tag75.xml"/><Relationship Id="rId23" Type="http://schemas.openxmlformats.org/officeDocument/2006/relationships/tags" Target="../tags/tag83.xml"/><Relationship Id="rId28" Type="http://schemas.openxmlformats.org/officeDocument/2006/relationships/tags" Target="../tags/tag88.xml"/><Relationship Id="rId36" Type="http://schemas.openxmlformats.org/officeDocument/2006/relationships/tags" Target="../tags/tag96.xml"/><Relationship Id="rId49" Type="http://schemas.openxmlformats.org/officeDocument/2006/relationships/tags" Target="../tags/tag109.xml"/><Relationship Id="rId57" Type="http://schemas.openxmlformats.org/officeDocument/2006/relationships/tags" Target="../tags/tag117.xml"/><Relationship Id="rId10" Type="http://schemas.openxmlformats.org/officeDocument/2006/relationships/tags" Target="../tags/tag70.xml"/><Relationship Id="rId31" Type="http://schemas.openxmlformats.org/officeDocument/2006/relationships/tags" Target="../tags/tag91.xml"/><Relationship Id="rId44" Type="http://schemas.openxmlformats.org/officeDocument/2006/relationships/tags" Target="../tags/tag104.xml"/><Relationship Id="rId52" Type="http://schemas.openxmlformats.org/officeDocument/2006/relationships/tags" Target="../tags/tag112.xml"/><Relationship Id="rId60" Type="http://schemas.openxmlformats.org/officeDocument/2006/relationships/tags" Target="../tags/tag120.xml"/><Relationship Id="rId65" Type="http://schemas.openxmlformats.org/officeDocument/2006/relationships/tags" Target="../tags/tag125.xml"/><Relationship Id="rId73" Type="http://schemas.openxmlformats.org/officeDocument/2006/relationships/tags" Target="../tags/tag133.xml"/><Relationship Id="rId78" Type="http://schemas.openxmlformats.org/officeDocument/2006/relationships/tags" Target="../tags/tag138.xml"/><Relationship Id="rId81" Type="http://schemas.openxmlformats.org/officeDocument/2006/relationships/tags" Target="../tags/tag141.xml"/><Relationship Id="rId86" Type="http://schemas.openxmlformats.org/officeDocument/2006/relationships/tags" Target="../tags/tag146.xml"/><Relationship Id="rId4" Type="http://schemas.openxmlformats.org/officeDocument/2006/relationships/tags" Target="../tags/tag64.xml"/><Relationship Id="rId9" Type="http://schemas.openxmlformats.org/officeDocument/2006/relationships/tags" Target="../tags/tag69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165.xml"/><Relationship Id="rId18" Type="http://schemas.openxmlformats.org/officeDocument/2006/relationships/tags" Target="../tags/tag170.xml"/><Relationship Id="rId26" Type="http://schemas.openxmlformats.org/officeDocument/2006/relationships/tags" Target="../tags/tag178.xml"/><Relationship Id="rId39" Type="http://schemas.openxmlformats.org/officeDocument/2006/relationships/tags" Target="../tags/tag191.xml"/><Relationship Id="rId21" Type="http://schemas.openxmlformats.org/officeDocument/2006/relationships/tags" Target="../tags/tag173.xml"/><Relationship Id="rId34" Type="http://schemas.openxmlformats.org/officeDocument/2006/relationships/tags" Target="../tags/tag186.xml"/><Relationship Id="rId42" Type="http://schemas.openxmlformats.org/officeDocument/2006/relationships/tags" Target="../tags/tag194.xml"/><Relationship Id="rId47" Type="http://schemas.openxmlformats.org/officeDocument/2006/relationships/tags" Target="../tags/tag199.xml"/><Relationship Id="rId50" Type="http://schemas.openxmlformats.org/officeDocument/2006/relationships/tags" Target="../tags/tag202.xml"/><Relationship Id="rId55" Type="http://schemas.openxmlformats.org/officeDocument/2006/relationships/tags" Target="../tags/tag207.xml"/><Relationship Id="rId63" Type="http://schemas.openxmlformats.org/officeDocument/2006/relationships/tags" Target="../tags/tag215.xml"/><Relationship Id="rId68" Type="http://schemas.openxmlformats.org/officeDocument/2006/relationships/tags" Target="../tags/tag220.xml"/><Relationship Id="rId76" Type="http://schemas.openxmlformats.org/officeDocument/2006/relationships/tags" Target="../tags/tag228.xml"/><Relationship Id="rId7" Type="http://schemas.openxmlformats.org/officeDocument/2006/relationships/tags" Target="../tags/tag159.xml"/><Relationship Id="rId71" Type="http://schemas.openxmlformats.org/officeDocument/2006/relationships/tags" Target="../tags/tag223.xml"/><Relationship Id="rId2" Type="http://schemas.openxmlformats.org/officeDocument/2006/relationships/tags" Target="../tags/tag154.xml"/><Relationship Id="rId16" Type="http://schemas.openxmlformats.org/officeDocument/2006/relationships/tags" Target="../tags/tag168.xml"/><Relationship Id="rId29" Type="http://schemas.openxmlformats.org/officeDocument/2006/relationships/tags" Target="../tags/tag181.xml"/><Relationship Id="rId11" Type="http://schemas.openxmlformats.org/officeDocument/2006/relationships/tags" Target="../tags/tag163.xml"/><Relationship Id="rId24" Type="http://schemas.openxmlformats.org/officeDocument/2006/relationships/tags" Target="../tags/tag176.xml"/><Relationship Id="rId32" Type="http://schemas.openxmlformats.org/officeDocument/2006/relationships/tags" Target="../tags/tag184.xml"/><Relationship Id="rId37" Type="http://schemas.openxmlformats.org/officeDocument/2006/relationships/tags" Target="../tags/tag189.xml"/><Relationship Id="rId40" Type="http://schemas.openxmlformats.org/officeDocument/2006/relationships/tags" Target="../tags/tag192.xml"/><Relationship Id="rId45" Type="http://schemas.openxmlformats.org/officeDocument/2006/relationships/tags" Target="../tags/tag197.xml"/><Relationship Id="rId53" Type="http://schemas.openxmlformats.org/officeDocument/2006/relationships/tags" Target="../tags/tag205.xml"/><Relationship Id="rId58" Type="http://schemas.openxmlformats.org/officeDocument/2006/relationships/tags" Target="../tags/tag210.xml"/><Relationship Id="rId66" Type="http://schemas.openxmlformats.org/officeDocument/2006/relationships/tags" Target="../tags/tag218.xml"/><Relationship Id="rId74" Type="http://schemas.openxmlformats.org/officeDocument/2006/relationships/tags" Target="../tags/tag226.xml"/><Relationship Id="rId79" Type="http://schemas.openxmlformats.org/officeDocument/2006/relationships/tags" Target="../tags/tag231.xml"/><Relationship Id="rId5" Type="http://schemas.openxmlformats.org/officeDocument/2006/relationships/tags" Target="../tags/tag157.xml"/><Relationship Id="rId61" Type="http://schemas.openxmlformats.org/officeDocument/2006/relationships/tags" Target="../tags/tag213.xml"/><Relationship Id="rId10" Type="http://schemas.openxmlformats.org/officeDocument/2006/relationships/tags" Target="../tags/tag162.xml"/><Relationship Id="rId19" Type="http://schemas.openxmlformats.org/officeDocument/2006/relationships/tags" Target="../tags/tag171.xml"/><Relationship Id="rId31" Type="http://schemas.openxmlformats.org/officeDocument/2006/relationships/tags" Target="../tags/tag183.xml"/><Relationship Id="rId44" Type="http://schemas.openxmlformats.org/officeDocument/2006/relationships/tags" Target="../tags/tag196.xml"/><Relationship Id="rId52" Type="http://schemas.openxmlformats.org/officeDocument/2006/relationships/tags" Target="../tags/tag204.xml"/><Relationship Id="rId60" Type="http://schemas.openxmlformats.org/officeDocument/2006/relationships/tags" Target="../tags/tag212.xml"/><Relationship Id="rId65" Type="http://schemas.openxmlformats.org/officeDocument/2006/relationships/tags" Target="../tags/tag217.xml"/><Relationship Id="rId73" Type="http://schemas.openxmlformats.org/officeDocument/2006/relationships/tags" Target="../tags/tag225.xml"/><Relationship Id="rId78" Type="http://schemas.openxmlformats.org/officeDocument/2006/relationships/tags" Target="../tags/tag230.xml"/><Relationship Id="rId81" Type="http://schemas.openxmlformats.org/officeDocument/2006/relationships/slideLayout" Target="../slideLayouts/slideLayout54.xml"/><Relationship Id="rId4" Type="http://schemas.openxmlformats.org/officeDocument/2006/relationships/tags" Target="../tags/tag156.xml"/><Relationship Id="rId9" Type="http://schemas.openxmlformats.org/officeDocument/2006/relationships/tags" Target="../tags/tag161.xml"/><Relationship Id="rId14" Type="http://schemas.openxmlformats.org/officeDocument/2006/relationships/tags" Target="../tags/tag166.xml"/><Relationship Id="rId22" Type="http://schemas.openxmlformats.org/officeDocument/2006/relationships/tags" Target="../tags/tag174.xml"/><Relationship Id="rId27" Type="http://schemas.openxmlformats.org/officeDocument/2006/relationships/tags" Target="../tags/tag179.xml"/><Relationship Id="rId30" Type="http://schemas.openxmlformats.org/officeDocument/2006/relationships/tags" Target="../tags/tag182.xml"/><Relationship Id="rId35" Type="http://schemas.openxmlformats.org/officeDocument/2006/relationships/tags" Target="../tags/tag187.xml"/><Relationship Id="rId43" Type="http://schemas.openxmlformats.org/officeDocument/2006/relationships/tags" Target="../tags/tag195.xml"/><Relationship Id="rId48" Type="http://schemas.openxmlformats.org/officeDocument/2006/relationships/tags" Target="../tags/tag200.xml"/><Relationship Id="rId56" Type="http://schemas.openxmlformats.org/officeDocument/2006/relationships/tags" Target="../tags/tag208.xml"/><Relationship Id="rId64" Type="http://schemas.openxmlformats.org/officeDocument/2006/relationships/tags" Target="../tags/tag216.xml"/><Relationship Id="rId69" Type="http://schemas.openxmlformats.org/officeDocument/2006/relationships/tags" Target="../tags/tag221.xml"/><Relationship Id="rId77" Type="http://schemas.openxmlformats.org/officeDocument/2006/relationships/tags" Target="../tags/tag229.xml"/><Relationship Id="rId8" Type="http://schemas.openxmlformats.org/officeDocument/2006/relationships/tags" Target="../tags/tag160.xml"/><Relationship Id="rId51" Type="http://schemas.openxmlformats.org/officeDocument/2006/relationships/tags" Target="../tags/tag203.xml"/><Relationship Id="rId72" Type="http://schemas.openxmlformats.org/officeDocument/2006/relationships/tags" Target="../tags/tag224.xml"/><Relationship Id="rId80" Type="http://schemas.openxmlformats.org/officeDocument/2006/relationships/tags" Target="../tags/tag232.xml"/><Relationship Id="rId3" Type="http://schemas.openxmlformats.org/officeDocument/2006/relationships/tags" Target="../tags/tag155.xml"/><Relationship Id="rId12" Type="http://schemas.openxmlformats.org/officeDocument/2006/relationships/tags" Target="../tags/tag164.xml"/><Relationship Id="rId17" Type="http://schemas.openxmlformats.org/officeDocument/2006/relationships/tags" Target="../tags/tag169.xml"/><Relationship Id="rId25" Type="http://schemas.openxmlformats.org/officeDocument/2006/relationships/tags" Target="../tags/tag177.xml"/><Relationship Id="rId33" Type="http://schemas.openxmlformats.org/officeDocument/2006/relationships/tags" Target="../tags/tag185.xml"/><Relationship Id="rId38" Type="http://schemas.openxmlformats.org/officeDocument/2006/relationships/tags" Target="../tags/tag190.xml"/><Relationship Id="rId46" Type="http://schemas.openxmlformats.org/officeDocument/2006/relationships/tags" Target="../tags/tag198.xml"/><Relationship Id="rId59" Type="http://schemas.openxmlformats.org/officeDocument/2006/relationships/tags" Target="../tags/tag211.xml"/><Relationship Id="rId67" Type="http://schemas.openxmlformats.org/officeDocument/2006/relationships/tags" Target="../tags/tag219.xml"/><Relationship Id="rId20" Type="http://schemas.openxmlformats.org/officeDocument/2006/relationships/tags" Target="../tags/tag172.xml"/><Relationship Id="rId41" Type="http://schemas.openxmlformats.org/officeDocument/2006/relationships/tags" Target="../tags/tag193.xml"/><Relationship Id="rId54" Type="http://schemas.openxmlformats.org/officeDocument/2006/relationships/tags" Target="../tags/tag206.xml"/><Relationship Id="rId62" Type="http://schemas.openxmlformats.org/officeDocument/2006/relationships/tags" Target="../tags/tag214.xml"/><Relationship Id="rId70" Type="http://schemas.openxmlformats.org/officeDocument/2006/relationships/tags" Target="../tags/tag222.xml"/><Relationship Id="rId75" Type="http://schemas.openxmlformats.org/officeDocument/2006/relationships/tags" Target="../tags/tag227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15" Type="http://schemas.openxmlformats.org/officeDocument/2006/relationships/tags" Target="../tags/tag167.xml"/><Relationship Id="rId23" Type="http://schemas.openxmlformats.org/officeDocument/2006/relationships/tags" Target="../tags/tag175.xml"/><Relationship Id="rId28" Type="http://schemas.openxmlformats.org/officeDocument/2006/relationships/tags" Target="../tags/tag180.xml"/><Relationship Id="rId36" Type="http://schemas.openxmlformats.org/officeDocument/2006/relationships/tags" Target="../tags/tag188.xml"/><Relationship Id="rId49" Type="http://schemas.openxmlformats.org/officeDocument/2006/relationships/tags" Target="../tags/tag201.xml"/><Relationship Id="rId57" Type="http://schemas.openxmlformats.org/officeDocument/2006/relationships/tags" Target="../tags/tag20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p.cwb.local/projects/pmo2/Digital%20Program/SitePages/Home.aspx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0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 smtClean="0"/>
              <a:t>November 18, 2019</a:t>
            </a:r>
            <a:endParaRPr lang="en-C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CA" dirty="0"/>
              <a:t>Initial </a:t>
            </a:r>
            <a:r>
              <a:rPr lang="en-CA" dirty="0" smtClean="0"/>
              <a:t>Kickoff Workshop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77826" y="856034"/>
            <a:ext cx="8350249" cy="1165134"/>
          </a:xfrm>
        </p:spPr>
        <p:txBody>
          <a:bodyPr/>
          <a:lstStyle/>
          <a:p>
            <a:r>
              <a:rPr lang="en-CA" spc="-100" dirty="0" smtClean="0"/>
              <a:t>Digital Program </a:t>
            </a:r>
          </a:p>
          <a:p>
            <a:r>
              <a:rPr lang="en-CA" sz="4000" dirty="0" smtClean="0"/>
              <a:t>Core Leadership Team</a:t>
            </a:r>
            <a:endParaRPr lang="en-CA" sz="4000" spc="-100" dirty="0"/>
          </a:p>
        </p:txBody>
      </p:sp>
    </p:spTree>
    <p:extLst>
      <p:ext uri="{BB962C8B-B14F-4D97-AF65-F5344CB8AC3E}">
        <p14:creationId xmlns:p14="http://schemas.microsoft.com/office/powerpoint/2010/main" val="2676011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264886" y="2028945"/>
            <a:ext cx="6471139" cy="2536467"/>
          </a:xfrm>
        </p:spPr>
        <p:txBody>
          <a:bodyPr/>
          <a:lstStyle/>
          <a:p>
            <a:pPr marL="2160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 smtClean="0"/>
              <a:t>Team Introductions</a:t>
            </a:r>
            <a:endParaRPr lang="en-CA" dirty="0"/>
          </a:p>
          <a:p>
            <a:pPr marL="2160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 smtClean="0"/>
              <a:t>Program Focus / Update</a:t>
            </a:r>
          </a:p>
          <a:p>
            <a:pPr marL="2160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 smtClean="0"/>
              <a:t>CWB Program Team Logistics</a:t>
            </a:r>
          </a:p>
          <a:p>
            <a:pPr marL="2160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 smtClean="0"/>
              <a:t>Program Governance / Communications Plan / SharePoint</a:t>
            </a:r>
          </a:p>
          <a:p>
            <a:pPr marL="2160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 smtClean="0"/>
              <a:t>Implementation / Delivery Methodology and Tools</a:t>
            </a:r>
          </a:p>
          <a:p>
            <a:pPr marL="2160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 smtClean="0"/>
              <a:t>Training Needs</a:t>
            </a:r>
          </a:p>
          <a:p>
            <a:pPr marL="2160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 smtClean="0"/>
              <a:t>Environments</a:t>
            </a:r>
          </a:p>
          <a:p>
            <a:pPr marL="2160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 smtClean="0"/>
              <a:t>Testing Strategy</a:t>
            </a:r>
          </a:p>
          <a:p>
            <a:pPr marL="2160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 smtClean="0"/>
              <a:t>Architecture / Non-Functional </a:t>
            </a:r>
            <a:r>
              <a:rPr lang="en-US" dirty="0" err="1" smtClean="0"/>
              <a:t>Req</a:t>
            </a:r>
            <a:r>
              <a:rPr lang="en-US" dirty="0" smtClean="0"/>
              <a:t> / Integration</a:t>
            </a:r>
          </a:p>
          <a:p>
            <a:pPr marL="342900" indent="-342900">
              <a:buFont typeface="+mj-lt"/>
              <a:buAutoNum type="arabicPeriod"/>
            </a:pPr>
            <a:endParaRPr lang="en-US" dirty="0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66746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721454" y="420434"/>
            <a:ext cx="7600426" cy="2536825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2400"/>
              </a:spcBef>
              <a:buNone/>
            </a:pPr>
            <a:r>
              <a:rPr lang="en-US" sz="2800" dirty="0" smtClean="0"/>
              <a:t>The </a:t>
            </a:r>
            <a:r>
              <a:rPr lang="en-US" sz="2800" dirty="0"/>
              <a:t>key goal of this program is to </a:t>
            </a:r>
            <a:r>
              <a:rPr lang="en-US" sz="2800" dirty="0" smtClean="0">
                <a:solidFill>
                  <a:srgbClr val="0097A9"/>
                </a:solidFill>
              </a:rPr>
              <a:t>implement a digital </a:t>
            </a:r>
            <a:r>
              <a:rPr lang="en-US" sz="2800" dirty="0" smtClean="0"/>
              <a:t>Account Opening processes and be a </a:t>
            </a:r>
            <a:r>
              <a:rPr lang="en-US" sz="2800" dirty="0" smtClean="0">
                <a:solidFill>
                  <a:srgbClr val="0097A9"/>
                </a:solidFill>
              </a:rPr>
              <a:t>disrupter</a:t>
            </a:r>
            <a:r>
              <a:rPr lang="en-US" sz="2800" dirty="0" smtClean="0"/>
              <a:t> in offering  unique Online Banking products and services for Personal, Small Business, and Corporate clients.</a:t>
            </a:r>
            <a:endParaRPr lang="en-US" sz="2800" dirty="0"/>
          </a:p>
          <a:p>
            <a:pPr marL="0" indent="0">
              <a:buNone/>
            </a:pPr>
            <a:endParaRPr lang="en-CA" sz="2800" dirty="0"/>
          </a:p>
          <a:p>
            <a:pPr marL="0" indent="0">
              <a:buNone/>
            </a:pPr>
            <a:r>
              <a:rPr lang="en-CA" sz="2800" dirty="0"/>
              <a:t>The </a:t>
            </a:r>
            <a:r>
              <a:rPr lang="en-CA" sz="2800" dirty="0">
                <a:solidFill>
                  <a:schemeClr val="accent1"/>
                </a:solidFill>
              </a:rPr>
              <a:t>program governance </a:t>
            </a:r>
            <a:r>
              <a:rPr lang="en-CA" sz="2800" dirty="0"/>
              <a:t>defines the </a:t>
            </a:r>
            <a:r>
              <a:rPr lang="en-CA" sz="2800" dirty="0">
                <a:solidFill>
                  <a:schemeClr val="accent1"/>
                </a:solidFill>
              </a:rPr>
              <a:t>framework </a:t>
            </a:r>
            <a:r>
              <a:rPr lang="en-CA" sz="2800" dirty="0"/>
              <a:t>that will be established to effectively deliver the scope and enable the Digital Program benefits.</a:t>
            </a:r>
          </a:p>
          <a:p>
            <a:pPr marL="0" indent="0">
              <a:buNone/>
            </a:pP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63186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Strategic Partners</a:t>
            </a:r>
            <a:endParaRPr lang="en-CA" dirty="0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600" dirty="0"/>
              <a:t>Partners are critical to the successful delivery of the Digital Program</a:t>
            </a:r>
            <a:endParaRPr lang="en-CA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3558443" y="1774689"/>
            <a:ext cx="1579033" cy="3005667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rgbClr val="0097A9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04626" y="1774688"/>
            <a:ext cx="1579033" cy="3005667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rgbClr val="0097A9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lvl="1" algn="ctr"/>
            <a:endParaRPr lang="en-US" sz="1400" dirty="0">
              <a:solidFill>
                <a:prstClr val="black">
                  <a:lumMod val="50000"/>
                </a:prstClr>
              </a:solidFill>
              <a:latin typeface="Calibri" panose="020F0502020204030204"/>
            </a:endParaRPr>
          </a:p>
          <a:p>
            <a:pPr marL="0" lvl="1" algn="ctr"/>
            <a:endParaRPr lang="en-US" sz="1400" dirty="0">
              <a:solidFill>
                <a:prstClr val="black">
                  <a:lumMod val="50000"/>
                </a:prstClr>
              </a:solidFill>
              <a:latin typeface="Calibri" panose="020F0502020204030204"/>
            </a:endParaRPr>
          </a:p>
          <a:p>
            <a:pPr marL="0" lvl="1" algn="ctr"/>
            <a:endParaRPr lang="en-US" sz="1400" dirty="0">
              <a:solidFill>
                <a:prstClr val="black">
                  <a:lumMod val="50000"/>
                </a:prstClr>
              </a:solidFill>
              <a:latin typeface="Calibri" panose="020F0502020204030204"/>
            </a:endParaRPr>
          </a:p>
          <a:p>
            <a:pPr marL="0" lvl="1" algn="ctr"/>
            <a:endParaRPr lang="en-US" sz="1400" dirty="0">
              <a:solidFill>
                <a:prstClr val="black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242504" y="1774687"/>
            <a:ext cx="1579033" cy="3005667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rgbClr val="0097A9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lvl="1" algn="ctr"/>
            <a:endParaRPr lang="en-US" sz="1400" dirty="0">
              <a:solidFill>
                <a:prstClr val="black">
                  <a:lumMod val="50000"/>
                </a:prstClr>
              </a:solidFill>
              <a:latin typeface="Calibri" panose="020F0502020204030204"/>
            </a:endParaRPr>
          </a:p>
          <a:p>
            <a:pPr marL="0" lvl="1" algn="ctr"/>
            <a:endParaRPr lang="en-US" sz="1400" dirty="0">
              <a:solidFill>
                <a:prstClr val="black">
                  <a:lumMod val="50000"/>
                </a:prstClr>
              </a:solidFill>
              <a:latin typeface="Calibri" panose="020F050202020403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2936" y="1285515"/>
            <a:ext cx="1030045" cy="10321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695" y="1285515"/>
            <a:ext cx="892894" cy="89289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978" y="1528655"/>
            <a:ext cx="1316081" cy="3334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81829" y="2424400"/>
            <a:ext cx="1494809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0097A9"/>
                </a:solidFill>
              </a:rPr>
              <a:t>Temenos</a:t>
            </a:r>
          </a:p>
          <a:p>
            <a:endParaRPr lang="en-US" sz="500" dirty="0" smtClean="0"/>
          </a:p>
          <a:p>
            <a:r>
              <a:rPr lang="en-US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Digital Online &amp; Mobile 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Onboarding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Personal Banking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Digital SME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Commercial/Corp Banking</a:t>
            </a:r>
          </a:p>
          <a:p>
            <a:pPr algn="ctr"/>
            <a:endParaRPr lang="en-CA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55204" y="2429725"/>
            <a:ext cx="1494809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0097A9"/>
                </a:solidFill>
              </a:rPr>
              <a:t>Bits &amp; Glass</a:t>
            </a:r>
          </a:p>
          <a:p>
            <a:pPr algn="ctr"/>
            <a:endParaRPr lang="en-US" sz="500" b="1" dirty="0" smtClean="0">
              <a:solidFill>
                <a:srgbClr val="0097A9"/>
              </a:solidFill>
            </a:endParaRPr>
          </a:p>
          <a:p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Mulesoft APIs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Onboarding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Wave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Payments </a:t>
            </a:r>
            <a:r>
              <a:rPr lang="en-US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(C1, WU etc.)</a:t>
            </a:r>
            <a:endParaRPr lang="en-US" sz="1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Third Party Partners </a:t>
            </a:r>
          </a:p>
          <a:p>
            <a:pPr algn="ctr"/>
            <a:endParaRPr lang="en-CA" b="1" dirty="0">
              <a:solidFill>
                <a:srgbClr val="0097A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84615" y="2424400"/>
            <a:ext cx="1494809" cy="260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0097A9"/>
                </a:solidFill>
              </a:rPr>
              <a:t>Thirdstream</a:t>
            </a:r>
          </a:p>
          <a:p>
            <a:endParaRPr lang="en-US" sz="500" b="1" dirty="0">
              <a:solidFill>
                <a:srgbClr val="0097A9"/>
              </a:solidFill>
            </a:endParaRPr>
          </a:p>
          <a:p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KYC/AML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Equifax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Trans Union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Enstream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Fraud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Watchlist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Business Registries </a:t>
            </a:r>
          </a:p>
          <a:p>
            <a:pPr algn="ctr"/>
            <a:endParaRPr lang="en-CA" sz="1400" b="1" dirty="0">
              <a:solidFill>
                <a:srgbClr val="0097A9"/>
              </a:solidFill>
            </a:endParaRPr>
          </a:p>
          <a:p>
            <a:pPr algn="ctr"/>
            <a:endParaRPr lang="en-CA" sz="1400" b="1" dirty="0">
              <a:solidFill>
                <a:srgbClr val="0097A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89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6066" y="256811"/>
            <a:ext cx="8280401" cy="397483"/>
          </a:xfrm>
        </p:spPr>
        <p:txBody>
          <a:bodyPr/>
          <a:lstStyle/>
          <a:p>
            <a:r>
              <a:rPr lang="en-US" dirty="0" smtClean="0"/>
              <a:t>Proposed Architecture for Partner Services  </a:t>
            </a:r>
            <a:endParaRPr lang="en-CA" dirty="0"/>
          </a:p>
        </p:txBody>
      </p:sp>
      <p:grpSp>
        <p:nvGrpSpPr>
          <p:cNvPr id="133" name="Group 132"/>
          <p:cNvGrpSpPr/>
          <p:nvPr/>
        </p:nvGrpSpPr>
        <p:grpSpPr>
          <a:xfrm>
            <a:off x="2540603" y="901520"/>
            <a:ext cx="6260151" cy="3600411"/>
            <a:chOff x="1894963" y="682831"/>
            <a:chExt cx="6771504" cy="387681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1502" y="1771342"/>
              <a:ext cx="263628" cy="263317"/>
            </a:xfrm>
            <a:prstGeom prst="rect">
              <a:avLst/>
            </a:prstGeom>
            <a:solidFill>
              <a:schemeClr val="accent2"/>
            </a:solidFill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77268" y="4058541"/>
              <a:ext cx="263628" cy="263317"/>
            </a:xfrm>
            <a:prstGeom prst="rect">
              <a:avLst/>
            </a:prstGeom>
            <a:solidFill>
              <a:schemeClr val="accent2"/>
            </a:solidFill>
          </p:spPr>
        </p:pic>
        <p:sp>
          <p:nvSpPr>
            <p:cNvPr id="7" name="Rounded Rectangle 6"/>
            <p:cNvSpPr/>
            <p:nvPr/>
          </p:nvSpPr>
          <p:spPr>
            <a:xfrm>
              <a:off x="2784975" y="2041359"/>
              <a:ext cx="5073612" cy="2003555"/>
            </a:xfrm>
            <a:prstGeom prst="roundRect">
              <a:avLst>
                <a:gd name="adj" fmla="val 3381"/>
              </a:avLst>
            </a:prstGeom>
            <a:ln w="6350"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464344">
                <a:defRPr/>
              </a:pPr>
              <a:endParaRPr lang="en-US" sz="2100" kern="0" dirty="0">
                <a:solidFill>
                  <a:schemeClr val="accent1">
                    <a:lumMod val="75000"/>
                  </a:schemeClr>
                </a:solidFill>
                <a:latin typeface="Arial" panose="020B0604020202020204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27EB8937-964E-425B-BE9C-582866C9025F}"/>
                </a:ext>
              </a:extLst>
            </p:cNvPr>
            <p:cNvSpPr/>
            <p:nvPr/>
          </p:nvSpPr>
          <p:spPr>
            <a:xfrm>
              <a:off x="1894963" y="2033572"/>
              <a:ext cx="729368" cy="2526073"/>
            </a:xfrm>
            <a:prstGeom prst="roundRect">
              <a:avLst>
                <a:gd name="adj" fmla="val 6329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464344">
                <a:defRPr/>
              </a:pPr>
              <a:endParaRPr lang="en-US" sz="2100" kern="0" dirty="0">
                <a:solidFill>
                  <a:srgbClr val="004278"/>
                </a:solidFill>
                <a:latin typeface="Arial" panose="020B0604020202020204"/>
              </a:endParaRPr>
            </a:p>
          </p:txBody>
        </p:sp>
        <p:sp>
          <p:nvSpPr>
            <p:cNvPr id="9" name="Rounded Rectangle 55">
              <a:extLst>
                <a:ext uri="{FF2B5EF4-FFF2-40B4-BE49-F238E27FC236}">
                  <a16:creationId xmlns:a16="http://schemas.microsoft.com/office/drawing/2014/main" id="{EF2EF3A8-B4D4-4FE8-890B-706A45BFFE04}"/>
                </a:ext>
              </a:extLst>
            </p:cNvPr>
            <p:cNvSpPr/>
            <p:nvPr/>
          </p:nvSpPr>
          <p:spPr>
            <a:xfrm rot="16200000">
              <a:off x="1833540" y="3815938"/>
              <a:ext cx="861711" cy="507400"/>
            </a:xfrm>
            <a:prstGeom prst="roundRect">
              <a:avLst>
                <a:gd name="adj" fmla="val 5322"/>
              </a:avLst>
            </a:prstGeom>
            <a:noFill/>
            <a:ln w="12700" cap="flat">
              <a:solidFill>
                <a:schemeClr val="accent1"/>
              </a:solidFill>
              <a:miter lim="400000"/>
            </a:ln>
            <a:effectLst/>
            <a:sp3d/>
          </p:spPr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464344">
                <a:defRPr/>
              </a:pPr>
              <a:r>
                <a:rPr lang="en-US" sz="1125" b="1" kern="0" dirty="0">
                  <a:solidFill>
                    <a:srgbClr val="004278"/>
                  </a:solidFill>
                  <a:cs typeface="Arial" panose="020B0604020202020204" pitchFamily="34" charset="0"/>
                </a:rPr>
                <a:t>Risk &amp; </a:t>
              </a:r>
            </a:p>
            <a:p>
              <a:pPr defTabSz="464344">
                <a:defRPr/>
              </a:pPr>
              <a:r>
                <a:rPr lang="en-US" sz="1125" b="1" kern="0" dirty="0">
                  <a:solidFill>
                    <a:srgbClr val="004278"/>
                  </a:solidFill>
                  <a:cs typeface="Arial" panose="020B0604020202020204" pitchFamily="34" charset="0"/>
                </a:rPr>
                <a:t>Compliance</a:t>
              </a:r>
            </a:p>
          </p:txBody>
        </p:sp>
        <p:sp>
          <p:nvSpPr>
            <p:cNvPr id="10" name="Rounded Rectangle 19">
              <a:extLst>
                <a:ext uri="{FF2B5EF4-FFF2-40B4-BE49-F238E27FC236}">
                  <a16:creationId xmlns:a16="http://schemas.microsoft.com/office/drawing/2014/main" id="{E8BF46F4-4E69-44F7-98D3-845A2A256D90}"/>
                </a:ext>
              </a:extLst>
            </p:cNvPr>
            <p:cNvSpPr/>
            <p:nvPr/>
          </p:nvSpPr>
          <p:spPr>
            <a:xfrm>
              <a:off x="2010696" y="2354150"/>
              <a:ext cx="507400" cy="261357"/>
            </a:xfrm>
            <a:prstGeom prst="round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750" kern="0" dirty="0">
                  <a:solidFill>
                    <a:srgbClr val="004278"/>
                  </a:solidFill>
                  <a:cs typeface="Arial" panose="020B0604020202020204" pitchFamily="34" charset="0"/>
                </a:rPr>
                <a:t>Watchlist</a:t>
              </a:r>
            </a:p>
          </p:txBody>
        </p:sp>
        <p:sp>
          <p:nvSpPr>
            <p:cNvPr id="11" name="Rounded Rectangle 19">
              <a:extLst>
                <a:ext uri="{FF2B5EF4-FFF2-40B4-BE49-F238E27FC236}">
                  <a16:creationId xmlns:a16="http://schemas.microsoft.com/office/drawing/2014/main" id="{0C50CF92-E08B-4D57-8C7F-77D9EB066097}"/>
                </a:ext>
              </a:extLst>
            </p:cNvPr>
            <p:cNvSpPr/>
            <p:nvPr/>
          </p:nvSpPr>
          <p:spPr>
            <a:xfrm>
              <a:off x="2010696" y="2669562"/>
              <a:ext cx="507400" cy="261341"/>
            </a:xfrm>
            <a:prstGeom prst="round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750" kern="0" dirty="0">
                  <a:solidFill>
                    <a:srgbClr val="004278"/>
                  </a:solidFill>
                  <a:cs typeface="Arial" panose="020B0604020202020204" pitchFamily="34" charset="0"/>
                </a:rPr>
                <a:t>KYC</a:t>
              </a:r>
            </a:p>
          </p:txBody>
        </p:sp>
        <p:sp>
          <p:nvSpPr>
            <p:cNvPr id="12" name="Rounded Rectangle 19">
              <a:extLst>
                <a:ext uri="{FF2B5EF4-FFF2-40B4-BE49-F238E27FC236}">
                  <a16:creationId xmlns:a16="http://schemas.microsoft.com/office/drawing/2014/main" id="{FF6E241C-38A5-46FB-8AFF-B4A749C2C4B7}"/>
                </a:ext>
              </a:extLst>
            </p:cNvPr>
            <p:cNvSpPr/>
            <p:nvPr/>
          </p:nvSpPr>
          <p:spPr>
            <a:xfrm>
              <a:off x="2010696" y="2984959"/>
              <a:ext cx="507400" cy="261341"/>
            </a:xfrm>
            <a:prstGeom prst="round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750" kern="0" dirty="0">
                  <a:solidFill>
                    <a:srgbClr val="004278"/>
                  </a:solidFill>
                  <a:cs typeface="Arial" panose="020B0604020202020204" pitchFamily="34" charset="0"/>
                </a:rPr>
                <a:t>AML</a:t>
              </a:r>
            </a:p>
          </p:txBody>
        </p:sp>
        <p:sp>
          <p:nvSpPr>
            <p:cNvPr id="13" name="Rounded Rectangle 19">
              <a:extLst>
                <a:ext uri="{FF2B5EF4-FFF2-40B4-BE49-F238E27FC236}">
                  <a16:creationId xmlns:a16="http://schemas.microsoft.com/office/drawing/2014/main" id="{3DBEBB4D-B296-4625-9E8F-8257C1B15C1F}"/>
                </a:ext>
              </a:extLst>
            </p:cNvPr>
            <p:cNvSpPr/>
            <p:nvPr/>
          </p:nvSpPr>
          <p:spPr>
            <a:xfrm>
              <a:off x="2010696" y="3300357"/>
              <a:ext cx="507400" cy="261341"/>
            </a:xfrm>
            <a:prstGeom prst="round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750" kern="0" dirty="0">
                  <a:solidFill>
                    <a:srgbClr val="004278"/>
                  </a:solidFill>
                  <a:cs typeface="Arial" panose="020B0604020202020204" pitchFamily="34" charset="0"/>
                </a:rPr>
                <a:t>Fraud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024073" y="2042241"/>
              <a:ext cx="632838" cy="2517404"/>
            </a:xfrm>
            <a:prstGeom prst="roundRect">
              <a:avLst>
                <a:gd name="adj" fmla="val 7019"/>
              </a:avLst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464344">
                <a:defRPr/>
              </a:pPr>
              <a:endParaRPr lang="en-US" sz="2100" kern="0" dirty="0">
                <a:solidFill>
                  <a:srgbClr val="004278"/>
                </a:solidFill>
                <a:latin typeface="Arial" panose="020B0604020202020204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 rot="16200000">
              <a:off x="7887445" y="3787423"/>
              <a:ext cx="903520" cy="507401"/>
            </a:xfrm>
            <a:prstGeom prst="roundRect">
              <a:avLst>
                <a:gd name="adj" fmla="val 7519"/>
              </a:avLst>
            </a:prstGeom>
            <a:noFill/>
            <a:ln w="12700" cap="flat">
              <a:solidFill>
                <a:schemeClr val="accent1"/>
              </a:solidFill>
              <a:miter lim="400000"/>
            </a:ln>
            <a:effectLst/>
            <a:sp3d/>
          </p:spPr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1125" b="1" kern="0" dirty="0">
                  <a:solidFill>
                    <a:srgbClr val="004278"/>
                  </a:solidFill>
                  <a:cs typeface="Arial" panose="020B0604020202020204" pitchFamily="34" charset="0"/>
                </a:rPr>
                <a:t>Analytics &amp; </a:t>
              </a:r>
            </a:p>
            <a:p>
              <a:pPr algn="ctr" defTabSz="464344">
                <a:defRPr/>
              </a:pPr>
              <a:r>
                <a:rPr lang="en-US" sz="1125" b="1" kern="0" dirty="0">
                  <a:solidFill>
                    <a:srgbClr val="004278"/>
                  </a:solidFill>
                  <a:cs typeface="Arial" panose="020B0604020202020204" pitchFamily="34" charset="0"/>
                </a:rPr>
                <a:t>Reporting</a:t>
              </a:r>
            </a:p>
          </p:txBody>
        </p:sp>
        <p:sp>
          <p:nvSpPr>
            <p:cNvPr id="16" name="Rounded Rectangle 19">
              <a:extLst>
                <a:ext uri="{FF2B5EF4-FFF2-40B4-BE49-F238E27FC236}">
                  <a16:creationId xmlns:a16="http://schemas.microsoft.com/office/drawing/2014/main" id="{91A2B092-E3D6-4041-815C-04203F009A68}"/>
                </a:ext>
              </a:extLst>
            </p:cNvPr>
            <p:cNvSpPr/>
            <p:nvPr/>
          </p:nvSpPr>
          <p:spPr>
            <a:xfrm>
              <a:off x="8066549" y="2094625"/>
              <a:ext cx="567008" cy="257200"/>
            </a:xfrm>
            <a:prstGeom prst="round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miter lim="400000"/>
            </a:ln>
            <a:effectLst/>
            <a:sp3d/>
          </p:spPr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675" kern="0" dirty="0">
                  <a:solidFill>
                    <a:srgbClr val="004278"/>
                  </a:solidFill>
                  <a:cs typeface="Arial" panose="020B0604020202020204" pitchFamily="34" charset="0"/>
                </a:rPr>
                <a:t>Customer Profitability</a:t>
              </a:r>
            </a:p>
          </p:txBody>
        </p:sp>
        <p:sp>
          <p:nvSpPr>
            <p:cNvPr id="17" name="Rounded Rectangle 19">
              <a:extLst>
                <a:ext uri="{FF2B5EF4-FFF2-40B4-BE49-F238E27FC236}">
                  <a16:creationId xmlns:a16="http://schemas.microsoft.com/office/drawing/2014/main" id="{5F9C537B-87DE-49C6-855D-967736ABDB77}"/>
                </a:ext>
              </a:extLst>
            </p:cNvPr>
            <p:cNvSpPr/>
            <p:nvPr/>
          </p:nvSpPr>
          <p:spPr>
            <a:xfrm>
              <a:off x="8066549" y="2463331"/>
              <a:ext cx="567008" cy="257200"/>
            </a:xfrm>
            <a:prstGeom prst="round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miter lim="400000"/>
            </a:ln>
            <a:effectLst/>
            <a:sp3d/>
          </p:spPr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675" kern="0" dirty="0">
                  <a:solidFill>
                    <a:srgbClr val="004278"/>
                  </a:solidFill>
                  <a:cs typeface="Arial" panose="020B0604020202020204" pitchFamily="34" charset="0"/>
                </a:rPr>
                <a:t>Predictive Analytics</a:t>
              </a:r>
            </a:p>
          </p:txBody>
        </p:sp>
        <p:sp>
          <p:nvSpPr>
            <p:cNvPr id="18" name="Rounded Rectangle 19">
              <a:extLst>
                <a:ext uri="{FF2B5EF4-FFF2-40B4-BE49-F238E27FC236}">
                  <a16:creationId xmlns:a16="http://schemas.microsoft.com/office/drawing/2014/main" id="{26FEDCB8-0DB7-427C-B650-DAF28AC3AFC2}"/>
                </a:ext>
              </a:extLst>
            </p:cNvPr>
            <p:cNvSpPr/>
            <p:nvPr/>
          </p:nvSpPr>
          <p:spPr>
            <a:xfrm>
              <a:off x="8066549" y="2832036"/>
              <a:ext cx="567008" cy="326948"/>
            </a:xfrm>
            <a:prstGeom prst="round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miter lim="400000"/>
            </a:ln>
            <a:effectLst/>
            <a:sp3d/>
          </p:spPr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/>
              <a:r>
                <a:rPr lang="en-US" sz="675" kern="0" dirty="0">
                  <a:solidFill>
                    <a:srgbClr val="004278"/>
                  </a:solidFill>
                  <a:cs typeface="Arial" panose="020B0604020202020204" pitchFamily="34" charset="0"/>
                </a:rPr>
                <a:t>Journey/</a:t>
              </a:r>
            </a:p>
            <a:p>
              <a:pPr algn="ctr" defTabSz="464344"/>
              <a:r>
                <a:rPr lang="en-US" sz="675" kern="0" dirty="0">
                  <a:solidFill>
                    <a:srgbClr val="004278"/>
                  </a:solidFill>
                  <a:cs typeface="Arial" panose="020B0604020202020204" pitchFamily="34" charset="0"/>
                </a:rPr>
                <a:t>Clickstream Analytics</a:t>
              </a:r>
            </a:p>
          </p:txBody>
        </p:sp>
        <p:sp>
          <p:nvSpPr>
            <p:cNvPr id="19" name="Rounded Rectangle 19">
              <a:extLst>
                <a:ext uri="{FF2B5EF4-FFF2-40B4-BE49-F238E27FC236}">
                  <a16:creationId xmlns:a16="http://schemas.microsoft.com/office/drawing/2014/main" id="{94591017-2BA6-471E-A31F-BF10E6E46965}"/>
                </a:ext>
              </a:extLst>
            </p:cNvPr>
            <p:cNvSpPr/>
            <p:nvPr/>
          </p:nvSpPr>
          <p:spPr>
            <a:xfrm>
              <a:off x="2850174" y="2682364"/>
              <a:ext cx="1466784" cy="730829"/>
            </a:xfrm>
            <a:prstGeom prst="roundRect">
              <a:avLst>
                <a:gd name="adj" fmla="val 4775"/>
              </a:avLst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/>
              <a:endParaRPr lang="en-US" sz="825" b="1" kern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7D51C932-FD37-4D55-BAAF-0AF92CDF9C6A}"/>
                </a:ext>
              </a:extLst>
            </p:cNvPr>
            <p:cNvSpPr/>
            <p:nvPr/>
          </p:nvSpPr>
          <p:spPr>
            <a:xfrm>
              <a:off x="8066549" y="3225746"/>
              <a:ext cx="567008" cy="257200"/>
            </a:xfrm>
            <a:prstGeom prst="round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miter lim="400000"/>
            </a:ln>
            <a:effectLst/>
            <a:sp3d/>
          </p:spPr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675" kern="0" dirty="0">
                  <a:solidFill>
                    <a:srgbClr val="004278"/>
                  </a:solidFill>
                  <a:cs typeface="Arial" panose="020B0604020202020204" pitchFamily="34" charset="0"/>
                </a:rPr>
                <a:t>Embedded Analytics</a:t>
              </a:r>
            </a:p>
          </p:txBody>
        </p:sp>
        <p:sp>
          <p:nvSpPr>
            <p:cNvPr id="21" name="Rounded Rectangle 67">
              <a:extLst>
                <a:ext uri="{FF2B5EF4-FFF2-40B4-BE49-F238E27FC236}">
                  <a16:creationId xmlns:a16="http://schemas.microsoft.com/office/drawing/2014/main" id="{110E1EF6-C366-40E5-B79A-76E67DB15ED8}"/>
                </a:ext>
              </a:extLst>
            </p:cNvPr>
            <p:cNvSpPr/>
            <p:nvPr/>
          </p:nvSpPr>
          <p:spPr>
            <a:xfrm>
              <a:off x="2938338" y="2914920"/>
              <a:ext cx="597224" cy="211167"/>
            </a:xfrm>
            <a:prstGeom prst="round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/>
              <a:r>
                <a:rPr lang="en-US" sz="750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Onboarding</a:t>
              </a:r>
            </a:p>
          </p:txBody>
        </p:sp>
        <p:sp>
          <p:nvSpPr>
            <p:cNvPr id="22" name="Rounded Rectangle 19">
              <a:extLst>
                <a:ext uri="{FF2B5EF4-FFF2-40B4-BE49-F238E27FC236}">
                  <a16:creationId xmlns:a16="http://schemas.microsoft.com/office/drawing/2014/main" id="{94591017-2BA6-471E-A31F-BF10E6E46965}"/>
                </a:ext>
              </a:extLst>
            </p:cNvPr>
            <p:cNvSpPr/>
            <p:nvPr/>
          </p:nvSpPr>
          <p:spPr>
            <a:xfrm>
              <a:off x="2843512" y="2108217"/>
              <a:ext cx="1477159" cy="507289"/>
            </a:xfrm>
            <a:prstGeom prst="roundRect">
              <a:avLst>
                <a:gd name="adj" fmla="val 4775"/>
              </a:avLst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endParaRPr lang="en-US" sz="825" b="1" kern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840705" y="3477760"/>
              <a:ext cx="4962154" cy="522898"/>
            </a:xfrm>
            <a:prstGeom prst="roundRect">
              <a:avLst>
                <a:gd name="adj" fmla="val 8365"/>
              </a:avLst>
            </a:prstGeom>
            <a:solidFill>
              <a:schemeClr val="bg1"/>
            </a:solidFill>
            <a:ln w="6350"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/>
              <a:endParaRPr lang="en-US" sz="9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ounded Rectangle 67">
              <a:extLst>
                <a:ext uri="{FF2B5EF4-FFF2-40B4-BE49-F238E27FC236}">
                  <a16:creationId xmlns:a16="http://schemas.microsoft.com/office/drawing/2014/main" id="{8506CFAC-77C7-454F-9654-45067F96A111}"/>
                </a:ext>
              </a:extLst>
            </p:cNvPr>
            <p:cNvSpPr/>
            <p:nvPr/>
          </p:nvSpPr>
          <p:spPr>
            <a:xfrm>
              <a:off x="7048381" y="3763734"/>
              <a:ext cx="692514" cy="211167"/>
            </a:xfrm>
            <a:prstGeom prst="round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750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Holdings</a:t>
              </a:r>
            </a:p>
          </p:txBody>
        </p:sp>
        <p:sp>
          <p:nvSpPr>
            <p:cNvPr id="25" name="Rounded Rectangle 67">
              <a:extLst>
                <a:ext uri="{FF2B5EF4-FFF2-40B4-BE49-F238E27FC236}">
                  <a16:creationId xmlns:a16="http://schemas.microsoft.com/office/drawing/2014/main" id="{B8406E9A-C1DD-4AF5-88AE-708CC4A046B3}"/>
                </a:ext>
              </a:extLst>
            </p:cNvPr>
            <p:cNvSpPr/>
            <p:nvPr/>
          </p:nvSpPr>
          <p:spPr>
            <a:xfrm>
              <a:off x="5504778" y="3763734"/>
              <a:ext cx="692514" cy="211167"/>
            </a:xfrm>
            <a:prstGeom prst="round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750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Document</a:t>
              </a:r>
            </a:p>
            <a:p>
              <a:pPr algn="ctr" defTabSz="464344">
                <a:defRPr/>
              </a:pPr>
              <a:r>
                <a:rPr lang="en-US" sz="750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Output</a:t>
              </a:r>
            </a:p>
          </p:txBody>
        </p:sp>
        <p:sp>
          <p:nvSpPr>
            <p:cNvPr id="26" name="Rounded Rectangle 67">
              <a:extLst>
                <a:ext uri="{FF2B5EF4-FFF2-40B4-BE49-F238E27FC236}">
                  <a16:creationId xmlns:a16="http://schemas.microsoft.com/office/drawing/2014/main" id="{B1098EDD-A5B7-4170-85A4-F9D3877B2F67}"/>
                </a:ext>
              </a:extLst>
            </p:cNvPr>
            <p:cNvSpPr/>
            <p:nvPr/>
          </p:nvSpPr>
          <p:spPr>
            <a:xfrm>
              <a:off x="6271801" y="3763734"/>
              <a:ext cx="692514" cy="211167"/>
            </a:xfrm>
            <a:prstGeom prst="round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750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Monitoring &amp; Logging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0AA2C3F-E14A-472B-96DD-7F1C7A9ACC76}"/>
                </a:ext>
              </a:extLst>
            </p:cNvPr>
            <p:cNvSpPr txBox="1"/>
            <p:nvPr/>
          </p:nvSpPr>
          <p:spPr>
            <a:xfrm>
              <a:off x="6271802" y="3502853"/>
              <a:ext cx="1439870" cy="238527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38100" tIns="38100" rIns="38100" bIns="38100" numCol="1" spcCol="38100" rtlCol="0" anchor="ctr">
              <a:spAutoFit/>
            </a:bodyPr>
            <a:lstStyle/>
            <a:p>
              <a:pPr algn="ctr" defTabSz="619125" hangingPunct="0">
                <a:defRPr/>
              </a:pPr>
              <a:r>
                <a:rPr lang="en-GB" sz="1050" b="1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  <a:sym typeface="Helvetica Light"/>
                </a:rPr>
                <a:t>Business Support</a:t>
              </a:r>
            </a:p>
          </p:txBody>
        </p:sp>
        <p:sp>
          <p:nvSpPr>
            <p:cNvPr id="28" name="Rounded Rectangle 67">
              <a:extLst>
                <a:ext uri="{FF2B5EF4-FFF2-40B4-BE49-F238E27FC236}">
                  <a16:creationId xmlns:a16="http://schemas.microsoft.com/office/drawing/2014/main" id="{E41C21D2-C5C2-4D37-994E-C4BFFB62AEEF}"/>
                </a:ext>
              </a:extLst>
            </p:cNvPr>
            <p:cNvSpPr/>
            <p:nvPr/>
          </p:nvSpPr>
          <p:spPr>
            <a:xfrm>
              <a:off x="3720569" y="3761574"/>
              <a:ext cx="692514" cy="211167"/>
            </a:xfrm>
            <a:prstGeom prst="round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750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Consent</a:t>
              </a:r>
            </a:p>
          </p:txBody>
        </p:sp>
        <p:sp>
          <p:nvSpPr>
            <p:cNvPr id="29" name="Rounded Rectangle 67">
              <a:extLst>
                <a:ext uri="{FF2B5EF4-FFF2-40B4-BE49-F238E27FC236}">
                  <a16:creationId xmlns:a16="http://schemas.microsoft.com/office/drawing/2014/main" id="{D477C48F-7EA0-44B0-93D1-B6BC6A526B70}"/>
                </a:ext>
              </a:extLst>
            </p:cNvPr>
            <p:cNvSpPr/>
            <p:nvPr/>
          </p:nvSpPr>
          <p:spPr>
            <a:xfrm>
              <a:off x="2935389" y="3761574"/>
              <a:ext cx="693465" cy="211167"/>
            </a:xfrm>
            <a:prstGeom prst="round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/>
              <a:r>
                <a:rPr lang="en-US" sz="750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User</a:t>
              </a:r>
            </a:p>
            <a:p>
              <a:pPr algn="ctr" defTabSz="464344"/>
              <a:r>
                <a:rPr lang="en-US" sz="750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Management</a:t>
              </a:r>
            </a:p>
          </p:txBody>
        </p:sp>
        <p:sp>
          <p:nvSpPr>
            <p:cNvPr id="30" name="Rounded Rectangle 67">
              <a:extLst>
                <a:ext uri="{FF2B5EF4-FFF2-40B4-BE49-F238E27FC236}">
                  <a16:creationId xmlns:a16="http://schemas.microsoft.com/office/drawing/2014/main" id="{D179A982-C073-4A83-9F81-DC729DB51ECA}"/>
                </a:ext>
              </a:extLst>
            </p:cNvPr>
            <p:cNvSpPr/>
            <p:nvPr/>
          </p:nvSpPr>
          <p:spPr>
            <a:xfrm>
              <a:off x="2935389" y="3515761"/>
              <a:ext cx="692833" cy="211167"/>
            </a:xfrm>
            <a:prstGeom prst="round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750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Document Management</a:t>
              </a:r>
            </a:p>
          </p:txBody>
        </p:sp>
        <p:sp>
          <p:nvSpPr>
            <p:cNvPr id="31" name="Rounded Rectangle 67">
              <a:extLst>
                <a:ext uri="{FF2B5EF4-FFF2-40B4-BE49-F238E27FC236}">
                  <a16:creationId xmlns:a16="http://schemas.microsoft.com/office/drawing/2014/main" id="{C572D8C1-77B6-492E-8FBC-E7439628C817}"/>
                </a:ext>
              </a:extLst>
            </p:cNvPr>
            <p:cNvSpPr/>
            <p:nvPr/>
          </p:nvSpPr>
          <p:spPr>
            <a:xfrm>
              <a:off x="3720569" y="3515761"/>
              <a:ext cx="692514" cy="211167"/>
            </a:xfrm>
            <a:prstGeom prst="round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/>
              <a:r>
                <a:rPr lang="en-US" sz="750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Secure Messaging</a:t>
              </a:r>
            </a:p>
          </p:txBody>
        </p:sp>
        <p:sp>
          <p:nvSpPr>
            <p:cNvPr id="32" name="Rounded Rectangle 19">
              <a:extLst>
                <a:ext uri="{FF2B5EF4-FFF2-40B4-BE49-F238E27FC236}">
                  <a16:creationId xmlns:a16="http://schemas.microsoft.com/office/drawing/2014/main" id="{94591017-2BA6-471E-A31F-BF10E6E46965}"/>
                </a:ext>
              </a:extLst>
            </p:cNvPr>
            <p:cNvSpPr/>
            <p:nvPr/>
          </p:nvSpPr>
          <p:spPr>
            <a:xfrm>
              <a:off x="4483286" y="2092031"/>
              <a:ext cx="1676992" cy="259795"/>
            </a:xfrm>
            <a:prstGeom prst="round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 anchorCtr="0">
              <a:noAutofit/>
            </a:bodyPr>
            <a:lstStyle/>
            <a:p>
              <a:pPr algn="ctr" defTabSz="309548"/>
              <a:r>
                <a:rPr lang="en-US" sz="90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Single Customer View - CRM</a:t>
              </a:r>
            </a:p>
          </p:txBody>
        </p:sp>
        <p:sp>
          <p:nvSpPr>
            <p:cNvPr id="33" name="Rounded Rectangle 19">
              <a:extLst>
                <a:ext uri="{FF2B5EF4-FFF2-40B4-BE49-F238E27FC236}">
                  <a16:creationId xmlns:a16="http://schemas.microsoft.com/office/drawing/2014/main" id="{94591017-2BA6-471E-A31F-BF10E6E46965}"/>
                </a:ext>
              </a:extLst>
            </p:cNvPr>
            <p:cNvSpPr/>
            <p:nvPr/>
          </p:nvSpPr>
          <p:spPr>
            <a:xfrm>
              <a:off x="4483286" y="2730634"/>
              <a:ext cx="1676992" cy="259030"/>
            </a:xfrm>
            <a:prstGeom prst="round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 anchorCtr="0">
              <a:noAutofit/>
            </a:bodyPr>
            <a:lstStyle/>
            <a:p>
              <a:pPr algn="ctr" defTabSz="309548"/>
              <a:r>
                <a:rPr lang="en-US" sz="90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Marketing Catalogue</a:t>
              </a:r>
            </a:p>
          </p:txBody>
        </p:sp>
        <p:sp>
          <p:nvSpPr>
            <p:cNvPr id="34" name="Rounded Rectangle 19">
              <a:extLst>
                <a:ext uri="{FF2B5EF4-FFF2-40B4-BE49-F238E27FC236}">
                  <a16:creationId xmlns:a16="http://schemas.microsoft.com/office/drawing/2014/main" id="{94591017-2BA6-471E-A31F-BF10E6E46965}"/>
                </a:ext>
              </a:extLst>
            </p:cNvPr>
            <p:cNvSpPr/>
            <p:nvPr/>
          </p:nvSpPr>
          <p:spPr>
            <a:xfrm>
              <a:off x="4483286" y="3049642"/>
              <a:ext cx="1676992" cy="258850"/>
            </a:xfrm>
            <a:prstGeom prst="round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 anchorCtr="0">
              <a:noAutofit/>
            </a:bodyPr>
            <a:lstStyle/>
            <a:p>
              <a:pPr algn="ctr" defTabSz="309548"/>
              <a:r>
                <a:rPr lang="en-US" sz="90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Workflow</a:t>
              </a:r>
            </a:p>
          </p:txBody>
        </p:sp>
        <p:sp>
          <p:nvSpPr>
            <p:cNvPr id="35" name="Rounded Rectangle 19">
              <a:extLst>
                <a:ext uri="{FF2B5EF4-FFF2-40B4-BE49-F238E27FC236}">
                  <a16:creationId xmlns:a16="http://schemas.microsoft.com/office/drawing/2014/main" id="{94591017-2BA6-471E-A31F-BF10E6E46965}"/>
                </a:ext>
              </a:extLst>
            </p:cNvPr>
            <p:cNvSpPr/>
            <p:nvPr/>
          </p:nvSpPr>
          <p:spPr>
            <a:xfrm>
              <a:off x="2510022" y="2091526"/>
              <a:ext cx="1250284" cy="930954"/>
            </a:xfrm>
            <a:prstGeom prst="round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txBody>
            <a:bodyPr rot="0" spcFirstLastPara="1" vertOverflow="overflow" horzOverflow="overflow" vert="horz" wrap="square" lIns="28575" tIns="28575" rIns="28575" bIns="28575" numCol="1" spcCol="3810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endParaRPr lang="en-US" sz="825" b="1" kern="0" dirty="0">
                <a:solidFill>
                  <a:srgbClr val="00427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Rounded Rectangle 19">
              <a:extLst>
                <a:ext uri="{FF2B5EF4-FFF2-40B4-BE49-F238E27FC236}">
                  <a16:creationId xmlns:a16="http://schemas.microsoft.com/office/drawing/2014/main" id="{94591017-2BA6-471E-A31F-BF10E6E46965}"/>
                </a:ext>
              </a:extLst>
            </p:cNvPr>
            <p:cNvSpPr/>
            <p:nvPr/>
          </p:nvSpPr>
          <p:spPr>
            <a:xfrm>
              <a:off x="6312656" y="2091132"/>
              <a:ext cx="1466784" cy="1342373"/>
            </a:xfrm>
            <a:prstGeom prst="roundRect">
              <a:avLst>
                <a:gd name="adj" fmla="val 4775"/>
              </a:avLst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endParaRPr lang="en-US" sz="825" b="1" kern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ounded Rectangle 19">
              <a:extLst>
                <a:ext uri="{FF2B5EF4-FFF2-40B4-BE49-F238E27FC236}">
                  <a16:creationId xmlns:a16="http://schemas.microsoft.com/office/drawing/2014/main" id="{94591017-2BA6-471E-A31F-BF10E6E46965}"/>
                </a:ext>
              </a:extLst>
            </p:cNvPr>
            <p:cNvSpPr/>
            <p:nvPr/>
          </p:nvSpPr>
          <p:spPr>
            <a:xfrm>
              <a:off x="6725548" y="2104314"/>
              <a:ext cx="683154" cy="152080"/>
            </a:xfrm>
            <a:prstGeom prst="roundRect">
              <a:avLst/>
            </a:prstGeom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1050" b="1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Servicing</a:t>
              </a:r>
              <a:endParaRPr lang="en-US" sz="900" b="1" kern="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" name="Rounded Rectangle 19">
              <a:extLst>
                <a:ext uri="{FF2B5EF4-FFF2-40B4-BE49-F238E27FC236}">
                  <a16:creationId xmlns:a16="http://schemas.microsoft.com/office/drawing/2014/main" id="{94591017-2BA6-471E-A31F-BF10E6E46965}"/>
                </a:ext>
              </a:extLst>
            </p:cNvPr>
            <p:cNvSpPr/>
            <p:nvPr/>
          </p:nvSpPr>
          <p:spPr>
            <a:xfrm>
              <a:off x="3101365" y="2701824"/>
              <a:ext cx="890419" cy="176318"/>
            </a:xfrm>
            <a:prstGeom prst="roundRect">
              <a:avLst/>
            </a:prstGeom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1050" b="1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Sales</a:t>
              </a:r>
              <a:endParaRPr lang="en-US" sz="900" b="1" kern="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9" name="Rounded Rectangle 19">
              <a:extLst>
                <a:ext uri="{FF2B5EF4-FFF2-40B4-BE49-F238E27FC236}">
                  <a16:creationId xmlns:a16="http://schemas.microsoft.com/office/drawing/2014/main" id="{94591017-2BA6-471E-A31F-BF10E6E46965}"/>
                </a:ext>
              </a:extLst>
            </p:cNvPr>
            <p:cNvSpPr/>
            <p:nvPr/>
          </p:nvSpPr>
          <p:spPr>
            <a:xfrm>
              <a:off x="3182899" y="2126433"/>
              <a:ext cx="757386" cy="155017"/>
            </a:xfrm>
            <a:prstGeom prst="roundRect">
              <a:avLst/>
            </a:prstGeom>
            <a:ln w="63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1050" b="1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Marketing</a:t>
              </a:r>
              <a:endParaRPr lang="en-US" sz="900" b="1" kern="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8702AC7-9443-46BE-A638-09B14D08670E}"/>
                </a:ext>
              </a:extLst>
            </p:cNvPr>
            <p:cNvSpPr txBox="1"/>
            <p:nvPr/>
          </p:nvSpPr>
          <p:spPr>
            <a:xfrm>
              <a:off x="4483286" y="2411805"/>
              <a:ext cx="1673426" cy="258850"/>
            </a:xfrm>
            <a:prstGeom prst="round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 anchorCtr="0">
              <a:noAutofit/>
            </a:bodyPr>
            <a:lstStyle/>
            <a:p>
              <a:pPr algn="ctr" defTabSz="309548">
                <a:defRPr/>
              </a:pPr>
              <a:r>
                <a:rPr lang="en-US" sz="90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Engagement Decision Engine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3025595" y="4337923"/>
              <a:ext cx="4412219" cy="221722"/>
            </a:xfrm>
            <a:prstGeom prst="roundRect">
              <a:avLst/>
            </a:prstGeom>
            <a:solidFill>
              <a:schemeClr val="bg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500" dirty="0">
                  <a:solidFill>
                    <a:schemeClr val="bg1"/>
                  </a:solidFill>
                </a:rPr>
                <a:t>Core banking engine [T24 R12]</a:t>
              </a:r>
            </a:p>
          </p:txBody>
        </p:sp>
        <p:sp>
          <p:nvSpPr>
            <p:cNvPr id="42" name="Rounded Rectangle 62">
              <a:extLst>
                <a:ext uri="{FF2B5EF4-FFF2-40B4-BE49-F238E27FC236}">
                  <a16:creationId xmlns:a16="http://schemas.microsoft.com/office/drawing/2014/main" id="{CC117354-5652-41D3-8674-23273877C0D2}"/>
                </a:ext>
              </a:extLst>
            </p:cNvPr>
            <p:cNvSpPr/>
            <p:nvPr/>
          </p:nvSpPr>
          <p:spPr>
            <a:xfrm>
              <a:off x="1894963" y="682831"/>
              <a:ext cx="6771504" cy="1080651"/>
            </a:xfrm>
            <a:prstGeom prst="roundRect">
              <a:avLst>
                <a:gd name="adj" fmla="val 13281"/>
              </a:avLst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38100" tIns="38100" rIns="38100" bIns="38100" numCol="1" spcCol="38100" rtlCol="0" anchor="ctr">
              <a:noAutofit/>
            </a:bodyPr>
            <a:lstStyle/>
            <a:p>
              <a:pPr defTabSz="619109">
                <a:defRPr/>
              </a:pPr>
              <a:endParaRPr lang="en-GB" sz="1050" b="1" dirty="0">
                <a:solidFill>
                  <a:schemeClr val="tx2"/>
                </a:solidFill>
                <a:latin typeface="+mj-lt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264997" y="739878"/>
              <a:ext cx="394630" cy="2005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38100" tIns="38100" rIns="38100" bIns="38100" numCol="1" spcCol="38100" rtlCol="0" anchor="ctr">
              <a:noAutofit/>
            </a:bodyPr>
            <a:lstStyle/>
            <a:p>
              <a:pPr algn="ctr" defTabSz="619125" hangingPunct="0"/>
              <a:r>
                <a:rPr lang="en-GB" sz="11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  <a:sym typeface="Helvetica Light"/>
                </a:rPr>
                <a:t>Mobile</a:t>
              </a:r>
            </a:p>
            <a:p>
              <a:pPr algn="ctr" defTabSz="619125" hangingPunct="0"/>
              <a:r>
                <a:rPr lang="en-GB" sz="11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  <a:sym typeface="Helvetica Light"/>
                </a:rPr>
                <a:t>secured</a:t>
              </a:r>
            </a:p>
          </p:txBody>
        </p:sp>
        <p:grpSp>
          <p:nvGrpSpPr>
            <p:cNvPr id="44" name="Group 43"/>
            <p:cNvGrpSpPr>
              <a:grpSpLocks noChangeAspect="1"/>
            </p:cNvGrpSpPr>
            <p:nvPr/>
          </p:nvGrpSpPr>
          <p:grpSpPr bwMode="auto">
            <a:xfrm flipH="1">
              <a:off x="3399183" y="1040517"/>
              <a:ext cx="126259" cy="241394"/>
              <a:chOff x="-2" y="2"/>
              <a:chExt cx="1374" cy="2609"/>
            </a:xfrm>
            <a:solidFill>
              <a:schemeClr val="accent1"/>
            </a:solidFill>
          </p:grpSpPr>
          <p:sp>
            <p:nvSpPr>
              <p:cNvPr id="127" name="Oval 5"/>
              <p:cNvSpPr>
                <a:spLocks noChangeArrowheads="1"/>
              </p:cNvSpPr>
              <p:nvPr/>
            </p:nvSpPr>
            <p:spPr bwMode="auto">
              <a:xfrm>
                <a:off x="631" y="2345"/>
                <a:ext cx="108" cy="11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  <p:sp>
            <p:nvSpPr>
              <p:cNvPr id="128" name="Freeform 6"/>
              <p:cNvSpPr>
                <a:spLocks noEditPoints="1"/>
              </p:cNvSpPr>
              <p:nvPr/>
            </p:nvSpPr>
            <p:spPr bwMode="auto">
              <a:xfrm>
                <a:off x="-2" y="2"/>
                <a:ext cx="1374" cy="2609"/>
              </a:xfrm>
              <a:custGeom>
                <a:avLst/>
                <a:gdLst>
                  <a:gd name="T0" fmla="*/ 595 w 671"/>
                  <a:gd name="T1" fmla="*/ 0 h 1275"/>
                  <a:gd name="T2" fmla="*/ 76 w 671"/>
                  <a:gd name="T3" fmla="*/ 0 h 1275"/>
                  <a:gd name="T4" fmla="*/ 0 w 671"/>
                  <a:gd name="T5" fmla="*/ 88 h 1275"/>
                  <a:gd name="T6" fmla="*/ 0 w 671"/>
                  <a:gd name="T7" fmla="*/ 1187 h 1275"/>
                  <a:gd name="T8" fmla="*/ 76 w 671"/>
                  <a:gd name="T9" fmla="*/ 1275 h 1275"/>
                  <a:gd name="T10" fmla="*/ 595 w 671"/>
                  <a:gd name="T11" fmla="*/ 1275 h 1275"/>
                  <a:gd name="T12" fmla="*/ 671 w 671"/>
                  <a:gd name="T13" fmla="*/ 1187 h 1275"/>
                  <a:gd name="T14" fmla="*/ 671 w 671"/>
                  <a:gd name="T15" fmla="*/ 88 h 1275"/>
                  <a:gd name="T16" fmla="*/ 595 w 671"/>
                  <a:gd name="T17" fmla="*/ 0 h 1275"/>
                  <a:gd name="T18" fmla="*/ 76 w 671"/>
                  <a:gd name="T19" fmla="*/ 38 h 1275"/>
                  <a:gd name="T20" fmla="*/ 595 w 671"/>
                  <a:gd name="T21" fmla="*/ 38 h 1275"/>
                  <a:gd name="T22" fmla="*/ 633 w 671"/>
                  <a:gd name="T23" fmla="*/ 88 h 1275"/>
                  <a:gd name="T24" fmla="*/ 633 w 671"/>
                  <a:gd name="T25" fmla="*/ 110 h 1275"/>
                  <a:gd name="T26" fmla="*/ 38 w 671"/>
                  <a:gd name="T27" fmla="*/ 110 h 1275"/>
                  <a:gd name="T28" fmla="*/ 38 w 671"/>
                  <a:gd name="T29" fmla="*/ 88 h 1275"/>
                  <a:gd name="T30" fmla="*/ 76 w 671"/>
                  <a:gd name="T31" fmla="*/ 38 h 1275"/>
                  <a:gd name="T32" fmla="*/ 633 w 671"/>
                  <a:gd name="T33" fmla="*/ 148 h 1275"/>
                  <a:gd name="T34" fmla="*/ 633 w 671"/>
                  <a:gd name="T35" fmla="*/ 1071 h 1275"/>
                  <a:gd name="T36" fmla="*/ 38 w 671"/>
                  <a:gd name="T37" fmla="*/ 1071 h 1275"/>
                  <a:gd name="T38" fmla="*/ 38 w 671"/>
                  <a:gd name="T39" fmla="*/ 148 h 1275"/>
                  <a:gd name="T40" fmla="*/ 633 w 671"/>
                  <a:gd name="T41" fmla="*/ 148 h 1275"/>
                  <a:gd name="T42" fmla="*/ 595 w 671"/>
                  <a:gd name="T43" fmla="*/ 1237 h 1275"/>
                  <a:gd name="T44" fmla="*/ 76 w 671"/>
                  <a:gd name="T45" fmla="*/ 1237 h 1275"/>
                  <a:gd name="T46" fmla="*/ 38 w 671"/>
                  <a:gd name="T47" fmla="*/ 1187 h 1275"/>
                  <a:gd name="T48" fmla="*/ 38 w 671"/>
                  <a:gd name="T49" fmla="*/ 1109 h 1275"/>
                  <a:gd name="T50" fmla="*/ 633 w 671"/>
                  <a:gd name="T51" fmla="*/ 1109 h 1275"/>
                  <a:gd name="T52" fmla="*/ 633 w 671"/>
                  <a:gd name="T53" fmla="*/ 1187 h 1275"/>
                  <a:gd name="T54" fmla="*/ 595 w 671"/>
                  <a:gd name="T55" fmla="*/ 1237 h 1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71" h="1275">
                    <a:moveTo>
                      <a:pt x="595" y="0"/>
                    </a:moveTo>
                    <a:cubicBezTo>
                      <a:pt x="76" y="0"/>
                      <a:pt x="76" y="0"/>
                      <a:pt x="76" y="0"/>
                    </a:cubicBezTo>
                    <a:cubicBezTo>
                      <a:pt x="34" y="0"/>
                      <a:pt x="0" y="40"/>
                      <a:pt x="0" y="88"/>
                    </a:cubicBezTo>
                    <a:cubicBezTo>
                      <a:pt x="0" y="1187"/>
                      <a:pt x="0" y="1187"/>
                      <a:pt x="0" y="1187"/>
                    </a:cubicBezTo>
                    <a:cubicBezTo>
                      <a:pt x="0" y="1236"/>
                      <a:pt x="34" y="1275"/>
                      <a:pt x="76" y="1275"/>
                    </a:cubicBezTo>
                    <a:cubicBezTo>
                      <a:pt x="595" y="1275"/>
                      <a:pt x="595" y="1275"/>
                      <a:pt x="595" y="1275"/>
                    </a:cubicBezTo>
                    <a:cubicBezTo>
                      <a:pt x="637" y="1275"/>
                      <a:pt x="671" y="1236"/>
                      <a:pt x="671" y="1187"/>
                    </a:cubicBezTo>
                    <a:cubicBezTo>
                      <a:pt x="671" y="88"/>
                      <a:pt x="671" y="88"/>
                      <a:pt x="671" y="88"/>
                    </a:cubicBezTo>
                    <a:cubicBezTo>
                      <a:pt x="671" y="40"/>
                      <a:pt x="637" y="0"/>
                      <a:pt x="595" y="0"/>
                    </a:cubicBezTo>
                    <a:close/>
                    <a:moveTo>
                      <a:pt x="76" y="38"/>
                    </a:moveTo>
                    <a:cubicBezTo>
                      <a:pt x="595" y="38"/>
                      <a:pt x="595" y="38"/>
                      <a:pt x="595" y="38"/>
                    </a:cubicBezTo>
                    <a:cubicBezTo>
                      <a:pt x="616" y="38"/>
                      <a:pt x="633" y="61"/>
                      <a:pt x="633" y="88"/>
                    </a:cubicBezTo>
                    <a:cubicBezTo>
                      <a:pt x="633" y="110"/>
                      <a:pt x="633" y="110"/>
                      <a:pt x="633" y="110"/>
                    </a:cubicBezTo>
                    <a:cubicBezTo>
                      <a:pt x="38" y="110"/>
                      <a:pt x="38" y="110"/>
                      <a:pt x="38" y="110"/>
                    </a:cubicBezTo>
                    <a:cubicBezTo>
                      <a:pt x="38" y="88"/>
                      <a:pt x="38" y="88"/>
                      <a:pt x="38" y="88"/>
                    </a:cubicBezTo>
                    <a:cubicBezTo>
                      <a:pt x="38" y="61"/>
                      <a:pt x="56" y="38"/>
                      <a:pt x="76" y="38"/>
                    </a:cubicBezTo>
                    <a:close/>
                    <a:moveTo>
                      <a:pt x="633" y="148"/>
                    </a:moveTo>
                    <a:cubicBezTo>
                      <a:pt x="633" y="1071"/>
                      <a:pt x="633" y="1071"/>
                      <a:pt x="633" y="1071"/>
                    </a:cubicBezTo>
                    <a:cubicBezTo>
                      <a:pt x="38" y="1071"/>
                      <a:pt x="38" y="1071"/>
                      <a:pt x="38" y="1071"/>
                    </a:cubicBezTo>
                    <a:cubicBezTo>
                      <a:pt x="38" y="148"/>
                      <a:pt x="38" y="148"/>
                      <a:pt x="38" y="148"/>
                    </a:cubicBezTo>
                    <a:lnTo>
                      <a:pt x="633" y="148"/>
                    </a:lnTo>
                    <a:close/>
                    <a:moveTo>
                      <a:pt x="595" y="1237"/>
                    </a:moveTo>
                    <a:cubicBezTo>
                      <a:pt x="76" y="1237"/>
                      <a:pt x="76" y="1237"/>
                      <a:pt x="76" y="1237"/>
                    </a:cubicBezTo>
                    <a:cubicBezTo>
                      <a:pt x="56" y="1237"/>
                      <a:pt x="38" y="1214"/>
                      <a:pt x="38" y="1187"/>
                    </a:cubicBezTo>
                    <a:cubicBezTo>
                      <a:pt x="38" y="1109"/>
                      <a:pt x="38" y="1109"/>
                      <a:pt x="38" y="1109"/>
                    </a:cubicBezTo>
                    <a:cubicBezTo>
                      <a:pt x="633" y="1109"/>
                      <a:pt x="633" y="1109"/>
                      <a:pt x="633" y="1109"/>
                    </a:cubicBezTo>
                    <a:cubicBezTo>
                      <a:pt x="633" y="1187"/>
                      <a:pt x="633" y="1187"/>
                      <a:pt x="633" y="1187"/>
                    </a:cubicBezTo>
                    <a:cubicBezTo>
                      <a:pt x="633" y="1214"/>
                      <a:pt x="616" y="1237"/>
                      <a:pt x="595" y="1237"/>
                    </a:cubicBez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</p:grpSp>
        <p:sp>
          <p:nvSpPr>
            <p:cNvPr id="45" name="TextBox 44"/>
            <p:cNvSpPr txBox="1"/>
            <p:nvPr/>
          </p:nvSpPr>
          <p:spPr>
            <a:xfrm>
              <a:off x="3975123" y="739878"/>
              <a:ext cx="443833" cy="2005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38100" tIns="38100" rIns="38100" bIns="38100" numCol="1" spcCol="38100" rtlCol="0" anchor="ctr">
              <a:noAutofit/>
            </a:bodyPr>
            <a:lstStyle/>
            <a:p>
              <a:pPr algn="ctr" defTabSz="619125" hangingPunct="0"/>
              <a:r>
                <a:rPr lang="en-GB" sz="11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  <a:sym typeface="Helvetica Light"/>
                </a:rPr>
                <a:t>Internet</a:t>
              </a:r>
            </a:p>
            <a:p>
              <a:pPr algn="ctr" defTabSz="619125" hangingPunct="0"/>
              <a:r>
                <a:rPr lang="en-GB" sz="11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  <a:sym typeface="Helvetica Light"/>
                </a:rPr>
                <a:t>secured</a:t>
              </a:r>
            </a:p>
          </p:txBody>
        </p:sp>
        <p:sp>
          <p:nvSpPr>
            <p:cNvPr id="46" name="Freeform 10"/>
            <p:cNvSpPr>
              <a:spLocks noEditPoints="1"/>
            </p:cNvSpPr>
            <p:nvPr/>
          </p:nvSpPr>
          <p:spPr bwMode="auto">
            <a:xfrm>
              <a:off x="4072470" y="1040517"/>
              <a:ext cx="249139" cy="241394"/>
            </a:xfrm>
            <a:custGeom>
              <a:avLst/>
              <a:gdLst>
                <a:gd name="T0" fmla="*/ 1114 w 1242"/>
                <a:gd name="T1" fmla="*/ 496 h 1228"/>
                <a:gd name="T2" fmla="*/ 984 w 1242"/>
                <a:gd name="T3" fmla="*/ 541 h 1228"/>
                <a:gd name="T4" fmla="*/ 1010 w 1242"/>
                <a:gd name="T5" fmla="*/ 263 h 1228"/>
                <a:gd name="T6" fmla="*/ 786 w 1242"/>
                <a:gd name="T7" fmla="*/ 16 h 1228"/>
                <a:gd name="T8" fmla="*/ 582 w 1242"/>
                <a:gd name="T9" fmla="*/ 326 h 1228"/>
                <a:gd name="T10" fmla="*/ 72 w 1242"/>
                <a:gd name="T11" fmla="*/ 616 h 1228"/>
                <a:gd name="T12" fmla="*/ 187 w 1242"/>
                <a:gd name="T13" fmla="*/ 1202 h 1228"/>
                <a:gd name="T14" fmla="*/ 477 w 1242"/>
                <a:gd name="T15" fmla="*/ 1181 h 1228"/>
                <a:gd name="T16" fmla="*/ 765 w 1242"/>
                <a:gd name="T17" fmla="*/ 570 h 1228"/>
                <a:gd name="T18" fmla="*/ 715 w 1242"/>
                <a:gd name="T19" fmla="*/ 124 h 1228"/>
                <a:gd name="T20" fmla="*/ 909 w 1242"/>
                <a:gd name="T21" fmla="*/ 54 h 1228"/>
                <a:gd name="T22" fmla="*/ 908 w 1242"/>
                <a:gd name="T23" fmla="*/ 398 h 1228"/>
                <a:gd name="T24" fmla="*/ 973 w 1242"/>
                <a:gd name="T25" fmla="*/ 574 h 1228"/>
                <a:gd name="T26" fmla="*/ 1242 w 1242"/>
                <a:gd name="T27" fmla="*/ 308 h 1228"/>
                <a:gd name="T28" fmla="*/ 326 w 1242"/>
                <a:gd name="T29" fmla="*/ 385 h 1228"/>
                <a:gd name="T30" fmla="*/ 567 w 1242"/>
                <a:gd name="T31" fmla="*/ 358 h 1228"/>
                <a:gd name="T32" fmla="*/ 494 w 1242"/>
                <a:gd name="T33" fmla="*/ 433 h 1228"/>
                <a:gd name="T34" fmla="*/ 457 w 1242"/>
                <a:gd name="T35" fmla="*/ 590 h 1228"/>
                <a:gd name="T36" fmla="*/ 163 w 1242"/>
                <a:gd name="T37" fmla="*/ 531 h 1228"/>
                <a:gd name="T38" fmla="*/ 552 w 1242"/>
                <a:gd name="T39" fmla="*/ 482 h 1228"/>
                <a:gd name="T40" fmla="*/ 507 w 1242"/>
                <a:gd name="T41" fmla="*/ 568 h 1228"/>
                <a:gd name="T42" fmla="*/ 552 w 1242"/>
                <a:gd name="T43" fmla="*/ 482 h 1228"/>
                <a:gd name="T44" fmla="*/ 512 w 1242"/>
                <a:gd name="T45" fmla="*/ 463 h 1228"/>
                <a:gd name="T46" fmla="*/ 475 w 1242"/>
                <a:gd name="T47" fmla="*/ 553 h 1228"/>
                <a:gd name="T48" fmla="*/ 460 w 1242"/>
                <a:gd name="T49" fmla="*/ 1150 h 1228"/>
                <a:gd name="T50" fmla="*/ 55 w 1242"/>
                <a:gd name="T51" fmla="*/ 959 h 1228"/>
                <a:gd name="T52" fmla="*/ 143 w 1242"/>
                <a:gd name="T53" fmla="*/ 560 h 1228"/>
                <a:gd name="T54" fmla="*/ 682 w 1242"/>
                <a:gd name="T55" fmla="*/ 904 h 1228"/>
                <a:gd name="T56" fmla="*/ 731 w 1242"/>
                <a:gd name="T57" fmla="*/ 576 h 1228"/>
                <a:gd name="T58" fmla="*/ 458 w 1242"/>
                <a:gd name="T59" fmla="*/ 670 h 1228"/>
                <a:gd name="T60" fmla="*/ 495 w 1242"/>
                <a:gd name="T61" fmla="*/ 605 h 1228"/>
                <a:gd name="T62" fmla="*/ 587 w 1242"/>
                <a:gd name="T63" fmla="*/ 477 h 1228"/>
                <a:gd name="T64" fmla="*/ 599 w 1242"/>
                <a:gd name="T65" fmla="*/ 373 h 1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42" h="1228">
                  <a:moveTo>
                    <a:pt x="1210" y="293"/>
                  </a:moveTo>
                  <a:cubicBezTo>
                    <a:pt x="1114" y="496"/>
                    <a:pt x="1114" y="496"/>
                    <a:pt x="1114" y="496"/>
                  </a:cubicBezTo>
                  <a:cubicBezTo>
                    <a:pt x="1110" y="505"/>
                    <a:pt x="1070" y="582"/>
                    <a:pt x="988" y="543"/>
                  </a:cubicBezTo>
                  <a:cubicBezTo>
                    <a:pt x="984" y="541"/>
                    <a:pt x="984" y="541"/>
                    <a:pt x="984" y="541"/>
                  </a:cubicBezTo>
                  <a:cubicBezTo>
                    <a:pt x="901" y="502"/>
                    <a:pt x="935" y="422"/>
                    <a:pt x="939" y="413"/>
                  </a:cubicBezTo>
                  <a:cubicBezTo>
                    <a:pt x="1010" y="263"/>
                    <a:pt x="1010" y="263"/>
                    <a:pt x="1010" y="263"/>
                  </a:cubicBezTo>
                  <a:cubicBezTo>
                    <a:pt x="1053" y="173"/>
                    <a:pt x="1014" y="65"/>
                    <a:pt x="924" y="23"/>
                  </a:cubicBezTo>
                  <a:cubicBezTo>
                    <a:pt x="881" y="2"/>
                    <a:pt x="832" y="0"/>
                    <a:pt x="786" y="16"/>
                  </a:cubicBezTo>
                  <a:cubicBezTo>
                    <a:pt x="741" y="32"/>
                    <a:pt x="704" y="65"/>
                    <a:pt x="684" y="109"/>
                  </a:cubicBezTo>
                  <a:cubicBezTo>
                    <a:pt x="582" y="326"/>
                    <a:pt x="582" y="326"/>
                    <a:pt x="582" y="326"/>
                  </a:cubicBezTo>
                  <a:cubicBezTo>
                    <a:pt x="499" y="293"/>
                    <a:pt x="403" y="303"/>
                    <a:pt x="309" y="354"/>
                  </a:cubicBezTo>
                  <a:cubicBezTo>
                    <a:pt x="211" y="408"/>
                    <a:pt x="127" y="501"/>
                    <a:pt x="72" y="616"/>
                  </a:cubicBezTo>
                  <a:cubicBezTo>
                    <a:pt x="18" y="731"/>
                    <a:pt x="0" y="855"/>
                    <a:pt x="20" y="965"/>
                  </a:cubicBezTo>
                  <a:cubicBezTo>
                    <a:pt x="42" y="1077"/>
                    <a:pt x="101" y="1161"/>
                    <a:pt x="187" y="1202"/>
                  </a:cubicBezTo>
                  <a:cubicBezTo>
                    <a:pt x="224" y="1220"/>
                    <a:pt x="264" y="1228"/>
                    <a:pt x="305" y="1228"/>
                  </a:cubicBezTo>
                  <a:cubicBezTo>
                    <a:pt x="361" y="1228"/>
                    <a:pt x="419" y="1212"/>
                    <a:pt x="477" y="1181"/>
                  </a:cubicBezTo>
                  <a:cubicBezTo>
                    <a:pt x="575" y="1127"/>
                    <a:pt x="659" y="1034"/>
                    <a:pt x="713" y="919"/>
                  </a:cubicBezTo>
                  <a:cubicBezTo>
                    <a:pt x="768" y="804"/>
                    <a:pt x="786" y="680"/>
                    <a:pt x="765" y="570"/>
                  </a:cubicBezTo>
                  <a:cubicBezTo>
                    <a:pt x="745" y="465"/>
                    <a:pt x="692" y="384"/>
                    <a:pt x="614" y="341"/>
                  </a:cubicBezTo>
                  <a:cubicBezTo>
                    <a:pt x="715" y="124"/>
                    <a:pt x="715" y="124"/>
                    <a:pt x="715" y="124"/>
                  </a:cubicBezTo>
                  <a:cubicBezTo>
                    <a:pt x="732" y="88"/>
                    <a:pt x="761" y="62"/>
                    <a:pt x="798" y="49"/>
                  </a:cubicBezTo>
                  <a:cubicBezTo>
                    <a:pt x="835" y="36"/>
                    <a:pt x="874" y="38"/>
                    <a:pt x="909" y="54"/>
                  </a:cubicBezTo>
                  <a:cubicBezTo>
                    <a:pt x="982" y="88"/>
                    <a:pt x="1013" y="175"/>
                    <a:pt x="979" y="248"/>
                  </a:cubicBezTo>
                  <a:cubicBezTo>
                    <a:pt x="908" y="398"/>
                    <a:pt x="908" y="398"/>
                    <a:pt x="908" y="398"/>
                  </a:cubicBezTo>
                  <a:cubicBezTo>
                    <a:pt x="888" y="439"/>
                    <a:pt x="876" y="529"/>
                    <a:pt x="969" y="572"/>
                  </a:cubicBezTo>
                  <a:cubicBezTo>
                    <a:pt x="973" y="574"/>
                    <a:pt x="973" y="574"/>
                    <a:pt x="973" y="574"/>
                  </a:cubicBezTo>
                  <a:cubicBezTo>
                    <a:pt x="1065" y="618"/>
                    <a:pt x="1127" y="552"/>
                    <a:pt x="1146" y="511"/>
                  </a:cubicBezTo>
                  <a:cubicBezTo>
                    <a:pt x="1242" y="308"/>
                    <a:pt x="1242" y="308"/>
                    <a:pt x="1242" y="308"/>
                  </a:cubicBezTo>
                  <a:lnTo>
                    <a:pt x="1210" y="293"/>
                  </a:lnTo>
                  <a:close/>
                  <a:moveTo>
                    <a:pt x="326" y="385"/>
                  </a:moveTo>
                  <a:cubicBezTo>
                    <a:pt x="378" y="356"/>
                    <a:pt x="431" y="342"/>
                    <a:pt x="481" y="342"/>
                  </a:cubicBezTo>
                  <a:cubicBezTo>
                    <a:pt x="511" y="342"/>
                    <a:pt x="540" y="347"/>
                    <a:pt x="567" y="358"/>
                  </a:cubicBezTo>
                  <a:cubicBezTo>
                    <a:pt x="536" y="423"/>
                    <a:pt x="536" y="423"/>
                    <a:pt x="536" y="423"/>
                  </a:cubicBezTo>
                  <a:cubicBezTo>
                    <a:pt x="523" y="421"/>
                    <a:pt x="508" y="425"/>
                    <a:pt x="494" y="433"/>
                  </a:cubicBezTo>
                  <a:cubicBezTo>
                    <a:pt x="476" y="444"/>
                    <a:pt x="460" y="462"/>
                    <a:pt x="450" y="484"/>
                  </a:cubicBezTo>
                  <a:cubicBezTo>
                    <a:pt x="431" y="525"/>
                    <a:pt x="435" y="568"/>
                    <a:pt x="457" y="590"/>
                  </a:cubicBezTo>
                  <a:cubicBezTo>
                    <a:pt x="426" y="655"/>
                    <a:pt x="426" y="655"/>
                    <a:pt x="426" y="655"/>
                  </a:cubicBezTo>
                  <a:cubicBezTo>
                    <a:pt x="163" y="531"/>
                    <a:pt x="163" y="531"/>
                    <a:pt x="163" y="531"/>
                  </a:cubicBezTo>
                  <a:cubicBezTo>
                    <a:pt x="209" y="469"/>
                    <a:pt x="264" y="419"/>
                    <a:pt x="326" y="385"/>
                  </a:cubicBezTo>
                  <a:close/>
                  <a:moveTo>
                    <a:pt x="552" y="482"/>
                  </a:moveTo>
                  <a:cubicBezTo>
                    <a:pt x="554" y="496"/>
                    <a:pt x="551" y="513"/>
                    <a:pt x="544" y="528"/>
                  </a:cubicBezTo>
                  <a:cubicBezTo>
                    <a:pt x="534" y="549"/>
                    <a:pt x="520" y="562"/>
                    <a:pt x="507" y="568"/>
                  </a:cubicBezTo>
                  <a:cubicBezTo>
                    <a:pt x="551" y="475"/>
                    <a:pt x="551" y="475"/>
                    <a:pt x="551" y="475"/>
                  </a:cubicBezTo>
                  <a:cubicBezTo>
                    <a:pt x="551" y="477"/>
                    <a:pt x="552" y="480"/>
                    <a:pt x="552" y="482"/>
                  </a:cubicBezTo>
                  <a:close/>
                  <a:moveTo>
                    <a:pt x="482" y="499"/>
                  </a:moveTo>
                  <a:cubicBezTo>
                    <a:pt x="489" y="483"/>
                    <a:pt x="500" y="470"/>
                    <a:pt x="512" y="463"/>
                  </a:cubicBezTo>
                  <a:cubicBezTo>
                    <a:pt x="514" y="462"/>
                    <a:pt x="516" y="461"/>
                    <a:pt x="519" y="460"/>
                  </a:cubicBezTo>
                  <a:cubicBezTo>
                    <a:pt x="475" y="553"/>
                    <a:pt x="475" y="553"/>
                    <a:pt x="475" y="553"/>
                  </a:cubicBezTo>
                  <a:cubicBezTo>
                    <a:pt x="471" y="539"/>
                    <a:pt x="472" y="520"/>
                    <a:pt x="482" y="499"/>
                  </a:cubicBezTo>
                  <a:close/>
                  <a:moveTo>
                    <a:pt x="460" y="1150"/>
                  </a:moveTo>
                  <a:cubicBezTo>
                    <a:pt x="370" y="1199"/>
                    <a:pt x="279" y="1207"/>
                    <a:pt x="202" y="1171"/>
                  </a:cubicBezTo>
                  <a:cubicBezTo>
                    <a:pt x="126" y="1135"/>
                    <a:pt x="74" y="1059"/>
                    <a:pt x="55" y="959"/>
                  </a:cubicBezTo>
                  <a:cubicBezTo>
                    <a:pt x="35" y="856"/>
                    <a:pt x="53" y="740"/>
                    <a:pt x="104" y="631"/>
                  </a:cubicBezTo>
                  <a:cubicBezTo>
                    <a:pt x="116" y="606"/>
                    <a:pt x="129" y="583"/>
                    <a:pt x="143" y="560"/>
                  </a:cubicBezTo>
                  <a:cubicBezTo>
                    <a:pt x="711" y="829"/>
                    <a:pt x="711" y="829"/>
                    <a:pt x="711" y="829"/>
                  </a:cubicBezTo>
                  <a:cubicBezTo>
                    <a:pt x="703" y="854"/>
                    <a:pt x="693" y="879"/>
                    <a:pt x="682" y="904"/>
                  </a:cubicBezTo>
                  <a:cubicBezTo>
                    <a:pt x="630" y="1013"/>
                    <a:pt x="552" y="1100"/>
                    <a:pt x="460" y="1150"/>
                  </a:cubicBezTo>
                  <a:close/>
                  <a:moveTo>
                    <a:pt x="731" y="576"/>
                  </a:moveTo>
                  <a:cubicBezTo>
                    <a:pt x="744" y="645"/>
                    <a:pt x="740" y="720"/>
                    <a:pt x="721" y="795"/>
                  </a:cubicBezTo>
                  <a:cubicBezTo>
                    <a:pt x="458" y="670"/>
                    <a:pt x="458" y="670"/>
                    <a:pt x="458" y="670"/>
                  </a:cubicBezTo>
                  <a:cubicBezTo>
                    <a:pt x="489" y="605"/>
                    <a:pt x="489" y="605"/>
                    <a:pt x="489" y="605"/>
                  </a:cubicBezTo>
                  <a:cubicBezTo>
                    <a:pt x="491" y="605"/>
                    <a:pt x="493" y="605"/>
                    <a:pt x="495" y="605"/>
                  </a:cubicBezTo>
                  <a:cubicBezTo>
                    <a:pt x="525" y="605"/>
                    <a:pt x="558" y="582"/>
                    <a:pt x="576" y="543"/>
                  </a:cubicBezTo>
                  <a:cubicBezTo>
                    <a:pt x="586" y="522"/>
                    <a:pt x="590" y="498"/>
                    <a:pt x="587" y="477"/>
                  </a:cubicBezTo>
                  <a:cubicBezTo>
                    <a:pt x="584" y="461"/>
                    <a:pt x="578" y="447"/>
                    <a:pt x="568" y="438"/>
                  </a:cubicBezTo>
                  <a:cubicBezTo>
                    <a:pt x="599" y="373"/>
                    <a:pt x="599" y="373"/>
                    <a:pt x="599" y="373"/>
                  </a:cubicBezTo>
                  <a:cubicBezTo>
                    <a:pt x="667" y="411"/>
                    <a:pt x="713" y="483"/>
                    <a:pt x="731" y="576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597858" y="743645"/>
              <a:ext cx="625584" cy="2005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38100" tIns="38100" rIns="38100" bIns="38100" numCol="1" spcCol="38100" rtlCol="0" anchor="ctr">
              <a:noAutofit/>
            </a:bodyPr>
            <a:lstStyle/>
            <a:p>
              <a:pPr algn="ctr" defTabSz="619125" hangingPunct="0"/>
              <a:r>
                <a:rPr lang="en-GB" sz="11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  <a:sym typeface="Helvetica Light"/>
                </a:rPr>
                <a:t>Call Centre</a:t>
              </a:r>
            </a:p>
          </p:txBody>
        </p:sp>
        <p:grpSp>
          <p:nvGrpSpPr>
            <p:cNvPr id="48" name="Group 47"/>
            <p:cNvGrpSpPr>
              <a:grpSpLocks noChangeAspect="1"/>
            </p:cNvGrpSpPr>
            <p:nvPr/>
          </p:nvGrpSpPr>
          <p:grpSpPr bwMode="auto">
            <a:xfrm>
              <a:off x="4805261" y="1040518"/>
              <a:ext cx="210778" cy="241393"/>
              <a:chOff x="5" y="2"/>
              <a:chExt cx="2394" cy="2723"/>
            </a:xfrm>
            <a:solidFill>
              <a:schemeClr val="accent1"/>
            </a:solidFill>
          </p:grpSpPr>
          <p:sp>
            <p:nvSpPr>
              <p:cNvPr id="124" name="Freeform 14"/>
              <p:cNvSpPr>
                <a:spLocks noEditPoints="1"/>
              </p:cNvSpPr>
              <p:nvPr/>
            </p:nvSpPr>
            <p:spPr bwMode="auto">
              <a:xfrm>
                <a:off x="5" y="2"/>
                <a:ext cx="2394" cy="2723"/>
              </a:xfrm>
              <a:custGeom>
                <a:avLst/>
                <a:gdLst>
                  <a:gd name="T0" fmla="*/ 1164 w 1171"/>
                  <a:gd name="T1" fmla="*/ 903 h 1331"/>
                  <a:gd name="T2" fmla="*/ 1164 w 1171"/>
                  <a:gd name="T3" fmla="*/ 582 h 1331"/>
                  <a:gd name="T4" fmla="*/ 582 w 1171"/>
                  <a:gd name="T5" fmla="*/ 0 h 1331"/>
                  <a:gd name="T6" fmla="*/ 0 w 1171"/>
                  <a:gd name="T7" fmla="*/ 582 h 1331"/>
                  <a:gd name="T8" fmla="*/ 0 w 1171"/>
                  <a:gd name="T9" fmla="*/ 711 h 1331"/>
                  <a:gd name="T10" fmla="*/ 39 w 1171"/>
                  <a:gd name="T11" fmla="*/ 711 h 1331"/>
                  <a:gd name="T12" fmla="*/ 39 w 1171"/>
                  <a:gd name="T13" fmla="*/ 582 h 1331"/>
                  <a:gd name="T14" fmla="*/ 582 w 1171"/>
                  <a:gd name="T15" fmla="*/ 39 h 1331"/>
                  <a:gd name="T16" fmla="*/ 1125 w 1171"/>
                  <a:gd name="T17" fmla="*/ 582 h 1331"/>
                  <a:gd name="T18" fmla="*/ 1125 w 1171"/>
                  <a:gd name="T19" fmla="*/ 904 h 1331"/>
                  <a:gd name="T20" fmla="*/ 1058 w 1171"/>
                  <a:gd name="T21" fmla="*/ 1074 h 1331"/>
                  <a:gd name="T22" fmla="*/ 754 w 1171"/>
                  <a:gd name="T23" fmla="*/ 1198 h 1331"/>
                  <a:gd name="T24" fmla="*/ 649 w 1171"/>
                  <a:gd name="T25" fmla="*/ 1114 h 1331"/>
                  <a:gd name="T26" fmla="*/ 540 w 1171"/>
                  <a:gd name="T27" fmla="*/ 1223 h 1331"/>
                  <a:gd name="T28" fmla="*/ 649 w 1171"/>
                  <a:gd name="T29" fmla="*/ 1331 h 1331"/>
                  <a:gd name="T30" fmla="*/ 756 w 1171"/>
                  <a:gd name="T31" fmla="*/ 1237 h 1331"/>
                  <a:gd name="T32" fmla="*/ 1086 w 1171"/>
                  <a:gd name="T33" fmla="*/ 1100 h 1331"/>
                  <a:gd name="T34" fmla="*/ 1164 w 1171"/>
                  <a:gd name="T35" fmla="*/ 903 h 1331"/>
                  <a:gd name="T36" fmla="*/ 649 w 1171"/>
                  <a:gd name="T37" fmla="*/ 1292 h 1331"/>
                  <a:gd name="T38" fmla="*/ 579 w 1171"/>
                  <a:gd name="T39" fmla="*/ 1223 h 1331"/>
                  <a:gd name="T40" fmla="*/ 649 w 1171"/>
                  <a:gd name="T41" fmla="*/ 1153 h 1331"/>
                  <a:gd name="T42" fmla="*/ 715 w 1171"/>
                  <a:gd name="T43" fmla="*/ 1201 h 1331"/>
                  <a:gd name="T44" fmla="*/ 649 w 1171"/>
                  <a:gd name="T45" fmla="*/ 1203 h 1331"/>
                  <a:gd name="T46" fmla="*/ 649 w 1171"/>
                  <a:gd name="T47" fmla="*/ 1242 h 1331"/>
                  <a:gd name="T48" fmla="*/ 716 w 1171"/>
                  <a:gd name="T49" fmla="*/ 1240 h 1331"/>
                  <a:gd name="T50" fmla="*/ 649 w 1171"/>
                  <a:gd name="T51" fmla="*/ 1292 h 13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71" h="1331">
                    <a:moveTo>
                      <a:pt x="1164" y="903"/>
                    </a:moveTo>
                    <a:cubicBezTo>
                      <a:pt x="1164" y="582"/>
                      <a:pt x="1164" y="582"/>
                      <a:pt x="1164" y="582"/>
                    </a:cubicBezTo>
                    <a:cubicBezTo>
                      <a:pt x="1164" y="261"/>
                      <a:pt x="903" y="0"/>
                      <a:pt x="582" y="0"/>
                    </a:cubicBezTo>
                    <a:cubicBezTo>
                      <a:pt x="261" y="0"/>
                      <a:pt x="0" y="261"/>
                      <a:pt x="0" y="582"/>
                    </a:cubicBezTo>
                    <a:cubicBezTo>
                      <a:pt x="0" y="711"/>
                      <a:pt x="0" y="711"/>
                      <a:pt x="0" y="711"/>
                    </a:cubicBezTo>
                    <a:cubicBezTo>
                      <a:pt x="39" y="711"/>
                      <a:pt x="39" y="711"/>
                      <a:pt x="39" y="711"/>
                    </a:cubicBezTo>
                    <a:cubicBezTo>
                      <a:pt x="39" y="582"/>
                      <a:pt x="39" y="582"/>
                      <a:pt x="39" y="582"/>
                    </a:cubicBezTo>
                    <a:cubicBezTo>
                      <a:pt x="39" y="283"/>
                      <a:pt x="283" y="39"/>
                      <a:pt x="582" y="39"/>
                    </a:cubicBezTo>
                    <a:cubicBezTo>
                      <a:pt x="881" y="39"/>
                      <a:pt x="1125" y="283"/>
                      <a:pt x="1125" y="582"/>
                    </a:cubicBezTo>
                    <a:cubicBezTo>
                      <a:pt x="1125" y="904"/>
                      <a:pt x="1125" y="904"/>
                      <a:pt x="1125" y="904"/>
                    </a:cubicBezTo>
                    <a:cubicBezTo>
                      <a:pt x="1125" y="905"/>
                      <a:pt x="1131" y="994"/>
                      <a:pt x="1058" y="1074"/>
                    </a:cubicBezTo>
                    <a:cubicBezTo>
                      <a:pt x="994" y="1143"/>
                      <a:pt x="892" y="1185"/>
                      <a:pt x="754" y="1198"/>
                    </a:cubicBezTo>
                    <a:cubicBezTo>
                      <a:pt x="743" y="1150"/>
                      <a:pt x="700" y="1114"/>
                      <a:pt x="649" y="1114"/>
                    </a:cubicBezTo>
                    <a:cubicBezTo>
                      <a:pt x="589" y="1114"/>
                      <a:pt x="540" y="1163"/>
                      <a:pt x="540" y="1223"/>
                    </a:cubicBezTo>
                    <a:cubicBezTo>
                      <a:pt x="540" y="1282"/>
                      <a:pt x="589" y="1331"/>
                      <a:pt x="649" y="1331"/>
                    </a:cubicBezTo>
                    <a:cubicBezTo>
                      <a:pt x="703" y="1331"/>
                      <a:pt x="749" y="1290"/>
                      <a:pt x="756" y="1237"/>
                    </a:cubicBezTo>
                    <a:cubicBezTo>
                      <a:pt x="905" y="1223"/>
                      <a:pt x="1016" y="1177"/>
                      <a:pt x="1086" y="1100"/>
                    </a:cubicBezTo>
                    <a:cubicBezTo>
                      <a:pt x="1171" y="1008"/>
                      <a:pt x="1164" y="905"/>
                      <a:pt x="1164" y="903"/>
                    </a:cubicBezTo>
                    <a:close/>
                    <a:moveTo>
                      <a:pt x="649" y="1292"/>
                    </a:moveTo>
                    <a:cubicBezTo>
                      <a:pt x="610" y="1292"/>
                      <a:pt x="579" y="1261"/>
                      <a:pt x="579" y="1223"/>
                    </a:cubicBezTo>
                    <a:cubicBezTo>
                      <a:pt x="579" y="1184"/>
                      <a:pt x="610" y="1153"/>
                      <a:pt x="649" y="1153"/>
                    </a:cubicBezTo>
                    <a:cubicBezTo>
                      <a:pt x="679" y="1153"/>
                      <a:pt x="705" y="1173"/>
                      <a:pt x="715" y="1201"/>
                    </a:cubicBezTo>
                    <a:cubicBezTo>
                      <a:pt x="693" y="1202"/>
                      <a:pt x="671" y="1203"/>
                      <a:pt x="649" y="1203"/>
                    </a:cubicBezTo>
                    <a:cubicBezTo>
                      <a:pt x="649" y="1242"/>
                      <a:pt x="649" y="1242"/>
                      <a:pt x="649" y="1242"/>
                    </a:cubicBezTo>
                    <a:cubicBezTo>
                      <a:pt x="672" y="1242"/>
                      <a:pt x="694" y="1241"/>
                      <a:pt x="716" y="1240"/>
                    </a:cubicBezTo>
                    <a:cubicBezTo>
                      <a:pt x="708" y="1270"/>
                      <a:pt x="681" y="1292"/>
                      <a:pt x="649" y="1292"/>
                    </a:cubicBez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  <p:sp>
            <p:nvSpPr>
              <p:cNvPr id="125" name="Freeform 15"/>
              <p:cNvSpPr>
                <a:spLocks noEditPoints="1"/>
              </p:cNvSpPr>
              <p:nvPr/>
            </p:nvSpPr>
            <p:spPr bwMode="auto">
              <a:xfrm>
                <a:off x="97" y="1015"/>
                <a:ext cx="442" cy="988"/>
              </a:xfrm>
              <a:custGeom>
                <a:avLst/>
                <a:gdLst>
                  <a:gd name="T0" fmla="*/ 108 w 216"/>
                  <a:gd name="T1" fmla="*/ 0 h 483"/>
                  <a:gd name="T2" fmla="*/ 0 w 216"/>
                  <a:gd name="T3" fmla="*/ 93 h 483"/>
                  <a:gd name="T4" fmla="*/ 0 w 216"/>
                  <a:gd name="T5" fmla="*/ 390 h 483"/>
                  <a:gd name="T6" fmla="*/ 108 w 216"/>
                  <a:gd name="T7" fmla="*/ 483 h 483"/>
                  <a:gd name="T8" fmla="*/ 216 w 216"/>
                  <a:gd name="T9" fmla="*/ 390 h 483"/>
                  <a:gd name="T10" fmla="*/ 216 w 216"/>
                  <a:gd name="T11" fmla="*/ 93 h 483"/>
                  <a:gd name="T12" fmla="*/ 108 w 216"/>
                  <a:gd name="T13" fmla="*/ 0 h 483"/>
                  <a:gd name="T14" fmla="*/ 177 w 216"/>
                  <a:gd name="T15" fmla="*/ 390 h 483"/>
                  <a:gd name="T16" fmla="*/ 108 w 216"/>
                  <a:gd name="T17" fmla="*/ 444 h 483"/>
                  <a:gd name="T18" fmla="*/ 39 w 216"/>
                  <a:gd name="T19" fmla="*/ 390 h 483"/>
                  <a:gd name="T20" fmla="*/ 39 w 216"/>
                  <a:gd name="T21" fmla="*/ 93 h 483"/>
                  <a:gd name="T22" fmla="*/ 108 w 216"/>
                  <a:gd name="T23" fmla="*/ 39 h 483"/>
                  <a:gd name="T24" fmla="*/ 177 w 216"/>
                  <a:gd name="T25" fmla="*/ 93 h 483"/>
                  <a:gd name="T26" fmla="*/ 177 w 216"/>
                  <a:gd name="T27" fmla="*/ 39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6" h="483">
                    <a:moveTo>
                      <a:pt x="108" y="0"/>
                    </a:moveTo>
                    <a:cubicBezTo>
                      <a:pt x="48" y="0"/>
                      <a:pt x="0" y="42"/>
                      <a:pt x="0" y="93"/>
                    </a:cubicBezTo>
                    <a:cubicBezTo>
                      <a:pt x="0" y="390"/>
                      <a:pt x="0" y="390"/>
                      <a:pt x="0" y="390"/>
                    </a:cubicBezTo>
                    <a:cubicBezTo>
                      <a:pt x="0" y="441"/>
                      <a:pt x="48" y="483"/>
                      <a:pt x="108" y="483"/>
                    </a:cubicBezTo>
                    <a:cubicBezTo>
                      <a:pt x="168" y="483"/>
                      <a:pt x="216" y="441"/>
                      <a:pt x="216" y="390"/>
                    </a:cubicBezTo>
                    <a:cubicBezTo>
                      <a:pt x="216" y="93"/>
                      <a:pt x="216" y="93"/>
                      <a:pt x="216" y="93"/>
                    </a:cubicBezTo>
                    <a:cubicBezTo>
                      <a:pt x="216" y="42"/>
                      <a:pt x="168" y="0"/>
                      <a:pt x="108" y="0"/>
                    </a:cubicBezTo>
                    <a:close/>
                    <a:moveTo>
                      <a:pt x="177" y="390"/>
                    </a:moveTo>
                    <a:cubicBezTo>
                      <a:pt x="177" y="420"/>
                      <a:pt x="146" y="444"/>
                      <a:pt x="108" y="444"/>
                    </a:cubicBezTo>
                    <a:cubicBezTo>
                      <a:pt x="70" y="444"/>
                      <a:pt x="39" y="420"/>
                      <a:pt x="39" y="390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63"/>
                      <a:pt x="70" y="39"/>
                      <a:pt x="108" y="39"/>
                    </a:cubicBezTo>
                    <a:cubicBezTo>
                      <a:pt x="146" y="39"/>
                      <a:pt x="177" y="63"/>
                      <a:pt x="177" y="93"/>
                    </a:cubicBezTo>
                    <a:lnTo>
                      <a:pt x="177" y="390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  <p:sp>
            <p:nvSpPr>
              <p:cNvPr id="126" name="Freeform 16"/>
              <p:cNvSpPr>
                <a:spLocks noEditPoints="1"/>
              </p:cNvSpPr>
              <p:nvPr/>
            </p:nvSpPr>
            <p:spPr bwMode="auto">
              <a:xfrm>
                <a:off x="1849" y="1015"/>
                <a:ext cx="444" cy="988"/>
              </a:xfrm>
              <a:custGeom>
                <a:avLst/>
                <a:gdLst>
                  <a:gd name="T0" fmla="*/ 217 w 217"/>
                  <a:gd name="T1" fmla="*/ 390 h 483"/>
                  <a:gd name="T2" fmla="*/ 217 w 217"/>
                  <a:gd name="T3" fmla="*/ 93 h 483"/>
                  <a:gd name="T4" fmla="*/ 109 w 217"/>
                  <a:gd name="T5" fmla="*/ 0 h 483"/>
                  <a:gd name="T6" fmla="*/ 0 w 217"/>
                  <a:gd name="T7" fmla="*/ 93 h 483"/>
                  <a:gd name="T8" fmla="*/ 0 w 217"/>
                  <a:gd name="T9" fmla="*/ 390 h 483"/>
                  <a:gd name="T10" fmla="*/ 109 w 217"/>
                  <a:gd name="T11" fmla="*/ 483 h 483"/>
                  <a:gd name="T12" fmla="*/ 217 w 217"/>
                  <a:gd name="T13" fmla="*/ 390 h 483"/>
                  <a:gd name="T14" fmla="*/ 39 w 217"/>
                  <a:gd name="T15" fmla="*/ 390 h 483"/>
                  <a:gd name="T16" fmla="*/ 39 w 217"/>
                  <a:gd name="T17" fmla="*/ 93 h 483"/>
                  <a:gd name="T18" fmla="*/ 109 w 217"/>
                  <a:gd name="T19" fmla="*/ 39 h 483"/>
                  <a:gd name="T20" fmla="*/ 178 w 217"/>
                  <a:gd name="T21" fmla="*/ 93 h 483"/>
                  <a:gd name="T22" fmla="*/ 178 w 217"/>
                  <a:gd name="T23" fmla="*/ 390 h 483"/>
                  <a:gd name="T24" fmla="*/ 109 w 217"/>
                  <a:gd name="T25" fmla="*/ 444 h 483"/>
                  <a:gd name="T26" fmla="*/ 39 w 217"/>
                  <a:gd name="T27" fmla="*/ 39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7" h="483">
                    <a:moveTo>
                      <a:pt x="217" y="390"/>
                    </a:moveTo>
                    <a:cubicBezTo>
                      <a:pt x="217" y="93"/>
                      <a:pt x="217" y="93"/>
                      <a:pt x="217" y="93"/>
                    </a:cubicBezTo>
                    <a:cubicBezTo>
                      <a:pt x="217" y="42"/>
                      <a:pt x="169" y="0"/>
                      <a:pt x="109" y="0"/>
                    </a:cubicBezTo>
                    <a:cubicBezTo>
                      <a:pt x="49" y="0"/>
                      <a:pt x="0" y="42"/>
                      <a:pt x="0" y="93"/>
                    </a:cubicBezTo>
                    <a:cubicBezTo>
                      <a:pt x="0" y="390"/>
                      <a:pt x="0" y="390"/>
                      <a:pt x="0" y="390"/>
                    </a:cubicBezTo>
                    <a:cubicBezTo>
                      <a:pt x="0" y="441"/>
                      <a:pt x="49" y="483"/>
                      <a:pt x="109" y="483"/>
                    </a:cubicBezTo>
                    <a:cubicBezTo>
                      <a:pt x="169" y="483"/>
                      <a:pt x="217" y="441"/>
                      <a:pt x="217" y="390"/>
                    </a:cubicBezTo>
                    <a:close/>
                    <a:moveTo>
                      <a:pt x="39" y="390"/>
                    </a:move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63"/>
                      <a:pt x="71" y="39"/>
                      <a:pt x="109" y="39"/>
                    </a:cubicBezTo>
                    <a:cubicBezTo>
                      <a:pt x="147" y="39"/>
                      <a:pt x="178" y="63"/>
                      <a:pt x="178" y="93"/>
                    </a:cubicBezTo>
                    <a:cubicBezTo>
                      <a:pt x="178" y="390"/>
                      <a:pt x="178" y="390"/>
                      <a:pt x="178" y="390"/>
                    </a:cubicBezTo>
                    <a:cubicBezTo>
                      <a:pt x="178" y="420"/>
                      <a:pt x="147" y="444"/>
                      <a:pt x="109" y="444"/>
                    </a:cubicBezTo>
                    <a:cubicBezTo>
                      <a:pt x="71" y="444"/>
                      <a:pt x="39" y="420"/>
                      <a:pt x="39" y="390"/>
                    </a:cubicBez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</p:grpSp>
        <p:sp>
          <p:nvSpPr>
            <p:cNvPr id="49" name="TextBox 48"/>
            <p:cNvSpPr txBox="1"/>
            <p:nvPr/>
          </p:nvSpPr>
          <p:spPr>
            <a:xfrm>
              <a:off x="5386383" y="743645"/>
              <a:ext cx="419734" cy="2005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38100" tIns="38100" rIns="38100" bIns="38100" numCol="1" spcCol="38100" rtlCol="0" anchor="ctr">
              <a:noAutofit/>
            </a:bodyPr>
            <a:lstStyle/>
            <a:p>
              <a:pPr algn="ctr" defTabSz="619125" hangingPunct="0"/>
              <a:r>
                <a:rPr lang="en-GB" sz="11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  <a:sym typeface="Helvetica Light"/>
                </a:rPr>
                <a:t>Branch</a:t>
              </a:r>
            </a:p>
          </p:txBody>
        </p:sp>
        <p:grpSp>
          <p:nvGrpSpPr>
            <p:cNvPr id="50" name="Group 49"/>
            <p:cNvGrpSpPr>
              <a:grpSpLocks noChangeAspect="1"/>
            </p:cNvGrpSpPr>
            <p:nvPr/>
          </p:nvGrpSpPr>
          <p:grpSpPr bwMode="auto">
            <a:xfrm flipH="1">
              <a:off x="5442833" y="1040517"/>
              <a:ext cx="306832" cy="241394"/>
              <a:chOff x="-1" y="0"/>
              <a:chExt cx="3014" cy="2355"/>
            </a:xfrm>
            <a:solidFill>
              <a:schemeClr val="accent1"/>
            </a:solidFill>
          </p:grpSpPr>
          <p:sp>
            <p:nvSpPr>
              <p:cNvPr id="119" name="Freeform 20"/>
              <p:cNvSpPr>
                <a:spLocks noEditPoints="1"/>
              </p:cNvSpPr>
              <p:nvPr/>
            </p:nvSpPr>
            <p:spPr bwMode="auto">
              <a:xfrm>
                <a:off x="410" y="761"/>
                <a:ext cx="478" cy="1121"/>
              </a:xfrm>
              <a:custGeom>
                <a:avLst/>
                <a:gdLst>
                  <a:gd name="T0" fmla="*/ 478 w 478"/>
                  <a:gd name="T1" fmla="*/ 1121 h 1121"/>
                  <a:gd name="T2" fmla="*/ 0 w 478"/>
                  <a:gd name="T3" fmla="*/ 1121 h 1121"/>
                  <a:gd name="T4" fmla="*/ 0 w 478"/>
                  <a:gd name="T5" fmla="*/ 0 h 1121"/>
                  <a:gd name="T6" fmla="*/ 478 w 478"/>
                  <a:gd name="T7" fmla="*/ 0 h 1121"/>
                  <a:gd name="T8" fmla="*/ 478 w 478"/>
                  <a:gd name="T9" fmla="*/ 1121 h 1121"/>
                  <a:gd name="T10" fmla="*/ 81 w 478"/>
                  <a:gd name="T11" fmla="*/ 1039 h 1121"/>
                  <a:gd name="T12" fmla="*/ 396 w 478"/>
                  <a:gd name="T13" fmla="*/ 1039 h 1121"/>
                  <a:gd name="T14" fmla="*/ 396 w 478"/>
                  <a:gd name="T15" fmla="*/ 82 h 1121"/>
                  <a:gd name="T16" fmla="*/ 81 w 478"/>
                  <a:gd name="T17" fmla="*/ 82 h 1121"/>
                  <a:gd name="T18" fmla="*/ 81 w 478"/>
                  <a:gd name="T19" fmla="*/ 1039 h 1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8" h="1121">
                    <a:moveTo>
                      <a:pt x="478" y="1121"/>
                    </a:moveTo>
                    <a:lnTo>
                      <a:pt x="0" y="1121"/>
                    </a:lnTo>
                    <a:lnTo>
                      <a:pt x="0" y="0"/>
                    </a:lnTo>
                    <a:lnTo>
                      <a:pt x="478" y="0"/>
                    </a:lnTo>
                    <a:lnTo>
                      <a:pt x="478" y="1121"/>
                    </a:lnTo>
                    <a:close/>
                    <a:moveTo>
                      <a:pt x="81" y="1039"/>
                    </a:moveTo>
                    <a:lnTo>
                      <a:pt x="396" y="1039"/>
                    </a:lnTo>
                    <a:lnTo>
                      <a:pt x="396" y="82"/>
                    </a:lnTo>
                    <a:lnTo>
                      <a:pt x="81" y="82"/>
                    </a:lnTo>
                    <a:lnTo>
                      <a:pt x="81" y="1039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  <p:sp>
            <p:nvSpPr>
              <p:cNvPr id="120" name="Freeform 21"/>
              <p:cNvSpPr>
                <a:spLocks noEditPoints="1"/>
              </p:cNvSpPr>
              <p:nvPr/>
            </p:nvSpPr>
            <p:spPr bwMode="auto">
              <a:xfrm>
                <a:off x="1303" y="761"/>
                <a:ext cx="478" cy="1121"/>
              </a:xfrm>
              <a:custGeom>
                <a:avLst/>
                <a:gdLst>
                  <a:gd name="T0" fmla="*/ 478 w 478"/>
                  <a:gd name="T1" fmla="*/ 1121 h 1121"/>
                  <a:gd name="T2" fmla="*/ 0 w 478"/>
                  <a:gd name="T3" fmla="*/ 1121 h 1121"/>
                  <a:gd name="T4" fmla="*/ 0 w 478"/>
                  <a:gd name="T5" fmla="*/ 0 h 1121"/>
                  <a:gd name="T6" fmla="*/ 478 w 478"/>
                  <a:gd name="T7" fmla="*/ 0 h 1121"/>
                  <a:gd name="T8" fmla="*/ 478 w 478"/>
                  <a:gd name="T9" fmla="*/ 1121 h 1121"/>
                  <a:gd name="T10" fmla="*/ 81 w 478"/>
                  <a:gd name="T11" fmla="*/ 1039 h 1121"/>
                  <a:gd name="T12" fmla="*/ 394 w 478"/>
                  <a:gd name="T13" fmla="*/ 1039 h 1121"/>
                  <a:gd name="T14" fmla="*/ 394 w 478"/>
                  <a:gd name="T15" fmla="*/ 82 h 1121"/>
                  <a:gd name="T16" fmla="*/ 81 w 478"/>
                  <a:gd name="T17" fmla="*/ 82 h 1121"/>
                  <a:gd name="T18" fmla="*/ 81 w 478"/>
                  <a:gd name="T19" fmla="*/ 1039 h 1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8" h="1121">
                    <a:moveTo>
                      <a:pt x="478" y="1121"/>
                    </a:moveTo>
                    <a:lnTo>
                      <a:pt x="0" y="1121"/>
                    </a:lnTo>
                    <a:lnTo>
                      <a:pt x="0" y="0"/>
                    </a:lnTo>
                    <a:lnTo>
                      <a:pt x="478" y="0"/>
                    </a:lnTo>
                    <a:lnTo>
                      <a:pt x="478" y="1121"/>
                    </a:lnTo>
                    <a:close/>
                    <a:moveTo>
                      <a:pt x="81" y="1039"/>
                    </a:moveTo>
                    <a:lnTo>
                      <a:pt x="394" y="1039"/>
                    </a:lnTo>
                    <a:lnTo>
                      <a:pt x="394" y="82"/>
                    </a:lnTo>
                    <a:lnTo>
                      <a:pt x="81" y="82"/>
                    </a:lnTo>
                    <a:lnTo>
                      <a:pt x="81" y="1039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  <p:sp>
            <p:nvSpPr>
              <p:cNvPr id="121" name="Freeform 22"/>
              <p:cNvSpPr>
                <a:spLocks noEditPoints="1"/>
              </p:cNvSpPr>
              <p:nvPr/>
            </p:nvSpPr>
            <p:spPr bwMode="auto">
              <a:xfrm>
                <a:off x="2194" y="761"/>
                <a:ext cx="478" cy="1121"/>
              </a:xfrm>
              <a:custGeom>
                <a:avLst/>
                <a:gdLst>
                  <a:gd name="T0" fmla="*/ 478 w 478"/>
                  <a:gd name="T1" fmla="*/ 1121 h 1121"/>
                  <a:gd name="T2" fmla="*/ 0 w 478"/>
                  <a:gd name="T3" fmla="*/ 1121 h 1121"/>
                  <a:gd name="T4" fmla="*/ 0 w 478"/>
                  <a:gd name="T5" fmla="*/ 0 h 1121"/>
                  <a:gd name="T6" fmla="*/ 478 w 478"/>
                  <a:gd name="T7" fmla="*/ 0 h 1121"/>
                  <a:gd name="T8" fmla="*/ 478 w 478"/>
                  <a:gd name="T9" fmla="*/ 1121 h 1121"/>
                  <a:gd name="T10" fmla="*/ 81 w 478"/>
                  <a:gd name="T11" fmla="*/ 1039 h 1121"/>
                  <a:gd name="T12" fmla="*/ 394 w 478"/>
                  <a:gd name="T13" fmla="*/ 1039 h 1121"/>
                  <a:gd name="T14" fmla="*/ 394 w 478"/>
                  <a:gd name="T15" fmla="*/ 82 h 1121"/>
                  <a:gd name="T16" fmla="*/ 81 w 478"/>
                  <a:gd name="T17" fmla="*/ 82 h 1121"/>
                  <a:gd name="T18" fmla="*/ 81 w 478"/>
                  <a:gd name="T19" fmla="*/ 1039 h 1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8" h="1121">
                    <a:moveTo>
                      <a:pt x="478" y="1121"/>
                    </a:moveTo>
                    <a:lnTo>
                      <a:pt x="0" y="1121"/>
                    </a:lnTo>
                    <a:lnTo>
                      <a:pt x="0" y="0"/>
                    </a:lnTo>
                    <a:lnTo>
                      <a:pt x="478" y="0"/>
                    </a:lnTo>
                    <a:lnTo>
                      <a:pt x="478" y="1121"/>
                    </a:lnTo>
                    <a:close/>
                    <a:moveTo>
                      <a:pt x="81" y="1039"/>
                    </a:moveTo>
                    <a:lnTo>
                      <a:pt x="394" y="1039"/>
                    </a:lnTo>
                    <a:lnTo>
                      <a:pt x="394" y="82"/>
                    </a:lnTo>
                    <a:lnTo>
                      <a:pt x="81" y="82"/>
                    </a:lnTo>
                    <a:lnTo>
                      <a:pt x="81" y="1039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  <p:sp>
            <p:nvSpPr>
              <p:cNvPr id="122" name="Freeform 23"/>
              <p:cNvSpPr>
                <a:spLocks noEditPoints="1"/>
              </p:cNvSpPr>
              <p:nvPr/>
            </p:nvSpPr>
            <p:spPr bwMode="auto">
              <a:xfrm>
                <a:off x="-1" y="0"/>
                <a:ext cx="3014" cy="634"/>
              </a:xfrm>
              <a:custGeom>
                <a:avLst/>
                <a:gdLst>
                  <a:gd name="T0" fmla="*/ 3014 w 3014"/>
                  <a:gd name="T1" fmla="*/ 634 h 634"/>
                  <a:gd name="T2" fmla="*/ 0 w 3014"/>
                  <a:gd name="T3" fmla="*/ 634 h 634"/>
                  <a:gd name="T4" fmla="*/ 1543 w 3014"/>
                  <a:gd name="T5" fmla="*/ 0 h 634"/>
                  <a:gd name="T6" fmla="*/ 3014 w 3014"/>
                  <a:gd name="T7" fmla="*/ 634 h 634"/>
                  <a:gd name="T8" fmla="*/ 419 w 3014"/>
                  <a:gd name="T9" fmla="*/ 552 h 634"/>
                  <a:gd name="T10" fmla="*/ 2614 w 3014"/>
                  <a:gd name="T11" fmla="*/ 552 h 634"/>
                  <a:gd name="T12" fmla="*/ 1541 w 3014"/>
                  <a:gd name="T13" fmla="*/ 90 h 634"/>
                  <a:gd name="T14" fmla="*/ 419 w 3014"/>
                  <a:gd name="T15" fmla="*/ 552 h 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14" h="634">
                    <a:moveTo>
                      <a:pt x="3014" y="634"/>
                    </a:moveTo>
                    <a:lnTo>
                      <a:pt x="0" y="634"/>
                    </a:lnTo>
                    <a:lnTo>
                      <a:pt x="1543" y="0"/>
                    </a:lnTo>
                    <a:lnTo>
                      <a:pt x="3014" y="634"/>
                    </a:lnTo>
                    <a:close/>
                    <a:moveTo>
                      <a:pt x="419" y="552"/>
                    </a:moveTo>
                    <a:lnTo>
                      <a:pt x="2614" y="552"/>
                    </a:lnTo>
                    <a:lnTo>
                      <a:pt x="1541" y="90"/>
                    </a:lnTo>
                    <a:lnTo>
                      <a:pt x="419" y="552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  <p:sp>
            <p:nvSpPr>
              <p:cNvPr id="123" name="Freeform 24"/>
              <p:cNvSpPr>
                <a:spLocks noEditPoints="1"/>
              </p:cNvSpPr>
              <p:nvPr/>
            </p:nvSpPr>
            <p:spPr bwMode="auto">
              <a:xfrm>
                <a:off x="166" y="2007"/>
                <a:ext cx="2688" cy="348"/>
              </a:xfrm>
              <a:custGeom>
                <a:avLst/>
                <a:gdLst>
                  <a:gd name="T0" fmla="*/ 2688 w 2688"/>
                  <a:gd name="T1" fmla="*/ 348 h 348"/>
                  <a:gd name="T2" fmla="*/ 0 w 2688"/>
                  <a:gd name="T3" fmla="*/ 348 h 348"/>
                  <a:gd name="T4" fmla="*/ 0 w 2688"/>
                  <a:gd name="T5" fmla="*/ 0 h 348"/>
                  <a:gd name="T6" fmla="*/ 2688 w 2688"/>
                  <a:gd name="T7" fmla="*/ 0 h 348"/>
                  <a:gd name="T8" fmla="*/ 2688 w 2688"/>
                  <a:gd name="T9" fmla="*/ 348 h 348"/>
                  <a:gd name="T10" fmla="*/ 84 w 2688"/>
                  <a:gd name="T11" fmla="*/ 264 h 348"/>
                  <a:gd name="T12" fmla="*/ 2606 w 2688"/>
                  <a:gd name="T13" fmla="*/ 264 h 348"/>
                  <a:gd name="T14" fmla="*/ 2606 w 2688"/>
                  <a:gd name="T15" fmla="*/ 84 h 348"/>
                  <a:gd name="T16" fmla="*/ 84 w 2688"/>
                  <a:gd name="T17" fmla="*/ 84 h 348"/>
                  <a:gd name="T18" fmla="*/ 84 w 2688"/>
                  <a:gd name="T19" fmla="*/ 264 h 3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88" h="348">
                    <a:moveTo>
                      <a:pt x="2688" y="348"/>
                    </a:moveTo>
                    <a:lnTo>
                      <a:pt x="0" y="348"/>
                    </a:lnTo>
                    <a:lnTo>
                      <a:pt x="0" y="0"/>
                    </a:lnTo>
                    <a:lnTo>
                      <a:pt x="2688" y="0"/>
                    </a:lnTo>
                    <a:lnTo>
                      <a:pt x="2688" y="348"/>
                    </a:lnTo>
                    <a:close/>
                    <a:moveTo>
                      <a:pt x="84" y="264"/>
                    </a:moveTo>
                    <a:lnTo>
                      <a:pt x="2606" y="264"/>
                    </a:lnTo>
                    <a:lnTo>
                      <a:pt x="2606" y="84"/>
                    </a:lnTo>
                    <a:lnTo>
                      <a:pt x="84" y="84"/>
                    </a:lnTo>
                    <a:lnTo>
                      <a:pt x="84" y="264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</p:grpSp>
        <p:sp>
          <p:nvSpPr>
            <p:cNvPr id="51" name="TextBox 50"/>
            <p:cNvSpPr txBox="1"/>
            <p:nvPr/>
          </p:nvSpPr>
          <p:spPr>
            <a:xfrm>
              <a:off x="6119074" y="743645"/>
              <a:ext cx="357477" cy="2005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38100" tIns="38100" rIns="38100" bIns="38100" numCol="1" spcCol="38100" rtlCol="0" anchor="ctr">
              <a:noAutofit/>
            </a:bodyPr>
            <a:lstStyle/>
            <a:p>
              <a:pPr algn="ctr" defTabSz="619125" hangingPunct="0"/>
              <a:r>
                <a:rPr lang="en-GB" sz="11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  <a:sym typeface="Helvetica Light"/>
                </a:rPr>
                <a:t>Agent</a:t>
              </a:r>
            </a:p>
          </p:txBody>
        </p:sp>
        <p:grpSp>
          <p:nvGrpSpPr>
            <p:cNvPr id="52" name="Group 51"/>
            <p:cNvGrpSpPr>
              <a:grpSpLocks noChangeAspect="1"/>
            </p:cNvGrpSpPr>
            <p:nvPr/>
          </p:nvGrpSpPr>
          <p:grpSpPr bwMode="auto">
            <a:xfrm flipH="1">
              <a:off x="6186244" y="1040517"/>
              <a:ext cx="223135" cy="241394"/>
              <a:chOff x="1" y="-2"/>
              <a:chExt cx="1827" cy="1963"/>
            </a:xfrm>
            <a:solidFill>
              <a:schemeClr val="accent1"/>
            </a:solidFill>
          </p:grpSpPr>
          <p:sp>
            <p:nvSpPr>
              <p:cNvPr id="117" name="Freeform 28"/>
              <p:cNvSpPr>
                <a:spLocks noEditPoints="1"/>
              </p:cNvSpPr>
              <p:nvPr/>
            </p:nvSpPr>
            <p:spPr bwMode="auto">
              <a:xfrm>
                <a:off x="482" y="-2"/>
                <a:ext cx="867" cy="868"/>
              </a:xfrm>
              <a:custGeom>
                <a:avLst/>
                <a:gdLst>
                  <a:gd name="T0" fmla="*/ 212 w 424"/>
                  <a:gd name="T1" fmla="*/ 424 h 424"/>
                  <a:gd name="T2" fmla="*/ 0 w 424"/>
                  <a:gd name="T3" fmla="*/ 212 h 424"/>
                  <a:gd name="T4" fmla="*/ 212 w 424"/>
                  <a:gd name="T5" fmla="*/ 0 h 424"/>
                  <a:gd name="T6" fmla="*/ 424 w 424"/>
                  <a:gd name="T7" fmla="*/ 212 h 424"/>
                  <a:gd name="T8" fmla="*/ 212 w 424"/>
                  <a:gd name="T9" fmla="*/ 424 h 424"/>
                  <a:gd name="T10" fmla="*/ 212 w 424"/>
                  <a:gd name="T11" fmla="*/ 28 h 424"/>
                  <a:gd name="T12" fmla="*/ 28 w 424"/>
                  <a:gd name="T13" fmla="*/ 212 h 424"/>
                  <a:gd name="T14" fmla="*/ 212 w 424"/>
                  <a:gd name="T15" fmla="*/ 396 h 424"/>
                  <a:gd name="T16" fmla="*/ 395 w 424"/>
                  <a:gd name="T17" fmla="*/ 212 h 424"/>
                  <a:gd name="T18" fmla="*/ 212 w 424"/>
                  <a:gd name="T19" fmla="*/ 28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24" h="424">
                    <a:moveTo>
                      <a:pt x="212" y="424"/>
                    </a:moveTo>
                    <a:cubicBezTo>
                      <a:pt x="95" y="424"/>
                      <a:pt x="0" y="329"/>
                      <a:pt x="0" y="212"/>
                    </a:cubicBezTo>
                    <a:cubicBezTo>
                      <a:pt x="0" y="95"/>
                      <a:pt x="95" y="0"/>
                      <a:pt x="212" y="0"/>
                    </a:cubicBezTo>
                    <a:cubicBezTo>
                      <a:pt x="329" y="0"/>
                      <a:pt x="424" y="95"/>
                      <a:pt x="424" y="212"/>
                    </a:cubicBezTo>
                    <a:cubicBezTo>
                      <a:pt x="424" y="329"/>
                      <a:pt x="329" y="424"/>
                      <a:pt x="212" y="424"/>
                    </a:cubicBezTo>
                    <a:close/>
                    <a:moveTo>
                      <a:pt x="212" y="28"/>
                    </a:moveTo>
                    <a:cubicBezTo>
                      <a:pt x="110" y="28"/>
                      <a:pt x="28" y="111"/>
                      <a:pt x="28" y="212"/>
                    </a:cubicBezTo>
                    <a:cubicBezTo>
                      <a:pt x="28" y="314"/>
                      <a:pt x="110" y="396"/>
                      <a:pt x="212" y="396"/>
                    </a:cubicBezTo>
                    <a:cubicBezTo>
                      <a:pt x="313" y="396"/>
                      <a:pt x="395" y="314"/>
                      <a:pt x="395" y="212"/>
                    </a:cubicBezTo>
                    <a:cubicBezTo>
                      <a:pt x="395" y="111"/>
                      <a:pt x="313" y="28"/>
                      <a:pt x="212" y="28"/>
                    </a:cubicBez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  <p:sp>
            <p:nvSpPr>
              <p:cNvPr id="118" name="Freeform 29"/>
              <p:cNvSpPr>
                <a:spLocks noEditPoints="1"/>
              </p:cNvSpPr>
              <p:nvPr/>
            </p:nvSpPr>
            <p:spPr bwMode="auto">
              <a:xfrm>
                <a:off x="1" y="1017"/>
                <a:ext cx="1827" cy="944"/>
              </a:xfrm>
              <a:custGeom>
                <a:avLst/>
                <a:gdLst>
                  <a:gd name="T0" fmla="*/ 651 w 893"/>
                  <a:gd name="T1" fmla="*/ 50 h 461"/>
                  <a:gd name="T2" fmla="*/ 485 w 893"/>
                  <a:gd name="T3" fmla="*/ 2 h 461"/>
                  <a:gd name="T4" fmla="*/ 408 w 893"/>
                  <a:gd name="T5" fmla="*/ 2 h 461"/>
                  <a:gd name="T6" fmla="*/ 242 w 893"/>
                  <a:gd name="T7" fmla="*/ 50 h 461"/>
                  <a:gd name="T8" fmla="*/ 0 w 893"/>
                  <a:gd name="T9" fmla="*/ 447 h 461"/>
                  <a:gd name="T10" fmla="*/ 0 w 893"/>
                  <a:gd name="T11" fmla="*/ 461 h 461"/>
                  <a:gd name="T12" fmla="*/ 893 w 893"/>
                  <a:gd name="T13" fmla="*/ 461 h 461"/>
                  <a:gd name="T14" fmla="*/ 893 w 893"/>
                  <a:gd name="T15" fmla="*/ 447 h 461"/>
                  <a:gd name="T16" fmla="*/ 651 w 893"/>
                  <a:gd name="T17" fmla="*/ 50 h 461"/>
                  <a:gd name="T18" fmla="*/ 434 w 893"/>
                  <a:gd name="T19" fmla="*/ 114 h 461"/>
                  <a:gd name="T20" fmla="*/ 373 w 893"/>
                  <a:gd name="T21" fmla="*/ 272 h 461"/>
                  <a:gd name="T22" fmla="*/ 268 w 893"/>
                  <a:gd name="T23" fmla="*/ 69 h 461"/>
                  <a:gd name="T24" fmla="*/ 392 w 893"/>
                  <a:gd name="T25" fmla="*/ 32 h 461"/>
                  <a:gd name="T26" fmla="*/ 434 w 893"/>
                  <a:gd name="T27" fmla="*/ 114 h 461"/>
                  <a:gd name="T28" fmla="*/ 531 w 893"/>
                  <a:gd name="T29" fmla="*/ 252 h 461"/>
                  <a:gd name="T30" fmla="*/ 460 w 893"/>
                  <a:gd name="T31" fmla="*/ 114 h 461"/>
                  <a:gd name="T32" fmla="*/ 502 w 893"/>
                  <a:gd name="T33" fmla="*/ 33 h 461"/>
                  <a:gd name="T34" fmla="*/ 625 w 893"/>
                  <a:gd name="T35" fmla="*/ 69 h 461"/>
                  <a:gd name="T36" fmla="*/ 531 w 893"/>
                  <a:gd name="T37" fmla="*/ 252 h 461"/>
                  <a:gd name="T38" fmla="*/ 243 w 893"/>
                  <a:gd name="T39" fmla="*/ 82 h 461"/>
                  <a:gd name="T40" fmla="*/ 423 w 893"/>
                  <a:gd name="T41" fmla="*/ 433 h 461"/>
                  <a:gd name="T42" fmla="*/ 28 w 893"/>
                  <a:gd name="T43" fmla="*/ 433 h 461"/>
                  <a:gd name="T44" fmla="*/ 243 w 893"/>
                  <a:gd name="T45" fmla="*/ 82 h 461"/>
                  <a:gd name="T46" fmla="*/ 470 w 893"/>
                  <a:gd name="T47" fmla="*/ 433 h 461"/>
                  <a:gd name="T48" fmla="*/ 650 w 893"/>
                  <a:gd name="T49" fmla="*/ 82 h 461"/>
                  <a:gd name="T50" fmla="*/ 865 w 893"/>
                  <a:gd name="T51" fmla="*/ 433 h 461"/>
                  <a:gd name="T52" fmla="*/ 470 w 893"/>
                  <a:gd name="T53" fmla="*/ 433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93" h="461">
                    <a:moveTo>
                      <a:pt x="651" y="50"/>
                    </a:moveTo>
                    <a:cubicBezTo>
                      <a:pt x="600" y="23"/>
                      <a:pt x="544" y="7"/>
                      <a:pt x="485" y="2"/>
                    </a:cubicBezTo>
                    <a:cubicBezTo>
                      <a:pt x="460" y="0"/>
                      <a:pt x="433" y="0"/>
                      <a:pt x="408" y="2"/>
                    </a:cubicBezTo>
                    <a:cubicBezTo>
                      <a:pt x="349" y="7"/>
                      <a:pt x="293" y="23"/>
                      <a:pt x="242" y="50"/>
                    </a:cubicBezTo>
                    <a:cubicBezTo>
                      <a:pt x="93" y="127"/>
                      <a:pt x="0" y="279"/>
                      <a:pt x="0" y="447"/>
                    </a:cubicBezTo>
                    <a:cubicBezTo>
                      <a:pt x="0" y="461"/>
                      <a:pt x="0" y="461"/>
                      <a:pt x="0" y="461"/>
                    </a:cubicBezTo>
                    <a:cubicBezTo>
                      <a:pt x="893" y="461"/>
                      <a:pt x="893" y="461"/>
                      <a:pt x="893" y="461"/>
                    </a:cubicBezTo>
                    <a:cubicBezTo>
                      <a:pt x="893" y="447"/>
                      <a:pt x="893" y="447"/>
                      <a:pt x="893" y="447"/>
                    </a:cubicBezTo>
                    <a:cubicBezTo>
                      <a:pt x="893" y="279"/>
                      <a:pt x="800" y="127"/>
                      <a:pt x="651" y="50"/>
                    </a:cubicBezTo>
                    <a:close/>
                    <a:moveTo>
                      <a:pt x="434" y="114"/>
                    </a:moveTo>
                    <a:cubicBezTo>
                      <a:pt x="373" y="272"/>
                      <a:pt x="373" y="272"/>
                      <a:pt x="373" y="272"/>
                    </a:cubicBezTo>
                    <a:cubicBezTo>
                      <a:pt x="268" y="69"/>
                      <a:pt x="268" y="69"/>
                      <a:pt x="268" y="69"/>
                    </a:cubicBezTo>
                    <a:cubicBezTo>
                      <a:pt x="307" y="50"/>
                      <a:pt x="348" y="38"/>
                      <a:pt x="392" y="32"/>
                    </a:cubicBezTo>
                    <a:lnTo>
                      <a:pt x="434" y="114"/>
                    </a:lnTo>
                    <a:close/>
                    <a:moveTo>
                      <a:pt x="531" y="252"/>
                    </a:moveTo>
                    <a:cubicBezTo>
                      <a:pt x="460" y="114"/>
                      <a:pt x="460" y="114"/>
                      <a:pt x="460" y="114"/>
                    </a:cubicBezTo>
                    <a:cubicBezTo>
                      <a:pt x="502" y="33"/>
                      <a:pt x="502" y="33"/>
                      <a:pt x="502" y="33"/>
                    </a:cubicBezTo>
                    <a:cubicBezTo>
                      <a:pt x="545" y="38"/>
                      <a:pt x="587" y="50"/>
                      <a:pt x="625" y="69"/>
                    </a:cubicBezTo>
                    <a:lnTo>
                      <a:pt x="531" y="252"/>
                    </a:lnTo>
                    <a:close/>
                    <a:moveTo>
                      <a:pt x="243" y="82"/>
                    </a:moveTo>
                    <a:cubicBezTo>
                      <a:pt x="423" y="433"/>
                      <a:pt x="423" y="433"/>
                      <a:pt x="423" y="433"/>
                    </a:cubicBezTo>
                    <a:cubicBezTo>
                      <a:pt x="28" y="433"/>
                      <a:pt x="28" y="433"/>
                      <a:pt x="28" y="433"/>
                    </a:cubicBezTo>
                    <a:cubicBezTo>
                      <a:pt x="33" y="286"/>
                      <a:pt x="114" y="153"/>
                      <a:pt x="243" y="82"/>
                    </a:cubicBezTo>
                    <a:close/>
                    <a:moveTo>
                      <a:pt x="470" y="433"/>
                    </a:moveTo>
                    <a:cubicBezTo>
                      <a:pt x="650" y="82"/>
                      <a:pt x="650" y="82"/>
                      <a:pt x="650" y="82"/>
                    </a:cubicBezTo>
                    <a:cubicBezTo>
                      <a:pt x="779" y="153"/>
                      <a:pt x="860" y="286"/>
                      <a:pt x="865" y="433"/>
                    </a:cubicBezTo>
                    <a:lnTo>
                      <a:pt x="470" y="433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</p:grpSp>
        <p:sp>
          <p:nvSpPr>
            <p:cNvPr id="53" name="TextBox 52"/>
            <p:cNvSpPr txBox="1"/>
            <p:nvPr/>
          </p:nvSpPr>
          <p:spPr>
            <a:xfrm>
              <a:off x="6803688" y="733547"/>
              <a:ext cx="494041" cy="2005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38100" tIns="38100" rIns="38100" bIns="38100" numCol="1" spcCol="38100" rtlCol="0" anchor="ctr">
              <a:noAutofit/>
            </a:bodyPr>
            <a:lstStyle/>
            <a:p>
              <a:pPr algn="ctr" defTabSz="619125" hangingPunct="0"/>
              <a:r>
                <a:rPr lang="en-GB" sz="11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  <a:sym typeface="Helvetica Light"/>
                </a:rPr>
                <a:t>Chat-bot</a:t>
              </a:r>
            </a:p>
          </p:txBody>
        </p:sp>
        <p:grpSp>
          <p:nvGrpSpPr>
            <p:cNvPr id="54" name="Group 585"/>
            <p:cNvGrpSpPr>
              <a:grpSpLocks noChangeAspect="1"/>
            </p:cNvGrpSpPr>
            <p:nvPr/>
          </p:nvGrpSpPr>
          <p:grpSpPr bwMode="auto">
            <a:xfrm>
              <a:off x="6928017" y="1017900"/>
              <a:ext cx="245386" cy="241393"/>
              <a:chOff x="3404" y="1735"/>
              <a:chExt cx="870" cy="850"/>
            </a:xfrm>
            <a:solidFill>
              <a:schemeClr val="accent1"/>
            </a:solidFill>
          </p:grpSpPr>
          <p:sp>
            <p:nvSpPr>
              <p:cNvPr id="109" name="Rectangle 586"/>
              <p:cNvSpPr>
                <a:spLocks noChangeArrowheads="1"/>
              </p:cNvSpPr>
              <p:nvPr/>
            </p:nvSpPr>
            <p:spPr bwMode="auto">
              <a:xfrm>
                <a:off x="3707" y="2137"/>
                <a:ext cx="40" cy="103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  <p:sp>
            <p:nvSpPr>
              <p:cNvPr id="110" name="Rectangle 587"/>
              <p:cNvSpPr>
                <a:spLocks noChangeArrowheads="1"/>
              </p:cNvSpPr>
              <p:nvPr/>
            </p:nvSpPr>
            <p:spPr bwMode="auto">
              <a:xfrm>
                <a:off x="3930" y="2137"/>
                <a:ext cx="41" cy="103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  <p:sp>
            <p:nvSpPr>
              <p:cNvPr id="111" name="Freeform 588"/>
              <p:cNvSpPr>
                <a:spLocks/>
              </p:cNvSpPr>
              <p:nvPr/>
            </p:nvSpPr>
            <p:spPr bwMode="auto">
              <a:xfrm>
                <a:off x="4173" y="2118"/>
                <a:ext cx="101" cy="205"/>
              </a:xfrm>
              <a:custGeom>
                <a:avLst/>
                <a:gdLst>
                  <a:gd name="T0" fmla="*/ 17 w 42"/>
                  <a:gd name="T1" fmla="*/ 86 h 86"/>
                  <a:gd name="T2" fmla="*/ 0 w 42"/>
                  <a:gd name="T3" fmla="*/ 86 h 86"/>
                  <a:gd name="T4" fmla="*/ 0 w 42"/>
                  <a:gd name="T5" fmla="*/ 69 h 86"/>
                  <a:gd name="T6" fmla="*/ 17 w 42"/>
                  <a:gd name="T7" fmla="*/ 69 h 86"/>
                  <a:gd name="T8" fmla="*/ 25 w 42"/>
                  <a:gd name="T9" fmla="*/ 60 h 86"/>
                  <a:gd name="T10" fmla="*/ 25 w 42"/>
                  <a:gd name="T11" fmla="*/ 26 h 86"/>
                  <a:gd name="T12" fmla="*/ 17 w 42"/>
                  <a:gd name="T13" fmla="*/ 17 h 86"/>
                  <a:gd name="T14" fmla="*/ 0 w 42"/>
                  <a:gd name="T15" fmla="*/ 17 h 86"/>
                  <a:gd name="T16" fmla="*/ 0 w 42"/>
                  <a:gd name="T17" fmla="*/ 0 h 86"/>
                  <a:gd name="T18" fmla="*/ 17 w 42"/>
                  <a:gd name="T19" fmla="*/ 0 h 86"/>
                  <a:gd name="T20" fmla="*/ 42 w 42"/>
                  <a:gd name="T21" fmla="*/ 26 h 86"/>
                  <a:gd name="T22" fmla="*/ 42 w 42"/>
                  <a:gd name="T23" fmla="*/ 60 h 86"/>
                  <a:gd name="T24" fmla="*/ 17 w 42"/>
                  <a:gd name="T25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86">
                    <a:moveTo>
                      <a:pt x="17" y="86"/>
                    </a:moveTo>
                    <a:cubicBezTo>
                      <a:pt x="0" y="86"/>
                      <a:pt x="0" y="86"/>
                      <a:pt x="0" y="86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22" y="69"/>
                      <a:pt x="25" y="65"/>
                      <a:pt x="25" y="60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5" y="22"/>
                      <a:pt x="22" y="17"/>
                      <a:pt x="17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31" y="0"/>
                      <a:pt x="42" y="11"/>
                      <a:pt x="42" y="26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75"/>
                      <a:pt x="31" y="86"/>
                      <a:pt x="17" y="86"/>
                    </a:cubicBez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  <p:sp>
            <p:nvSpPr>
              <p:cNvPr id="112" name="Freeform 589"/>
              <p:cNvSpPr>
                <a:spLocks noEditPoints="1"/>
              </p:cNvSpPr>
              <p:nvPr/>
            </p:nvSpPr>
            <p:spPr bwMode="auto">
              <a:xfrm>
                <a:off x="3768" y="2464"/>
                <a:ext cx="182" cy="121"/>
              </a:xfrm>
              <a:custGeom>
                <a:avLst/>
                <a:gdLst>
                  <a:gd name="T0" fmla="*/ 51 w 76"/>
                  <a:gd name="T1" fmla="*/ 51 h 51"/>
                  <a:gd name="T2" fmla="*/ 26 w 76"/>
                  <a:gd name="T3" fmla="*/ 51 h 51"/>
                  <a:gd name="T4" fmla="*/ 0 w 76"/>
                  <a:gd name="T5" fmla="*/ 25 h 51"/>
                  <a:gd name="T6" fmla="*/ 26 w 76"/>
                  <a:gd name="T7" fmla="*/ 0 h 51"/>
                  <a:gd name="T8" fmla="*/ 51 w 76"/>
                  <a:gd name="T9" fmla="*/ 0 h 51"/>
                  <a:gd name="T10" fmla="*/ 76 w 76"/>
                  <a:gd name="T11" fmla="*/ 25 h 51"/>
                  <a:gd name="T12" fmla="*/ 51 w 76"/>
                  <a:gd name="T13" fmla="*/ 51 h 51"/>
                  <a:gd name="T14" fmla="*/ 26 w 76"/>
                  <a:gd name="T15" fmla="*/ 17 h 51"/>
                  <a:gd name="T16" fmla="*/ 17 w 76"/>
                  <a:gd name="T17" fmla="*/ 25 h 51"/>
                  <a:gd name="T18" fmla="*/ 26 w 76"/>
                  <a:gd name="T19" fmla="*/ 34 h 51"/>
                  <a:gd name="T20" fmla="*/ 51 w 76"/>
                  <a:gd name="T21" fmla="*/ 34 h 51"/>
                  <a:gd name="T22" fmla="*/ 59 w 76"/>
                  <a:gd name="T23" fmla="*/ 25 h 51"/>
                  <a:gd name="T24" fmla="*/ 51 w 76"/>
                  <a:gd name="T25" fmla="*/ 17 h 51"/>
                  <a:gd name="T26" fmla="*/ 26 w 76"/>
                  <a:gd name="T27" fmla="*/ 17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" h="51">
                    <a:moveTo>
                      <a:pt x="51" y="51"/>
                    </a:moveTo>
                    <a:cubicBezTo>
                      <a:pt x="26" y="51"/>
                      <a:pt x="26" y="51"/>
                      <a:pt x="26" y="51"/>
                    </a:cubicBezTo>
                    <a:cubicBezTo>
                      <a:pt x="11" y="51"/>
                      <a:pt x="0" y="40"/>
                      <a:pt x="0" y="25"/>
                    </a:cubicBezTo>
                    <a:cubicBezTo>
                      <a:pt x="0" y="11"/>
                      <a:pt x="11" y="0"/>
                      <a:pt x="26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65" y="0"/>
                      <a:pt x="76" y="11"/>
                      <a:pt x="76" y="25"/>
                    </a:cubicBezTo>
                    <a:cubicBezTo>
                      <a:pt x="76" y="40"/>
                      <a:pt x="65" y="51"/>
                      <a:pt x="51" y="51"/>
                    </a:cubicBezTo>
                    <a:close/>
                    <a:moveTo>
                      <a:pt x="26" y="17"/>
                    </a:moveTo>
                    <a:cubicBezTo>
                      <a:pt x="20" y="17"/>
                      <a:pt x="17" y="21"/>
                      <a:pt x="17" y="25"/>
                    </a:cubicBezTo>
                    <a:cubicBezTo>
                      <a:pt x="17" y="31"/>
                      <a:pt x="20" y="34"/>
                      <a:pt x="26" y="34"/>
                    </a:cubicBezTo>
                    <a:cubicBezTo>
                      <a:pt x="51" y="34"/>
                      <a:pt x="51" y="34"/>
                      <a:pt x="51" y="34"/>
                    </a:cubicBezTo>
                    <a:cubicBezTo>
                      <a:pt x="56" y="34"/>
                      <a:pt x="59" y="31"/>
                      <a:pt x="59" y="25"/>
                    </a:cubicBezTo>
                    <a:cubicBezTo>
                      <a:pt x="59" y="21"/>
                      <a:pt x="56" y="17"/>
                      <a:pt x="51" y="17"/>
                    </a:cubicBezTo>
                    <a:lnTo>
                      <a:pt x="26" y="17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  <p:sp>
            <p:nvSpPr>
              <p:cNvPr id="113" name="Freeform 590"/>
              <p:cNvSpPr>
                <a:spLocks noEditPoints="1"/>
              </p:cNvSpPr>
              <p:nvPr/>
            </p:nvSpPr>
            <p:spPr bwMode="auto">
              <a:xfrm>
                <a:off x="3404" y="1735"/>
                <a:ext cx="789" cy="810"/>
              </a:xfrm>
              <a:custGeom>
                <a:avLst/>
                <a:gdLst>
                  <a:gd name="T0" fmla="*/ 223 w 331"/>
                  <a:gd name="T1" fmla="*/ 340 h 340"/>
                  <a:gd name="T2" fmla="*/ 213 w 331"/>
                  <a:gd name="T3" fmla="*/ 340 h 340"/>
                  <a:gd name="T4" fmla="*/ 213 w 331"/>
                  <a:gd name="T5" fmla="*/ 323 h 340"/>
                  <a:gd name="T6" fmla="*/ 223 w 331"/>
                  <a:gd name="T7" fmla="*/ 323 h 340"/>
                  <a:gd name="T8" fmla="*/ 314 w 331"/>
                  <a:gd name="T9" fmla="*/ 246 h 340"/>
                  <a:gd name="T10" fmla="*/ 314 w 331"/>
                  <a:gd name="T11" fmla="*/ 138 h 340"/>
                  <a:gd name="T12" fmla="*/ 183 w 331"/>
                  <a:gd name="T13" fmla="*/ 17 h 340"/>
                  <a:gd name="T14" fmla="*/ 51 w 331"/>
                  <a:gd name="T15" fmla="*/ 138 h 340"/>
                  <a:gd name="T16" fmla="*/ 51 w 331"/>
                  <a:gd name="T17" fmla="*/ 247 h 340"/>
                  <a:gd name="T18" fmla="*/ 26 w 331"/>
                  <a:gd name="T19" fmla="*/ 247 h 340"/>
                  <a:gd name="T20" fmla="*/ 0 w 331"/>
                  <a:gd name="T21" fmla="*/ 221 h 340"/>
                  <a:gd name="T22" fmla="*/ 0 w 331"/>
                  <a:gd name="T23" fmla="*/ 187 h 340"/>
                  <a:gd name="T24" fmla="*/ 26 w 331"/>
                  <a:gd name="T25" fmla="*/ 161 h 340"/>
                  <a:gd name="T26" fmla="*/ 34 w 331"/>
                  <a:gd name="T27" fmla="*/ 161 h 340"/>
                  <a:gd name="T28" fmla="*/ 34 w 331"/>
                  <a:gd name="T29" fmla="*/ 138 h 340"/>
                  <a:gd name="T30" fmla="*/ 183 w 331"/>
                  <a:gd name="T31" fmla="*/ 0 h 340"/>
                  <a:gd name="T32" fmla="*/ 331 w 331"/>
                  <a:gd name="T33" fmla="*/ 138 h 340"/>
                  <a:gd name="T34" fmla="*/ 331 w 331"/>
                  <a:gd name="T35" fmla="*/ 246 h 340"/>
                  <a:gd name="T36" fmla="*/ 223 w 331"/>
                  <a:gd name="T37" fmla="*/ 340 h 340"/>
                  <a:gd name="T38" fmla="*/ 26 w 331"/>
                  <a:gd name="T39" fmla="*/ 178 h 340"/>
                  <a:gd name="T40" fmla="*/ 17 w 331"/>
                  <a:gd name="T41" fmla="*/ 187 h 340"/>
                  <a:gd name="T42" fmla="*/ 17 w 331"/>
                  <a:gd name="T43" fmla="*/ 221 h 340"/>
                  <a:gd name="T44" fmla="*/ 26 w 331"/>
                  <a:gd name="T45" fmla="*/ 230 h 340"/>
                  <a:gd name="T46" fmla="*/ 34 w 331"/>
                  <a:gd name="T47" fmla="*/ 230 h 340"/>
                  <a:gd name="T48" fmla="*/ 34 w 331"/>
                  <a:gd name="T49" fmla="*/ 178 h 340"/>
                  <a:gd name="T50" fmla="*/ 26 w 331"/>
                  <a:gd name="T51" fmla="*/ 178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31" h="340">
                    <a:moveTo>
                      <a:pt x="223" y="340"/>
                    </a:moveTo>
                    <a:cubicBezTo>
                      <a:pt x="213" y="340"/>
                      <a:pt x="213" y="340"/>
                      <a:pt x="213" y="340"/>
                    </a:cubicBezTo>
                    <a:cubicBezTo>
                      <a:pt x="213" y="323"/>
                      <a:pt x="213" y="323"/>
                      <a:pt x="213" y="323"/>
                    </a:cubicBezTo>
                    <a:cubicBezTo>
                      <a:pt x="223" y="323"/>
                      <a:pt x="223" y="323"/>
                      <a:pt x="223" y="323"/>
                    </a:cubicBezTo>
                    <a:cubicBezTo>
                      <a:pt x="265" y="323"/>
                      <a:pt x="314" y="303"/>
                      <a:pt x="314" y="246"/>
                    </a:cubicBezTo>
                    <a:cubicBezTo>
                      <a:pt x="314" y="138"/>
                      <a:pt x="314" y="138"/>
                      <a:pt x="314" y="138"/>
                    </a:cubicBezTo>
                    <a:cubicBezTo>
                      <a:pt x="314" y="82"/>
                      <a:pt x="257" y="17"/>
                      <a:pt x="183" y="17"/>
                    </a:cubicBezTo>
                    <a:cubicBezTo>
                      <a:pt x="108" y="17"/>
                      <a:pt x="51" y="82"/>
                      <a:pt x="51" y="138"/>
                    </a:cubicBezTo>
                    <a:cubicBezTo>
                      <a:pt x="51" y="247"/>
                      <a:pt x="51" y="247"/>
                      <a:pt x="51" y="247"/>
                    </a:cubicBezTo>
                    <a:cubicBezTo>
                      <a:pt x="26" y="247"/>
                      <a:pt x="26" y="247"/>
                      <a:pt x="26" y="247"/>
                    </a:cubicBezTo>
                    <a:cubicBezTo>
                      <a:pt x="11" y="247"/>
                      <a:pt x="0" y="236"/>
                      <a:pt x="0" y="221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0" y="172"/>
                      <a:pt x="11" y="161"/>
                      <a:pt x="26" y="161"/>
                    </a:cubicBezTo>
                    <a:cubicBezTo>
                      <a:pt x="34" y="161"/>
                      <a:pt x="34" y="161"/>
                      <a:pt x="34" y="161"/>
                    </a:cubicBezTo>
                    <a:cubicBezTo>
                      <a:pt x="34" y="138"/>
                      <a:pt x="34" y="138"/>
                      <a:pt x="34" y="138"/>
                    </a:cubicBezTo>
                    <a:cubicBezTo>
                      <a:pt x="34" y="74"/>
                      <a:pt x="99" y="0"/>
                      <a:pt x="183" y="0"/>
                    </a:cubicBezTo>
                    <a:cubicBezTo>
                      <a:pt x="266" y="0"/>
                      <a:pt x="331" y="74"/>
                      <a:pt x="331" y="138"/>
                    </a:cubicBezTo>
                    <a:cubicBezTo>
                      <a:pt x="331" y="246"/>
                      <a:pt x="331" y="246"/>
                      <a:pt x="331" y="246"/>
                    </a:cubicBezTo>
                    <a:cubicBezTo>
                      <a:pt x="331" y="302"/>
                      <a:pt x="287" y="340"/>
                      <a:pt x="223" y="340"/>
                    </a:cubicBezTo>
                    <a:close/>
                    <a:moveTo>
                      <a:pt x="26" y="178"/>
                    </a:moveTo>
                    <a:cubicBezTo>
                      <a:pt x="20" y="178"/>
                      <a:pt x="17" y="183"/>
                      <a:pt x="17" y="187"/>
                    </a:cubicBezTo>
                    <a:cubicBezTo>
                      <a:pt x="17" y="221"/>
                      <a:pt x="17" y="221"/>
                      <a:pt x="17" y="221"/>
                    </a:cubicBezTo>
                    <a:cubicBezTo>
                      <a:pt x="17" y="226"/>
                      <a:pt x="20" y="230"/>
                      <a:pt x="26" y="230"/>
                    </a:cubicBezTo>
                    <a:cubicBezTo>
                      <a:pt x="34" y="230"/>
                      <a:pt x="34" y="230"/>
                      <a:pt x="34" y="230"/>
                    </a:cubicBezTo>
                    <a:cubicBezTo>
                      <a:pt x="34" y="178"/>
                      <a:pt x="34" y="178"/>
                      <a:pt x="34" y="178"/>
                    </a:cubicBezTo>
                    <a:lnTo>
                      <a:pt x="26" y="178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  <p:sp>
            <p:nvSpPr>
              <p:cNvPr id="114" name="Freeform 591"/>
              <p:cNvSpPr>
                <a:spLocks noEditPoints="1"/>
              </p:cNvSpPr>
              <p:nvPr/>
            </p:nvSpPr>
            <p:spPr bwMode="auto">
              <a:xfrm>
                <a:off x="3566" y="1978"/>
                <a:ext cx="546" cy="426"/>
              </a:xfrm>
              <a:custGeom>
                <a:avLst/>
                <a:gdLst>
                  <a:gd name="T0" fmla="*/ 229 w 229"/>
                  <a:gd name="T1" fmla="*/ 179 h 179"/>
                  <a:gd name="T2" fmla="*/ 0 w 229"/>
                  <a:gd name="T3" fmla="*/ 179 h 179"/>
                  <a:gd name="T4" fmla="*/ 0 w 229"/>
                  <a:gd name="T5" fmla="*/ 50 h 179"/>
                  <a:gd name="T6" fmla="*/ 51 w 229"/>
                  <a:gd name="T7" fmla="*/ 0 h 179"/>
                  <a:gd name="T8" fmla="*/ 179 w 229"/>
                  <a:gd name="T9" fmla="*/ 0 h 179"/>
                  <a:gd name="T10" fmla="*/ 229 w 229"/>
                  <a:gd name="T11" fmla="*/ 50 h 179"/>
                  <a:gd name="T12" fmla="*/ 229 w 229"/>
                  <a:gd name="T13" fmla="*/ 179 h 179"/>
                  <a:gd name="T14" fmla="*/ 17 w 229"/>
                  <a:gd name="T15" fmla="*/ 162 h 179"/>
                  <a:gd name="T16" fmla="*/ 212 w 229"/>
                  <a:gd name="T17" fmla="*/ 162 h 179"/>
                  <a:gd name="T18" fmla="*/ 212 w 229"/>
                  <a:gd name="T19" fmla="*/ 50 h 179"/>
                  <a:gd name="T20" fmla="*/ 179 w 229"/>
                  <a:gd name="T21" fmla="*/ 17 h 179"/>
                  <a:gd name="T22" fmla="*/ 51 w 229"/>
                  <a:gd name="T23" fmla="*/ 17 h 179"/>
                  <a:gd name="T24" fmla="*/ 17 w 229"/>
                  <a:gd name="T25" fmla="*/ 50 h 179"/>
                  <a:gd name="T26" fmla="*/ 17 w 229"/>
                  <a:gd name="T27" fmla="*/ 162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9" h="179">
                    <a:moveTo>
                      <a:pt x="229" y="179"/>
                    </a:moveTo>
                    <a:cubicBezTo>
                      <a:pt x="0" y="179"/>
                      <a:pt x="0" y="179"/>
                      <a:pt x="0" y="17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23"/>
                      <a:pt x="23" y="0"/>
                      <a:pt x="51" y="0"/>
                    </a:cubicBezTo>
                    <a:cubicBezTo>
                      <a:pt x="179" y="0"/>
                      <a:pt x="179" y="0"/>
                      <a:pt x="179" y="0"/>
                    </a:cubicBezTo>
                    <a:cubicBezTo>
                      <a:pt x="206" y="0"/>
                      <a:pt x="229" y="23"/>
                      <a:pt x="229" y="50"/>
                    </a:cubicBezTo>
                    <a:lnTo>
                      <a:pt x="229" y="179"/>
                    </a:lnTo>
                    <a:close/>
                    <a:moveTo>
                      <a:pt x="17" y="162"/>
                    </a:moveTo>
                    <a:cubicBezTo>
                      <a:pt x="212" y="162"/>
                      <a:pt x="212" y="162"/>
                      <a:pt x="212" y="162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2" y="32"/>
                      <a:pt x="197" y="17"/>
                      <a:pt x="179" y="17"/>
                    </a:cubicBezTo>
                    <a:cubicBezTo>
                      <a:pt x="51" y="17"/>
                      <a:pt x="51" y="17"/>
                      <a:pt x="51" y="17"/>
                    </a:cubicBezTo>
                    <a:cubicBezTo>
                      <a:pt x="32" y="17"/>
                      <a:pt x="17" y="32"/>
                      <a:pt x="17" y="50"/>
                    </a:cubicBezTo>
                    <a:lnTo>
                      <a:pt x="17" y="162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  <p:sp>
            <p:nvSpPr>
              <p:cNvPr id="115" name="Rectangle 592"/>
              <p:cNvSpPr>
                <a:spLocks noChangeArrowheads="1"/>
              </p:cNvSpPr>
              <p:nvPr/>
            </p:nvSpPr>
            <p:spPr bwMode="auto">
              <a:xfrm>
                <a:off x="3820" y="1854"/>
                <a:ext cx="40" cy="143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  <p:sp>
            <p:nvSpPr>
              <p:cNvPr id="116" name="Rectangle 593"/>
              <p:cNvSpPr>
                <a:spLocks noChangeArrowheads="1"/>
              </p:cNvSpPr>
              <p:nvPr/>
            </p:nvSpPr>
            <p:spPr bwMode="auto">
              <a:xfrm>
                <a:off x="3768" y="2283"/>
                <a:ext cx="143" cy="4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7488026" y="757091"/>
              <a:ext cx="246016" cy="2005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38100" tIns="38100" rIns="38100" bIns="38100" numCol="1" spcCol="38100" rtlCol="0" anchor="ctr">
              <a:noAutofit/>
            </a:bodyPr>
            <a:lstStyle/>
            <a:p>
              <a:pPr algn="ctr" defTabSz="619125" hangingPunct="0"/>
              <a:r>
                <a:rPr lang="en-GB" sz="11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  <a:sym typeface="Helvetica Light"/>
                </a:rPr>
                <a:t>API</a:t>
              </a:r>
            </a:p>
          </p:txBody>
        </p:sp>
        <p:grpSp>
          <p:nvGrpSpPr>
            <p:cNvPr id="58" name="Group 4"/>
            <p:cNvGrpSpPr>
              <a:grpSpLocks noChangeAspect="1"/>
            </p:cNvGrpSpPr>
            <p:nvPr/>
          </p:nvGrpSpPr>
          <p:grpSpPr bwMode="auto">
            <a:xfrm flipH="1">
              <a:off x="7491845" y="988279"/>
              <a:ext cx="238377" cy="241393"/>
              <a:chOff x="-816" y="0"/>
              <a:chExt cx="1221" cy="1228"/>
            </a:xfrm>
            <a:solidFill>
              <a:schemeClr val="accent1"/>
            </a:solidFill>
          </p:grpSpPr>
          <p:sp>
            <p:nvSpPr>
              <p:cNvPr id="103" name="Freeform 5"/>
              <p:cNvSpPr>
                <a:spLocks noEditPoints="1"/>
              </p:cNvSpPr>
              <p:nvPr/>
            </p:nvSpPr>
            <p:spPr bwMode="auto">
              <a:xfrm>
                <a:off x="-816" y="0"/>
                <a:ext cx="1221" cy="1228"/>
              </a:xfrm>
              <a:custGeom>
                <a:avLst/>
                <a:gdLst>
                  <a:gd name="T0" fmla="*/ 75 w 195"/>
                  <a:gd name="T1" fmla="*/ 196 h 196"/>
                  <a:gd name="T2" fmla="*/ 59 w 195"/>
                  <a:gd name="T3" fmla="*/ 167 h 196"/>
                  <a:gd name="T4" fmla="*/ 13 w 195"/>
                  <a:gd name="T5" fmla="*/ 151 h 196"/>
                  <a:gd name="T6" fmla="*/ 21 w 195"/>
                  <a:gd name="T7" fmla="*/ 120 h 196"/>
                  <a:gd name="T8" fmla="*/ 0 w 195"/>
                  <a:gd name="T9" fmla="*/ 76 h 196"/>
                  <a:gd name="T10" fmla="*/ 28 w 195"/>
                  <a:gd name="T11" fmla="*/ 60 h 196"/>
                  <a:gd name="T12" fmla="*/ 44 w 195"/>
                  <a:gd name="T13" fmla="*/ 13 h 196"/>
                  <a:gd name="T14" fmla="*/ 75 w 195"/>
                  <a:gd name="T15" fmla="*/ 22 h 196"/>
                  <a:gd name="T16" fmla="*/ 120 w 195"/>
                  <a:gd name="T17" fmla="*/ 0 h 196"/>
                  <a:gd name="T18" fmla="*/ 135 w 195"/>
                  <a:gd name="T19" fmla="*/ 29 h 196"/>
                  <a:gd name="T20" fmla="*/ 182 w 195"/>
                  <a:gd name="T21" fmla="*/ 45 h 196"/>
                  <a:gd name="T22" fmla="*/ 173 w 195"/>
                  <a:gd name="T23" fmla="*/ 76 h 196"/>
                  <a:gd name="T24" fmla="*/ 195 w 195"/>
                  <a:gd name="T25" fmla="*/ 120 h 196"/>
                  <a:gd name="T26" fmla="*/ 167 w 195"/>
                  <a:gd name="T27" fmla="*/ 136 h 196"/>
                  <a:gd name="T28" fmla="*/ 151 w 195"/>
                  <a:gd name="T29" fmla="*/ 183 h 196"/>
                  <a:gd name="T30" fmla="*/ 120 w 195"/>
                  <a:gd name="T31" fmla="*/ 174 h 196"/>
                  <a:gd name="T32" fmla="*/ 82 w 195"/>
                  <a:gd name="T33" fmla="*/ 189 h 196"/>
                  <a:gd name="T34" fmla="*/ 113 w 195"/>
                  <a:gd name="T35" fmla="*/ 169 h 196"/>
                  <a:gd name="T36" fmla="*/ 134 w 195"/>
                  <a:gd name="T37" fmla="*/ 160 h 196"/>
                  <a:gd name="T38" fmla="*/ 151 w 195"/>
                  <a:gd name="T39" fmla="*/ 173 h 196"/>
                  <a:gd name="T40" fmla="*/ 158 w 195"/>
                  <a:gd name="T41" fmla="*/ 137 h 196"/>
                  <a:gd name="T42" fmla="*/ 167 w 195"/>
                  <a:gd name="T43" fmla="*/ 116 h 196"/>
                  <a:gd name="T44" fmla="*/ 188 w 195"/>
                  <a:gd name="T45" fmla="*/ 113 h 196"/>
                  <a:gd name="T46" fmla="*/ 168 w 195"/>
                  <a:gd name="T47" fmla="*/ 82 h 196"/>
                  <a:gd name="T48" fmla="*/ 160 w 195"/>
                  <a:gd name="T49" fmla="*/ 61 h 196"/>
                  <a:gd name="T50" fmla="*/ 173 w 195"/>
                  <a:gd name="T51" fmla="*/ 45 h 196"/>
                  <a:gd name="T52" fmla="*/ 136 w 195"/>
                  <a:gd name="T53" fmla="*/ 37 h 196"/>
                  <a:gd name="T54" fmla="*/ 115 w 195"/>
                  <a:gd name="T55" fmla="*/ 28 h 196"/>
                  <a:gd name="T56" fmla="*/ 113 w 195"/>
                  <a:gd name="T57" fmla="*/ 7 h 196"/>
                  <a:gd name="T58" fmla="*/ 82 w 195"/>
                  <a:gd name="T59" fmla="*/ 27 h 196"/>
                  <a:gd name="T60" fmla="*/ 61 w 195"/>
                  <a:gd name="T61" fmla="*/ 36 h 196"/>
                  <a:gd name="T62" fmla="*/ 44 w 195"/>
                  <a:gd name="T63" fmla="*/ 23 h 196"/>
                  <a:gd name="T64" fmla="*/ 36 w 195"/>
                  <a:gd name="T65" fmla="*/ 59 h 196"/>
                  <a:gd name="T66" fmla="*/ 27 w 195"/>
                  <a:gd name="T67" fmla="*/ 80 h 196"/>
                  <a:gd name="T68" fmla="*/ 6 w 195"/>
                  <a:gd name="T69" fmla="*/ 82 h 196"/>
                  <a:gd name="T70" fmla="*/ 27 w 195"/>
                  <a:gd name="T71" fmla="*/ 113 h 196"/>
                  <a:gd name="T72" fmla="*/ 35 w 195"/>
                  <a:gd name="T73" fmla="*/ 135 h 196"/>
                  <a:gd name="T74" fmla="*/ 22 w 195"/>
                  <a:gd name="T75" fmla="*/ 151 h 196"/>
                  <a:gd name="T76" fmla="*/ 58 w 195"/>
                  <a:gd name="T77" fmla="*/ 159 h 196"/>
                  <a:gd name="T78" fmla="*/ 79 w 195"/>
                  <a:gd name="T79" fmla="*/ 168 h 196"/>
                  <a:gd name="T80" fmla="*/ 82 w 195"/>
                  <a:gd name="T81" fmla="*/ 189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95" h="196">
                    <a:moveTo>
                      <a:pt x="120" y="196"/>
                    </a:moveTo>
                    <a:cubicBezTo>
                      <a:pt x="75" y="196"/>
                      <a:pt x="75" y="196"/>
                      <a:pt x="75" y="196"/>
                    </a:cubicBezTo>
                    <a:cubicBezTo>
                      <a:pt x="75" y="174"/>
                      <a:pt x="75" y="174"/>
                      <a:pt x="75" y="174"/>
                    </a:cubicBezTo>
                    <a:cubicBezTo>
                      <a:pt x="70" y="172"/>
                      <a:pt x="64" y="170"/>
                      <a:pt x="59" y="167"/>
                    </a:cubicBezTo>
                    <a:cubicBezTo>
                      <a:pt x="44" y="183"/>
                      <a:pt x="44" y="183"/>
                      <a:pt x="44" y="183"/>
                    </a:cubicBezTo>
                    <a:cubicBezTo>
                      <a:pt x="13" y="151"/>
                      <a:pt x="13" y="151"/>
                      <a:pt x="13" y="151"/>
                    </a:cubicBezTo>
                    <a:cubicBezTo>
                      <a:pt x="28" y="136"/>
                      <a:pt x="28" y="136"/>
                      <a:pt x="28" y="136"/>
                    </a:cubicBezTo>
                    <a:cubicBezTo>
                      <a:pt x="25" y="131"/>
                      <a:pt x="23" y="126"/>
                      <a:pt x="21" y="120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21" y="76"/>
                      <a:pt x="21" y="76"/>
                      <a:pt x="21" y="76"/>
                    </a:cubicBezTo>
                    <a:cubicBezTo>
                      <a:pt x="23" y="70"/>
                      <a:pt x="25" y="65"/>
                      <a:pt x="28" y="60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59" y="29"/>
                      <a:pt x="59" y="29"/>
                      <a:pt x="59" y="29"/>
                    </a:cubicBezTo>
                    <a:cubicBezTo>
                      <a:pt x="64" y="26"/>
                      <a:pt x="70" y="24"/>
                      <a:pt x="75" y="22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5" y="24"/>
                      <a:pt x="130" y="26"/>
                      <a:pt x="135" y="29"/>
                    </a:cubicBezTo>
                    <a:cubicBezTo>
                      <a:pt x="151" y="13"/>
                      <a:pt x="151" y="13"/>
                      <a:pt x="151" y="13"/>
                    </a:cubicBezTo>
                    <a:cubicBezTo>
                      <a:pt x="182" y="45"/>
                      <a:pt x="182" y="45"/>
                      <a:pt x="182" y="45"/>
                    </a:cubicBezTo>
                    <a:cubicBezTo>
                      <a:pt x="167" y="60"/>
                      <a:pt x="167" y="60"/>
                      <a:pt x="167" y="60"/>
                    </a:cubicBezTo>
                    <a:cubicBezTo>
                      <a:pt x="169" y="65"/>
                      <a:pt x="172" y="70"/>
                      <a:pt x="173" y="76"/>
                    </a:cubicBezTo>
                    <a:cubicBezTo>
                      <a:pt x="195" y="76"/>
                      <a:pt x="195" y="76"/>
                      <a:pt x="195" y="76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73" y="120"/>
                      <a:pt x="173" y="120"/>
                      <a:pt x="173" y="120"/>
                    </a:cubicBezTo>
                    <a:cubicBezTo>
                      <a:pt x="172" y="126"/>
                      <a:pt x="169" y="131"/>
                      <a:pt x="167" y="136"/>
                    </a:cubicBezTo>
                    <a:cubicBezTo>
                      <a:pt x="182" y="151"/>
                      <a:pt x="182" y="151"/>
                      <a:pt x="182" y="151"/>
                    </a:cubicBezTo>
                    <a:cubicBezTo>
                      <a:pt x="151" y="183"/>
                      <a:pt x="151" y="183"/>
                      <a:pt x="151" y="183"/>
                    </a:cubicBezTo>
                    <a:cubicBezTo>
                      <a:pt x="135" y="167"/>
                      <a:pt x="135" y="167"/>
                      <a:pt x="135" y="167"/>
                    </a:cubicBezTo>
                    <a:cubicBezTo>
                      <a:pt x="130" y="170"/>
                      <a:pt x="125" y="172"/>
                      <a:pt x="120" y="174"/>
                    </a:cubicBezTo>
                    <a:lnTo>
                      <a:pt x="120" y="196"/>
                    </a:lnTo>
                    <a:close/>
                    <a:moveTo>
                      <a:pt x="82" y="189"/>
                    </a:moveTo>
                    <a:cubicBezTo>
                      <a:pt x="113" y="189"/>
                      <a:pt x="113" y="189"/>
                      <a:pt x="113" y="18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5" y="168"/>
                      <a:pt x="115" y="168"/>
                      <a:pt x="115" y="168"/>
                    </a:cubicBezTo>
                    <a:cubicBezTo>
                      <a:pt x="122" y="166"/>
                      <a:pt x="128" y="164"/>
                      <a:pt x="134" y="160"/>
                    </a:cubicBezTo>
                    <a:cubicBezTo>
                      <a:pt x="136" y="159"/>
                      <a:pt x="136" y="159"/>
                      <a:pt x="136" y="159"/>
                    </a:cubicBezTo>
                    <a:cubicBezTo>
                      <a:pt x="151" y="173"/>
                      <a:pt x="151" y="173"/>
                      <a:pt x="151" y="173"/>
                    </a:cubicBezTo>
                    <a:cubicBezTo>
                      <a:pt x="173" y="151"/>
                      <a:pt x="173" y="151"/>
                      <a:pt x="173" y="151"/>
                    </a:cubicBezTo>
                    <a:cubicBezTo>
                      <a:pt x="158" y="137"/>
                      <a:pt x="158" y="137"/>
                      <a:pt x="158" y="137"/>
                    </a:cubicBezTo>
                    <a:cubicBezTo>
                      <a:pt x="160" y="135"/>
                      <a:pt x="160" y="135"/>
                      <a:pt x="160" y="135"/>
                    </a:cubicBezTo>
                    <a:cubicBezTo>
                      <a:pt x="163" y="129"/>
                      <a:pt x="166" y="123"/>
                      <a:pt x="167" y="116"/>
                    </a:cubicBezTo>
                    <a:cubicBezTo>
                      <a:pt x="168" y="113"/>
                      <a:pt x="168" y="113"/>
                      <a:pt x="168" y="113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8" y="82"/>
                      <a:pt x="188" y="82"/>
                      <a:pt x="188" y="82"/>
                    </a:cubicBezTo>
                    <a:cubicBezTo>
                      <a:pt x="168" y="82"/>
                      <a:pt x="168" y="82"/>
                      <a:pt x="168" y="82"/>
                    </a:cubicBezTo>
                    <a:cubicBezTo>
                      <a:pt x="167" y="80"/>
                      <a:pt x="167" y="80"/>
                      <a:pt x="167" y="80"/>
                    </a:cubicBezTo>
                    <a:cubicBezTo>
                      <a:pt x="166" y="73"/>
                      <a:pt x="163" y="67"/>
                      <a:pt x="160" y="61"/>
                    </a:cubicBezTo>
                    <a:cubicBezTo>
                      <a:pt x="158" y="59"/>
                      <a:pt x="158" y="59"/>
                      <a:pt x="158" y="59"/>
                    </a:cubicBezTo>
                    <a:cubicBezTo>
                      <a:pt x="173" y="45"/>
                      <a:pt x="173" y="45"/>
                      <a:pt x="173" y="45"/>
                    </a:cubicBezTo>
                    <a:cubicBezTo>
                      <a:pt x="151" y="23"/>
                      <a:pt x="151" y="23"/>
                      <a:pt x="151" y="23"/>
                    </a:cubicBezTo>
                    <a:cubicBezTo>
                      <a:pt x="136" y="37"/>
                      <a:pt x="136" y="37"/>
                      <a:pt x="136" y="37"/>
                    </a:cubicBezTo>
                    <a:cubicBezTo>
                      <a:pt x="134" y="36"/>
                      <a:pt x="134" y="36"/>
                      <a:pt x="134" y="36"/>
                    </a:cubicBezTo>
                    <a:cubicBezTo>
                      <a:pt x="128" y="32"/>
                      <a:pt x="122" y="29"/>
                      <a:pt x="115" y="28"/>
                    </a:cubicBezTo>
                    <a:cubicBezTo>
                      <a:pt x="113" y="27"/>
                      <a:pt x="113" y="27"/>
                      <a:pt x="113" y="27"/>
                    </a:cubicBezTo>
                    <a:cubicBezTo>
                      <a:pt x="113" y="7"/>
                      <a:pt x="113" y="7"/>
                      <a:pt x="113" y="7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27"/>
                      <a:pt x="82" y="27"/>
                      <a:pt x="82" y="27"/>
                    </a:cubicBezTo>
                    <a:cubicBezTo>
                      <a:pt x="79" y="28"/>
                      <a:pt x="79" y="28"/>
                      <a:pt x="79" y="28"/>
                    </a:cubicBezTo>
                    <a:cubicBezTo>
                      <a:pt x="73" y="29"/>
                      <a:pt x="66" y="32"/>
                      <a:pt x="61" y="36"/>
                    </a:cubicBezTo>
                    <a:cubicBezTo>
                      <a:pt x="58" y="37"/>
                      <a:pt x="58" y="37"/>
                      <a:pt x="58" y="37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36" y="59"/>
                      <a:pt x="36" y="59"/>
                      <a:pt x="36" y="59"/>
                    </a:cubicBezTo>
                    <a:cubicBezTo>
                      <a:pt x="35" y="61"/>
                      <a:pt x="35" y="61"/>
                      <a:pt x="35" y="61"/>
                    </a:cubicBezTo>
                    <a:cubicBezTo>
                      <a:pt x="31" y="67"/>
                      <a:pt x="29" y="73"/>
                      <a:pt x="27" y="80"/>
                    </a:cubicBezTo>
                    <a:cubicBezTo>
                      <a:pt x="27" y="82"/>
                      <a:pt x="27" y="82"/>
                      <a:pt x="27" y="82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113"/>
                      <a:pt x="6" y="113"/>
                      <a:pt x="6" y="113"/>
                    </a:cubicBezTo>
                    <a:cubicBezTo>
                      <a:pt x="27" y="113"/>
                      <a:pt x="27" y="113"/>
                      <a:pt x="27" y="113"/>
                    </a:cubicBezTo>
                    <a:cubicBezTo>
                      <a:pt x="27" y="116"/>
                      <a:pt x="27" y="116"/>
                      <a:pt x="27" y="116"/>
                    </a:cubicBezTo>
                    <a:cubicBezTo>
                      <a:pt x="29" y="123"/>
                      <a:pt x="31" y="129"/>
                      <a:pt x="35" y="135"/>
                    </a:cubicBezTo>
                    <a:cubicBezTo>
                      <a:pt x="36" y="137"/>
                      <a:pt x="36" y="137"/>
                      <a:pt x="36" y="137"/>
                    </a:cubicBezTo>
                    <a:cubicBezTo>
                      <a:pt x="22" y="151"/>
                      <a:pt x="22" y="151"/>
                      <a:pt x="22" y="151"/>
                    </a:cubicBezTo>
                    <a:cubicBezTo>
                      <a:pt x="44" y="173"/>
                      <a:pt x="44" y="173"/>
                      <a:pt x="44" y="173"/>
                    </a:cubicBezTo>
                    <a:cubicBezTo>
                      <a:pt x="58" y="159"/>
                      <a:pt x="58" y="159"/>
                      <a:pt x="58" y="159"/>
                    </a:cubicBezTo>
                    <a:cubicBezTo>
                      <a:pt x="61" y="160"/>
                      <a:pt x="61" y="160"/>
                      <a:pt x="61" y="160"/>
                    </a:cubicBezTo>
                    <a:cubicBezTo>
                      <a:pt x="66" y="164"/>
                      <a:pt x="73" y="166"/>
                      <a:pt x="79" y="168"/>
                    </a:cubicBezTo>
                    <a:cubicBezTo>
                      <a:pt x="82" y="169"/>
                      <a:pt x="82" y="169"/>
                      <a:pt x="82" y="169"/>
                    </a:cubicBezTo>
                    <a:lnTo>
                      <a:pt x="82" y="189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  <p:sp>
            <p:nvSpPr>
              <p:cNvPr id="104" name="Freeform 6"/>
              <p:cNvSpPr>
                <a:spLocks noEditPoints="1"/>
              </p:cNvSpPr>
              <p:nvPr/>
            </p:nvSpPr>
            <p:spPr bwMode="auto">
              <a:xfrm>
                <a:off x="-466" y="357"/>
                <a:ext cx="520" cy="514"/>
              </a:xfrm>
              <a:custGeom>
                <a:avLst/>
                <a:gdLst>
                  <a:gd name="T0" fmla="*/ 42 w 83"/>
                  <a:gd name="T1" fmla="*/ 82 h 82"/>
                  <a:gd name="T2" fmla="*/ 0 w 83"/>
                  <a:gd name="T3" fmla="*/ 41 h 82"/>
                  <a:gd name="T4" fmla="*/ 42 w 83"/>
                  <a:gd name="T5" fmla="*/ 0 h 82"/>
                  <a:gd name="T6" fmla="*/ 83 w 83"/>
                  <a:gd name="T7" fmla="*/ 41 h 82"/>
                  <a:gd name="T8" fmla="*/ 42 w 83"/>
                  <a:gd name="T9" fmla="*/ 82 h 82"/>
                  <a:gd name="T10" fmla="*/ 42 w 83"/>
                  <a:gd name="T11" fmla="*/ 7 h 82"/>
                  <a:gd name="T12" fmla="*/ 7 w 83"/>
                  <a:gd name="T13" fmla="*/ 41 h 82"/>
                  <a:gd name="T14" fmla="*/ 42 w 83"/>
                  <a:gd name="T15" fmla="*/ 75 h 82"/>
                  <a:gd name="T16" fmla="*/ 76 w 83"/>
                  <a:gd name="T17" fmla="*/ 41 h 82"/>
                  <a:gd name="T18" fmla="*/ 42 w 83"/>
                  <a:gd name="T19" fmla="*/ 7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3" h="82">
                    <a:moveTo>
                      <a:pt x="42" y="82"/>
                    </a:moveTo>
                    <a:cubicBezTo>
                      <a:pt x="19" y="82"/>
                      <a:pt x="0" y="64"/>
                      <a:pt x="0" y="41"/>
                    </a:cubicBezTo>
                    <a:cubicBezTo>
                      <a:pt x="0" y="18"/>
                      <a:pt x="19" y="0"/>
                      <a:pt x="42" y="0"/>
                    </a:cubicBezTo>
                    <a:cubicBezTo>
                      <a:pt x="64" y="0"/>
                      <a:pt x="83" y="18"/>
                      <a:pt x="83" y="41"/>
                    </a:cubicBezTo>
                    <a:cubicBezTo>
                      <a:pt x="83" y="64"/>
                      <a:pt x="64" y="82"/>
                      <a:pt x="42" y="82"/>
                    </a:cubicBezTo>
                    <a:close/>
                    <a:moveTo>
                      <a:pt x="42" y="7"/>
                    </a:moveTo>
                    <a:cubicBezTo>
                      <a:pt x="23" y="7"/>
                      <a:pt x="7" y="22"/>
                      <a:pt x="7" y="41"/>
                    </a:cubicBezTo>
                    <a:cubicBezTo>
                      <a:pt x="7" y="60"/>
                      <a:pt x="23" y="75"/>
                      <a:pt x="42" y="75"/>
                    </a:cubicBezTo>
                    <a:cubicBezTo>
                      <a:pt x="61" y="75"/>
                      <a:pt x="76" y="60"/>
                      <a:pt x="76" y="41"/>
                    </a:cubicBezTo>
                    <a:cubicBezTo>
                      <a:pt x="76" y="22"/>
                      <a:pt x="61" y="7"/>
                      <a:pt x="42" y="7"/>
                    </a:cubicBez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</p:grpSp>
        <p:sp>
          <p:nvSpPr>
            <p:cNvPr id="59" name="Rounded Rectangle 67">
              <a:extLst>
                <a:ext uri="{FF2B5EF4-FFF2-40B4-BE49-F238E27FC236}">
                  <a16:creationId xmlns:a16="http://schemas.microsoft.com/office/drawing/2014/main" id="{C572D8C1-77B6-492E-8FBC-E7439628C817}"/>
                </a:ext>
              </a:extLst>
            </p:cNvPr>
            <p:cNvSpPr/>
            <p:nvPr/>
          </p:nvSpPr>
          <p:spPr>
            <a:xfrm>
              <a:off x="4502654" y="3761574"/>
              <a:ext cx="692514" cy="211167"/>
            </a:xfrm>
            <a:prstGeom prst="round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/>
              <a:r>
                <a:rPr lang="en-US" sz="750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Reporting Dashboard</a:t>
              </a:r>
            </a:p>
          </p:txBody>
        </p:sp>
        <p:sp>
          <p:nvSpPr>
            <p:cNvPr id="60" name="Rounded Rectangle 67">
              <a:extLst>
                <a:ext uri="{FF2B5EF4-FFF2-40B4-BE49-F238E27FC236}">
                  <a16:creationId xmlns:a16="http://schemas.microsoft.com/office/drawing/2014/main" id="{CCEB973B-2677-4587-B369-B57547473557}"/>
                </a:ext>
              </a:extLst>
            </p:cNvPr>
            <p:cNvSpPr/>
            <p:nvPr/>
          </p:nvSpPr>
          <p:spPr>
            <a:xfrm>
              <a:off x="6400476" y="2706381"/>
              <a:ext cx="687744" cy="468719"/>
            </a:xfrm>
            <a:prstGeom prst="roundRect">
              <a:avLst>
                <a:gd name="adj" fmla="val 12458"/>
              </a:avLst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/>
              <a:r>
                <a:rPr lang="en-US" sz="750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Alerts &amp;</a:t>
              </a:r>
            </a:p>
            <a:p>
              <a:pPr algn="ctr" defTabSz="464344"/>
              <a:r>
                <a:rPr lang="en-US" sz="750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Notifications</a:t>
              </a:r>
            </a:p>
          </p:txBody>
        </p:sp>
        <p:sp>
          <p:nvSpPr>
            <p:cNvPr id="61" name="Rounded Rectangle 67">
              <a:extLst>
                <a:ext uri="{FF2B5EF4-FFF2-40B4-BE49-F238E27FC236}">
                  <a16:creationId xmlns:a16="http://schemas.microsoft.com/office/drawing/2014/main" id="{453AF988-508A-41E9-A73C-E320498CFAC5}"/>
                </a:ext>
              </a:extLst>
            </p:cNvPr>
            <p:cNvSpPr/>
            <p:nvPr/>
          </p:nvSpPr>
          <p:spPr>
            <a:xfrm>
              <a:off x="7155902" y="2954161"/>
              <a:ext cx="563778" cy="211167"/>
            </a:xfrm>
            <a:prstGeom prst="roundRect">
              <a:avLst>
                <a:gd name="adj" fmla="val 9003"/>
              </a:avLst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750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Contact log</a:t>
              </a:r>
            </a:p>
          </p:txBody>
        </p:sp>
        <p:sp>
          <p:nvSpPr>
            <p:cNvPr id="62" name="Rounded Rectangle 67">
              <a:extLst>
                <a:ext uri="{FF2B5EF4-FFF2-40B4-BE49-F238E27FC236}">
                  <a16:creationId xmlns:a16="http://schemas.microsoft.com/office/drawing/2014/main" id="{D179A982-C073-4A83-9F81-DC729DB51ECA}"/>
                </a:ext>
              </a:extLst>
            </p:cNvPr>
            <p:cNvSpPr/>
            <p:nvPr/>
          </p:nvSpPr>
          <p:spPr>
            <a:xfrm>
              <a:off x="6426949" y="2373501"/>
              <a:ext cx="611428" cy="288623"/>
            </a:xfrm>
            <a:prstGeom prst="roundRect">
              <a:avLst>
                <a:gd name="adj" fmla="val 8249"/>
              </a:avLst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750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Account</a:t>
              </a:r>
            </a:p>
            <a:p>
              <a:pPr algn="ctr" defTabSz="464344">
                <a:defRPr/>
              </a:pPr>
              <a:r>
                <a:rPr lang="en-US" sz="750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Aggregation</a:t>
              </a:r>
            </a:p>
          </p:txBody>
        </p:sp>
        <p:sp>
          <p:nvSpPr>
            <p:cNvPr id="63" name="Rounded Rectangle 67">
              <a:extLst>
                <a:ext uri="{FF2B5EF4-FFF2-40B4-BE49-F238E27FC236}">
                  <a16:creationId xmlns:a16="http://schemas.microsoft.com/office/drawing/2014/main" id="{55C053C0-329E-4744-B9D7-7E96BCD989A6}"/>
                </a:ext>
              </a:extLst>
            </p:cNvPr>
            <p:cNvSpPr/>
            <p:nvPr/>
          </p:nvSpPr>
          <p:spPr>
            <a:xfrm>
              <a:off x="7153293" y="2700893"/>
              <a:ext cx="563778" cy="211167"/>
            </a:xfrm>
            <a:prstGeom prst="roundRect">
              <a:avLst>
                <a:gd name="adj" fmla="val 5879"/>
              </a:avLst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/>
              <a:r>
                <a:rPr lang="en-US" sz="750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Payment Order</a:t>
              </a:r>
            </a:p>
          </p:txBody>
        </p:sp>
        <p:sp>
          <p:nvSpPr>
            <p:cNvPr id="64" name="Rounded Rectangle 67">
              <a:extLst>
                <a:ext uri="{FF2B5EF4-FFF2-40B4-BE49-F238E27FC236}">
                  <a16:creationId xmlns:a16="http://schemas.microsoft.com/office/drawing/2014/main" id="{C572D8C1-77B6-492E-8FBC-E7439628C817}"/>
                </a:ext>
              </a:extLst>
            </p:cNvPr>
            <p:cNvSpPr/>
            <p:nvPr/>
          </p:nvSpPr>
          <p:spPr>
            <a:xfrm>
              <a:off x="7096974" y="2373500"/>
              <a:ext cx="563778" cy="285291"/>
            </a:xfrm>
            <a:prstGeom prst="roundRect">
              <a:avLst>
                <a:gd name="adj" fmla="val 8249"/>
              </a:avLst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/>
              <a:r>
                <a:rPr lang="en-US" sz="750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Money Mgmt/PFM.  </a:t>
              </a:r>
            </a:p>
          </p:txBody>
        </p:sp>
        <p:sp>
          <p:nvSpPr>
            <p:cNvPr id="65" name="Up-Down Arrow 64"/>
            <p:cNvSpPr/>
            <p:nvPr/>
          </p:nvSpPr>
          <p:spPr>
            <a:xfrm>
              <a:off x="7031742" y="4063562"/>
              <a:ext cx="139566" cy="259727"/>
            </a:xfrm>
            <a:prstGeom prst="upDownArrow">
              <a:avLst/>
            </a:prstGeom>
            <a:solidFill>
              <a:schemeClr val="accent2"/>
            </a:solidFill>
            <a:ln w="3175">
              <a:solidFill>
                <a:srgbClr val="CAEA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838" dirty="0">
                <a:solidFill>
                  <a:schemeClr val="tx2"/>
                </a:solidFill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7245135" y="1789842"/>
              <a:ext cx="1114214" cy="224830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400" b="1" dirty="0">
                  <a:solidFill>
                    <a:srgbClr val="004278"/>
                  </a:solidFill>
                </a:rPr>
                <a:t>API layer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650207" y="4089170"/>
              <a:ext cx="834660" cy="223997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200" b="1" dirty="0">
                  <a:solidFill>
                    <a:srgbClr val="004278"/>
                  </a:solidFill>
                </a:rPr>
                <a:t>API layer</a:t>
              </a:r>
            </a:p>
          </p:txBody>
        </p:sp>
        <p:sp>
          <p:nvSpPr>
            <p:cNvPr id="68" name="Up-Down Arrow 67"/>
            <p:cNvSpPr/>
            <p:nvPr/>
          </p:nvSpPr>
          <p:spPr>
            <a:xfrm>
              <a:off x="5860017" y="4063562"/>
              <a:ext cx="139566" cy="259727"/>
            </a:xfrm>
            <a:prstGeom prst="upDownArrow">
              <a:avLst/>
            </a:prstGeom>
            <a:solidFill>
              <a:schemeClr val="accent2"/>
            </a:solidFill>
            <a:ln w="3175">
              <a:solidFill>
                <a:srgbClr val="CAEA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838" dirty="0">
                <a:solidFill>
                  <a:schemeClr val="tx2"/>
                </a:solidFill>
              </a:endParaRPr>
            </a:p>
          </p:txBody>
        </p:sp>
        <p:sp>
          <p:nvSpPr>
            <p:cNvPr id="69" name="Up-Down Arrow 68"/>
            <p:cNvSpPr/>
            <p:nvPr/>
          </p:nvSpPr>
          <p:spPr>
            <a:xfrm>
              <a:off x="4688292" y="4063562"/>
              <a:ext cx="139566" cy="259727"/>
            </a:xfrm>
            <a:prstGeom prst="upDownArrow">
              <a:avLst/>
            </a:prstGeom>
            <a:solidFill>
              <a:schemeClr val="accent2"/>
            </a:solidFill>
            <a:ln w="3175">
              <a:solidFill>
                <a:srgbClr val="CAEA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838" dirty="0">
                <a:solidFill>
                  <a:schemeClr val="tx2"/>
                </a:solidFill>
              </a:endParaRPr>
            </a:p>
          </p:txBody>
        </p:sp>
        <p:sp>
          <p:nvSpPr>
            <p:cNvPr id="70" name="Up-Down Arrow 69"/>
            <p:cNvSpPr/>
            <p:nvPr/>
          </p:nvSpPr>
          <p:spPr>
            <a:xfrm>
              <a:off x="3516566" y="4063562"/>
              <a:ext cx="139566" cy="259727"/>
            </a:xfrm>
            <a:prstGeom prst="upDownArrow">
              <a:avLst/>
            </a:prstGeom>
            <a:solidFill>
              <a:schemeClr val="accent2"/>
            </a:solidFill>
            <a:ln w="3175">
              <a:solidFill>
                <a:srgbClr val="CAEA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838" dirty="0">
                <a:solidFill>
                  <a:schemeClr val="tx2"/>
                </a:solidFill>
              </a:endParaRPr>
            </a:p>
          </p:txBody>
        </p:sp>
        <p:sp>
          <p:nvSpPr>
            <p:cNvPr id="71" name="Up-Down Arrow 70"/>
            <p:cNvSpPr/>
            <p:nvPr/>
          </p:nvSpPr>
          <p:spPr>
            <a:xfrm>
              <a:off x="4668502" y="1804320"/>
              <a:ext cx="131023" cy="234598"/>
            </a:xfrm>
            <a:prstGeom prst="upDownArrow">
              <a:avLst/>
            </a:prstGeom>
            <a:solidFill>
              <a:schemeClr val="accent2"/>
            </a:solidFill>
            <a:ln w="3175">
              <a:solidFill>
                <a:srgbClr val="CAEA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838" dirty="0">
                <a:solidFill>
                  <a:schemeClr val="tx2"/>
                </a:solidFill>
              </a:endParaRPr>
            </a:p>
          </p:txBody>
        </p:sp>
        <p:sp>
          <p:nvSpPr>
            <p:cNvPr id="72" name="Up-Down Arrow 71"/>
            <p:cNvSpPr/>
            <p:nvPr/>
          </p:nvSpPr>
          <p:spPr>
            <a:xfrm>
              <a:off x="3473463" y="1804320"/>
              <a:ext cx="131023" cy="234598"/>
            </a:xfrm>
            <a:prstGeom prst="upDownArrow">
              <a:avLst/>
            </a:prstGeom>
            <a:solidFill>
              <a:schemeClr val="accent2"/>
            </a:solidFill>
            <a:ln w="3175">
              <a:solidFill>
                <a:srgbClr val="CAEA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838" dirty="0">
                <a:solidFill>
                  <a:schemeClr val="tx2"/>
                </a:solidFill>
              </a:endParaRPr>
            </a:p>
          </p:txBody>
        </p:sp>
        <p:sp>
          <p:nvSpPr>
            <p:cNvPr id="73" name="Up-Down Arrow 72"/>
            <p:cNvSpPr/>
            <p:nvPr/>
          </p:nvSpPr>
          <p:spPr>
            <a:xfrm>
              <a:off x="7067125" y="1779190"/>
              <a:ext cx="139566" cy="259727"/>
            </a:xfrm>
            <a:prstGeom prst="upDownArrow">
              <a:avLst/>
            </a:prstGeom>
            <a:solidFill>
              <a:schemeClr val="accent2"/>
            </a:solidFill>
            <a:ln w="3175">
              <a:solidFill>
                <a:srgbClr val="CAEA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838" dirty="0">
                <a:solidFill>
                  <a:schemeClr val="tx2"/>
                </a:solidFill>
              </a:endParaRPr>
            </a:p>
          </p:txBody>
        </p:sp>
        <p:sp>
          <p:nvSpPr>
            <p:cNvPr id="74" name="Up-Down Arrow 73"/>
            <p:cNvSpPr/>
            <p:nvPr/>
          </p:nvSpPr>
          <p:spPr>
            <a:xfrm>
              <a:off x="5863542" y="1779190"/>
              <a:ext cx="139566" cy="259727"/>
            </a:xfrm>
            <a:prstGeom prst="upDownArrow">
              <a:avLst/>
            </a:prstGeom>
            <a:solidFill>
              <a:schemeClr val="accent2"/>
            </a:solidFill>
            <a:ln w="3175">
              <a:solidFill>
                <a:srgbClr val="CAEA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838" dirty="0">
                <a:solidFill>
                  <a:schemeClr val="tx2"/>
                </a:solidFill>
              </a:endParaRPr>
            </a:p>
          </p:txBody>
        </p:sp>
        <p:grpSp>
          <p:nvGrpSpPr>
            <p:cNvPr id="75" name="Group 74"/>
            <p:cNvGrpSpPr/>
            <p:nvPr/>
          </p:nvGrpSpPr>
          <p:grpSpPr>
            <a:xfrm>
              <a:off x="7865170" y="2272200"/>
              <a:ext cx="155430" cy="137444"/>
              <a:chOff x="1815521" y="3114036"/>
              <a:chExt cx="133443" cy="173262"/>
            </a:xfrm>
          </p:grpSpPr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BCC0485F-ADFD-4DD7-AEEE-8A08B92329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5521" y="3114036"/>
                <a:ext cx="133443" cy="2626"/>
              </a:xfrm>
              <a:prstGeom prst="straightConnector1">
                <a:avLst/>
              </a:prstGeom>
              <a:noFill/>
              <a:ln w="12700" cap="flat">
                <a:solidFill>
                  <a:schemeClr val="accent1">
                    <a:lumMod val="75000"/>
                  </a:schemeClr>
                </a:solidFill>
                <a:prstDash val="solid"/>
                <a:miter lim="400000"/>
                <a:tailEnd type="triangle"/>
              </a:ln>
              <a:effectLst/>
              <a:sp3d/>
            </p:spPr>
          </p:cxn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BCC0485F-ADFD-4DD7-AEEE-8A08B92329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5521" y="3284672"/>
                <a:ext cx="133443" cy="2626"/>
              </a:xfrm>
              <a:prstGeom prst="straightConnector1">
                <a:avLst/>
              </a:prstGeom>
              <a:noFill/>
              <a:ln w="12700" cap="flat">
                <a:solidFill>
                  <a:schemeClr val="accent1">
                    <a:lumMod val="75000"/>
                  </a:schemeClr>
                </a:solidFill>
                <a:prstDash val="solid"/>
                <a:miter lim="400000"/>
                <a:tailEnd type="triangle"/>
              </a:ln>
              <a:effectLst/>
              <a:sp3d/>
            </p:spPr>
          </p:cxnSp>
        </p:grpSp>
        <p:sp>
          <p:nvSpPr>
            <p:cNvPr id="76" name="Rounded Rectangle 67">
              <a:extLst>
                <a:ext uri="{FF2B5EF4-FFF2-40B4-BE49-F238E27FC236}">
                  <a16:creationId xmlns:a16="http://schemas.microsoft.com/office/drawing/2014/main" id="{84CA3FD1-1D64-483C-BFB0-50125C34CA38}"/>
                </a:ext>
              </a:extLst>
            </p:cNvPr>
            <p:cNvSpPr/>
            <p:nvPr/>
          </p:nvSpPr>
          <p:spPr>
            <a:xfrm>
              <a:off x="3077874" y="2327518"/>
              <a:ext cx="959226" cy="211167"/>
            </a:xfrm>
            <a:prstGeom prst="round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750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Real-time Engagement</a:t>
              </a:r>
            </a:p>
          </p:txBody>
        </p:sp>
        <p:sp>
          <p:nvSpPr>
            <p:cNvPr id="77" name="Rounded Rectangle 67">
              <a:extLst>
                <a:ext uri="{FF2B5EF4-FFF2-40B4-BE49-F238E27FC236}">
                  <a16:creationId xmlns:a16="http://schemas.microsoft.com/office/drawing/2014/main" id="{7C4AD86A-9308-448F-9D47-BB848FF2B3B1}"/>
                </a:ext>
              </a:extLst>
            </p:cNvPr>
            <p:cNvSpPr/>
            <p:nvPr/>
          </p:nvSpPr>
          <p:spPr>
            <a:xfrm>
              <a:off x="3628221" y="2914920"/>
              <a:ext cx="563778" cy="211167"/>
            </a:xfrm>
            <a:prstGeom prst="round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750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Origination</a:t>
              </a:r>
            </a:p>
          </p:txBody>
        </p:sp>
        <p:sp>
          <p:nvSpPr>
            <p:cNvPr id="78" name="Right Bracket 77"/>
            <p:cNvSpPr/>
            <p:nvPr/>
          </p:nvSpPr>
          <p:spPr>
            <a:xfrm>
              <a:off x="6586442" y="778477"/>
              <a:ext cx="165630" cy="984638"/>
            </a:xfrm>
            <a:prstGeom prst="rightBracket">
              <a:avLst>
                <a:gd name="adj" fmla="val 63923"/>
              </a:avLst>
            </a:prstGeom>
            <a:ln w="28575">
              <a:solidFill>
                <a:srgbClr val="003E7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 dirty="0"/>
            </a:p>
          </p:txBody>
        </p:sp>
        <p:sp>
          <p:nvSpPr>
            <p:cNvPr id="79" name="Up-Down Arrow 78"/>
            <p:cNvSpPr/>
            <p:nvPr/>
          </p:nvSpPr>
          <p:spPr>
            <a:xfrm>
              <a:off x="2278422" y="1789902"/>
              <a:ext cx="131023" cy="234598"/>
            </a:xfrm>
            <a:prstGeom prst="upDownArrow">
              <a:avLst/>
            </a:prstGeom>
            <a:solidFill>
              <a:schemeClr val="accent2"/>
            </a:solidFill>
            <a:ln w="3175">
              <a:solidFill>
                <a:srgbClr val="CAEA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838" dirty="0">
                <a:solidFill>
                  <a:schemeClr val="tx2"/>
                </a:solidFill>
              </a:endParaRPr>
            </a:p>
          </p:txBody>
        </p:sp>
        <p:pic>
          <p:nvPicPr>
            <p:cNvPr id="80" name="Picture 2" descr="thirdstream Logo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5104" y="2124011"/>
              <a:ext cx="615609" cy="157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1" name="Up-Down Arrow 80"/>
            <p:cNvSpPr/>
            <p:nvPr/>
          </p:nvSpPr>
          <p:spPr>
            <a:xfrm>
              <a:off x="8270709" y="1779190"/>
              <a:ext cx="139566" cy="259727"/>
            </a:xfrm>
            <a:prstGeom prst="upDownArrow">
              <a:avLst/>
            </a:prstGeom>
            <a:solidFill>
              <a:schemeClr val="accent2"/>
            </a:solidFill>
            <a:ln w="3175">
              <a:solidFill>
                <a:srgbClr val="CAEA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838" dirty="0">
                <a:solidFill>
                  <a:schemeClr val="tx2"/>
                </a:solidFill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341032" y="739875"/>
              <a:ext cx="238988" cy="2005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38100" tIns="38100" rIns="38100" bIns="38100" numCol="1" spcCol="38100" rtlCol="0" anchor="ctr">
              <a:noAutofit/>
            </a:bodyPr>
            <a:lstStyle/>
            <a:p>
              <a:pPr algn="ctr" defTabSz="619125" hangingPunct="0"/>
              <a:r>
                <a:rPr lang="en-GB" sz="11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  <a:sym typeface="Helvetica Light"/>
                </a:rPr>
                <a:t>New to </a:t>
              </a:r>
              <a:r>
                <a:rPr lang="en-GB" sz="1100" dirty="0" smtClean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  <a:sym typeface="Helvetica Light"/>
                </a:rPr>
                <a:t>Bank</a:t>
              </a:r>
            </a:p>
            <a:p>
              <a:pPr algn="ctr" defTabSz="619125" hangingPunct="0"/>
              <a:r>
                <a:rPr lang="en-GB" sz="1100" dirty="0" smtClean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anose="020B0604020202020204" pitchFamily="34" charset="0"/>
                  <a:sym typeface="Helvetica Light"/>
                </a:rPr>
                <a:t>unsecured</a:t>
              </a:r>
              <a:endParaRPr lang="en-GB" sz="1100" dirty="0">
                <a:solidFill>
                  <a:schemeClr val="accent1">
                    <a:lumMod val="50000"/>
                  </a:schemeClr>
                </a:solidFill>
                <a:latin typeface="+mj-lt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83" name="Group 82"/>
            <p:cNvGrpSpPr>
              <a:grpSpLocks noChangeAspect="1"/>
            </p:cNvGrpSpPr>
            <p:nvPr/>
          </p:nvGrpSpPr>
          <p:grpSpPr bwMode="auto">
            <a:xfrm flipH="1">
              <a:off x="2265533" y="1039391"/>
              <a:ext cx="203401" cy="241394"/>
              <a:chOff x="-1" y="0"/>
              <a:chExt cx="2054" cy="2421"/>
            </a:xfrm>
            <a:solidFill>
              <a:schemeClr val="accent1"/>
            </a:solidFill>
          </p:grpSpPr>
          <p:sp>
            <p:nvSpPr>
              <p:cNvPr id="98" name="Freeform 33"/>
              <p:cNvSpPr>
                <a:spLocks noEditPoints="1"/>
              </p:cNvSpPr>
              <p:nvPr/>
            </p:nvSpPr>
            <p:spPr bwMode="auto">
              <a:xfrm>
                <a:off x="-1" y="1300"/>
                <a:ext cx="2054" cy="1121"/>
              </a:xfrm>
              <a:custGeom>
                <a:avLst/>
                <a:gdLst>
                  <a:gd name="T0" fmla="*/ 502 w 1004"/>
                  <a:gd name="T1" fmla="*/ 0 h 548"/>
                  <a:gd name="T2" fmla="*/ 0 w 1004"/>
                  <a:gd name="T3" fmla="*/ 531 h 548"/>
                  <a:gd name="T4" fmla="*/ 0 w 1004"/>
                  <a:gd name="T5" fmla="*/ 548 h 548"/>
                  <a:gd name="T6" fmla="*/ 1004 w 1004"/>
                  <a:gd name="T7" fmla="*/ 548 h 548"/>
                  <a:gd name="T8" fmla="*/ 1004 w 1004"/>
                  <a:gd name="T9" fmla="*/ 531 h 548"/>
                  <a:gd name="T10" fmla="*/ 502 w 1004"/>
                  <a:gd name="T11" fmla="*/ 0 h 548"/>
                  <a:gd name="T12" fmla="*/ 41 w 1004"/>
                  <a:gd name="T13" fmla="*/ 515 h 548"/>
                  <a:gd name="T14" fmla="*/ 502 w 1004"/>
                  <a:gd name="T15" fmla="*/ 34 h 548"/>
                  <a:gd name="T16" fmla="*/ 963 w 1004"/>
                  <a:gd name="T17" fmla="*/ 515 h 548"/>
                  <a:gd name="T18" fmla="*/ 41 w 1004"/>
                  <a:gd name="T19" fmla="*/ 515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4" h="548">
                    <a:moveTo>
                      <a:pt x="502" y="0"/>
                    </a:moveTo>
                    <a:cubicBezTo>
                      <a:pt x="225" y="0"/>
                      <a:pt x="0" y="238"/>
                      <a:pt x="0" y="531"/>
                    </a:cubicBezTo>
                    <a:cubicBezTo>
                      <a:pt x="0" y="548"/>
                      <a:pt x="0" y="548"/>
                      <a:pt x="0" y="548"/>
                    </a:cubicBezTo>
                    <a:cubicBezTo>
                      <a:pt x="1004" y="548"/>
                      <a:pt x="1004" y="548"/>
                      <a:pt x="1004" y="548"/>
                    </a:cubicBezTo>
                    <a:cubicBezTo>
                      <a:pt x="1004" y="531"/>
                      <a:pt x="1004" y="531"/>
                      <a:pt x="1004" y="531"/>
                    </a:cubicBezTo>
                    <a:cubicBezTo>
                      <a:pt x="1004" y="238"/>
                      <a:pt x="779" y="0"/>
                      <a:pt x="502" y="0"/>
                    </a:cubicBezTo>
                    <a:close/>
                    <a:moveTo>
                      <a:pt x="41" y="515"/>
                    </a:moveTo>
                    <a:cubicBezTo>
                      <a:pt x="49" y="248"/>
                      <a:pt x="253" y="34"/>
                      <a:pt x="502" y="34"/>
                    </a:cubicBezTo>
                    <a:cubicBezTo>
                      <a:pt x="752" y="34"/>
                      <a:pt x="955" y="248"/>
                      <a:pt x="963" y="515"/>
                    </a:cubicBezTo>
                    <a:lnTo>
                      <a:pt x="41" y="515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  <p:sp>
            <p:nvSpPr>
              <p:cNvPr id="99" name="Freeform 34"/>
              <p:cNvSpPr>
                <a:spLocks noEditPoints="1"/>
              </p:cNvSpPr>
              <p:nvPr/>
            </p:nvSpPr>
            <p:spPr bwMode="auto">
              <a:xfrm>
                <a:off x="343" y="0"/>
                <a:ext cx="1366" cy="1199"/>
              </a:xfrm>
              <a:custGeom>
                <a:avLst/>
                <a:gdLst>
                  <a:gd name="T0" fmla="*/ 14 w 668"/>
                  <a:gd name="T1" fmla="*/ 427 h 586"/>
                  <a:gd name="T2" fmla="*/ 129 w 668"/>
                  <a:gd name="T3" fmla="*/ 427 h 586"/>
                  <a:gd name="T4" fmla="*/ 334 w 668"/>
                  <a:gd name="T5" fmla="*/ 586 h 586"/>
                  <a:gd name="T6" fmla="*/ 539 w 668"/>
                  <a:gd name="T7" fmla="*/ 427 h 586"/>
                  <a:gd name="T8" fmla="*/ 655 w 668"/>
                  <a:gd name="T9" fmla="*/ 427 h 586"/>
                  <a:gd name="T10" fmla="*/ 658 w 668"/>
                  <a:gd name="T11" fmla="*/ 415 h 586"/>
                  <a:gd name="T12" fmla="*/ 668 w 668"/>
                  <a:gd name="T13" fmla="*/ 334 h 586"/>
                  <a:gd name="T14" fmla="*/ 334 w 668"/>
                  <a:gd name="T15" fmla="*/ 0 h 586"/>
                  <a:gd name="T16" fmla="*/ 0 w 668"/>
                  <a:gd name="T17" fmla="*/ 334 h 586"/>
                  <a:gd name="T18" fmla="*/ 11 w 668"/>
                  <a:gd name="T19" fmla="*/ 415 h 586"/>
                  <a:gd name="T20" fmla="*/ 14 w 668"/>
                  <a:gd name="T21" fmla="*/ 427 h 586"/>
                  <a:gd name="T22" fmla="*/ 334 w 668"/>
                  <a:gd name="T23" fmla="*/ 553 h 586"/>
                  <a:gd name="T24" fmla="*/ 147 w 668"/>
                  <a:gd name="T25" fmla="*/ 334 h 586"/>
                  <a:gd name="T26" fmla="*/ 174 w 668"/>
                  <a:gd name="T27" fmla="*/ 221 h 586"/>
                  <a:gd name="T28" fmla="*/ 494 w 668"/>
                  <a:gd name="T29" fmla="*/ 221 h 586"/>
                  <a:gd name="T30" fmla="*/ 522 w 668"/>
                  <a:gd name="T31" fmla="*/ 334 h 586"/>
                  <a:gd name="T32" fmla="*/ 334 w 668"/>
                  <a:gd name="T33" fmla="*/ 553 h 586"/>
                  <a:gd name="T34" fmla="*/ 334 w 668"/>
                  <a:gd name="T35" fmla="*/ 34 h 586"/>
                  <a:gd name="T36" fmla="*/ 635 w 668"/>
                  <a:gd name="T37" fmla="*/ 334 h 586"/>
                  <a:gd name="T38" fmla="*/ 628 w 668"/>
                  <a:gd name="T39" fmla="*/ 394 h 586"/>
                  <a:gd name="T40" fmla="*/ 548 w 668"/>
                  <a:gd name="T41" fmla="*/ 394 h 586"/>
                  <a:gd name="T42" fmla="*/ 555 w 668"/>
                  <a:gd name="T43" fmla="*/ 334 h 586"/>
                  <a:gd name="T44" fmla="*/ 519 w 668"/>
                  <a:gd name="T45" fmla="*/ 196 h 586"/>
                  <a:gd name="T46" fmla="*/ 516 w 668"/>
                  <a:gd name="T47" fmla="*/ 191 h 586"/>
                  <a:gd name="T48" fmla="*/ 516 w 668"/>
                  <a:gd name="T49" fmla="*/ 188 h 586"/>
                  <a:gd name="T50" fmla="*/ 514 w 668"/>
                  <a:gd name="T51" fmla="*/ 188 h 586"/>
                  <a:gd name="T52" fmla="*/ 164 w 668"/>
                  <a:gd name="T53" fmla="*/ 188 h 586"/>
                  <a:gd name="T54" fmla="*/ 154 w 668"/>
                  <a:gd name="T55" fmla="*/ 188 h 586"/>
                  <a:gd name="T56" fmla="*/ 150 w 668"/>
                  <a:gd name="T57" fmla="*/ 196 h 586"/>
                  <a:gd name="T58" fmla="*/ 114 w 668"/>
                  <a:gd name="T59" fmla="*/ 334 h 586"/>
                  <a:gd name="T60" fmla="*/ 120 w 668"/>
                  <a:gd name="T61" fmla="*/ 394 h 586"/>
                  <a:gd name="T62" fmla="*/ 40 w 668"/>
                  <a:gd name="T63" fmla="*/ 394 h 586"/>
                  <a:gd name="T64" fmla="*/ 34 w 668"/>
                  <a:gd name="T65" fmla="*/ 334 h 586"/>
                  <a:gd name="T66" fmla="*/ 334 w 668"/>
                  <a:gd name="T67" fmla="*/ 34 h 5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668" h="586">
                    <a:moveTo>
                      <a:pt x="14" y="427"/>
                    </a:moveTo>
                    <a:cubicBezTo>
                      <a:pt x="129" y="427"/>
                      <a:pt x="129" y="427"/>
                      <a:pt x="129" y="427"/>
                    </a:cubicBezTo>
                    <a:cubicBezTo>
                      <a:pt x="162" y="520"/>
                      <a:pt x="241" y="586"/>
                      <a:pt x="334" y="586"/>
                    </a:cubicBezTo>
                    <a:cubicBezTo>
                      <a:pt x="427" y="586"/>
                      <a:pt x="507" y="520"/>
                      <a:pt x="539" y="427"/>
                    </a:cubicBezTo>
                    <a:cubicBezTo>
                      <a:pt x="655" y="427"/>
                      <a:pt x="655" y="427"/>
                      <a:pt x="655" y="427"/>
                    </a:cubicBezTo>
                    <a:cubicBezTo>
                      <a:pt x="658" y="415"/>
                      <a:pt x="658" y="415"/>
                      <a:pt x="658" y="415"/>
                    </a:cubicBezTo>
                    <a:cubicBezTo>
                      <a:pt x="665" y="387"/>
                      <a:pt x="668" y="360"/>
                      <a:pt x="668" y="334"/>
                    </a:cubicBezTo>
                    <a:cubicBezTo>
                      <a:pt x="668" y="150"/>
                      <a:pt x="518" y="0"/>
                      <a:pt x="334" y="0"/>
                    </a:cubicBezTo>
                    <a:cubicBezTo>
                      <a:pt x="150" y="0"/>
                      <a:pt x="0" y="150"/>
                      <a:pt x="0" y="334"/>
                    </a:cubicBezTo>
                    <a:cubicBezTo>
                      <a:pt x="0" y="360"/>
                      <a:pt x="4" y="387"/>
                      <a:pt x="11" y="415"/>
                    </a:cubicBezTo>
                    <a:lnTo>
                      <a:pt x="14" y="427"/>
                    </a:lnTo>
                    <a:close/>
                    <a:moveTo>
                      <a:pt x="334" y="553"/>
                    </a:moveTo>
                    <a:cubicBezTo>
                      <a:pt x="231" y="553"/>
                      <a:pt x="147" y="455"/>
                      <a:pt x="147" y="334"/>
                    </a:cubicBezTo>
                    <a:cubicBezTo>
                      <a:pt x="147" y="294"/>
                      <a:pt x="156" y="255"/>
                      <a:pt x="174" y="221"/>
                    </a:cubicBezTo>
                    <a:cubicBezTo>
                      <a:pt x="494" y="221"/>
                      <a:pt x="494" y="221"/>
                      <a:pt x="494" y="221"/>
                    </a:cubicBezTo>
                    <a:cubicBezTo>
                      <a:pt x="512" y="255"/>
                      <a:pt x="522" y="294"/>
                      <a:pt x="522" y="334"/>
                    </a:cubicBezTo>
                    <a:cubicBezTo>
                      <a:pt x="522" y="455"/>
                      <a:pt x="438" y="553"/>
                      <a:pt x="334" y="553"/>
                    </a:cubicBezTo>
                    <a:close/>
                    <a:moveTo>
                      <a:pt x="334" y="34"/>
                    </a:moveTo>
                    <a:cubicBezTo>
                      <a:pt x="500" y="34"/>
                      <a:pt x="635" y="168"/>
                      <a:pt x="635" y="334"/>
                    </a:cubicBezTo>
                    <a:cubicBezTo>
                      <a:pt x="635" y="353"/>
                      <a:pt x="633" y="374"/>
                      <a:pt x="628" y="394"/>
                    </a:cubicBezTo>
                    <a:cubicBezTo>
                      <a:pt x="548" y="394"/>
                      <a:pt x="548" y="394"/>
                      <a:pt x="548" y="394"/>
                    </a:cubicBezTo>
                    <a:cubicBezTo>
                      <a:pt x="553" y="375"/>
                      <a:pt x="555" y="355"/>
                      <a:pt x="555" y="334"/>
                    </a:cubicBezTo>
                    <a:cubicBezTo>
                      <a:pt x="555" y="285"/>
                      <a:pt x="543" y="237"/>
                      <a:pt x="519" y="196"/>
                    </a:cubicBezTo>
                    <a:cubicBezTo>
                      <a:pt x="516" y="191"/>
                      <a:pt x="516" y="191"/>
                      <a:pt x="516" y="191"/>
                    </a:cubicBezTo>
                    <a:cubicBezTo>
                      <a:pt x="516" y="188"/>
                      <a:pt x="516" y="188"/>
                      <a:pt x="516" y="188"/>
                    </a:cubicBezTo>
                    <a:cubicBezTo>
                      <a:pt x="514" y="188"/>
                      <a:pt x="514" y="188"/>
                      <a:pt x="514" y="188"/>
                    </a:cubicBezTo>
                    <a:cubicBezTo>
                      <a:pt x="164" y="188"/>
                      <a:pt x="164" y="188"/>
                      <a:pt x="164" y="188"/>
                    </a:cubicBezTo>
                    <a:cubicBezTo>
                      <a:pt x="154" y="188"/>
                      <a:pt x="154" y="188"/>
                      <a:pt x="154" y="188"/>
                    </a:cubicBezTo>
                    <a:cubicBezTo>
                      <a:pt x="150" y="196"/>
                      <a:pt x="150" y="196"/>
                      <a:pt x="150" y="196"/>
                    </a:cubicBezTo>
                    <a:cubicBezTo>
                      <a:pt x="126" y="237"/>
                      <a:pt x="114" y="285"/>
                      <a:pt x="114" y="334"/>
                    </a:cubicBezTo>
                    <a:cubicBezTo>
                      <a:pt x="114" y="355"/>
                      <a:pt x="116" y="375"/>
                      <a:pt x="120" y="394"/>
                    </a:cubicBezTo>
                    <a:cubicBezTo>
                      <a:pt x="40" y="394"/>
                      <a:pt x="40" y="394"/>
                      <a:pt x="40" y="394"/>
                    </a:cubicBezTo>
                    <a:cubicBezTo>
                      <a:pt x="36" y="374"/>
                      <a:pt x="34" y="353"/>
                      <a:pt x="34" y="334"/>
                    </a:cubicBezTo>
                    <a:cubicBezTo>
                      <a:pt x="34" y="168"/>
                      <a:pt x="169" y="34"/>
                      <a:pt x="334" y="34"/>
                    </a:cubicBez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  <p:sp>
            <p:nvSpPr>
              <p:cNvPr id="100" name="Freeform 35"/>
              <p:cNvSpPr>
                <a:spLocks noEditPoints="1"/>
              </p:cNvSpPr>
              <p:nvPr/>
            </p:nvSpPr>
            <p:spPr bwMode="auto">
              <a:xfrm>
                <a:off x="594" y="1429"/>
                <a:ext cx="929" cy="882"/>
              </a:xfrm>
              <a:custGeom>
                <a:avLst/>
                <a:gdLst>
                  <a:gd name="T0" fmla="*/ 594 w 929"/>
                  <a:gd name="T1" fmla="*/ 309 h 882"/>
                  <a:gd name="T2" fmla="*/ 465 w 929"/>
                  <a:gd name="T3" fmla="*/ 0 h 882"/>
                  <a:gd name="T4" fmla="*/ 334 w 929"/>
                  <a:gd name="T5" fmla="*/ 309 h 882"/>
                  <a:gd name="T6" fmla="*/ 0 w 929"/>
                  <a:gd name="T7" fmla="*/ 337 h 882"/>
                  <a:gd name="T8" fmla="*/ 254 w 929"/>
                  <a:gd name="T9" fmla="*/ 556 h 882"/>
                  <a:gd name="T10" fmla="*/ 178 w 929"/>
                  <a:gd name="T11" fmla="*/ 882 h 882"/>
                  <a:gd name="T12" fmla="*/ 465 w 929"/>
                  <a:gd name="T13" fmla="*/ 708 h 882"/>
                  <a:gd name="T14" fmla="*/ 751 w 929"/>
                  <a:gd name="T15" fmla="*/ 882 h 882"/>
                  <a:gd name="T16" fmla="*/ 675 w 929"/>
                  <a:gd name="T17" fmla="*/ 556 h 882"/>
                  <a:gd name="T18" fmla="*/ 929 w 929"/>
                  <a:gd name="T19" fmla="*/ 337 h 882"/>
                  <a:gd name="T20" fmla="*/ 594 w 929"/>
                  <a:gd name="T21" fmla="*/ 309 h 882"/>
                  <a:gd name="T22" fmla="*/ 354 w 929"/>
                  <a:gd name="T23" fmla="*/ 523 h 882"/>
                  <a:gd name="T24" fmla="*/ 221 w 929"/>
                  <a:gd name="T25" fmla="*/ 409 h 882"/>
                  <a:gd name="T26" fmla="*/ 397 w 929"/>
                  <a:gd name="T27" fmla="*/ 395 h 882"/>
                  <a:gd name="T28" fmla="*/ 465 w 929"/>
                  <a:gd name="T29" fmla="*/ 233 h 882"/>
                  <a:gd name="T30" fmla="*/ 532 w 929"/>
                  <a:gd name="T31" fmla="*/ 395 h 882"/>
                  <a:gd name="T32" fmla="*/ 708 w 929"/>
                  <a:gd name="T33" fmla="*/ 409 h 882"/>
                  <a:gd name="T34" fmla="*/ 575 w 929"/>
                  <a:gd name="T35" fmla="*/ 523 h 882"/>
                  <a:gd name="T36" fmla="*/ 614 w 929"/>
                  <a:gd name="T37" fmla="*/ 693 h 882"/>
                  <a:gd name="T38" fmla="*/ 465 w 929"/>
                  <a:gd name="T39" fmla="*/ 603 h 882"/>
                  <a:gd name="T40" fmla="*/ 315 w 929"/>
                  <a:gd name="T41" fmla="*/ 693 h 882"/>
                  <a:gd name="T42" fmla="*/ 354 w 929"/>
                  <a:gd name="T43" fmla="*/ 523 h 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29" h="882">
                    <a:moveTo>
                      <a:pt x="594" y="309"/>
                    </a:moveTo>
                    <a:lnTo>
                      <a:pt x="465" y="0"/>
                    </a:lnTo>
                    <a:lnTo>
                      <a:pt x="334" y="309"/>
                    </a:lnTo>
                    <a:lnTo>
                      <a:pt x="0" y="337"/>
                    </a:lnTo>
                    <a:lnTo>
                      <a:pt x="254" y="556"/>
                    </a:lnTo>
                    <a:lnTo>
                      <a:pt x="178" y="882"/>
                    </a:lnTo>
                    <a:lnTo>
                      <a:pt x="465" y="708"/>
                    </a:lnTo>
                    <a:lnTo>
                      <a:pt x="751" y="882"/>
                    </a:lnTo>
                    <a:lnTo>
                      <a:pt x="675" y="556"/>
                    </a:lnTo>
                    <a:lnTo>
                      <a:pt x="929" y="337"/>
                    </a:lnTo>
                    <a:lnTo>
                      <a:pt x="594" y="309"/>
                    </a:lnTo>
                    <a:close/>
                    <a:moveTo>
                      <a:pt x="354" y="523"/>
                    </a:moveTo>
                    <a:lnTo>
                      <a:pt x="221" y="409"/>
                    </a:lnTo>
                    <a:lnTo>
                      <a:pt x="397" y="395"/>
                    </a:lnTo>
                    <a:lnTo>
                      <a:pt x="465" y="233"/>
                    </a:lnTo>
                    <a:lnTo>
                      <a:pt x="532" y="395"/>
                    </a:lnTo>
                    <a:lnTo>
                      <a:pt x="708" y="409"/>
                    </a:lnTo>
                    <a:lnTo>
                      <a:pt x="575" y="523"/>
                    </a:lnTo>
                    <a:lnTo>
                      <a:pt x="614" y="693"/>
                    </a:lnTo>
                    <a:lnTo>
                      <a:pt x="465" y="603"/>
                    </a:lnTo>
                    <a:lnTo>
                      <a:pt x="315" y="693"/>
                    </a:lnTo>
                    <a:lnTo>
                      <a:pt x="354" y="523"/>
                    </a:ln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</p:grpSp>
        <p:grpSp>
          <p:nvGrpSpPr>
            <p:cNvPr id="84" name="Group 83"/>
            <p:cNvGrpSpPr>
              <a:grpSpLocks noChangeAspect="1"/>
            </p:cNvGrpSpPr>
            <p:nvPr/>
          </p:nvGrpSpPr>
          <p:grpSpPr bwMode="auto">
            <a:xfrm flipH="1">
              <a:off x="2523881" y="1020161"/>
              <a:ext cx="81497" cy="155814"/>
              <a:chOff x="-2" y="2"/>
              <a:chExt cx="1374" cy="2609"/>
            </a:xfrm>
            <a:solidFill>
              <a:schemeClr val="accent1"/>
            </a:solidFill>
          </p:grpSpPr>
          <p:sp>
            <p:nvSpPr>
              <p:cNvPr id="96" name="Oval 5"/>
              <p:cNvSpPr>
                <a:spLocks noChangeArrowheads="1"/>
              </p:cNvSpPr>
              <p:nvPr/>
            </p:nvSpPr>
            <p:spPr bwMode="auto">
              <a:xfrm>
                <a:off x="631" y="2345"/>
                <a:ext cx="108" cy="11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  <p:sp>
            <p:nvSpPr>
              <p:cNvPr id="97" name="Freeform 6"/>
              <p:cNvSpPr>
                <a:spLocks noEditPoints="1"/>
              </p:cNvSpPr>
              <p:nvPr/>
            </p:nvSpPr>
            <p:spPr bwMode="auto">
              <a:xfrm>
                <a:off x="-2" y="2"/>
                <a:ext cx="1374" cy="2609"/>
              </a:xfrm>
              <a:custGeom>
                <a:avLst/>
                <a:gdLst>
                  <a:gd name="T0" fmla="*/ 595 w 671"/>
                  <a:gd name="T1" fmla="*/ 0 h 1275"/>
                  <a:gd name="T2" fmla="*/ 76 w 671"/>
                  <a:gd name="T3" fmla="*/ 0 h 1275"/>
                  <a:gd name="T4" fmla="*/ 0 w 671"/>
                  <a:gd name="T5" fmla="*/ 88 h 1275"/>
                  <a:gd name="T6" fmla="*/ 0 w 671"/>
                  <a:gd name="T7" fmla="*/ 1187 h 1275"/>
                  <a:gd name="T8" fmla="*/ 76 w 671"/>
                  <a:gd name="T9" fmla="*/ 1275 h 1275"/>
                  <a:gd name="T10" fmla="*/ 595 w 671"/>
                  <a:gd name="T11" fmla="*/ 1275 h 1275"/>
                  <a:gd name="T12" fmla="*/ 671 w 671"/>
                  <a:gd name="T13" fmla="*/ 1187 h 1275"/>
                  <a:gd name="T14" fmla="*/ 671 w 671"/>
                  <a:gd name="T15" fmla="*/ 88 h 1275"/>
                  <a:gd name="T16" fmla="*/ 595 w 671"/>
                  <a:gd name="T17" fmla="*/ 0 h 1275"/>
                  <a:gd name="T18" fmla="*/ 76 w 671"/>
                  <a:gd name="T19" fmla="*/ 38 h 1275"/>
                  <a:gd name="T20" fmla="*/ 595 w 671"/>
                  <a:gd name="T21" fmla="*/ 38 h 1275"/>
                  <a:gd name="T22" fmla="*/ 633 w 671"/>
                  <a:gd name="T23" fmla="*/ 88 h 1275"/>
                  <a:gd name="T24" fmla="*/ 633 w 671"/>
                  <a:gd name="T25" fmla="*/ 110 h 1275"/>
                  <a:gd name="T26" fmla="*/ 38 w 671"/>
                  <a:gd name="T27" fmla="*/ 110 h 1275"/>
                  <a:gd name="T28" fmla="*/ 38 w 671"/>
                  <a:gd name="T29" fmla="*/ 88 h 1275"/>
                  <a:gd name="T30" fmla="*/ 76 w 671"/>
                  <a:gd name="T31" fmla="*/ 38 h 1275"/>
                  <a:gd name="T32" fmla="*/ 633 w 671"/>
                  <a:gd name="T33" fmla="*/ 148 h 1275"/>
                  <a:gd name="T34" fmla="*/ 633 w 671"/>
                  <a:gd name="T35" fmla="*/ 1071 h 1275"/>
                  <a:gd name="T36" fmla="*/ 38 w 671"/>
                  <a:gd name="T37" fmla="*/ 1071 h 1275"/>
                  <a:gd name="T38" fmla="*/ 38 w 671"/>
                  <a:gd name="T39" fmla="*/ 148 h 1275"/>
                  <a:gd name="T40" fmla="*/ 633 w 671"/>
                  <a:gd name="T41" fmla="*/ 148 h 1275"/>
                  <a:gd name="T42" fmla="*/ 595 w 671"/>
                  <a:gd name="T43" fmla="*/ 1237 h 1275"/>
                  <a:gd name="T44" fmla="*/ 76 w 671"/>
                  <a:gd name="T45" fmla="*/ 1237 h 1275"/>
                  <a:gd name="T46" fmla="*/ 38 w 671"/>
                  <a:gd name="T47" fmla="*/ 1187 h 1275"/>
                  <a:gd name="T48" fmla="*/ 38 w 671"/>
                  <a:gd name="T49" fmla="*/ 1109 h 1275"/>
                  <a:gd name="T50" fmla="*/ 633 w 671"/>
                  <a:gd name="T51" fmla="*/ 1109 h 1275"/>
                  <a:gd name="T52" fmla="*/ 633 w 671"/>
                  <a:gd name="T53" fmla="*/ 1187 h 1275"/>
                  <a:gd name="T54" fmla="*/ 595 w 671"/>
                  <a:gd name="T55" fmla="*/ 1237 h 1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71" h="1275">
                    <a:moveTo>
                      <a:pt x="595" y="0"/>
                    </a:moveTo>
                    <a:cubicBezTo>
                      <a:pt x="76" y="0"/>
                      <a:pt x="76" y="0"/>
                      <a:pt x="76" y="0"/>
                    </a:cubicBezTo>
                    <a:cubicBezTo>
                      <a:pt x="34" y="0"/>
                      <a:pt x="0" y="40"/>
                      <a:pt x="0" y="88"/>
                    </a:cubicBezTo>
                    <a:cubicBezTo>
                      <a:pt x="0" y="1187"/>
                      <a:pt x="0" y="1187"/>
                      <a:pt x="0" y="1187"/>
                    </a:cubicBezTo>
                    <a:cubicBezTo>
                      <a:pt x="0" y="1236"/>
                      <a:pt x="34" y="1275"/>
                      <a:pt x="76" y="1275"/>
                    </a:cubicBezTo>
                    <a:cubicBezTo>
                      <a:pt x="595" y="1275"/>
                      <a:pt x="595" y="1275"/>
                      <a:pt x="595" y="1275"/>
                    </a:cubicBezTo>
                    <a:cubicBezTo>
                      <a:pt x="637" y="1275"/>
                      <a:pt x="671" y="1236"/>
                      <a:pt x="671" y="1187"/>
                    </a:cubicBezTo>
                    <a:cubicBezTo>
                      <a:pt x="671" y="88"/>
                      <a:pt x="671" y="88"/>
                      <a:pt x="671" y="88"/>
                    </a:cubicBezTo>
                    <a:cubicBezTo>
                      <a:pt x="671" y="40"/>
                      <a:pt x="637" y="0"/>
                      <a:pt x="595" y="0"/>
                    </a:cubicBezTo>
                    <a:close/>
                    <a:moveTo>
                      <a:pt x="76" y="38"/>
                    </a:moveTo>
                    <a:cubicBezTo>
                      <a:pt x="595" y="38"/>
                      <a:pt x="595" y="38"/>
                      <a:pt x="595" y="38"/>
                    </a:cubicBezTo>
                    <a:cubicBezTo>
                      <a:pt x="616" y="38"/>
                      <a:pt x="633" y="61"/>
                      <a:pt x="633" y="88"/>
                    </a:cubicBezTo>
                    <a:cubicBezTo>
                      <a:pt x="633" y="110"/>
                      <a:pt x="633" y="110"/>
                      <a:pt x="633" y="110"/>
                    </a:cubicBezTo>
                    <a:cubicBezTo>
                      <a:pt x="38" y="110"/>
                      <a:pt x="38" y="110"/>
                      <a:pt x="38" y="110"/>
                    </a:cubicBezTo>
                    <a:cubicBezTo>
                      <a:pt x="38" y="88"/>
                      <a:pt x="38" y="88"/>
                      <a:pt x="38" y="88"/>
                    </a:cubicBezTo>
                    <a:cubicBezTo>
                      <a:pt x="38" y="61"/>
                      <a:pt x="56" y="38"/>
                      <a:pt x="76" y="38"/>
                    </a:cubicBezTo>
                    <a:close/>
                    <a:moveTo>
                      <a:pt x="633" y="148"/>
                    </a:moveTo>
                    <a:cubicBezTo>
                      <a:pt x="633" y="1071"/>
                      <a:pt x="633" y="1071"/>
                      <a:pt x="633" y="1071"/>
                    </a:cubicBezTo>
                    <a:cubicBezTo>
                      <a:pt x="38" y="1071"/>
                      <a:pt x="38" y="1071"/>
                      <a:pt x="38" y="1071"/>
                    </a:cubicBezTo>
                    <a:cubicBezTo>
                      <a:pt x="38" y="148"/>
                      <a:pt x="38" y="148"/>
                      <a:pt x="38" y="148"/>
                    </a:cubicBezTo>
                    <a:lnTo>
                      <a:pt x="633" y="148"/>
                    </a:lnTo>
                    <a:close/>
                    <a:moveTo>
                      <a:pt x="595" y="1237"/>
                    </a:moveTo>
                    <a:cubicBezTo>
                      <a:pt x="76" y="1237"/>
                      <a:pt x="76" y="1237"/>
                      <a:pt x="76" y="1237"/>
                    </a:cubicBezTo>
                    <a:cubicBezTo>
                      <a:pt x="56" y="1237"/>
                      <a:pt x="38" y="1214"/>
                      <a:pt x="38" y="1187"/>
                    </a:cubicBezTo>
                    <a:cubicBezTo>
                      <a:pt x="38" y="1109"/>
                      <a:pt x="38" y="1109"/>
                      <a:pt x="38" y="1109"/>
                    </a:cubicBezTo>
                    <a:cubicBezTo>
                      <a:pt x="633" y="1109"/>
                      <a:pt x="633" y="1109"/>
                      <a:pt x="633" y="1109"/>
                    </a:cubicBezTo>
                    <a:cubicBezTo>
                      <a:pt x="633" y="1187"/>
                      <a:pt x="633" y="1187"/>
                      <a:pt x="633" y="1187"/>
                    </a:cubicBezTo>
                    <a:cubicBezTo>
                      <a:pt x="633" y="1214"/>
                      <a:pt x="616" y="1237"/>
                      <a:pt x="595" y="1237"/>
                    </a:cubicBez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 dirty="0"/>
              </a:p>
            </p:txBody>
          </p:sp>
        </p:grpSp>
        <p:sp>
          <p:nvSpPr>
            <p:cNvPr id="85" name="Freeform 10"/>
            <p:cNvSpPr>
              <a:spLocks noEditPoints="1"/>
            </p:cNvSpPr>
            <p:nvPr/>
          </p:nvSpPr>
          <p:spPr bwMode="auto">
            <a:xfrm>
              <a:off x="2581916" y="1132065"/>
              <a:ext cx="160813" cy="155814"/>
            </a:xfrm>
            <a:custGeom>
              <a:avLst/>
              <a:gdLst>
                <a:gd name="T0" fmla="*/ 1114 w 1242"/>
                <a:gd name="T1" fmla="*/ 496 h 1228"/>
                <a:gd name="T2" fmla="*/ 984 w 1242"/>
                <a:gd name="T3" fmla="*/ 541 h 1228"/>
                <a:gd name="T4" fmla="*/ 1010 w 1242"/>
                <a:gd name="T5" fmla="*/ 263 h 1228"/>
                <a:gd name="T6" fmla="*/ 786 w 1242"/>
                <a:gd name="T7" fmla="*/ 16 h 1228"/>
                <a:gd name="T8" fmla="*/ 582 w 1242"/>
                <a:gd name="T9" fmla="*/ 326 h 1228"/>
                <a:gd name="T10" fmla="*/ 72 w 1242"/>
                <a:gd name="T11" fmla="*/ 616 h 1228"/>
                <a:gd name="T12" fmla="*/ 187 w 1242"/>
                <a:gd name="T13" fmla="*/ 1202 h 1228"/>
                <a:gd name="T14" fmla="*/ 477 w 1242"/>
                <a:gd name="T15" fmla="*/ 1181 h 1228"/>
                <a:gd name="T16" fmla="*/ 765 w 1242"/>
                <a:gd name="T17" fmla="*/ 570 h 1228"/>
                <a:gd name="T18" fmla="*/ 715 w 1242"/>
                <a:gd name="T19" fmla="*/ 124 h 1228"/>
                <a:gd name="T20" fmla="*/ 909 w 1242"/>
                <a:gd name="T21" fmla="*/ 54 h 1228"/>
                <a:gd name="T22" fmla="*/ 908 w 1242"/>
                <a:gd name="T23" fmla="*/ 398 h 1228"/>
                <a:gd name="T24" fmla="*/ 973 w 1242"/>
                <a:gd name="T25" fmla="*/ 574 h 1228"/>
                <a:gd name="T26" fmla="*/ 1242 w 1242"/>
                <a:gd name="T27" fmla="*/ 308 h 1228"/>
                <a:gd name="T28" fmla="*/ 326 w 1242"/>
                <a:gd name="T29" fmla="*/ 385 h 1228"/>
                <a:gd name="T30" fmla="*/ 567 w 1242"/>
                <a:gd name="T31" fmla="*/ 358 h 1228"/>
                <a:gd name="T32" fmla="*/ 494 w 1242"/>
                <a:gd name="T33" fmla="*/ 433 h 1228"/>
                <a:gd name="T34" fmla="*/ 457 w 1242"/>
                <a:gd name="T35" fmla="*/ 590 h 1228"/>
                <a:gd name="T36" fmla="*/ 163 w 1242"/>
                <a:gd name="T37" fmla="*/ 531 h 1228"/>
                <a:gd name="T38" fmla="*/ 552 w 1242"/>
                <a:gd name="T39" fmla="*/ 482 h 1228"/>
                <a:gd name="T40" fmla="*/ 507 w 1242"/>
                <a:gd name="T41" fmla="*/ 568 h 1228"/>
                <a:gd name="T42" fmla="*/ 552 w 1242"/>
                <a:gd name="T43" fmla="*/ 482 h 1228"/>
                <a:gd name="T44" fmla="*/ 512 w 1242"/>
                <a:gd name="T45" fmla="*/ 463 h 1228"/>
                <a:gd name="T46" fmla="*/ 475 w 1242"/>
                <a:gd name="T47" fmla="*/ 553 h 1228"/>
                <a:gd name="T48" fmla="*/ 460 w 1242"/>
                <a:gd name="T49" fmla="*/ 1150 h 1228"/>
                <a:gd name="T50" fmla="*/ 55 w 1242"/>
                <a:gd name="T51" fmla="*/ 959 h 1228"/>
                <a:gd name="T52" fmla="*/ 143 w 1242"/>
                <a:gd name="T53" fmla="*/ 560 h 1228"/>
                <a:gd name="T54" fmla="*/ 682 w 1242"/>
                <a:gd name="T55" fmla="*/ 904 h 1228"/>
                <a:gd name="T56" fmla="*/ 731 w 1242"/>
                <a:gd name="T57" fmla="*/ 576 h 1228"/>
                <a:gd name="T58" fmla="*/ 458 w 1242"/>
                <a:gd name="T59" fmla="*/ 670 h 1228"/>
                <a:gd name="T60" fmla="*/ 495 w 1242"/>
                <a:gd name="T61" fmla="*/ 605 h 1228"/>
                <a:gd name="T62" fmla="*/ 587 w 1242"/>
                <a:gd name="T63" fmla="*/ 477 h 1228"/>
                <a:gd name="T64" fmla="*/ 599 w 1242"/>
                <a:gd name="T65" fmla="*/ 373 h 1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42" h="1228">
                  <a:moveTo>
                    <a:pt x="1210" y="293"/>
                  </a:moveTo>
                  <a:cubicBezTo>
                    <a:pt x="1114" y="496"/>
                    <a:pt x="1114" y="496"/>
                    <a:pt x="1114" y="496"/>
                  </a:cubicBezTo>
                  <a:cubicBezTo>
                    <a:pt x="1110" y="505"/>
                    <a:pt x="1070" y="582"/>
                    <a:pt x="988" y="543"/>
                  </a:cubicBezTo>
                  <a:cubicBezTo>
                    <a:pt x="984" y="541"/>
                    <a:pt x="984" y="541"/>
                    <a:pt x="984" y="541"/>
                  </a:cubicBezTo>
                  <a:cubicBezTo>
                    <a:pt x="901" y="502"/>
                    <a:pt x="935" y="422"/>
                    <a:pt x="939" y="413"/>
                  </a:cubicBezTo>
                  <a:cubicBezTo>
                    <a:pt x="1010" y="263"/>
                    <a:pt x="1010" y="263"/>
                    <a:pt x="1010" y="263"/>
                  </a:cubicBezTo>
                  <a:cubicBezTo>
                    <a:pt x="1053" y="173"/>
                    <a:pt x="1014" y="65"/>
                    <a:pt x="924" y="23"/>
                  </a:cubicBezTo>
                  <a:cubicBezTo>
                    <a:pt x="881" y="2"/>
                    <a:pt x="832" y="0"/>
                    <a:pt x="786" y="16"/>
                  </a:cubicBezTo>
                  <a:cubicBezTo>
                    <a:pt x="741" y="32"/>
                    <a:pt x="704" y="65"/>
                    <a:pt x="684" y="109"/>
                  </a:cubicBezTo>
                  <a:cubicBezTo>
                    <a:pt x="582" y="326"/>
                    <a:pt x="582" y="326"/>
                    <a:pt x="582" y="326"/>
                  </a:cubicBezTo>
                  <a:cubicBezTo>
                    <a:pt x="499" y="293"/>
                    <a:pt x="403" y="303"/>
                    <a:pt x="309" y="354"/>
                  </a:cubicBezTo>
                  <a:cubicBezTo>
                    <a:pt x="211" y="408"/>
                    <a:pt x="127" y="501"/>
                    <a:pt x="72" y="616"/>
                  </a:cubicBezTo>
                  <a:cubicBezTo>
                    <a:pt x="18" y="731"/>
                    <a:pt x="0" y="855"/>
                    <a:pt x="20" y="965"/>
                  </a:cubicBezTo>
                  <a:cubicBezTo>
                    <a:pt x="42" y="1077"/>
                    <a:pt x="101" y="1161"/>
                    <a:pt x="187" y="1202"/>
                  </a:cubicBezTo>
                  <a:cubicBezTo>
                    <a:pt x="224" y="1220"/>
                    <a:pt x="264" y="1228"/>
                    <a:pt x="305" y="1228"/>
                  </a:cubicBezTo>
                  <a:cubicBezTo>
                    <a:pt x="361" y="1228"/>
                    <a:pt x="419" y="1212"/>
                    <a:pt x="477" y="1181"/>
                  </a:cubicBezTo>
                  <a:cubicBezTo>
                    <a:pt x="575" y="1127"/>
                    <a:pt x="659" y="1034"/>
                    <a:pt x="713" y="919"/>
                  </a:cubicBezTo>
                  <a:cubicBezTo>
                    <a:pt x="768" y="804"/>
                    <a:pt x="786" y="680"/>
                    <a:pt x="765" y="570"/>
                  </a:cubicBezTo>
                  <a:cubicBezTo>
                    <a:pt x="745" y="465"/>
                    <a:pt x="692" y="384"/>
                    <a:pt x="614" y="341"/>
                  </a:cubicBezTo>
                  <a:cubicBezTo>
                    <a:pt x="715" y="124"/>
                    <a:pt x="715" y="124"/>
                    <a:pt x="715" y="124"/>
                  </a:cubicBezTo>
                  <a:cubicBezTo>
                    <a:pt x="732" y="88"/>
                    <a:pt x="761" y="62"/>
                    <a:pt x="798" y="49"/>
                  </a:cubicBezTo>
                  <a:cubicBezTo>
                    <a:pt x="835" y="36"/>
                    <a:pt x="874" y="38"/>
                    <a:pt x="909" y="54"/>
                  </a:cubicBezTo>
                  <a:cubicBezTo>
                    <a:pt x="982" y="88"/>
                    <a:pt x="1013" y="175"/>
                    <a:pt x="979" y="248"/>
                  </a:cubicBezTo>
                  <a:cubicBezTo>
                    <a:pt x="908" y="398"/>
                    <a:pt x="908" y="398"/>
                    <a:pt x="908" y="398"/>
                  </a:cubicBezTo>
                  <a:cubicBezTo>
                    <a:pt x="888" y="439"/>
                    <a:pt x="876" y="529"/>
                    <a:pt x="969" y="572"/>
                  </a:cubicBezTo>
                  <a:cubicBezTo>
                    <a:pt x="973" y="574"/>
                    <a:pt x="973" y="574"/>
                    <a:pt x="973" y="574"/>
                  </a:cubicBezTo>
                  <a:cubicBezTo>
                    <a:pt x="1065" y="618"/>
                    <a:pt x="1127" y="552"/>
                    <a:pt x="1146" y="511"/>
                  </a:cubicBezTo>
                  <a:cubicBezTo>
                    <a:pt x="1242" y="308"/>
                    <a:pt x="1242" y="308"/>
                    <a:pt x="1242" y="308"/>
                  </a:cubicBezTo>
                  <a:lnTo>
                    <a:pt x="1210" y="293"/>
                  </a:lnTo>
                  <a:close/>
                  <a:moveTo>
                    <a:pt x="326" y="385"/>
                  </a:moveTo>
                  <a:cubicBezTo>
                    <a:pt x="378" y="356"/>
                    <a:pt x="431" y="342"/>
                    <a:pt x="481" y="342"/>
                  </a:cubicBezTo>
                  <a:cubicBezTo>
                    <a:pt x="511" y="342"/>
                    <a:pt x="540" y="347"/>
                    <a:pt x="567" y="358"/>
                  </a:cubicBezTo>
                  <a:cubicBezTo>
                    <a:pt x="536" y="423"/>
                    <a:pt x="536" y="423"/>
                    <a:pt x="536" y="423"/>
                  </a:cubicBezTo>
                  <a:cubicBezTo>
                    <a:pt x="523" y="421"/>
                    <a:pt x="508" y="425"/>
                    <a:pt x="494" y="433"/>
                  </a:cubicBezTo>
                  <a:cubicBezTo>
                    <a:pt x="476" y="444"/>
                    <a:pt x="460" y="462"/>
                    <a:pt x="450" y="484"/>
                  </a:cubicBezTo>
                  <a:cubicBezTo>
                    <a:pt x="431" y="525"/>
                    <a:pt x="435" y="568"/>
                    <a:pt x="457" y="590"/>
                  </a:cubicBezTo>
                  <a:cubicBezTo>
                    <a:pt x="426" y="655"/>
                    <a:pt x="426" y="655"/>
                    <a:pt x="426" y="655"/>
                  </a:cubicBezTo>
                  <a:cubicBezTo>
                    <a:pt x="163" y="531"/>
                    <a:pt x="163" y="531"/>
                    <a:pt x="163" y="531"/>
                  </a:cubicBezTo>
                  <a:cubicBezTo>
                    <a:pt x="209" y="469"/>
                    <a:pt x="264" y="419"/>
                    <a:pt x="326" y="385"/>
                  </a:cubicBezTo>
                  <a:close/>
                  <a:moveTo>
                    <a:pt x="552" y="482"/>
                  </a:moveTo>
                  <a:cubicBezTo>
                    <a:pt x="554" y="496"/>
                    <a:pt x="551" y="513"/>
                    <a:pt x="544" y="528"/>
                  </a:cubicBezTo>
                  <a:cubicBezTo>
                    <a:pt x="534" y="549"/>
                    <a:pt x="520" y="562"/>
                    <a:pt x="507" y="568"/>
                  </a:cubicBezTo>
                  <a:cubicBezTo>
                    <a:pt x="551" y="475"/>
                    <a:pt x="551" y="475"/>
                    <a:pt x="551" y="475"/>
                  </a:cubicBezTo>
                  <a:cubicBezTo>
                    <a:pt x="551" y="477"/>
                    <a:pt x="552" y="480"/>
                    <a:pt x="552" y="482"/>
                  </a:cubicBezTo>
                  <a:close/>
                  <a:moveTo>
                    <a:pt x="482" y="499"/>
                  </a:moveTo>
                  <a:cubicBezTo>
                    <a:pt x="489" y="483"/>
                    <a:pt x="500" y="470"/>
                    <a:pt x="512" y="463"/>
                  </a:cubicBezTo>
                  <a:cubicBezTo>
                    <a:pt x="514" y="462"/>
                    <a:pt x="516" y="461"/>
                    <a:pt x="519" y="460"/>
                  </a:cubicBezTo>
                  <a:cubicBezTo>
                    <a:pt x="475" y="553"/>
                    <a:pt x="475" y="553"/>
                    <a:pt x="475" y="553"/>
                  </a:cubicBezTo>
                  <a:cubicBezTo>
                    <a:pt x="471" y="539"/>
                    <a:pt x="472" y="520"/>
                    <a:pt x="482" y="499"/>
                  </a:cubicBezTo>
                  <a:close/>
                  <a:moveTo>
                    <a:pt x="460" y="1150"/>
                  </a:moveTo>
                  <a:cubicBezTo>
                    <a:pt x="370" y="1199"/>
                    <a:pt x="279" y="1207"/>
                    <a:pt x="202" y="1171"/>
                  </a:cubicBezTo>
                  <a:cubicBezTo>
                    <a:pt x="126" y="1135"/>
                    <a:pt x="74" y="1059"/>
                    <a:pt x="55" y="959"/>
                  </a:cubicBezTo>
                  <a:cubicBezTo>
                    <a:pt x="35" y="856"/>
                    <a:pt x="53" y="740"/>
                    <a:pt x="104" y="631"/>
                  </a:cubicBezTo>
                  <a:cubicBezTo>
                    <a:pt x="116" y="606"/>
                    <a:pt x="129" y="583"/>
                    <a:pt x="143" y="560"/>
                  </a:cubicBezTo>
                  <a:cubicBezTo>
                    <a:pt x="711" y="829"/>
                    <a:pt x="711" y="829"/>
                    <a:pt x="711" y="829"/>
                  </a:cubicBezTo>
                  <a:cubicBezTo>
                    <a:pt x="703" y="854"/>
                    <a:pt x="693" y="879"/>
                    <a:pt x="682" y="904"/>
                  </a:cubicBezTo>
                  <a:cubicBezTo>
                    <a:pt x="630" y="1013"/>
                    <a:pt x="552" y="1100"/>
                    <a:pt x="460" y="1150"/>
                  </a:cubicBezTo>
                  <a:close/>
                  <a:moveTo>
                    <a:pt x="731" y="576"/>
                  </a:moveTo>
                  <a:cubicBezTo>
                    <a:pt x="744" y="645"/>
                    <a:pt x="740" y="720"/>
                    <a:pt x="721" y="795"/>
                  </a:cubicBezTo>
                  <a:cubicBezTo>
                    <a:pt x="458" y="670"/>
                    <a:pt x="458" y="670"/>
                    <a:pt x="458" y="670"/>
                  </a:cubicBezTo>
                  <a:cubicBezTo>
                    <a:pt x="489" y="605"/>
                    <a:pt x="489" y="605"/>
                    <a:pt x="489" y="605"/>
                  </a:cubicBezTo>
                  <a:cubicBezTo>
                    <a:pt x="491" y="605"/>
                    <a:pt x="493" y="605"/>
                    <a:pt x="495" y="605"/>
                  </a:cubicBezTo>
                  <a:cubicBezTo>
                    <a:pt x="525" y="605"/>
                    <a:pt x="558" y="582"/>
                    <a:pt x="576" y="543"/>
                  </a:cubicBezTo>
                  <a:cubicBezTo>
                    <a:pt x="586" y="522"/>
                    <a:pt x="590" y="498"/>
                    <a:pt x="587" y="477"/>
                  </a:cubicBezTo>
                  <a:cubicBezTo>
                    <a:pt x="584" y="461"/>
                    <a:pt x="578" y="447"/>
                    <a:pt x="568" y="438"/>
                  </a:cubicBezTo>
                  <a:cubicBezTo>
                    <a:pt x="599" y="373"/>
                    <a:pt x="599" y="373"/>
                    <a:pt x="599" y="373"/>
                  </a:cubicBezTo>
                  <a:cubicBezTo>
                    <a:pt x="667" y="411"/>
                    <a:pt x="713" y="483"/>
                    <a:pt x="731" y="576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grpSp>
          <p:nvGrpSpPr>
            <p:cNvPr id="86" name="Group 85"/>
            <p:cNvGrpSpPr/>
            <p:nvPr/>
          </p:nvGrpSpPr>
          <p:grpSpPr>
            <a:xfrm>
              <a:off x="4324705" y="3122771"/>
              <a:ext cx="155430" cy="137444"/>
              <a:chOff x="1815521" y="3114036"/>
              <a:chExt cx="133443" cy="173262"/>
            </a:xfrm>
          </p:grpSpPr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BCC0485F-ADFD-4DD7-AEEE-8A08B92329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5521" y="3114036"/>
                <a:ext cx="133443" cy="2626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BCC0485F-ADFD-4DD7-AEEE-8A08B92329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5521" y="3284672"/>
                <a:ext cx="133443" cy="2626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cxnSp>
        </p:grpSp>
        <p:grpSp>
          <p:nvGrpSpPr>
            <p:cNvPr id="87" name="Group 86"/>
            <p:cNvGrpSpPr/>
            <p:nvPr/>
          </p:nvGrpSpPr>
          <p:grpSpPr>
            <a:xfrm>
              <a:off x="4324705" y="2440342"/>
              <a:ext cx="155430" cy="137444"/>
              <a:chOff x="1815521" y="3114036"/>
              <a:chExt cx="133443" cy="173262"/>
            </a:xfrm>
          </p:grpSpPr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BCC0485F-ADFD-4DD7-AEEE-8A08B92329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5521" y="3114036"/>
                <a:ext cx="133443" cy="2626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BCC0485F-ADFD-4DD7-AEEE-8A08B92329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5521" y="3284672"/>
                <a:ext cx="133443" cy="2626"/>
              </a:xfrm>
              <a:prstGeom prst="straightConnector1">
                <a:avLst/>
              </a:prstGeom>
              <a:ln w="6350"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cxnSp>
        </p:grpSp>
        <p:sp>
          <p:nvSpPr>
            <p:cNvPr id="88" name="Rounded Rectangle 19">
              <a:extLst>
                <a:ext uri="{FF2B5EF4-FFF2-40B4-BE49-F238E27FC236}">
                  <a16:creationId xmlns:a16="http://schemas.microsoft.com/office/drawing/2014/main" id="{CD174415-3D2B-4BB3-8D4A-E4680BAB085A}"/>
                </a:ext>
              </a:extLst>
            </p:cNvPr>
            <p:cNvSpPr/>
            <p:nvPr/>
          </p:nvSpPr>
          <p:spPr>
            <a:xfrm>
              <a:off x="2010695" y="1315902"/>
              <a:ext cx="4658563" cy="402834"/>
            </a:xfrm>
            <a:prstGeom prst="round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 anchorCtr="0">
              <a:noAutofit/>
            </a:bodyPr>
            <a:lstStyle/>
            <a:p>
              <a:pPr algn="ctr" defTabSz="309548"/>
              <a:endParaRPr lang="en-US" sz="90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9" name="Rounded Rectangle 19">
              <a:extLst>
                <a:ext uri="{FF2B5EF4-FFF2-40B4-BE49-F238E27FC236}">
                  <a16:creationId xmlns:a16="http://schemas.microsoft.com/office/drawing/2014/main" id="{CD174415-3D2B-4BB3-8D4A-E4680BAB085A}"/>
                </a:ext>
              </a:extLst>
            </p:cNvPr>
            <p:cNvSpPr/>
            <p:nvPr/>
          </p:nvSpPr>
          <p:spPr>
            <a:xfrm>
              <a:off x="4480135" y="1379448"/>
              <a:ext cx="2133155" cy="285616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825" b="1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Temenos UXP &amp; CMS</a:t>
              </a:r>
            </a:p>
            <a:p>
              <a:pPr algn="ctr" defTabSz="464344">
                <a:defRPr/>
              </a:pPr>
              <a:r>
                <a:rPr lang="en-US" sz="825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User Agents (Bank Staff &amp; Customers)</a:t>
              </a:r>
            </a:p>
          </p:txBody>
        </p:sp>
        <p:sp>
          <p:nvSpPr>
            <p:cNvPr id="90" name="Rounded Rectangle 19">
              <a:extLst>
                <a:ext uri="{FF2B5EF4-FFF2-40B4-BE49-F238E27FC236}">
                  <a16:creationId xmlns:a16="http://schemas.microsoft.com/office/drawing/2014/main" id="{CD174415-3D2B-4BB3-8D4A-E4680BAB085A}"/>
                </a:ext>
              </a:extLst>
            </p:cNvPr>
            <p:cNvSpPr/>
            <p:nvPr/>
          </p:nvSpPr>
          <p:spPr>
            <a:xfrm>
              <a:off x="1997288" y="1348768"/>
              <a:ext cx="2569033" cy="29307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825" b="1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Journey Manager</a:t>
              </a:r>
              <a:br>
                <a:rPr lang="en-US" sz="825" b="1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</a:br>
              <a:r>
                <a:rPr lang="en-US" sz="825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User Journeys (New-to-Bank &amp; Existing Customers)</a:t>
              </a:r>
              <a:endParaRPr lang="en-US" sz="825" b="1" kern="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1" name="Rounded Rectangle 19">
              <a:extLst>
                <a:ext uri="{FF2B5EF4-FFF2-40B4-BE49-F238E27FC236}">
                  <a16:creationId xmlns:a16="http://schemas.microsoft.com/office/drawing/2014/main" id="{CD174415-3D2B-4BB3-8D4A-E4680BAB085A}"/>
                </a:ext>
              </a:extLst>
            </p:cNvPr>
            <p:cNvSpPr/>
            <p:nvPr/>
          </p:nvSpPr>
          <p:spPr>
            <a:xfrm>
              <a:off x="4502654" y="3519108"/>
              <a:ext cx="688849" cy="203307"/>
            </a:xfrm>
            <a:prstGeom prst="round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28575" tIns="28575" rIns="28575" bIns="28575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64344">
                <a:defRPr/>
              </a:pPr>
              <a:r>
                <a:rPr lang="en-US" sz="825" b="1" kern="0" dirty="0">
                  <a:solidFill>
                    <a:schemeClr val="accent1">
                      <a:lumMod val="75000"/>
                    </a:schemeClr>
                  </a:solidFill>
                  <a:cs typeface="Arial" panose="020B0604020202020204" pitchFamily="34" charset="0"/>
                </a:rPr>
                <a:t>Decisioning Rules</a:t>
              </a:r>
            </a:p>
          </p:txBody>
        </p:sp>
      </p:grpSp>
      <p:sp>
        <p:nvSpPr>
          <p:cNvPr id="129" name="Rounded Rectangle 62">
            <a:extLst>
              <a:ext uri="{FF2B5EF4-FFF2-40B4-BE49-F238E27FC236}">
                <a16:creationId xmlns:a16="http://schemas.microsoft.com/office/drawing/2014/main" id="{CC117354-5652-41D3-8674-23273877C0D2}"/>
              </a:ext>
            </a:extLst>
          </p:cNvPr>
          <p:cNvSpPr/>
          <p:nvPr/>
        </p:nvSpPr>
        <p:spPr>
          <a:xfrm>
            <a:off x="291210" y="917357"/>
            <a:ext cx="1748471" cy="1025694"/>
          </a:xfrm>
          <a:prstGeom prst="roundRect">
            <a:avLst>
              <a:gd name="adj" fmla="val 13281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108000" rIns="0" bIns="0" numCol="1" spcCol="38100" rtlCol="0" anchor="ctr" anchorCtr="1">
            <a:noAutofit/>
          </a:bodyPr>
          <a:lstStyle/>
          <a:p>
            <a:pPr defTabSz="619109">
              <a:defRPr/>
            </a:pPr>
            <a:r>
              <a:rPr lang="en-GB" sz="1050" b="1" dirty="0" smtClean="0">
                <a:solidFill>
                  <a:schemeClr val="tx2"/>
                </a:solidFill>
                <a:latin typeface="+mj-lt"/>
              </a:rPr>
              <a:t>Temenos</a:t>
            </a:r>
            <a:r>
              <a:rPr lang="en-GB" sz="1050" b="1" dirty="0">
                <a:solidFill>
                  <a:schemeClr val="tx2"/>
                </a:solidFill>
                <a:latin typeface="+mj-lt"/>
              </a:rPr>
              <a:t> </a:t>
            </a:r>
            <a:r>
              <a:rPr lang="en-GB" sz="1050" b="1" dirty="0" smtClean="0">
                <a:solidFill>
                  <a:schemeClr val="tx2"/>
                </a:solidFill>
                <a:latin typeface="+mj-lt"/>
              </a:rPr>
              <a:t>Infinity:</a:t>
            </a:r>
          </a:p>
          <a:p>
            <a:pPr defTabSz="619109">
              <a:defRPr/>
            </a:pPr>
            <a:r>
              <a:rPr lang="en-GB" sz="1050" dirty="0" smtClean="0">
                <a:solidFill>
                  <a:schemeClr val="tx2"/>
                </a:solidFill>
                <a:latin typeface="+mj-lt"/>
              </a:rPr>
              <a:t>Lead partner for staged implementation of all client facing online and mobile services, branch access, API Integration to Mulesoft </a:t>
            </a:r>
          </a:p>
          <a:p>
            <a:pPr defTabSz="619109">
              <a:defRPr/>
            </a:pPr>
            <a:endParaRPr lang="en-GB" sz="105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1" name="Rounded Rectangle 62">
            <a:extLst>
              <a:ext uri="{FF2B5EF4-FFF2-40B4-BE49-F238E27FC236}">
                <a16:creationId xmlns:a16="http://schemas.microsoft.com/office/drawing/2014/main" id="{CC117354-5652-41D3-8674-23273877C0D2}"/>
              </a:ext>
            </a:extLst>
          </p:cNvPr>
          <p:cNvSpPr/>
          <p:nvPr/>
        </p:nvSpPr>
        <p:spPr>
          <a:xfrm>
            <a:off x="274083" y="2110187"/>
            <a:ext cx="1748471" cy="1292655"/>
          </a:xfrm>
          <a:prstGeom prst="roundRect">
            <a:avLst>
              <a:gd name="adj" fmla="val 13281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108000" rIns="0" bIns="0" numCol="1" spcCol="38100" rtlCol="0" anchor="ctr" anchorCtr="1">
            <a:noAutofit/>
          </a:bodyPr>
          <a:lstStyle/>
          <a:p>
            <a:pPr defTabSz="619109">
              <a:defRPr/>
            </a:pPr>
            <a:r>
              <a:rPr lang="en-GB" sz="1050" b="1" dirty="0" smtClean="0">
                <a:solidFill>
                  <a:schemeClr val="tx2"/>
                </a:solidFill>
                <a:latin typeface="+mj-lt"/>
              </a:rPr>
              <a:t>Bits &amp; Glass:</a:t>
            </a:r>
          </a:p>
          <a:p>
            <a:pPr defTabSz="619109">
              <a:defRPr/>
            </a:pPr>
            <a:r>
              <a:rPr lang="en-GB" sz="1050" dirty="0" smtClean="0">
                <a:solidFill>
                  <a:schemeClr val="tx2"/>
                </a:solidFill>
                <a:latin typeface="+mj-lt"/>
              </a:rPr>
              <a:t>Will lead develop and testing for Mulesoft API services, integrating  to Infinity, T24, Payment systems, Wave, Thirdstream &amp; 3</a:t>
            </a:r>
            <a:r>
              <a:rPr lang="en-GB" sz="1050" baseline="30000" dirty="0" smtClean="0">
                <a:solidFill>
                  <a:schemeClr val="tx2"/>
                </a:solidFill>
                <a:latin typeface="+mj-lt"/>
              </a:rPr>
              <a:t>rd</a:t>
            </a:r>
            <a:r>
              <a:rPr lang="en-GB" sz="1050" dirty="0" smtClean="0">
                <a:solidFill>
                  <a:schemeClr val="tx2"/>
                </a:solidFill>
                <a:latin typeface="+mj-lt"/>
              </a:rPr>
              <a:t> party partners </a:t>
            </a:r>
          </a:p>
          <a:p>
            <a:pPr defTabSz="619109">
              <a:defRPr/>
            </a:pPr>
            <a:endParaRPr lang="en-GB" sz="105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2" name="Rounded Rectangle 62">
            <a:extLst>
              <a:ext uri="{FF2B5EF4-FFF2-40B4-BE49-F238E27FC236}">
                <a16:creationId xmlns:a16="http://schemas.microsoft.com/office/drawing/2014/main" id="{CC117354-5652-41D3-8674-23273877C0D2}"/>
              </a:ext>
            </a:extLst>
          </p:cNvPr>
          <p:cNvSpPr/>
          <p:nvPr/>
        </p:nvSpPr>
        <p:spPr>
          <a:xfrm>
            <a:off x="291210" y="3550103"/>
            <a:ext cx="1748471" cy="993512"/>
          </a:xfrm>
          <a:prstGeom prst="roundRect">
            <a:avLst>
              <a:gd name="adj" fmla="val 13281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 anchorCtr="1">
            <a:noAutofit/>
          </a:bodyPr>
          <a:lstStyle/>
          <a:p>
            <a:pPr defTabSz="619109">
              <a:defRPr/>
            </a:pPr>
            <a:r>
              <a:rPr lang="en-GB" sz="1050" b="1" dirty="0" smtClean="0">
                <a:solidFill>
                  <a:schemeClr val="tx2"/>
                </a:solidFill>
                <a:latin typeface="+mj-lt"/>
              </a:rPr>
              <a:t>Thirdstream</a:t>
            </a:r>
          </a:p>
          <a:p>
            <a:pPr defTabSz="619109">
              <a:defRPr/>
            </a:pPr>
            <a:r>
              <a:rPr lang="en-GB" sz="1050" dirty="0" smtClean="0">
                <a:solidFill>
                  <a:schemeClr val="tx2"/>
                </a:solidFill>
                <a:latin typeface="+mj-lt"/>
              </a:rPr>
              <a:t>Responsible to provide services that will complete  non face to face validation for both personal and business customers</a:t>
            </a:r>
            <a:endParaRPr lang="en-GB" sz="105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37" name="Straight Connector 136"/>
          <p:cNvCxnSpPr/>
          <p:nvPr/>
        </p:nvCxnSpPr>
        <p:spPr>
          <a:xfrm>
            <a:off x="2237873" y="872796"/>
            <a:ext cx="0" cy="37674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977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340281" y="50082"/>
            <a:ext cx="7451725" cy="35877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Digital </a:t>
            </a:r>
            <a:r>
              <a:rPr lang="en-US" dirty="0"/>
              <a:t>/ Technology Roadmap</a:t>
            </a:r>
            <a:endParaRPr lang="en-CA" dirty="0"/>
          </a:p>
        </p:txBody>
      </p:sp>
      <p:sp>
        <p:nvSpPr>
          <p:cNvPr id="5" name="Rounded Rectangle 4"/>
          <p:cNvSpPr/>
          <p:nvPr/>
        </p:nvSpPr>
        <p:spPr>
          <a:xfrm>
            <a:off x="7465312" y="120175"/>
            <a:ext cx="1146674" cy="286603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990" b="1" i="1" dirty="0">
                <a:solidFill>
                  <a:srgbClr val="FFFFFF"/>
                </a:solidFill>
                <a:latin typeface="Calibri"/>
              </a:rPr>
              <a:t>Draft in Progress</a:t>
            </a:r>
            <a:endParaRPr lang="en-CA" sz="990" b="1" i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54350" y="1027302"/>
            <a:ext cx="986733" cy="1120214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080" b="1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New Digital Capabilities</a:t>
            </a:r>
            <a:endParaRPr lang="en-CA" sz="1080" b="1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2301" y="2265106"/>
            <a:ext cx="986733" cy="910982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2400" rIns="32400" rtlCol="0" anchor="ctr"/>
          <a:lstStyle/>
          <a:p>
            <a:pPr algn="ctr">
              <a:defRPr/>
            </a:pPr>
            <a:r>
              <a:rPr lang="en-US" sz="1080" b="1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Branch Channel Improvements</a:t>
            </a:r>
            <a:endParaRPr lang="en-CA" sz="1080" b="1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30546" y="3285822"/>
            <a:ext cx="986733" cy="910982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32400" rIns="32400" rtlCol="0" anchor="ctr"/>
          <a:lstStyle/>
          <a:p>
            <a:pPr algn="ctr">
              <a:defRPr/>
            </a:pPr>
            <a:r>
              <a:rPr lang="en-US" sz="1080" b="1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New Technology and System Upgrades</a:t>
            </a:r>
            <a:endParaRPr lang="en-CA" sz="1080" b="1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430177" y="756287"/>
            <a:ext cx="1379220" cy="225297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260" b="1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F20</a:t>
            </a:r>
            <a:endParaRPr lang="en-CA" sz="1260" b="1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908450" y="756285"/>
            <a:ext cx="1379220" cy="225297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260" b="1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F21</a:t>
            </a:r>
            <a:endParaRPr lang="en-CA" sz="1260" b="1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367667" y="756287"/>
            <a:ext cx="1379220" cy="225297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260" b="1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F22</a:t>
            </a:r>
            <a:endParaRPr lang="en-CA" sz="1260" b="1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45940" y="756285"/>
            <a:ext cx="1379220" cy="225297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260" b="1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F23</a:t>
            </a:r>
            <a:endParaRPr lang="en-CA" sz="1260" b="1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254240" y="1175384"/>
            <a:ext cx="1268730" cy="83058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CA" sz="162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04857" y="1232535"/>
            <a:ext cx="1162050" cy="163831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900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Small (&lt;$1MM)</a:t>
            </a:r>
            <a:endParaRPr lang="en-CA" sz="900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04857" y="1415966"/>
            <a:ext cx="1162050" cy="163831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>
              <a:defRPr/>
            </a:pPr>
            <a:r>
              <a:rPr lang="en-US" sz="900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Medium ($1-3MM)</a:t>
            </a:r>
            <a:endParaRPr lang="en-CA" sz="900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04857" y="1599105"/>
            <a:ext cx="1162050" cy="163831"/>
          </a:xfrm>
          <a:prstGeom prst="round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900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Large ($3-10MM)</a:t>
            </a:r>
            <a:endParaRPr lang="en-CA" sz="900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04857" y="1781530"/>
            <a:ext cx="1162050" cy="163831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900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X-Large ($10+MM)</a:t>
            </a:r>
            <a:endParaRPr lang="en-CA" sz="900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839034" y="753771"/>
            <a:ext cx="514469" cy="225297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260" b="1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F19</a:t>
            </a:r>
            <a:endParaRPr lang="en-CA" sz="1260" b="1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027620" y="1089988"/>
            <a:ext cx="1117414" cy="193542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>
              <a:defRPr/>
            </a:pPr>
            <a:r>
              <a:rPr lang="en-US" sz="900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Personal / Motive DAO</a:t>
            </a:r>
            <a:endParaRPr lang="en-CA" sz="900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198756" y="1330278"/>
            <a:ext cx="1867389" cy="311882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>
              <a:defRPr/>
            </a:pPr>
            <a:r>
              <a:rPr lang="en-US" sz="900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SB Sales &amp; Onboarding Platform (DAO, Lending, Value Add)</a:t>
            </a:r>
            <a:endParaRPr lang="en-CA" sz="900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732801" y="3392182"/>
            <a:ext cx="785210" cy="193542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>
              <a:defRPr/>
            </a:pPr>
            <a:r>
              <a:rPr lang="en-US" sz="900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CAFT Upgrade</a:t>
            </a:r>
            <a:endParaRPr lang="en-CA" sz="900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063881" y="2618669"/>
            <a:ext cx="1256521" cy="193542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>
              <a:defRPr/>
            </a:pPr>
            <a:r>
              <a:rPr lang="en-US" sz="900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SB/MM Account Opening</a:t>
            </a:r>
            <a:endParaRPr lang="en-CA" sz="900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504049" y="1105112"/>
            <a:ext cx="849341" cy="193542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>
              <a:defRPr/>
            </a:pPr>
            <a:r>
              <a:rPr lang="en-US" sz="900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Motive Lending</a:t>
            </a:r>
            <a:endParaRPr lang="en-CA" sz="900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776025" y="1698894"/>
            <a:ext cx="2160874" cy="193542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>
              <a:defRPr/>
            </a:pPr>
            <a:r>
              <a:rPr lang="en-US" sz="900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Digital Banking Upgrade(Personal, SB, Corp)</a:t>
            </a:r>
            <a:endParaRPr lang="en-CA" sz="900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214035" y="1945362"/>
            <a:ext cx="1878743" cy="193542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>
              <a:defRPr/>
            </a:pPr>
            <a:r>
              <a:rPr lang="en-US" sz="900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Common UX, Single Sign-on</a:t>
            </a:r>
            <a:endParaRPr lang="en-CA" sz="900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555306" y="3701359"/>
            <a:ext cx="2616494" cy="193542"/>
          </a:xfrm>
          <a:prstGeom prst="round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>
              <a:defRPr/>
            </a:pPr>
            <a:r>
              <a:rPr lang="en-US" sz="900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T24 Upgrade</a:t>
            </a:r>
            <a:endParaRPr lang="en-CA" sz="900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552795" y="3949749"/>
            <a:ext cx="2616494" cy="193542"/>
          </a:xfrm>
          <a:prstGeom prst="round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>
              <a:defRPr/>
            </a:pPr>
            <a:r>
              <a:rPr lang="en-US" sz="900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WAVE Upgrade</a:t>
            </a:r>
            <a:endParaRPr lang="en-CA" sz="900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809623" y="2363319"/>
            <a:ext cx="1256521" cy="193542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>
              <a:defRPr/>
            </a:pPr>
            <a:r>
              <a:rPr lang="en-US" sz="900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Personal Account Opening</a:t>
            </a:r>
            <a:endParaRPr lang="en-CA" sz="900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809397" y="2862558"/>
            <a:ext cx="2616494" cy="193542"/>
          </a:xfrm>
          <a:prstGeom prst="round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>
              <a:defRPr/>
            </a:pPr>
            <a:r>
              <a:rPr lang="en-US" sz="900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CRM (SalesForce)</a:t>
            </a:r>
            <a:endParaRPr lang="en-CA" sz="900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926732" y="3392181"/>
            <a:ext cx="2487314" cy="193542"/>
          </a:xfrm>
          <a:prstGeom prst="round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>
              <a:defRPr/>
            </a:pPr>
            <a:r>
              <a:rPr lang="en-US" sz="900" dirty="0">
                <a:solidFill>
                  <a:srgbClr val="777777">
                    <a:lumMod val="75000"/>
                  </a:srgbClr>
                </a:solidFill>
                <a:latin typeface="Calibri"/>
              </a:rPr>
              <a:t>ESB (Mulesoft) </a:t>
            </a:r>
            <a:endParaRPr lang="en-CA" sz="900" dirty="0">
              <a:solidFill>
                <a:srgbClr val="777777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9786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LSHAPE_TB_00000000000000000000000000000000_LeftEndCaps" hidden="1"/>
          <p:cNvSpPr txBox="1"/>
          <p:nvPr>
            <p:custDataLst>
              <p:tags r:id="rId2"/>
            </p:custDataLst>
          </p:nvPr>
        </p:nvSpPr>
        <p:spPr>
          <a:xfrm>
            <a:off x="254000" y="1065718"/>
            <a:ext cx="46990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 smtClean="0">
                <a:solidFill>
                  <a:srgbClr val="ED7D31"/>
                </a:solidFill>
                <a:latin typeface="Calibri" panose="020F0502020204030204" pitchFamily="34" charset="0"/>
              </a:rPr>
              <a:t>2019</a:t>
            </a:r>
            <a:endParaRPr lang="en-CA" b="1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OTLSHAPE_TB_00000000000000000000000000000000_RightEndCaps" hidden="1"/>
          <p:cNvSpPr txBox="1"/>
          <p:nvPr>
            <p:custDataLst>
              <p:tags r:id="rId3"/>
            </p:custDataLst>
          </p:nvPr>
        </p:nvSpPr>
        <p:spPr>
          <a:xfrm>
            <a:off x="8426534" y="1065718"/>
            <a:ext cx="46990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 smtClean="0">
                <a:solidFill>
                  <a:srgbClr val="ED7D31"/>
                </a:solidFill>
                <a:latin typeface="Calibri" panose="020F0502020204030204" pitchFamily="34" charset="0"/>
              </a:rPr>
              <a:t>2019</a:t>
            </a:r>
            <a:endParaRPr lang="en-CA" b="1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OTLSHAPE_TB_00000000000000000000000000000000_ElapsedTime" hidden="1"/>
          <p:cNvSpPr/>
          <p:nvPr>
            <p:custDataLst>
              <p:tags r:id="rId4"/>
            </p:custDataLst>
          </p:nvPr>
        </p:nvSpPr>
        <p:spPr>
          <a:xfrm>
            <a:off x="0" y="0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TLSHAPE_TB_00000000000000000000000000000000_TodayMarkerShape" hidden="1"/>
          <p:cNvSpPr/>
          <p:nvPr>
            <p:custDataLst>
              <p:tags r:id="rId5"/>
            </p:custDataLst>
          </p:nvPr>
        </p:nvSpPr>
        <p:spPr>
          <a:xfrm>
            <a:off x="4448828" y="1332249"/>
            <a:ext cx="72571" cy="8466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TLSHAPE_TB_00000000000000000000000000000000_TodayMarkerText" hidden="1"/>
          <p:cNvSpPr txBox="1"/>
          <p:nvPr>
            <p:custDataLst>
              <p:tags r:id="rId6"/>
            </p:custDataLst>
          </p:nvPr>
        </p:nvSpPr>
        <p:spPr>
          <a:xfrm>
            <a:off x="4485113" y="1416916"/>
            <a:ext cx="363369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1200" smtClean="0">
                <a:solidFill>
                  <a:srgbClr val="000000"/>
                </a:solidFill>
                <a:latin typeface="Calibri" panose="020F0502020204030204" pitchFamily="34" charset="0"/>
              </a:rPr>
              <a:t>Today</a:t>
            </a:r>
            <a:endParaRPr lang="en-CA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OTLSHAPE_TB_00000000000000000000000000000000_TimescaleInterval1"/>
          <p:cNvSpPr txBox="1"/>
          <p:nvPr>
            <p:custDataLst>
              <p:tags r:id="rId7"/>
            </p:custDataLst>
          </p:nvPr>
        </p:nvSpPr>
        <p:spPr>
          <a:xfrm>
            <a:off x="4427982" y="1116349"/>
            <a:ext cx="279435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58" name="Text Placeholder 2"/>
          <p:cNvSpPr txBox="1">
            <a:spLocks/>
          </p:cNvSpPr>
          <p:nvPr/>
        </p:nvSpPr>
        <p:spPr>
          <a:xfrm>
            <a:off x="380262" y="141131"/>
            <a:ext cx="8280401" cy="39748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pc="-100" dirty="0" smtClean="0">
                <a:solidFill>
                  <a:srgbClr val="0097A9"/>
                </a:solidFill>
                <a:cs typeface="Arial" panose="020B0604020202020204" pitchFamily="34" charset="0"/>
              </a:rPr>
              <a:t>Strategy / Scope Discussion</a:t>
            </a:r>
            <a:endParaRPr lang="en-CA" spc="-100" dirty="0">
              <a:solidFill>
                <a:srgbClr val="0097A9"/>
              </a:solidFill>
              <a:cs typeface="Arial" panose="020B0604020202020204" pitchFamily="34" charset="0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468924" y="855784"/>
            <a:ext cx="770206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Digital Account Opening (online then move to in-branch use)</a:t>
            </a:r>
          </a:p>
          <a:p>
            <a:endParaRPr lang="en-US" dirty="0"/>
          </a:p>
          <a:p>
            <a:r>
              <a:rPr lang="en-US" dirty="0" smtClean="0"/>
              <a:t>Online Banking Platform (Small Business, Corporate, Personal)</a:t>
            </a:r>
          </a:p>
          <a:p>
            <a:endParaRPr lang="en-US" dirty="0"/>
          </a:p>
          <a:p>
            <a:r>
              <a:rPr lang="en-US" dirty="0" smtClean="0"/>
              <a:t>Common UX/Single Sign </a:t>
            </a:r>
            <a:r>
              <a:rPr lang="en-US" dirty="0" smtClean="0"/>
              <a:t>on</a:t>
            </a:r>
          </a:p>
          <a:p>
            <a:endParaRPr lang="en-US" dirty="0"/>
          </a:p>
          <a:p>
            <a:r>
              <a:rPr lang="en-US" dirty="0" smtClean="0"/>
              <a:t>NI-RAPs</a:t>
            </a:r>
          </a:p>
          <a:p>
            <a:r>
              <a:rPr lang="en-US" dirty="0" smtClean="0"/>
              <a:t>a. </a:t>
            </a:r>
            <a:r>
              <a:rPr lang="en-US" dirty="0">
                <a:hlinkClick r:id="rId9"/>
              </a:rPr>
              <a:t>NIRAP - Motive Digital Account Opening Project (WIP)</a:t>
            </a:r>
            <a:endParaRPr lang="en-US" dirty="0" smtClean="0"/>
          </a:p>
          <a:p>
            <a:r>
              <a:rPr lang="en-US" dirty="0" smtClean="0"/>
              <a:t>b. </a:t>
            </a:r>
            <a:r>
              <a:rPr lang="en-CA">
                <a:hlinkClick r:id="rId10"/>
              </a:rPr>
              <a:t>NIRAP-Small Business</a:t>
            </a:r>
            <a:endParaRPr lang="en-US" dirty="0"/>
          </a:p>
          <a:p>
            <a:endParaRPr lang="en-US" dirty="0" smtClean="0"/>
          </a:p>
          <a:p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2002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4" name="OTLSHAPE_M_2d8e33af8cf347819145828065b7c461_Connector1"/>
          <p:cNvCxnSpPr>
            <a:endCxn id="38" idx="0"/>
          </p:cNvCxnSpPr>
          <p:nvPr>
            <p:custDataLst>
              <p:tags r:id="rId2"/>
            </p:custDataLst>
          </p:nvPr>
        </p:nvCxnSpPr>
        <p:spPr>
          <a:xfrm flipH="1">
            <a:off x="8282298" y="1395749"/>
            <a:ext cx="4995" cy="369248"/>
          </a:xfrm>
          <a:prstGeom prst="line">
            <a:avLst/>
          </a:prstGeom>
          <a:ln w="9525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OTLSHAPE_M_d5101a7c98b44b9093f3648433f06661_Connector1"/>
          <p:cNvCxnSpPr/>
          <p:nvPr>
            <p:custDataLst>
              <p:tags r:id="rId3"/>
            </p:custDataLst>
          </p:nvPr>
        </p:nvCxnSpPr>
        <p:spPr>
          <a:xfrm flipH="1">
            <a:off x="7536129" y="1395749"/>
            <a:ext cx="4433" cy="936278"/>
          </a:xfrm>
          <a:prstGeom prst="line">
            <a:avLst/>
          </a:prstGeom>
          <a:ln w="9525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OTLSHAPE_M_7001fd8cd8f3497cac0467e14bdaf669_Connector2"/>
          <p:cNvCxnSpPr/>
          <p:nvPr>
            <p:custDataLst>
              <p:tags r:id="rId4"/>
            </p:custDataLst>
          </p:nvPr>
        </p:nvCxnSpPr>
        <p:spPr>
          <a:xfrm>
            <a:off x="6010375" y="2141132"/>
            <a:ext cx="0" cy="668195"/>
          </a:xfrm>
          <a:prstGeom prst="line">
            <a:avLst/>
          </a:prstGeom>
          <a:ln w="9525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OTLSHAPE_M_7001fd8cd8f3497cac0467e14bdaf669_Connector1"/>
          <p:cNvCxnSpPr/>
          <p:nvPr>
            <p:custDataLst>
              <p:tags r:id="rId5"/>
            </p:custDataLst>
          </p:nvPr>
        </p:nvCxnSpPr>
        <p:spPr>
          <a:xfrm>
            <a:off x="6010375" y="1395749"/>
            <a:ext cx="0" cy="770783"/>
          </a:xfrm>
          <a:prstGeom prst="line">
            <a:avLst/>
          </a:prstGeom>
          <a:ln w="9525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OTLSHAPE_M_a146f99727b84c4788cee7ca9721b8de_Connector1"/>
          <p:cNvCxnSpPr/>
          <p:nvPr>
            <p:custDataLst>
              <p:tags r:id="rId6"/>
            </p:custDataLst>
          </p:nvPr>
        </p:nvCxnSpPr>
        <p:spPr>
          <a:xfrm>
            <a:off x="5667614" y="1395749"/>
            <a:ext cx="0" cy="745383"/>
          </a:xfrm>
          <a:prstGeom prst="line">
            <a:avLst/>
          </a:prstGeom>
          <a:ln w="9525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OTLSHAPE_M_954344ddcb2748bf952544e288c3dcdf_Connector2"/>
          <p:cNvCxnSpPr/>
          <p:nvPr>
            <p:custDataLst>
              <p:tags r:id="rId7"/>
            </p:custDataLst>
          </p:nvPr>
        </p:nvCxnSpPr>
        <p:spPr>
          <a:xfrm>
            <a:off x="3953805" y="1731501"/>
            <a:ext cx="0" cy="857421"/>
          </a:xfrm>
          <a:prstGeom prst="line">
            <a:avLst/>
          </a:prstGeom>
          <a:ln w="9525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OTLSHAPE_M_954344ddcb2748bf952544e288c3dcdf_Connector1"/>
          <p:cNvCxnSpPr/>
          <p:nvPr>
            <p:custDataLst>
              <p:tags r:id="rId8"/>
            </p:custDataLst>
          </p:nvPr>
        </p:nvCxnSpPr>
        <p:spPr>
          <a:xfrm>
            <a:off x="3953805" y="1395749"/>
            <a:ext cx="0" cy="361152"/>
          </a:xfrm>
          <a:prstGeom prst="line">
            <a:avLst/>
          </a:prstGeom>
          <a:ln w="9525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OTLSHAPE_M_b5a7406f6c574a3099f78b8b3d29dc25_Connector1"/>
          <p:cNvCxnSpPr/>
          <p:nvPr>
            <p:custDataLst>
              <p:tags r:id="rId9"/>
            </p:custDataLst>
          </p:nvPr>
        </p:nvCxnSpPr>
        <p:spPr>
          <a:xfrm>
            <a:off x="3721216" y="1395749"/>
            <a:ext cx="0" cy="335752"/>
          </a:xfrm>
          <a:prstGeom prst="line">
            <a:avLst/>
          </a:prstGeom>
          <a:ln w="9525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OTLSHAPE_M_4cea4452dbfb47b5bd115d5c2ac1a1ba_Connector1"/>
          <p:cNvCxnSpPr/>
          <p:nvPr>
            <p:custDataLst>
              <p:tags r:id="rId10"/>
            </p:custDataLst>
          </p:nvPr>
        </p:nvCxnSpPr>
        <p:spPr>
          <a:xfrm>
            <a:off x="2325686" y="1395749"/>
            <a:ext cx="0" cy="853733"/>
          </a:xfrm>
          <a:prstGeom prst="line">
            <a:avLst/>
          </a:prstGeom>
          <a:ln w="9525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OTLSHAPE_M_7bfb8a382a9944389375dbf246013bf7_Connector1"/>
          <p:cNvCxnSpPr>
            <a:endCxn id="485" idx="0"/>
          </p:cNvCxnSpPr>
          <p:nvPr>
            <p:custDataLst>
              <p:tags r:id="rId11"/>
            </p:custDataLst>
          </p:nvPr>
        </p:nvCxnSpPr>
        <p:spPr>
          <a:xfrm flipH="1">
            <a:off x="1197521" y="1395749"/>
            <a:ext cx="1948" cy="380661"/>
          </a:xfrm>
          <a:prstGeom prst="line">
            <a:avLst/>
          </a:prstGeom>
          <a:ln w="9525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TLSHAPE_TB_00000000000000000000000000000000_LeftEndCaps" hidden="1"/>
          <p:cNvSpPr txBox="1"/>
          <p:nvPr>
            <p:custDataLst>
              <p:tags r:id="rId12"/>
            </p:custDataLst>
          </p:nvPr>
        </p:nvSpPr>
        <p:spPr>
          <a:xfrm>
            <a:off x="254000" y="1065718"/>
            <a:ext cx="46990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 smtClean="0">
                <a:solidFill>
                  <a:srgbClr val="ED7D31"/>
                </a:solidFill>
                <a:latin typeface="Calibri" panose="020F0502020204030204" pitchFamily="34" charset="0"/>
              </a:rPr>
              <a:t>2020</a:t>
            </a:r>
            <a:endParaRPr lang="en-CA" b="1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OTLSHAPE_TB_00000000000000000000000000000000_RightEndCaps" hidden="1"/>
          <p:cNvSpPr txBox="1"/>
          <p:nvPr>
            <p:custDataLst>
              <p:tags r:id="rId13"/>
            </p:custDataLst>
          </p:nvPr>
        </p:nvSpPr>
        <p:spPr>
          <a:xfrm>
            <a:off x="8426534" y="1065718"/>
            <a:ext cx="46990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 smtClean="0">
                <a:solidFill>
                  <a:srgbClr val="ED7D31"/>
                </a:solidFill>
                <a:latin typeface="Calibri" panose="020F0502020204030204" pitchFamily="34" charset="0"/>
              </a:rPr>
              <a:t>2021</a:t>
            </a:r>
            <a:endParaRPr lang="en-CA" b="1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OTLSHAPE_TB_00000000000000000000000000000000_ScaleContainer"/>
          <p:cNvSpPr/>
          <p:nvPr>
            <p:custDataLst>
              <p:tags r:id="rId14"/>
            </p:custDataLst>
          </p:nvPr>
        </p:nvSpPr>
        <p:spPr>
          <a:xfrm>
            <a:off x="844465" y="1078249"/>
            <a:ext cx="7467600" cy="254000"/>
          </a:xfrm>
          <a:prstGeom prst="roundRect">
            <a:avLst/>
          </a:prstGeom>
          <a:gradFill flip="none" rotWithShape="1">
            <a:gsLst>
              <a:gs pos="0">
                <a:srgbClr val="2D7175"/>
              </a:gs>
              <a:gs pos="100000">
                <a:srgbClr val="317B7F"/>
              </a:gs>
            </a:gsLst>
            <a:lin ang="5400000" scaled="1"/>
            <a:tileRect/>
          </a:gradFill>
          <a:ln w="25400" cap="flat" cmpd="sng" algn="ctr">
            <a:noFill/>
            <a:prstDash val="solid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OTLSHAPE_TB_00000000000000000000000000000000_ElapsedTime" hidden="1"/>
          <p:cNvSpPr/>
          <p:nvPr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OTLSHAPE_TB_00000000000000000000000000000000_TodayMarkerShape" hidden="1"/>
          <p:cNvSpPr/>
          <p:nvPr>
            <p:custDataLst>
              <p:tags r:id="rId16"/>
            </p:custDataLst>
          </p:nvPr>
        </p:nvSpPr>
        <p:spPr>
          <a:xfrm>
            <a:off x="808180" y="1332249"/>
            <a:ext cx="72571" cy="8466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TLSHAPE_TB_00000000000000000000000000000000_TodayMarkerText" hidden="1"/>
          <p:cNvSpPr txBox="1"/>
          <p:nvPr>
            <p:custDataLst>
              <p:tags r:id="rId17"/>
            </p:custDataLst>
          </p:nvPr>
        </p:nvSpPr>
        <p:spPr>
          <a:xfrm>
            <a:off x="844465" y="1416916"/>
            <a:ext cx="363369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1200" smtClean="0">
                <a:solidFill>
                  <a:srgbClr val="000000"/>
                </a:solidFill>
                <a:latin typeface="Calibri" panose="020F0502020204030204" pitchFamily="34" charset="0"/>
              </a:rPr>
              <a:t>Today</a:t>
            </a:r>
            <a:endParaRPr lang="en-CA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OTLSHAPE_TB_00000000000000000000000000000000_TimescaleInterval1"/>
          <p:cNvSpPr txBox="1"/>
          <p:nvPr>
            <p:custDataLst>
              <p:tags r:id="rId18"/>
            </p:custDataLst>
          </p:nvPr>
        </p:nvSpPr>
        <p:spPr>
          <a:xfrm>
            <a:off x="907965" y="1116349"/>
            <a:ext cx="250518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OTLSHAPE_TB_00000000000000000000000000000000_TimescaleInterval2"/>
          <p:cNvSpPr txBox="1"/>
          <p:nvPr>
            <p:custDataLst>
              <p:tags r:id="rId19"/>
            </p:custDataLst>
          </p:nvPr>
        </p:nvSpPr>
        <p:spPr>
          <a:xfrm>
            <a:off x="1654696" y="1116349"/>
            <a:ext cx="236860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Jun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OTLSHAPE_TB_00000000000000000000000000000000_TimescaleInterval3"/>
          <p:cNvSpPr txBox="1"/>
          <p:nvPr>
            <p:custDataLst>
              <p:tags r:id="rId20"/>
            </p:custDataLst>
          </p:nvPr>
        </p:nvSpPr>
        <p:spPr>
          <a:xfrm>
            <a:off x="2401427" y="1116349"/>
            <a:ext cx="272190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Aug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OTLSHAPE_TB_00000000000000000000000000000000_TimescaleInterval4"/>
          <p:cNvSpPr txBox="1"/>
          <p:nvPr>
            <p:custDataLst>
              <p:tags r:id="rId21"/>
            </p:custDataLst>
          </p:nvPr>
        </p:nvSpPr>
        <p:spPr>
          <a:xfrm>
            <a:off x="3148159" y="1116349"/>
            <a:ext cx="244875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28" smtClean="0">
                <a:solidFill>
                  <a:schemeClr val="lt1"/>
                </a:solidFill>
                <a:latin typeface="Calibri" panose="020F0502020204030204" pitchFamily="34" charset="0"/>
              </a:rPr>
              <a:t>Oct</a:t>
            </a:r>
            <a:endParaRPr lang="en-CA" sz="1400" spc="-2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OTLSHAPE_TB_00000000000000000000000000000000_TimescaleInterval5"/>
          <p:cNvSpPr txBox="1"/>
          <p:nvPr>
            <p:custDataLst>
              <p:tags r:id="rId22"/>
            </p:custDataLst>
          </p:nvPr>
        </p:nvSpPr>
        <p:spPr>
          <a:xfrm>
            <a:off x="3894890" y="1116349"/>
            <a:ext cx="264944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Dec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OTLSHAPE_TB_00000000000000000000000000000000_TimescaleInterval6"/>
          <p:cNvSpPr txBox="1"/>
          <p:nvPr>
            <p:custDataLst>
              <p:tags r:id="rId23"/>
            </p:custDataLst>
          </p:nvPr>
        </p:nvSpPr>
        <p:spPr>
          <a:xfrm>
            <a:off x="4653862" y="1116349"/>
            <a:ext cx="252698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28" smtClean="0">
                <a:solidFill>
                  <a:schemeClr val="lt1"/>
                </a:solidFill>
                <a:latin typeface="Calibri" panose="020F0502020204030204" pitchFamily="34" charset="0"/>
              </a:rPr>
              <a:t>Feb</a:t>
            </a:r>
            <a:endParaRPr lang="en-CA" sz="1400" spc="-2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OTLSHAPE_TB_00000000000000000000000000000000_TimescaleInterval7"/>
          <p:cNvSpPr txBox="1"/>
          <p:nvPr>
            <p:custDataLst>
              <p:tags r:id="rId24"/>
            </p:custDataLst>
          </p:nvPr>
        </p:nvSpPr>
        <p:spPr>
          <a:xfrm>
            <a:off x="5376111" y="1116349"/>
            <a:ext cx="250518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OTLSHAPE_TB_00000000000000000000000000000000_TimescaleInterval8"/>
          <p:cNvSpPr txBox="1"/>
          <p:nvPr>
            <p:custDataLst>
              <p:tags r:id="rId25"/>
            </p:custDataLst>
          </p:nvPr>
        </p:nvSpPr>
        <p:spPr>
          <a:xfrm>
            <a:off x="6122841" y="1116349"/>
            <a:ext cx="236860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Jun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OTLSHAPE_TB_00000000000000000000000000000000_TimescaleInterval9"/>
          <p:cNvSpPr txBox="1"/>
          <p:nvPr>
            <p:custDataLst>
              <p:tags r:id="rId26"/>
            </p:custDataLst>
          </p:nvPr>
        </p:nvSpPr>
        <p:spPr>
          <a:xfrm>
            <a:off x="6869573" y="1116349"/>
            <a:ext cx="272190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Aug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OTLSHAPE_TB_00000000000000000000000000000000_TimescaleInterval10"/>
          <p:cNvSpPr txBox="1"/>
          <p:nvPr>
            <p:custDataLst>
              <p:tags r:id="rId27"/>
            </p:custDataLst>
          </p:nvPr>
        </p:nvSpPr>
        <p:spPr>
          <a:xfrm>
            <a:off x="7616303" y="1116349"/>
            <a:ext cx="244875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28" smtClean="0">
                <a:solidFill>
                  <a:schemeClr val="lt1"/>
                </a:solidFill>
                <a:latin typeface="Calibri" panose="020F0502020204030204" pitchFamily="34" charset="0"/>
              </a:rPr>
              <a:t>Oct</a:t>
            </a:r>
            <a:endParaRPr lang="en-CA" sz="1400" spc="-2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OTLSHAPE_TB_00000000000000000000000000000000_ScaleMarking1"/>
          <p:cNvSpPr txBox="1"/>
          <p:nvPr>
            <p:custDataLst>
              <p:tags r:id="rId28"/>
            </p:custDataLst>
          </p:nvPr>
        </p:nvSpPr>
        <p:spPr>
          <a:xfrm>
            <a:off x="907965" y="861206"/>
            <a:ext cx="353174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26" smtClean="0">
                <a:solidFill>
                  <a:srgbClr val="2D7175"/>
                </a:solidFill>
                <a:latin typeface="Calibri" panose="020F0502020204030204" pitchFamily="34" charset="0"/>
              </a:rPr>
              <a:t>2020</a:t>
            </a:r>
            <a:endParaRPr lang="en-CA" sz="1400" spc="-26">
              <a:solidFill>
                <a:srgbClr val="2D7175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OTLSHAPE_TB_00000000000000000000000000000000_ScaleMarking2"/>
          <p:cNvSpPr txBox="1"/>
          <p:nvPr>
            <p:custDataLst>
              <p:tags r:id="rId29"/>
            </p:custDataLst>
          </p:nvPr>
        </p:nvSpPr>
        <p:spPr>
          <a:xfrm>
            <a:off x="4653862" y="861206"/>
            <a:ext cx="353174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26" smtClean="0">
                <a:solidFill>
                  <a:srgbClr val="2D7175"/>
                </a:solidFill>
                <a:latin typeface="Calibri" panose="020F0502020204030204" pitchFamily="34" charset="0"/>
              </a:rPr>
              <a:t>2021</a:t>
            </a:r>
            <a:endParaRPr lang="en-CA" sz="1400" spc="-26">
              <a:solidFill>
                <a:srgbClr val="2D7175"/>
              </a:solidFill>
              <a:latin typeface="Calibri" panose="020F0502020204030204" pitchFamily="34" charset="0"/>
            </a:endParaRPr>
          </a:p>
        </p:txBody>
      </p:sp>
      <p:sp>
        <p:nvSpPr>
          <p:cNvPr id="485" name="OTLSHAPE_M_7bfb8a382a9944389375dbf246013bf7_Title"/>
          <p:cNvSpPr txBox="1"/>
          <p:nvPr>
            <p:custDataLst>
              <p:tags r:id="rId30"/>
            </p:custDataLst>
          </p:nvPr>
        </p:nvSpPr>
        <p:spPr>
          <a:xfrm>
            <a:off x="213271" y="1776410"/>
            <a:ext cx="1968500" cy="73866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600" spc="-8" dirty="0" smtClean="0">
                <a:solidFill>
                  <a:srgbClr val="000000"/>
                </a:solidFill>
                <a:latin typeface="Calibri" panose="020F0502020204030204" pitchFamily="34" charset="0"/>
              </a:rPr>
              <a:t>Motive Digital </a:t>
            </a:r>
          </a:p>
          <a:p>
            <a:pPr algn="ctr"/>
            <a:r>
              <a:rPr lang="en-US" sz="1600" spc="-8" dirty="0" smtClean="0">
                <a:solidFill>
                  <a:srgbClr val="000000"/>
                </a:solidFill>
                <a:latin typeface="Calibri" panose="020F0502020204030204" pitchFamily="34" charset="0"/>
              </a:rPr>
              <a:t>Account Opening </a:t>
            </a:r>
          </a:p>
          <a:p>
            <a:pPr algn="ctr"/>
            <a:r>
              <a:rPr lang="en-US" sz="1600" spc="-8" dirty="0" smtClean="0">
                <a:solidFill>
                  <a:srgbClr val="000000"/>
                </a:solidFill>
                <a:latin typeface="Calibri" panose="020F0502020204030204" pitchFamily="34" charset="0"/>
              </a:rPr>
              <a:t>(DAO)</a:t>
            </a:r>
            <a:endParaRPr lang="en-CA" sz="1600" spc="-8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86" name="OTLSHAPE_M_7bfb8a382a9944389375dbf246013bf7_Date" hidden="1"/>
          <p:cNvSpPr txBox="1"/>
          <p:nvPr>
            <p:custDataLst>
              <p:tags r:id="rId31"/>
            </p:custDataLst>
          </p:nvPr>
        </p:nvSpPr>
        <p:spPr>
          <a:xfrm>
            <a:off x="1193119" y="1872311"/>
            <a:ext cx="0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Apr 30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87" name="OTLSHAPE_M_7bfb8a382a9944389375dbf246013bf7_Shape"/>
          <p:cNvSpPr/>
          <p:nvPr>
            <p:custDataLst>
              <p:tags r:id="rId32"/>
            </p:custDataLst>
          </p:nvPr>
        </p:nvSpPr>
        <p:spPr>
          <a:xfrm>
            <a:off x="1085169" y="1268749"/>
            <a:ext cx="228600" cy="254000"/>
          </a:xfrm>
          <a:prstGeom prst="diamond">
            <a:avLst/>
          </a:prstGeom>
          <a:solidFill>
            <a:srgbClr val="5B9BD5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8" name="OTLSHAPE_M_4cea4452dbfb47b5bd115d5c2ac1a1ba_Title"/>
          <p:cNvSpPr txBox="1"/>
          <p:nvPr>
            <p:custDataLst>
              <p:tags r:id="rId33"/>
            </p:custDataLst>
          </p:nvPr>
        </p:nvSpPr>
        <p:spPr>
          <a:xfrm>
            <a:off x="1943014" y="2274882"/>
            <a:ext cx="762000" cy="49606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CA" sz="1600" spc="-18" smtClean="0">
                <a:solidFill>
                  <a:srgbClr val="000000"/>
                </a:solidFill>
                <a:latin typeface="Calibri" panose="020F0502020204030204" pitchFamily="34" charset="0"/>
              </a:rPr>
              <a:t>Personal </a:t>
            </a:r>
          </a:p>
          <a:p>
            <a:pPr algn="ctr"/>
            <a:r>
              <a:rPr lang="en-CA" sz="1600" spc="-18" smtClean="0">
                <a:solidFill>
                  <a:srgbClr val="000000"/>
                </a:solidFill>
                <a:latin typeface="Calibri" panose="020F0502020204030204" pitchFamily="34" charset="0"/>
              </a:rPr>
              <a:t>DAO</a:t>
            </a:r>
            <a:endParaRPr lang="en-CA" sz="1600" spc="-18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89" name="OTLSHAPE_M_4cea4452dbfb47b5bd115d5c2ac1a1ba_Date" hidden="1"/>
          <p:cNvSpPr txBox="1"/>
          <p:nvPr>
            <p:custDataLst>
              <p:tags r:id="rId34"/>
            </p:custDataLst>
          </p:nvPr>
        </p:nvSpPr>
        <p:spPr>
          <a:xfrm>
            <a:off x="2319336" y="2249482"/>
            <a:ext cx="0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Jul 31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90" name="OTLSHAPE_M_4cea4452dbfb47b5bd115d5c2ac1a1ba_Shape"/>
          <p:cNvSpPr/>
          <p:nvPr>
            <p:custDataLst>
              <p:tags r:id="rId35"/>
            </p:custDataLst>
          </p:nvPr>
        </p:nvSpPr>
        <p:spPr>
          <a:xfrm>
            <a:off x="2211386" y="1268749"/>
            <a:ext cx="228600" cy="254000"/>
          </a:xfrm>
          <a:prstGeom prst="diamond">
            <a:avLst/>
          </a:prstGeom>
          <a:solidFill>
            <a:srgbClr val="5B9BD5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1" name="OTLSHAPE_M_b5a7406f6c574a3099f78b8b3d29dc25_Title"/>
          <p:cNvSpPr txBox="1"/>
          <p:nvPr>
            <p:custDataLst>
              <p:tags r:id="rId36"/>
            </p:custDataLst>
          </p:nvPr>
        </p:nvSpPr>
        <p:spPr>
          <a:xfrm>
            <a:off x="3029471" y="1701668"/>
            <a:ext cx="749300" cy="74409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CA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Branch - Personal DAO</a:t>
            </a:r>
            <a:endParaRPr lang="en-CA" sz="1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92" name="OTLSHAPE_M_b5a7406f6c574a3099f78b8b3d29dc25_Date" hidden="1"/>
          <p:cNvSpPr txBox="1"/>
          <p:nvPr>
            <p:custDataLst>
              <p:tags r:id="rId37"/>
            </p:custDataLst>
          </p:nvPr>
        </p:nvSpPr>
        <p:spPr>
          <a:xfrm>
            <a:off x="3714866" y="1731501"/>
            <a:ext cx="0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Nov 22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93" name="OTLSHAPE_M_b5a7406f6c574a3099f78b8b3d29dc25_Shape"/>
          <p:cNvSpPr/>
          <p:nvPr>
            <p:custDataLst>
              <p:tags r:id="rId38"/>
            </p:custDataLst>
          </p:nvPr>
        </p:nvSpPr>
        <p:spPr>
          <a:xfrm>
            <a:off x="3606916" y="1268749"/>
            <a:ext cx="228600" cy="254000"/>
          </a:xfrm>
          <a:prstGeom prst="diamond">
            <a:avLst/>
          </a:prstGeom>
          <a:solidFill>
            <a:srgbClr val="5B9BD5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4" name="OTLSHAPE_M_954344ddcb2748bf952544e288c3dcdf_Title"/>
          <p:cNvSpPr txBox="1"/>
          <p:nvPr>
            <p:custDataLst>
              <p:tags r:id="rId39"/>
            </p:custDataLst>
          </p:nvPr>
        </p:nvSpPr>
        <p:spPr>
          <a:xfrm>
            <a:off x="3323292" y="2739013"/>
            <a:ext cx="1257300" cy="12401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Small Business Banking</a:t>
            </a:r>
          </a:p>
          <a:p>
            <a:pPr algn="ctr"/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Platform (including Small Business DAO)</a:t>
            </a:r>
            <a:endParaRPr lang="en-CA" sz="1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95" name="OTLSHAPE_M_954344ddcb2748bf952544e288c3dcdf_Date" hidden="1"/>
          <p:cNvSpPr txBox="1"/>
          <p:nvPr>
            <p:custDataLst>
              <p:tags r:id="rId40"/>
            </p:custDataLst>
          </p:nvPr>
        </p:nvSpPr>
        <p:spPr>
          <a:xfrm>
            <a:off x="3947455" y="2588922"/>
            <a:ext cx="0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Dec 11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96" name="OTLSHAPE_M_954344ddcb2748bf952544e288c3dcdf_Shape"/>
          <p:cNvSpPr/>
          <p:nvPr>
            <p:custDataLst>
              <p:tags r:id="rId41"/>
            </p:custDataLst>
          </p:nvPr>
        </p:nvSpPr>
        <p:spPr>
          <a:xfrm>
            <a:off x="3839505" y="1268749"/>
            <a:ext cx="228600" cy="254000"/>
          </a:xfrm>
          <a:prstGeom prst="diamond">
            <a:avLst/>
          </a:prstGeom>
          <a:solidFill>
            <a:srgbClr val="70AD47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7" name="OTLSHAPE_M_a146f99727b84c4788cee7ca9721b8de_Title"/>
          <p:cNvSpPr txBox="1"/>
          <p:nvPr>
            <p:custDataLst>
              <p:tags r:id="rId42"/>
            </p:custDataLst>
          </p:nvPr>
        </p:nvSpPr>
        <p:spPr>
          <a:xfrm>
            <a:off x="4860408" y="1712400"/>
            <a:ext cx="774700" cy="99212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CA" sz="1600" spc="-18" dirty="0" smtClean="0">
                <a:solidFill>
                  <a:srgbClr val="000000"/>
                </a:solidFill>
                <a:latin typeface="Calibri" panose="020F0502020204030204" pitchFamily="34" charset="0"/>
              </a:rPr>
              <a:t>Branch – </a:t>
            </a:r>
          </a:p>
          <a:p>
            <a:pPr algn="ctr"/>
            <a:r>
              <a:rPr lang="en-CA" sz="1600" spc="-18" dirty="0" smtClean="0">
                <a:solidFill>
                  <a:srgbClr val="000000"/>
                </a:solidFill>
                <a:latin typeface="Calibri" panose="020F0502020204030204" pitchFamily="34" charset="0"/>
              </a:rPr>
              <a:t>Small Business DAO</a:t>
            </a:r>
            <a:endParaRPr lang="en-CA" sz="1600" spc="-18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98" name="OTLSHAPE_M_a146f99727b84c4788cee7ca9721b8de_Date" hidden="1"/>
          <p:cNvSpPr txBox="1"/>
          <p:nvPr>
            <p:custDataLst>
              <p:tags r:id="rId43"/>
            </p:custDataLst>
          </p:nvPr>
        </p:nvSpPr>
        <p:spPr>
          <a:xfrm>
            <a:off x="5661264" y="2141132"/>
            <a:ext cx="0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Apr 30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99" name="OTLSHAPE_M_a146f99727b84c4788cee7ca9721b8de_Shape"/>
          <p:cNvSpPr/>
          <p:nvPr>
            <p:custDataLst>
              <p:tags r:id="rId44"/>
            </p:custDataLst>
          </p:nvPr>
        </p:nvSpPr>
        <p:spPr>
          <a:xfrm>
            <a:off x="5553314" y="1268749"/>
            <a:ext cx="228600" cy="254000"/>
          </a:xfrm>
          <a:prstGeom prst="diamond">
            <a:avLst/>
          </a:prstGeom>
          <a:solidFill>
            <a:srgbClr val="70AD47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OTLSHAPE_M_7001fd8cd8f3497cac0467e14bdaf669_Title"/>
          <p:cNvSpPr txBox="1"/>
          <p:nvPr>
            <p:custDataLst>
              <p:tags r:id="rId45"/>
            </p:custDataLst>
          </p:nvPr>
        </p:nvSpPr>
        <p:spPr>
          <a:xfrm>
            <a:off x="5368327" y="2834727"/>
            <a:ext cx="1282700" cy="74409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1600" smtClean="0">
                <a:solidFill>
                  <a:srgbClr val="000000"/>
                </a:solidFill>
                <a:latin typeface="Calibri" panose="020F0502020204030204" pitchFamily="34" charset="0"/>
              </a:rPr>
              <a:t>Corporate Digital Banking Platform</a:t>
            </a:r>
            <a:endParaRPr lang="en-CA" sz="16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OTLSHAPE_M_7001fd8cd8f3497cac0467e14bdaf669_Date" hidden="1"/>
          <p:cNvSpPr txBox="1"/>
          <p:nvPr>
            <p:custDataLst>
              <p:tags r:id="rId46"/>
            </p:custDataLst>
          </p:nvPr>
        </p:nvSpPr>
        <p:spPr>
          <a:xfrm>
            <a:off x="6004025" y="3797376"/>
            <a:ext cx="0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May 28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OTLSHAPE_M_7001fd8cd8f3497cac0467e14bdaf669_Shape"/>
          <p:cNvSpPr/>
          <p:nvPr>
            <p:custDataLst>
              <p:tags r:id="rId47"/>
            </p:custDataLst>
          </p:nvPr>
        </p:nvSpPr>
        <p:spPr>
          <a:xfrm>
            <a:off x="5896075" y="1268749"/>
            <a:ext cx="228600" cy="254000"/>
          </a:xfrm>
          <a:prstGeom prst="diamond">
            <a:avLst/>
          </a:prstGeom>
          <a:solidFill>
            <a:srgbClr val="44546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OTLSHAPE_M_d5101a7c98b44b9093f3648433f06661_Title"/>
          <p:cNvSpPr txBox="1"/>
          <p:nvPr>
            <p:custDataLst>
              <p:tags r:id="rId48"/>
            </p:custDataLst>
          </p:nvPr>
        </p:nvSpPr>
        <p:spPr>
          <a:xfrm>
            <a:off x="6522192" y="2391486"/>
            <a:ext cx="2032000" cy="49606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Personal Digital </a:t>
            </a:r>
          </a:p>
          <a:p>
            <a:pPr algn="ctr"/>
            <a:r>
              <a:rPr lang="en-CA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Banking Platform</a:t>
            </a:r>
            <a:endParaRPr lang="en-CA" sz="1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OTLSHAPE_M_d5101a7c98b44b9093f3648433f06661_Date" hidden="1"/>
          <p:cNvSpPr txBox="1"/>
          <p:nvPr>
            <p:custDataLst>
              <p:tags r:id="rId49"/>
            </p:custDataLst>
          </p:nvPr>
        </p:nvSpPr>
        <p:spPr>
          <a:xfrm>
            <a:off x="7534212" y="2249483"/>
            <a:ext cx="0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Sep 30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7" name="OTLSHAPE_M_d5101a7c98b44b9093f3648433f06661_Shape"/>
          <p:cNvSpPr/>
          <p:nvPr>
            <p:custDataLst>
              <p:tags r:id="rId50"/>
            </p:custDataLst>
          </p:nvPr>
        </p:nvSpPr>
        <p:spPr>
          <a:xfrm>
            <a:off x="7426262" y="1268749"/>
            <a:ext cx="228600" cy="254000"/>
          </a:xfrm>
          <a:prstGeom prst="diamond">
            <a:avLst/>
          </a:prstGeom>
          <a:solidFill>
            <a:srgbClr val="5B9BD5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OTLSHAPE_M_2d8e33af8cf347819145828065b7c461_Title"/>
          <p:cNvSpPr txBox="1"/>
          <p:nvPr>
            <p:custDataLst>
              <p:tags r:id="rId51"/>
            </p:custDataLst>
          </p:nvPr>
        </p:nvSpPr>
        <p:spPr>
          <a:xfrm>
            <a:off x="7640948" y="1764997"/>
            <a:ext cx="12827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600" spc="-12" dirty="0" smtClean="0">
                <a:solidFill>
                  <a:srgbClr val="000000"/>
                </a:solidFill>
                <a:latin typeface="Calibri" panose="020F0502020204030204" pitchFamily="34" charset="0"/>
              </a:rPr>
              <a:t>Motive </a:t>
            </a:r>
          </a:p>
          <a:p>
            <a:pPr algn="ctr"/>
            <a:r>
              <a:rPr lang="en-CA" sz="1600" spc="-12" dirty="0" smtClean="0">
                <a:solidFill>
                  <a:srgbClr val="000000"/>
                </a:solidFill>
                <a:latin typeface="Calibri" panose="020F0502020204030204" pitchFamily="34" charset="0"/>
              </a:rPr>
              <a:t>Lending</a:t>
            </a:r>
            <a:endParaRPr lang="en-CA" sz="1600" spc="-12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9" name="OTLSHAPE_M_2d8e33af8cf347819145828065b7c461_Date" hidden="1"/>
          <p:cNvSpPr txBox="1"/>
          <p:nvPr>
            <p:custDataLst>
              <p:tags r:id="rId52"/>
            </p:custDataLst>
          </p:nvPr>
        </p:nvSpPr>
        <p:spPr>
          <a:xfrm>
            <a:off x="8280943" y="1665419"/>
            <a:ext cx="0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Nov 30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0" name="OTLSHAPE_M_2d8e33af8cf347819145828065b7c461_Shape"/>
          <p:cNvSpPr/>
          <p:nvPr>
            <p:custDataLst>
              <p:tags r:id="rId53"/>
            </p:custDataLst>
          </p:nvPr>
        </p:nvSpPr>
        <p:spPr>
          <a:xfrm>
            <a:off x="8172993" y="1268749"/>
            <a:ext cx="228600" cy="254000"/>
          </a:xfrm>
          <a:prstGeom prst="diamond">
            <a:avLst/>
          </a:prstGeom>
          <a:solidFill>
            <a:srgbClr val="5B9BD5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8" name="Text Placeholder 2"/>
          <p:cNvSpPr txBox="1">
            <a:spLocks/>
          </p:cNvSpPr>
          <p:nvPr/>
        </p:nvSpPr>
        <p:spPr>
          <a:xfrm>
            <a:off x="380262" y="141131"/>
            <a:ext cx="8280401" cy="39748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pc="-100" dirty="0">
                <a:solidFill>
                  <a:srgbClr val="0097A9"/>
                </a:solidFill>
                <a:cs typeface="Arial" panose="020B0604020202020204" pitchFamily="34" charset="0"/>
              </a:rPr>
              <a:t>Program</a:t>
            </a:r>
            <a:r>
              <a:rPr lang="en-US" dirty="0" smtClean="0"/>
              <a:t> </a:t>
            </a:r>
            <a:r>
              <a:rPr lang="en-US" spc="-100" dirty="0">
                <a:solidFill>
                  <a:srgbClr val="0097A9"/>
                </a:solidFill>
                <a:cs typeface="Arial" panose="020B0604020202020204" pitchFamily="34" charset="0"/>
              </a:rPr>
              <a:t>Launch </a:t>
            </a:r>
            <a:r>
              <a:rPr lang="en-US" spc="-100" dirty="0" smtClean="0">
                <a:solidFill>
                  <a:srgbClr val="0097A9"/>
                </a:solidFill>
                <a:cs typeface="Arial" panose="020B0604020202020204" pitchFamily="34" charset="0"/>
              </a:rPr>
              <a:t>(Targets Milestones)</a:t>
            </a:r>
            <a:endParaRPr lang="en-CA" spc="-100" dirty="0">
              <a:solidFill>
                <a:srgbClr val="0097A9"/>
              </a:solidFill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2413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76" name="OTLSHAPE_M_b5a7406f6c574a3099f78b8b3d29dc25_Connector1"/>
          <p:cNvCxnSpPr/>
          <p:nvPr>
            <p:custDataLst>
              <p:tags r:id="rId2"/>
            </p:custDataLst>
          </p:nvPr>
        </p:nvCxnSpPr>
        <p:spPr>
          <a:xfrm>
            <a:off x="7254842" y="1197084"/>
            <a:ext cx="0" cy="366078"/>
          </a:xfrm>
          <a:prstGeom prst="line">
            <a:avLst/>
          </a:prstGeom>
          <a:ln w="9525" cap="flat" cmpd="sng" algn="ctr">
            <a:solidFill>
              <a:srgbClr val="44546A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5" name="OTLSHAPE_M_4cea4452dbfb47b5bd115d5c2ac1a1ba_Connector2"/>
          <p:cNvCxnSpPr/>
          <p:nvPr>
            <p:custDataLst>
              <p:tags r:id="rId3"/>
            </p:custDataLst>
          </p:nvPr>
        </p:nvCxnSpPr>
        <p:spPr>
          <a:xfrm>
            <a:off x="6399343" y="1347262"/>
            <a:ext cx="0" cy="215900"/>
          </a:xfrm>
          <a:prstGeom prst="line">
            <a:avLst/>
          </a:prstGeom>
          <a:ln w="9525" cap="flat" cmpd="sng" algn="ctr">
            <a:solidFill>
              <a:srgbClr val="44546A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4" name="OTLSHAPE_M_4cea4452dbfb47b5bd115d5c2ac1a1ba_Connector1"/>
          <p:cNvCxnSpPr/>
          <p:nvPr>
            <p:custDataLst>
              <p:tags r:id="rId4"/>
            </p:custDataLst>
          </p:nvPr>
        </p:nvCxnSpPr>
        <p:spPr>
          <a:xfrm>
            <a:off x="6399343" y="896729"/>
            <a:ext cx="0" cy="264478"/>
          </a:xfrm>
          <a:prstGeom prst="line">
            <a:avLst/>
          </a:prstGeom>
          <a:ln w="9525" cap="flat" cmpd="sng" algn="ctr">
            <a:solidFill>
              <a:srgbClr val="44546A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3" name="OTLSHAPE_M_81f59d815daf4227a6f0ac41529bf715_Connector1"/>
          <p:cNvCxnSpPr/>
          <p:nvPr>
            <p:custDataLst>
              <p:tags r:id="rId5"/>
            </p:custDataLst>
          </p:nvPr>
        </p:nvCxnSpPr>
        <p:spPr>
          <a:xfrm>
            <a:off x="5372743" y="1197084"/>
            <a:ext cx="0" cy="366078"/>
          </a:xfrm>
          <a:prstGeom prst="line">
            <a:avLst/>
          </a:prstGeom>
          <a:ln w="9525" cap="flat" cmpd="sng" algn="ctr">
            <a:solidFill>
              <a:srgbClr val="44546A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2" name="OTLSHAPE_M_7bfb8a382a9944389375dbf246013bf7_Connector1"/>
          <p:cNvCxnSpPr/>
          <p:nvPr>
            <p:custDataLst>
              <p:tags r:id="rId6"/>
            </p:custDataLst>
          </p:nvPr>
        </p:nvCxnSpPr>
        <p:spPr>
          <a:xfrm>
            <a:off x="5030543" y="596374"/>
            <a:ext cx="0" cy="966788"/>
          </a:xfrm>
          <a:prstGeom prst="line">
            <a:avLst/>
          </a:prstGeom>
          <a:ln w="9525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2"/>
          <p:cNvSpPr txBox="1">
            <a:spLocks/>
          </p:cNvSpPr>
          <p:nvPr/>
        </p:nvSpPr>
        <p:spPr>
          <a:xfrm>
            <a:off x="380262" y="9518"/>
            <a:ext cx="8280401" cy="39748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pc="-100" dirty="0" smtClean="0">
                <a:solidFill>
                  <a:srgbClr val="0097A9"/>
                </a:solidFill>
                <a:cs typeface="Arial" panose="020B0604020202020204" pitchFamily="34" charset="0"/>
              </a:rPr>
              <a:t>Draft Critical Path – Digital Account Opening</a:t>
            </a:r>
            <a:endParaRPr lang="en-CA" spc="-100" dirty="0">
              <a:solidFill>
                <a:srgbClr val="0097A9"/>
              </a:solidFill>
              <a:cs typeface="Arial" panose="020B0604020202020204" pitchFamily="34" charset="0"/>
            </a:endParaRPr>
          </a:p>
        </p:txBody>
      </p:sp>
      <p:sp>
        <p:nvSpPr>
          <p:cNvPr id="1754" name="OTLSHAPE_TB_00000000000000000000000000000000_LeftEndCaps" hidden="1"/>
          <p:cNvSpPr txBox="1"/>
          <p:nvPr>
            <p:custDataLst>
              <p:tags r:id="rId7"/>
            </p:custDataLst>
          </p:nvPr>
        </p:nvSpPr>
        <p:spPr>
          <a:xfrm>
            <a:off x="254000" y="1550631"/>
            <a:ext cx="46990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 smtClean="0">
                <a:solidFill>
                  <a:srgbClr val="ED7D31"/>
                </a:solidFill>
                <a:latin typeface="Calibri" panose="020F0502020204030204" pitchFamily="34" charset="0"/>
              </a:rPr>
              <a:t>2019</a:t>
            </a:r>
            <a:endParaRPr lang="en-CA" b="1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755" name="OTLSHAPE_TB_00000000000000000000000000000000_RightEndCaps" hidden="1"/>
          <p:cNvSpPr txBox="1"/>
          <p:nvPr>
            <p:custDataLst>
              <p:tags r:id="rId8"/>
            </p:custDataLst>
          </p:nvPr>
        </p:nvSpPr>
        <p:spPr>
          <a:xfrm>
            <a:off x="8426534" y="1550631"/>
            <a:ext cx="46990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 smtClean="0">
                <a:solidFill>
                  <a:srgbClr val="ED7D31"/>
                </a:solidFill>
                <a:latin typeface="Calibri" panose="020F0502020204030204" pitchFamily="34" charset="0"/>
              </a:rPr>
              <a:t>2020</a:t>
            </a:r>
            <a:endParaRPr lang="en-CA" b="1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756" name="OTLSHAPE_TB_00000000000000000000000000000000_ScaleContainer"/>
          <p:cNvSpPr/>
          <p:nvPr>
            <p:custDataLst>
              <p:tags r:id="rId9"/>
            </p:custDataLst>
          </p:nvPr>
        </p:nvSpPr>
        <p:spPr>
          <a:xfrm>
            <a:off x="844465" y="1563162"/>
            <a:ext cx="7467600" cy="254000"/>
          </a:xfrm>
          <a:prstGeom prst="roundRect">
            <a:avLst/>
          </a:prstGeom>
          <a:gradFill flip="none" rotWithShape="1">
            <a:gsLst>
              <a:gs pos="0">
                <a:srgbClr val="2D7175"/>
              </a:gs>
              <a:gs pos="100000">
                <a:srgbClr val="317B7F"/>
              </a:gs>
            </a:gsLst>
            <a:lin ang="5400000" scaled="1"/>
            <a:tileRect/>
          </a:gradFill>
          <a:ln w="25400" cap="flat" cmpd="sng" algn="ctr">
            <a:noFill/>
            <a:prstDash val="solid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57" name="OTLSHAPE_TB_00000000000000000000000000000000_ElapsedTime" hidden="1"/>
          <p:cNvSpPr/>
          <p:nvPr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58" name="OTLSHAPE_TB_00000000000000000000000000000000_TodayMarkerShape" hidden="1"/>
          <p:cNvSpPr/>
          <p:nvPr>
            <p:custDataLst>
              <p:tags r:id="rId11"/>
            </p:custDataLst>
          </p:nvPr>
        </p:nvSpPr>
        <p:spPr>
          <a:xfrm>
            <a:off x="1120197" y="1817162"/>
            <a:ext cx="72571" cy="8466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59" name="OTLSHAPE_TB_00000000000000000000000000000000_TodayMarkerText" hidden="1"/>
          <p:cNvSpPr txBox="1"/>
          <p:nvPr>
            <p:custDataLst>
              <p:tags r:id="rId12"/>
            </p:custDataLst>
          </p:nvPr>
        </p:nvSpPr>
        <p:spPr>
          <a:xfrm>
            <a:off x="1156483" y="1901829"/>
            <a:ext cx="363369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1200" smtClean="0">
                <a:solidFill>
                  <a:srgbClr val="000000"/>
                </a:solidFill>
                <a:latin typeface="Calibri" panose="020F0502020204030204" pitchFamily="34" charset="0"/>
              </a:rPr>
              <a:t>Today</a:t>
            </a:r>
            <a:endParaRPr lang="en-CA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760" name="OTLSHAPE_TB_00000000000000000000000000000000_TimescaleInterval1"/>
          <p:cNvSpPr txBox="1"/>
          <p:nvPr>
            <p:custDataLst>
              <p:tags r:id="rId13"/>
            </p:custDataLst>
          </p:nvPr>
        </p:nvSpPr>
        <p:spPr>
          <a:xfrm>
            <a:off x="907965" y="1601262"/>
            <a:ext cx="279435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761" name="OTLSHAPE_TB_00000000000000000000000000000000_TimescaleInterval2"/>
          <p:cNvSpPr txBox="1"/>
          <p:nvPr>
            <p:custDataLst>
              <p:tags r:id="rId14"/>
            </p:custDataLst>
          </p:nvPr>
        </p:nvSpPr>
        <p:spPr>
          <a:xfrm>
            <a:off x="1641251" y="1601262"/>
            <a:ext cx="264944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Dec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762" name="OTLSHAPE_TB_00000000000000000000000000000000_TimescaleInterval3"/>
          <p:cNvSpPr txBox="1"/>
          <p:nvPr>
            <p:custDataLst>
              <p:tags r:id="rId15"/>
            </p:custDataLst>
          </p:nvPr>
        </p:nvSpPr>
        <p:spPr>
          <a:xfrm>
            <a:off x="2398979" y="1601262"/>
            <a:ext cx="229615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Jan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763" name="OTLSHAPE_TB_00000000000000000000000000000000_TimescaleInterval4"/>
          <p:cNvSpPr txBox="1"/>
          <p:nvPr>
            <p:custDataLst>
              <p:tags r:id="rId16"/>
            </p:custDataLst>
          </p:nvPr>
        </p:nvSpPr>
        <p:spPr>
          <a:xfrm>
            <a:off x="3156708" y="1601262"/>
            <a:ext cx="252698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28" smtClean="0">
                <a:solidFill>
                  <a:schemeClr val="lt1"/>
                </a:solidFill>
                <a:latin typeface="Calibri" panose="020F0502020204030204" pitchFamily="34" charset="0"/>
              </a:rPr>
              <a:t>Feb</a:t>
            </a:r>
            <a:endParaRPr lang="en-CA" sz="1400" spc="-2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764" name="OTLSHAPE_TB_00000000000000000000000000000000_TimescaleInterval5"/>
          <p:cNvSpPr txBox="1"/>
          <p:nvPr>
            <p:custDataLst>
              <p:tags r:id="rId17"/>
            </p:custDataLst>
          </p:nvPr>
        </p:nvSpPr>
        <p:spPr>
          <a:xfrm>
            <a:off x="3865550" y="1601262"/>
            <a:ext cx="302968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Mar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765" name="OTLSHAPE_TB_00000000000000000000000000000000_TimescaleInterval6"/>
          <p:cNvSpPr txBox="1"/>
          <p:nvPr>
            <p:custDataLst>
              <p:tags r:id="rId18"/>
            </p:custDataLst>
          </p:nvPr>
        </p:nvSpPr>
        <p:spPr>
          <a:xfrm>
            <a:off x="4623279" y="1601262"/>
            <a:ext cx="250518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766" name="OTLSHAPE_TB_00000000000000000000000000000000_TimescaleInterval7"/>
          <p:cNvSpPr txBox="1"/>
          <p:nvPr>
            <p:custDataLst>
              <p:tags r:id="rId19"/>
            </p:custDataLst>
          </p:nvPr>
        </p:nvSpPr>
        <p:spPr>
          <a:xfrm>
            <a:off x="5356564" y="1601262"/>
            <a:ext cx="318870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May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767" name="OTLSHAPE_TB_00000000000000000000000000000000_TimescaleInterval8"/>
          <p:cNvSpPr txBox="1"/>
          <p:nvPr>
            <p:custDataLst>
              <p:tags r:id="rId20"/>
            </p:custDataLst>
          </p:nvPr>
        </p:nvSpPr>
        <p:spPr>
          <a:xfrm>
            <a:off x="6114293" y="1601262"/>
            <a:ext cx="236860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Jun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768" name="OTLSHAPE_TB_00000000000000000000000000000000_TimescaleInterval9"/>
          <p:cNvSpPr txBox="1"/>
          <p:nvPr>
            <p:custDataLst>
              <p:tags r:id="rId21"/>
            </p:custDataLst>
          </p:nvPr>
        </p:nvSpPr>
        <p:spPr>
          <a:xfrm>
            <a:off x="6847578" y="1601262"/>
            <a:ext cx="186269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Jul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769" name="OTLSHAPE_TB_00000000000000000000000000000000_TimescaleInterval10"/>
          <p:cNvSpPr txBox="1"/>
          <p:nvPr>
            <p:custDataLst>
              <p:tags r:id="rId22"/>
            </p:custDataLst>
          </p:nvPr>
        </p:nvSpPr>
        <p:spPr>
          <a:xfrm>
            <a:off x="7605306" y="1601262"/>
            <a:ext cx="272190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Aug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770" name="OTLSHAPE_TB_00000000000000000000000000000000_ScaleMarking1"/>
          <p:cNvSpPr txBox="1"/>
          <p:nvPr>
            <p:custDataLst>
              <p:tags r:id="rId23"/>
            </p:custDataLst>
          </p:nvPr>
        </p:nvSpPr>
        <p:spPr>
          <a:xfrm>
            <a:off x="907965" y="1346119"/>
            <a:ext cx="353174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26" smtClean="0">
                <a:solidFill>
                  <a:srgbClr val="2D7175"/>
                </a:solidFill>
                <a:latin typeface="Calibri" panose="020F0502020204030204" pitchFamily="34" charset="0"/>
              </a:rPr>
              <a:t>2019</a:t>
            </a:r>
            <a:endParaRPr lang="en-CA" sz="1400" spc="-26">
              <a:solidFill>
                <a:srgbClr val="2D7175"/>
              </a:solidFill>
              <a:latin typeface="Calibri" panose="020F0502020204030204" pitchFamily="34" charset="0"/>
            </a:endParaRPr>
          </a:p>
        </p:txBody>
      </p:sp>
      <p:sp>
        <p:nvSpPr>
          <p:cNvPr id="1771" name="OTLSHAPE_TB_00000000000000000000000000000000_ScaleMarking2"/>
          <p:cNvSpPr txBox="1"/>
          <p:nvPr>
            <p:custDataLst>
              <p:tags r:id="rId24"/>
            </p:custDataLst>
          </p:nvPr>
        </p:nvSpPr>
        <p:spPr>
          <a:xfrm>
            <a:off x="2398979" y="1346119"/>
            <a:ext cx="353174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26" smtClean="0">
                <a:solidFill>
                  <a:srgbClr val="2D7175"/>
                </a:solidFill>
                <a:latin typeface="Calibri" panose="020F0502020204030204" pitchFamily="34" charset="0"/>
              </a:rPr>
              <a:t>2020</a:t>
            </a:r>
            <a:endParaRPr lang="en-CA" sz="1400" spc="-26">
              <a:solidFill>
                <a:srgbClr val="2D7175"/>
              </a:solidFill>
              <a:latin typeface="Calibri" panose="020F0502020204030204" pitchFamily="34" charset="0"/>
            </a:endParaRPr>
          </a:p>
        </p:txBody>
      </p:sp>
      <p:sp>
        <p:nvSpPr>
          <p:cNvPr id="1777" name="OTLSHAPE_M_7bfb8a382a9944389375dbf246013bf7_Title"/>
          <p:cNvSpPr txBox="1"/>
          <p:nvPr>
            <p:custDataLst>
              <p:tags r:id="rId25"/>
            </p:custDataLst>
          </p:nvPr>
        </p:nvSpPr>
        <p:spPr>
          <a:xfrm>
            <a:off x="5252793" y="560497"/>
            <a:ext cx="20574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spc="-2" smtClean="0">
                <a:solidFill>
                  <a:srgbClr val="000000"/>
                </a:solidFill>
                <a:latin typeface="Calibri" panose="020F0502020204030204" pitchFamily="34" charset="0"/>
              </a:rPr>
              <a:t>Motive - Friends &amp; Family Launch</a:t>
            </a:r>
            <a:endParaRPr lang="en-CA" sz="1200" spc="-2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778" name="OTLSHAPE_M_7bfb8a382a9944389375dbf246013bf7_Date" hidden="1"/>
          <p:cNvSpPr txBox="1"/>
          <p:nvPr>
            <p:custDataLst>
              <p:tags r:id="rId26"/>
            </p:custDataLst>
          </p:nvPr>
        </p:nvSpPr>
        <p:spPr>
          <a:xfrm>
            <a:off x="5252793" y="771952"/>
            <a:ext cx="0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Apr 20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79" name="OTLSHAPE_M_7bfb8a382a9944389375dbf246013bf7_Shape"/>
          <p:cNvSpPr/>
          <p:nvPr>
            <p:custDataLst>
              <p:tags r:id="rId27"/>
            </p:custDataLst>
          </p:nvPr>
        </p:nvSpPr>
        <p:spPr>
          <a:xfrm rot="16200000">
            <a:off x="5055943" y="596375"/>
            <a:ext cx="165100" cy="165100"/>
          </a:xfrm>
          <a:prstGeom prst="flowChartMerge">
            <a:avLst/>
          </a:prstGeom>
          <a:solidFill>
            <a:srgbClr val="44546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80" name="OTLSHAPE_M_81f59d815daf4227a6f0ac41529bf715_Title"/>
          <p:cNvSpPr txBox="1"/>
          <p:nvPr>
            <p:custDataLst>
              <p:tags r:id="rId28"/>
            </p:custDataLst>
          </p:nvPr>
        </p:nvSpPr>
        <p:spPr>
          <a:xfrm>
            <a:off x="5594993" y="1161207"/>
            <a:ext cx="12573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spc="-4" smtClean="0">
                <a:solidFill>
                  <a:srgbClr val="000000"/>
                </a:solidFill>
                <a:latin typeface="Calibri" panose="020F0502020204030204" pitchFamily="34" charset="0"/>
              </a:rPr>
              <a:t>Motive - Full Launch</a:t>
            </a:r>
            <a:endParaRPr lang="en-CA" sz="1200" spc="-4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781" name="OTLSHAPE_M_81f59d815daf4227a6f0ac41529bf715_Date" hidden="1"/>
          <p:cNvSpPr txBox="1"/>
          <p:nvPr>
            <p:custDataLst>
              <p:tags r:id="rId29"/>
            </p:custDataLst>
          </p:nvPr>
        </p:nvSpPr>
        <p:spPr>
          <a:xfrm>
            <a:off x="5594993" y="1372662"/>
            <a:ext cx="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May 4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82" name="OTLSHAPE_M_81f59d815daf4227a6f0ac41529bf715_Shape"/>
          <p:cNvSpPr/>
          <p:nvPr>
            <p:custDataLst>
              <p:tags r:id="rId30"/>
            </p:custDataLst>
          </p:nvPr>
        </p:nvSpPr>
        <p:spPr>
          <a:xfrm rot="16200000">
            <a:off x="5398143" y="1197085"/>
            <a:ext cx="165100" cy="165100"/>
          </a:xfrm>
          <a:prstGeom prst="flowChartMerge">
            <a:avLst/>
          </a:prstGeom>
          <a:solidFill>
            <a:srgbClr val="44546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83" name="OTLSHAPE_M_4cea4452dbfb47b5bd115d5c2ac1a1ba_Title"/>
          <p:cNvSpPr txBox="1"/>
          <p:nvPr>
            <p:custDataLst>
              <p:tags r:id="rId31"/>
            </p:custDataLst>
          </p:nvPr>
        </p:nvSpPr>
        <p:spPr>
          <a:xfrm>
            <a:off x="6621593" y="860852"/>
            <a:ext cx="23114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200" spc="-2" smtClean="0">
                <a:solidFill>
                  <a:srgbClr val="000000"/>
                </a:solidFill>
                <a:latin typeface="Calibri" panose="020F0502020204030204" pitchFamily="34" charset="0"/>
              </a:rPr>
              <a:t>Personal -  Friends and Family Launch</a:t>
            </a:r>
            <a:endParaRPr lang="en-CA" sz="1200" spc="-2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784" name="OTLSHAPE_M_4cea4452dbfb47b5bd115d5c2ac1a1ba_Date" hidden="1"/>
          <p:cNvSpPr txBox="1"/>
          <p:nvPr>
            <p:custDataLst>
              <p:tags r:id="rId32"/>
            </p:custDataLst>
          </p:nvPr>
        </p:nvSpPr>
        <p:spPr>
          <a:xfrm>
            <a:off x="6621593" y="1072307"/>
            <a:ext cx="0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Jun 15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85" name="OTLSHAPE_M_4cea4452dbfb47b5bd115d5c2ac1a1ba_Shape"/>
          <p:cNvSpPr/>
          <p:nvPr>
            <p:custDataLst>
              <p:tags r:id="rId33"/>
            </p:custDataLst>
          </p:nvPr>
        </p:nvSpPr>
        <p:spPr>
          <a:xfrm rot="16200000">
            <a:off x="6424743" y="896730"/>
            <a:ext cx="165100" cy="165100"/>
          </a:xfrm>
          <a:prstGeom prst="flowChartMerge">
            <a:avLst/>
          </a:prstGeom>
          <a:solidFill>
            <a:srgbClr val="44546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86" name="OTLSHAPE_M_b5a7406f6c574a3099f78b8b3d29dc25_Title"/>
          <p:cNvSpPr txBox="1"/>
          <p:nvPr>
            <p:custDataLst>
              <p:tags r:id="rId34"/>
            </p:custDataLst>
          </p:nvPr>
        </p:nvSpPr>
        <p:spPr>
          <a:xfrm>
            <a:off x="7477092" y="1161207"/>
            <a:ext cx="13462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200" spc="-4" smtClean="0">
                <a:solidFill>
                  <a:srgbClr val="000000"/>
                </a:solidFill>
                <a:latin typeface="Calibri" panose="020F0502020204030204" pitchFamily="34" charset="0"/>
              </a:rPr>
              <a:t>Personal - Full Launch</a:t>
            </a:r>
            <a:endParaRPr lang="en-CA" sz="1200" spc="-4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787" name="OTLSHAPE_M_b5a7406f6c574a3099f78b8b3d29dc25_Date" hidden="1"/>
          <p:cNvSpPr txBox="1"/>
          <p:nvPr>
            <p:custDataLst>
              <p:tags r:id="rId35"/>
            </p:custDataLst>
          </p:nvPr>
        </p:nvSpPr>
        <p:spPr>
          <a:xfrm>
            <a:off x="7477092" y="1372662"/>
            <a:ext cx="0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Jul 20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88" name="OTLSHAPE_M_b5a7406f6c574a3099f78b8b3d29dc25_Shape"/>
          <p:cNvSpPr/>
          <p:nvPr>
            <p:custDataLst>
              <p:tags r:id="rId36"/>
            </p:custDataLst>
          </p:nvPr>
        </p:nvSpPr>
        <p:spPr>
          <a:xfrm rot="16200000">
            <a:off x="7280242" y="1197085"/>
            <a:ext cx="165100" cy="165100"/>
          </a:xfrm>
          <a:prstGeom prst="flowChartMerge">
            <a:avLst/>
          </a:prstGeom>
          <a:solidFill>
            <a:srgbClr val="44546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89" name="OTLSHAPE_T_e32a174009c141dc9a6e62a96dcf677c_Shape"/>
          <p:cNvSpPr/>
          <p:nvPr>
            <p:custDataLst>
              <p:tags r:id="rId37"/>
            </p:custDataLst>
          </p:nvPr>
        </p:nvSpPr>
        <p:spPr>
          <a:xfrm>
            <a:off x="1259994" y="2020362"/>
            <a:ext cx="1130300" cy="127000"/>
          </a:xfrm>
          <a:prstGeom prst="roundRect">
            <a:avLst/>
          </a:prstGeom>
          <a:solidFill>
            <a:schemeClr val="accent4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90" name="OTLSHAPE_T_e32a174009c141dc9a6e62a96dcf677c_ShapePercentage" hidden="1"/>
          <p:cNvSpPr/>
          <p:nvPr>
            <p:custDataLst>
              <p:tags r:id="rId38"/>
            </p:custDataLst>
          </p:nvPr>
        </p:nvSpPr>
        <p:spPr>
          <a:xfrm>
            <a:off x="1259994" y="2020362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91" name="OTLSHAPE_T_e32a174009c141dc9a6e62a96dcf677c_Duration" hidden="1"/>
          <p:cNvSpPr txBox="1"/>
          <p:nvPr>
            <p:custDataLst>
              <p:tags r:id="rId39"/>
            </p:custDataLst>
          </p:nvPr>
        </p:nvSpPr>
        <p:spPr>
          <a:xfrm>
            <a:off x="0" y="2020362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34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792" name="OTLSHAPE_T_e32a174009c141dc9a6e62a96dcf677c_TextPercentage" hidden="1"/>
          <p:cNvSpPr txBox="1"/>
          <p:nvPr>
            <p:custDataLst>
              <p:tags r:id="rId40"/>
            </p:custDataLst>
          </p:nvPr>
        </p:nvSpPr>
        <p:spPr>
          <a:xfrm>
            <a:off x="0" y="2175387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793" name="OTLSHAPE_T_e32a174009c141dc9a6e62a96dcf677c_JoinedDate" hidden="1"/>
          <p:cNvSpPr txBox="1"/>
          <p:nvPr>
            <p:custDataLst>
              <p:tags r:id="rId41"/>
            </p:custDataLst>
          </p:nvPr>
        </p:nvSpPr>
        <p:spPr>
          <a:xfrm>
            <a:off x="0" y="2175387"/>
            <a:ext cx="723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Nov 18 - Jan 2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94" name="OTLSHAPE_T_e32a174009c141dc9a6e62a96dcf677c_StartDate" hidden="1"/>
          <p:cNvSpPr txBox="1"/>
          <p:nvPr>
            <p:custDataLst>
              <p:tags r:id="rId42"/>
            </p:custDataLst>
          </p:nvPr>
        </p:nvSpPr>
        <p:spPr>
          <a:xfrm>
            <a:off x="0" y="23304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95" name="OTLSHAPE_T_e32a174009c141dc9a6e62a96dcf677c_EndDate" hidden="1"/>
          <p:cNvSpPr txBox="1"/>
          <p:nvPr>
            <p:custDataLst>
              <p:tags r:id="rId43"/>
            </p:custDataLst>
          </p:nvPr>
        </p:nvSpPr>
        <p:spPr>
          <a:xfrm>
            <a:off x="0" y="23304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96" name="OTLSHAPE_T_e32a174009c141dc9a6e62a96dcf677c_Title"/>
          <p:cNvSpPr txBox="1"/>
          <p:nvPr>
            <p:custDataLst>
              <p:tags r:id="rId44"/>
            </p:custDataLst>
          </p:nvPr>
        </p:nvSpPr>
        <p:spPr>
          <a:xfrm>
            <a:off x="1259994" y="2147362"/>
            <a:ext cx="1092200" cy="2170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1400" b="1" spc="-8" smtClean="0">
                <a:solidFill>
                  <a:srgbClr val="000000"/>
                </a:solidFill>
                <a:latin typeface="Calibri" panose="020F0502020204030204" pitchFamily="34" charset="0"/>
              </a:rPr>
              <a:t>Scope Analysis</a:t>
            </a:r>
            <a:endParaRPr lang="en-CA" sz="1400" b="1" spc="-8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797" name="OTLSHAPE_T_da3f1c3adf114f3bb18df83aad2c89d2_Shape"/>
          <p:cNvSpPr/>
          <p:nvPr>
            <p:custDataLst>
              <p:tags r:id="rId45"/>
            </p:custDataLst>
          </p:nvPr>
        </p:nvSpPr>
        <p:spPr>
          <a:xfrm>
            <a:off x="1577751" y="2427905"/>
            <a:ext cx="1181100" cy="127000"/>
          </a:xfrm>
          <a:prstGeom prst="roundRect">
            <a:avLst/>
          </a:prstGeom>
          <a:solidFill>
            <a:srgbClr val="83BBF2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98" name="OTLSHAPE_T_da3f1c3adf114f3bb18df83aad2c89d2_ShapePercentage" hidden="1"/>
          <p:cNvSpPr/>
          <p:nvPr>
            <p:custDataLst>
              <p:tags r:id="rId46"/>
            </p:custDataLst>
          </p:nvPr>
        </p:nvSpPr>
        <p:spPr>
          <a:xfrm>
            <a:off x="1577751" y="2427905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99" name="OTLSHAPE_T_da3f1c3adf114f3bb18df83aad2c89d2_Duration" hidden="1"/>
          <p:cNvSpPr txBox="1"/>
          <p:nvPr>
            <p:custDataLst>
              <p:tags r:id="rId47"/>
            </p:custDataLst>
          </p:nvPr>
        </p:nvSpPr>
        <p:spPr>
          <a:xfrm>
            <a:off x="0" y="2427905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35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800" name="OTLSHAPE_T_da3f1c3adf114f3bb18df83aad2c89d2_TextPercentage" hidden="1"/>
          <p:cNvSpPr txBox="1"/>
          <p:nvPr>
            <p:custDataLst>
              <p:tags r:id="rId48"/>
            </p:custDataLst>
          </p:nvPr>
        </p:nvSpPr>
        <p:spPr>
          <a:xfrm>
            <a:off x="0" y="258293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801" name="OTLSHAPE_T_da3f1c3adf114f3bb18df83aad2c89d2_JoinedDate" hidden="1"/>
          <p:cNvSpPr txBox="1"/>
          <p:nvPr>
            <p:custDataLst>
              <p:tags r:id="rId49"/>
            </p:custDataLst>
          </p:nvPr>
        </p:nvSpPr>
        <p:spPr>
          <a:xfrm>
            <a:off x="0" y="2582930"/>
            <a:ext cx="711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Dec 1 - Jan 17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02" name="OTLSHAPE_T_da3f1c3adf114f3bb18df83aad2c89d2_StartDate" hidden="1"/>
          <p:cNvSpPr txBox="1"/>
          <p:nvPr>
            <p:custDataLst>
              <p:tags r:id="rId50"/>
            </p:custDataLst>
          </p:nvPr>
        </p:nvSpPr>
        <p:spPr>
          <a:xfrm>
            <a:off x="0" y="273795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03" name="OTLSHAPE_T_da3f1c3adf114f3bb18df83aad2c89d2_EndDate" hidden="1"/>
          <p:cNvSpPr txBox="1"/>
          <p:nvPr>
            <p:custDataLst>
              <p:tags r:id="rId51"/>
            </p:custDataLst>
          </p:nvPr>
        </p:nvSpPr>
        <p:spPr>
          <a:xfrm>
            <a:off x="0" y="273795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04" name="OTLSHAPE_T_da3f1c3adf114f3bb18df83aad2c89d2_Title"/>
          <p:cNvSpPr txBox="1"/>
          <p:nvPr>
            <p:custDataLst>
              <p:tags r:id="rId52"/>
            </p:custDataLst>
          </p:nvPr>
        </p:nvSpPr>
        <p:spPr>
          <a:xfrm>
            <a:off x="1577751" y="2554905"/>
            <a:ext cx="1676400" cy="2170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400" b="1" spc="-6" smtClean="0">
                <a:solidFill>
                  <a:srgbClr val="000000"/>
                </a:solidFill>
                <a:latin typeface="Calibri" panose="020F0502020204030204" pitchFamily="34" charset="0"/>
              </a:rPr>
              <a:t>Design/Build/Unit Test</a:t>
            </a:r>
            <a:endParaRPr lang="en-CA" sz="1400" b="1" spc="-6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805" name="OTLSHAPE_T_7d7a3f33bb024005950d8874ec22e8f9_Shape"/>
          <p:cNvSpPr/>
          <p:nvPr>
            <p:custDataLst>
              <p:tags r:id="rId53"/>
            </p:custDataLst>
          </p:nvPr>
        </p:nvSpPr>
        <p:spPr>
          <a:xfrm>
            <a:off x="1919951" y="2835448"/>
            <a:ext cx="2374900" cy="127000"/>
          </a:xfrm>
          <a:prstGeom prst="roundRect">
            <a:avLst/>
          </a:prstGeom>
          <a:solidFill>
            <a:srgbClr val="ED7D3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06" name="OTLSHAPE_T_7d7a3f33bb024005950d8874ec22e8f9_ShapePercentage" hidden="1"/>
          <p:cNvSpPr/>
          <p:nvPr>
            <p:custDataLst>
              <p:tags r:id="rId54"/>
            </p:custDataLst>
          </p:nvPr>
        </p:nvSpPr>
        <p:spPr>
          <a:xfrm>
            <a:off x="1919951" y="2835448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07" name="OTLSHAPE_T_7d7a3f33bb024005950d8874ec22e8f9_Duration" hidden="1"/>
          <p:cNvSpPr txBox="1"/>
          <p:nvPr>
            <p:custDataLst>
              <p:tags r:id="rId55"/>
            </p:custDataLst>
          </p:nvPr>
        </p:nvSpPr>
        <p:spPr>
          <a:xfrm>
            <a:off x="0" y="2835448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70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808" name="OTLSHAPE_T_7d7a3f33bb024005950d8874ec22e8f9_TextPercentage" hidden="1"/>
          <p:cNvSpPr txBox="1"/>
          <p:nvPr>
            <p:custDataLst>
              <p:tags r:id="rId56"/>
            </p:custDataLst>
          </p:nvPr>
        </p:nvSpPr>
        <p:spPr>
          <a:xfrm>
            <a:off x="0" y="299047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809" name="OTLSHAPE_T_7d7a3f33bb024005950d8874ec22e8f9_JoinedDate" hidden="1"/>
          <p:cNvSpPr txBox="1"/>
          <p:nvPr>
            <p:custDataLst>
              <p:tags r:id="rId57"/>
            </p:custDataLst>
          </p:nvPr>
        </p:nvSpPr>
        <p:spPr>
          <a:xfrm>
            <a:off x="0" y="2990473"/>
            <a:ext cx="8255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Dec 15 - Mar 20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10" name="OTLSHAPE_T_7d7a3f33bb024005950d8874ec22e8f9_StartDate" hidden="1"/>
          <p:cNvSpPr txBox="1"/>
          <p:nvPr>
            <p:custDataLst>
              <p:tags r:id="rId58"/>
            </p:custDataLst>
          </p:nvPr>
        </p:nvSpPr>
        <p:spPr>
          <a:xfrm>
            <a:off x="0" y="3145497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11" name="OTLSHAPE_T_7d7a3f33bb024005950d8874ec22e8f9_EndDate" hidden="1"/>
          <p:cNvSpPr txBox="1"/>
          <p:nvPr>
            <p:custDataLst>
              <p:tags r:id="rId59"/>
            </p:custDataLst>
          </p:nvPr>
        </p:nvSpPr>
        <p:spPr>
          <a:xfrm>
            <a:off x="0" y="3145497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12" name="OTLSHAPE_T_7d7a3f33bb024005950d8874ec22e8f9_Title"/>
          <p:cNvSpPr txBox="1"/>
          <p:nvPr>
            <p:custDataLst>
              <p:tags r:id="rId60"/>
            </p:custDataLst>
          </p:nvPr>
        </p:nvSpPr>
        <p:spPr>
          <a:xfrm>
            <a:off x="1919951" y="2962448"/>
            <a:ext cx="4165600" cy="2170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400" b="1" spc="-2" smtClean="0">
                <a:solidFill>
                  <a:srgbClr val="000000"/>
                </a:solidFill>
                <a:latin typeface="Calibri" panose="020F0502020204030204" pitchFamily="34" charset="0"/>
              </a:rPr>
              <a:t>System Integration Testing (All Partners - full end to end)</a:t>
            </a:r>
            <a:endParaRPr lang="en-CA" sz="1400" b="1" spc="-2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813" name="OTLSHAPE_T_0be93c1881d14d2da09745387d4e46c5_Shape"/>
          <p:cNvSpPr/>
          <p:nvPr>
            <p:custDataLst>
              <p:tags r:id="rId61"/>
            </p:custDataLst>
          </p:nvPr>
        </p:nvSpPr>
        <p:spPr>
          <a:xfrm>
            <a:off x="4339793" y="3242991"/>
            <a:ext cx="647700" cy="127000"/>
          </a:xfrm>
          <a:prstGeom prst="roundRect">
            <a:avLst/>
          </a:prstGeom>
          <a:solidFill>
            <a:srgbClr val="70AD47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14" name="OTLSHAPE_T_0be93c1881d14d2da09745387d4e46c5_ShapePercentage" hidden="1"/>
          <p:cNvSpPr/>
          <p:nvPr>
            <p:custDataLst>
              <p:tags r:id="rId62"/>
            </p:custDataLst>
          </p:nvPr>
        </p:nvSpPr>
        <p:spPr>
          <a:xfrm>
            <a:off x="4339793" y="3242991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15" name="OTLSHAPE_T_0be93c1881d14d2da09745387d4e46c5_Duration" hidden="1"/>
          <p:cNvSpPr txBox="1"/>
          <p:nvPr>
            <p:custDataLst>
              <p:tags r:id="rId63"/>
            </p:custDataLst>
          </p:nvPr>
        </p:nvSpPr>
        <p:spPr>
          <a:xfrm>
            <a:off x="0" y="3242991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20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816" name="OTLSHAPE_T_0be93c1881d14d2da09745387d4e46c5_TextPercentage" hidden="1"/>
          <p:cNvSpPr txBox="1"/>
          <p:nvPr>
            <p:custDataLst>
              <p:tags r:id="rId64"/>
            </p:custDataLst>
          </p:nvPr>
        </p:nvSpPr>
        <p:spPr>
          <a:xfrm>
            <a:off x="0" y="339801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817" name="OTLSHAPE_T_0be93c1881d14d2da09745387d4e46c5_JoinedDate" hidden="1"/>
          <p:cNvSpPr txBox="1"/>
          <p:nvPr>
            <p:custDataLst>
              <p:tags r:id="rId65"/>
            </p:custDataLst>
          </p:nvPr>
        </p:nvSpPr>
        <p:spPr>
          <a:xfrm>
            <a:off x="0" y="3398016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Mar 23 - Apr 17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18" name="OTLSHAPE_T_0be93c1881d14d2da09745387d4e46c5_StartDate" hidden="1"/>
          <p:cNvSpPr txBox="1"/>
          <p:nvPr>
            <p:custDataLst>
              <p:tags r:id="rId66"/>
            </p:custDataLst>
          </p:nvPr>
        </p:nvSpPr>
        <p:spPr>
          <a:xfrm>
            <a:off x="0" y="355304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19" name="OTLSHAPE_T_0be93c1881d14d2da09745387d4e46c5_EndDate" hidden="1"/>
          <p:cNvSpPr txBox="1"/>
          <p:nvPr>
            <p:custDataLst>
              <p:tags r:id="rId67"/>
            </p:custDataLst>
          </p:nvPr>
        </p:nvSpPr>
        <p:spPr>
          <a:xfrm>
            <a:off x="0" y="355304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20" name="OTLSHAPE_T_0be93c1881d14d2da09745387d4e46c5_Title"/>
          <p:cNvSpPr txBox="1"/>
          <p:nvPr>
            <p:custDataLst>
              <p:tags r:id="rId68"/>
            </p:custDataLst>
          </p:nvPr>
        </p:nvSpPr>
        <p:spPr>
          <a:xfrm>
            <a:off x="4339793" y="3369991"/>
            <a:ext cx="1790700" cy="2170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400" b="1" spc="-6" smtClean="0">
                <a:solidFill>
                  <a:srgbClr val="000000"/>
                </a:solidFill>
                <a:latin typeface="Calibri" panose="020F0502020204030204" pitchFamily="34" charset="0"/>
              </a:rPr>
              <a:t>User Acceptance Testing</a:t>
            </a:r>
            <a:endParaRPr lang="en-CA" sz="1400" b="1" spc="-6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821" name="OTLSHAPE_T_f71eaf0876c645f491db5f18b9a4ad9f_Shape"/>
          <p:cNvSpPr/>
          <p:nvPr>
            <p:custDataLst>
              <p:tags r:id="rId69"/>
            </p:custDataLst>
          </p:nvPr>
        </p:nvSpPr>
        <p:spPr>
          <a:xfrm>
            <a:off x="2359922" y="3650534"/>
            <a:ext cx="4914900" cy="127000"/>
          </a:xfrm>
          <a:prstGeom prst="roundRect">
            <a:avLst/>
          </a:prstGeom>
          <a:solidFill>
            <a:srgbClr val="2F3699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22" name="OTLSHAPE_T_f71eaf0876c645f491db5f18b9a4ad9f_ShapePercentage" hidden="1"/>
          <p:cNvSpPr/>
          <p:nvPr>
            <p:custDataLst>
              <p:tags r:id="rId70"/>
            </p:custDataLst>
          </p:nvPr>
        </p:nvSpPr>
        <p:spPr>
          <a:xfrm>
            <a:off x="2359922" y="3650534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23" name="OTLSHAPE_T_f71eaf0876c645f491db5f18b9a4ad9f_Duration" hidden="1"/>
          <p:cNvSpPr txBox="1"/>
          <p:nvPr>
            <p:custDataLst>
              <p:tags r:id="rId71"/>
            </p:custDataLst>
          </p:nvPr>
        </p:nvSpPr>
        <p:spPr>
          <a:xfrm>
            <a:off x="0" y="3650534"/>
            <a:ext cx="457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143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824" name="OTLSHAPE_T_f71eaf0876c645f491db5f18b9a4ad9f_TextPercentage" hidden="1"/>
          <p:cNvSpPr txBox="1"/>
          <p:nvPr>
            <p:custDataLst>
              <p:tags r:id="rId72"/>
            </p:custDataLst>
          </p:nvPr>
        </p:nvSpPr>
        <p:spPr>
          <a:xfrm>
            <a:off x="0" y="380555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825" name="OTLSHAPE_T_f71eaf0876c645f491db5f18b9a4ad9f_JoinedDate" hidden="1"/>
          <p:cNvSpPr txBox="1"/>
          <p:nvPr>
            <p:custDataLst>
              <p:tags r:id="rId73"/>
            </p:custDataLst>
          </p:nvPr>
        </p:nvSpPr>
        <p:spPr>
          <a:xfrm>
            <a:off x="0" y="3805559"/>
            <a:ext cx="660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Jan 2 - Jul 20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26" name="OTLSHAPE_T_f71eaf0876c645f491db5f18b9a4ad9f_StartDate" hidden="1"/>
          <p:cNvSpPr txBox="1"/>
          <p:nvPr>
            <p:custDataLst>
              <p:tags r:id="rId74"/>
            </p:custDataLst>
          </p:nvPr>
        </p:nvSpPr>
        <p:spPr>
          <a:xfrm>
            <a:off x="0" y="396058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27" name="OTLSHAPE_T_f71eaf0876c645f491db5f18b9a4ad9f_EndDate" hidden="1"/>
          <p:cNvSpPr txBox="1"/>
          <p:nvPr>
            <p:custDataLst>
              <p:tags r:id="rId75"/>
            </p:custDataLst>
          </p:nvPr>
        </p:nvSpPr>
        <p:spPr>
          <a:xfrm>
            <a:off x="0" y="396058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28" name="OTLSHAPE_T_f71eaf0876c645f491db5f18b9a4ad9f_Title"/>
          <p:cNvSpPr txBox="1"/>
          <p:nvPr>
            <p:custDataLst>
              <p:tags r:id="rId76"/>
            </p:custDataLst>
          </p:nvPr>
        </p:nvSpPr>
        <p:spPr>
          <a:xfrm>
            <a:off x="2359922" y="3777534"/>
            <a:ext cx="2273300" cy="2170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400" b="1" spc="-6" smtClean="0">
                <a:solidFill>
                  <a:srgbClr val="000000"/>
                </a:solidFill>
                <a:latin typeface="Calibri" panose="020F0502020204030204" pitchFamily="34" charset="0"/>
              </a:rPr>
              <a:t>Marketing - Motive &amp; Personal</a:t>
            </a:r>
            <a:endParaRPr lang="en-CA" sz="1400" b="1" spc="-6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829" name="OTLSHAPE_T_01b12018c08241e6b94de0ca476d9e6b_Shape"/>
          <p:cNvSpPr/>
          <p:nvPr>
            <p:custDataLst>
              <p:tags r:id="rId77"/>
            </p:custDataLst>
          </p:nvPr>
        </p:nvSpPr>
        <p:spPr>
          <a:xfrm>
            <a:off x="1602194" y="4058077"/>
            <a:ext cx="5943600" cy="127000"/>
          </a:xfrm>
          <a:prstGeom prst="roundRect">
            <a:avLst/>
          </a:prstGeom>
          <a:solidFill>
            <a:schemeClr val="accent3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30" name="OTLSHAPE_T_01b12018c08241e6b94de0ca476d9e6b_ShapePercentage" hidden="1"/>
          <p:cNvSpPr/>
          <p:nvPr>
            <p:custDataLst>
              <p:tags r:id="rId78"/>
            </p:custDataLst>
          </p:nvPr>
        </p:nvSpPr>
        <p:spPr>
          <a:xfrm>
            <a:off x="1602194" y="4058077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31" name="OTLSHAPE_T_01b12018c08241e6b94de0ca476d9e6b_Duration" hidden="1"/>
          <p:cNvSpPr txBox="1"/>
          <p:nvPr>
            <p:custDataLst>
              <p:tags r:id="rId79"/>
            </p:custDataLst>
          </p:nvPr>
        </p:nvSpPr>
        <p:spPr>
          <a:xfrm>
            <a:off x="0" y="4058077"/>
            <a:ext cx="457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175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832" name="OTLSHAPE_T_01b12018c08241e6b94de0ca476d9e6b_TextPercentage" hidden="1"/>
          <p:cNvSpPr txBox="1"/>
          <p:nvPr>
            <p:custDataLst>
              <p:tags r:id="rId80"/>
            </p:custDataLst>
          </p:nvPr>
        </p:nvSpPr>
        <p:spPr>
          <a:xfrm>
            <a:off x="0" y="4213102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833" name="OTLSHAPE_T_01b12018c08241e6b94de0ca476d9e6b_JoinedDate" hidden="1"/>
          <p:cNvSpPr txBox="1"/>
          <p:nvPr>
            <p:custDataLst>
              <p:tags r:id="rId81"/>
            </p:custDataLst>
          </p:nvPr>
        </p:nvSpPr>
        <p:spPr>
          <a:xfrm>
            <a:off x="0" y="4213102"/>
            <a:ext cx="685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Dec 2 - Jul 31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34" name="OTLSHAPE_T_01b12018c08241e6b94de0ca476d9e6b_StartDate" hidden="1"/>
          <p:cNvSpPr txBox="1"/>
          <p:nvPr>
            <p:custDataLst>
              <p:tags r:id="rId82"/>
            </p:custDataLst>
          </p:nvPr>
        </p:nvSpPr>
        <p:spPr>
          <a:xfrm>
            <a:off x="0" y="436812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35" name="OTLSHAPE_T_01b12018c08241e6b94de0ca476d9e6b_EndDate" hidden="1"/>
          <p:cNvSpPr txBox="1"/>
          <p:nvPr>
            <p:custDataLst>
              <p:tags r:id="rId83"/>
            </p:custDataLst>
          </p:nvPr>
        </p:nvSpPr>
        <p:spPr>
          <a:xfrm>
            <a:off x="0" y="436812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36" name="OTLSHAPE_T_01b12018c08241e6b94de0ca476d9e6b_Title"/>
          <p:cNvSpPr txBox="1"/>
          <p:nvPr>
            <p:custDataLst>
              <p:tags r:id="rId84"/>
            </p:custDataLst>
          </p:nvPr>
        </p:nvSpPr>
        <p:spPr>
          <a:xfrm>
            <a:off x="1602194" y="4185077"/>
            <a:ext cx="4165600" cy="2170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400" b="1" spc="-2" smtClean="0">
                <a:solidFill>
                  <a:srgbClr val="000000"/>
                </a:solidFill>
                <a:latin typeface="Calibri" panose="020F0502020204030204" pitchFamily="34" charset="0"/>
              </a:rPr>
              <a:t>People First - Business Readiness and Support Structures</a:t>
            </a:r>
            <a:endParaRPr lang="en-CA" sz="1400" b="1" spc="-2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837" name="OTLSHAPE_T_7da4274af3d5420aadf4aaced861acac_Shape"/>
          <p:cNvSpPr/>
          <p:nvPr>
            <p:custDataLst>
              <p:tags r:id="rId85"/>
            </p:custDataLst>
          </p:nvPr>
        </p:nvSpPr>
        <p:spPr>
          <a:xfrm>
            <a:off x="4877536" y="4465620"/>
            <a:ext cx="2844800" cy="127000"/>
          </a:xfrm>
          <a:prstGeom prst="roundRect">
            <a:avLst/>
          </a:prstGeom>
          <a:solidFill>
            <a:schemeClr val="accent6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38" name="OTLSHAPE_T_7da4274af3d5420aadf4aaced861acac_ShapePercentage" hidden="1"/>
          <p:cNvSpPr/>
          <p:nvPr>
            <p:custDataLst>
              <p:tags r:id="rId86"/>
            </p:custDataLst>
          </p:nvPr>
        </p:nvSpPr>
        <p:spPr>
          <a:xfrm>
            <a:off x="4877536" y="4465620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39" name="OTLSHAPE_T_7da4274af3d5420aadf4aaced861acac_Duration" hidden="1"/>
          <p:cNvSpPr txBox="1"/>
          <p:nvPr>
            <p:custDataLst>
              <p:tags r:id="rId87"/>
            </p:custDataLst>
          </p:nvPr>
        </p:nvSpPr>
        <p:spPr>
          <a:xfrm>
            <a:off x="0" y="4465620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84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840" name="OTLSHAPE_T_7da4274af3d5420aadf4aaced861acac_TextPercentage" hidden="1"/>
          <p:cNvSpPr txBox="1"/>
          <p:nvPr>
            <p:custDataLst>
              <p:tags r:id="rId88"/>
            </p:custDataLst>
          </p:nvPr>
        </p:nvSpPr>
        <p:spPr>
          <a:xfrm>
            <a:off x="0" y="46206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841" name="OTLSHAPE_T_7da4274af3d5420aadf4aaced861acac_JoinedDate" hidden="1"/>
          <p:cNvSpPr txBox="1"/>
          <p:nvPr>
            <p:custDataLst>
              <p:tags r:id="rId89"/>
            </p:custDataLst>
          </p:nvPr>
        </p:nvSpPr>
        <p:spPr>
          <a:xfrm>
            <a:off x="0" y="4620645"/>
            <a:ext cx="736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Apr 14 - Aug 7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42" name="OTLSHAPE_T_7da4274af3d5420aadf4aaced861acac_StartDate" hidden="1"/>
          <p:cNvSpPr txBox="1"/>
          <p:nvPr>
            <p:custDataLst>
              <p:tags r:id="rId90"/>
            </p:custDataLst>
          </p:nvPr>
        </p:nvSpPr>
        <p:spPr>
          <a:xfrm>
            <a:off x="0" y="477566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43" name="OTLSHAPE_T_7da4274af3d5420aadf4aaced861acac_EndDate" hidden="1"/>
          <p:cNvSpPr txBox="1"/>
          <p:nvPr>
            <p:custDataLst>
              <p:tags r:id="rId91"/>
            </p:custDataLst>
          </p:nvPr>
        </p:nvSpPr>
        <p:spPr>
          <a:xfrm>
            <a:off x="0" y="477566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44" name="OTLSHAPE_T_7da4274af3d5420aadf4aaced861acac_Title"/>
          <p:cNvSpPr txBox="1"/>
          <p:nvPr>
            <p:custDataLst>
              <p:tags r:id="rId92"/>
            </p:custDataLst>
          </p:nvPr>
        </p:nvSpPr>
        <p:spPr>
          <a:xfrm>
            <a:off x="4877536" y="4592620"/>
            <a:ext cx="1828800" cy="2170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400" b="1" spc="-6" smtClean="0">
                <a:solidFill>
                  <a:srgbClr val="000000"/>
                </a:solidFill>
                <a:latin typeface="Calibri" panose="020F0502020204030204" pitchFamily="34" charset="0"/>
              </a:rPr>
              <a:t>Stabilization and Closure</a:t>
            </a:r>
            <a:endParaRPr lang="en-CA" sz="1400" b="1" spc="-6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0987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6" name="OTLSHAPE_M_81f59d815daf4227a6f0ac41529bf715_Connector1"/>
          <p:cNvCxnSpPr/>
          <p:nvPr>
            <p:custDataLst>
              <p:tags r:id="rId2"/>
            </p:custDataLst>
          </p:nvPr>
        </p:nvCxnSpPr>
        <p:spPr>
          <a:xfrm>
            <a:off x="7428818" y="1197084"/>
            <a:ext cx="0" cy="366078"/>
          </a:xfrm>
          <a:prstGeom prst="line">
            <a:avLst/>
          </a:prstGeom>
          <a:ln w="9525" cap="flat" cmpd="sng" algn="ctr">
            <a:solidFill>
              <a:srgbClr val="44546A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5" name="OTLSHAPE_M_7bfb8a382a9944389375dbf246013bf7_Connector1"/>
          <p:cNvCxnSpPr/>
          <p:nvPr>
            <p:custDataLst>
              <p:tags r:id="rId3"/>
            </p:custDataLst>
          </p:nvPr>
        </p:nvCxnSpPr>
        <p:spPr>
          <a:xfrm>
            <a:off x="6832412" y="896730"/>
            <a:ext cx="0" cy="666432"/>
          </a:xfrm>
          <a:prstGeom prst="line">
            <a:avLst/>
          </a:prstGeom>
          <a:ln w="9525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2"/>
          <p:cNvSpPr txBox="1">
            <a:spLocks/>
          </p:cNvSpPr>
          <p:nvPr/>
        </p:nvSpPr>
        <p:spPr>
          <a:xfrm>
            <a:off x="380262" y="9518"/>
            <a:ext cx="8280401" cy="39748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pc="-100" dirty="0" smtClean="0">
                <a:solidFill>
                  <a:srgbClr val="0097A9"/>
                </a:solidFill>
                <a:cs typeface="Arial" panose="020B0604020202020204" pitchFamily="34" charset="0"/>
              </a:rPr>
              <a:t>Draft Critical Path – Small Business Banking Platform</a:t>
            </a:r>
            <a:endParaRPr lang="en-CA" spc="-100" dirty="0">
              <a:solidFill>
                <a:srgbClr val="0097A9"/>
              </a:solidFill>
              <a:cs typeface="Arial" panose="020B0604020202020204" pitchFamily="34" charset="0"/>
            </a:endParaRPr>
          </a:p>
        </p:txBody>
      </p:sp>
      <p:sp>
        <p:nvSpPr>
          <p:cNvPr id="1660" name="OTLSHAPE_TB_00000000000000000000000000000000_LeftEndCaps" hidden="1"/>
          <p:cNvSpPr txBox="1"/>
          <p:nvPr>
            <p:custDataLst>
              <p:tags r:id="rId4"/>
            </p:custDataLst>
          </p:nvPr>
        </p:nvSpPr>
        <p:spPr>
          <a:xfrm>
            <a:off x="254000" y="1550631"/>
            <a:ext cx="46990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 smtClean="0">
                <a:solidFill>
                  <a:srgbClr val="ED7D31"/>
                </a:solidFill>
                <a:latin typeface="Calibri" panose="020F0502020204030204" pitchFamily="34" charset="0"/>
              </a:rPr>
              <a:t>2020</a:t>
            </a:r>
            <a:endParaRPr lang="en-CA" b="1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661" name="OTLSHAPE_TB_00000000000000000000000000000000_RightEndCaps" hidden="1"/>
          <p:cNvSpPr txBox="1"/>
          <p:nvPr>
            <p:custDataLst>
              <p:tags r:id="rId5"/>
            </p:custDataLst>
          </p:nvPr>
        </p:nvSpPr>
        <p:spPr>
          <a:xfrm>
            <a:off x="8426534" y="1550631"/>
            <a:ext cx="46990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 smtClean="0">
                <a:solidFill>
                  <a:srgbClr val="ED7D31"/>
                </a:solidFill>
                <a:latin typeface="Calibri" panose="020F0502020204030204" pitchFamily="34" charset="0"/>
              </a:rPr>
              <a:t>2021</a:t>
            </a:r>
            <a:endParaRPr lang="en-CA" b="1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662" name="OTLSHAPE_TB_00000000000000000000000000000000_ScaleContainer"/>
          <p:cNvSpPr/>
          <p:nvPr>
            <p:custDataLst>
              <p:tags r:id="rId6"/>
            </p:custDataLst>
          </p:nvPr>
        </p:nvSpPr>
        <p:spPr>
          <a:xfrm>
            <a:off x="844465" y="1563162"/>
            <a:ext cx="7467600" cy="254000"/>
          </a:xfrm>
          <a:prstGeom prst="roundRect">
            <a:avLst/>
          </a:prstGeom>
          <a:gradFill flip="none" rotWithShape="1">
            <a:gsLst>
              <a:gs pos="0">
                <a:srgbClr val="0097A9"/>
              </a:gs>
              <a:gs pos="100000">
                <a:srgbClr val="00727F"/>
              </a:gs>
            </a:gsLst>
            <a:lin ang="5400000" scaled="1"/>
            <a:tileRect/>
          </a:gradFill>
          <a:ln w="25400" cap="flat" cmpd="sng" algn="ctr">
            <a:noFill/>
            <a:prstDash val="solid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63" name="OTLSHAPE_TB_00000000000000000000000000000000_ElapsedTime" hidden="1"/>
          <p:cNvSpPr/>
          <p:nvPr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64" name="OTLSHAPE_TB_00000000000000000000000000000000_TodayMarkerShape" hidden="1"/>
          <p:cNvSpPr/>
          <p:nvPr>
            <p:custDataLst>
              <p:tags r:id="rId8"/>
            </p:custDataLst>
          </p:nvPr>
        </p:nvSpPr>
        <p:spPr>
          <a:xfrm>
            <a:off x="808180" y="1817162"/>
            <a:ext cx="72571" cy="8466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65" name="OTLSHAPE_TB_00000000000000000000000000000000_TodayMarkerText" hidden="1"/>
          <p:cNvSpPr txBox="1"/>
          <p:nvPr>
            <p:custDataLst>
              <p:tags r:id="rId9"/>
            </p:custDataLst>
          </p:nvPr>
        </p:nvSpPr>
        <p:spPr>
          <a:xfrm>
            <a:off x="844465" y="1901829"/>
            <a:ext cx="363369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1200" smtClean="0">
                <a:solidFill>
                  <a:srgbClr val="000000"/>
                </a:solidFill>
                <a:latin typeface="Calibri" panose="020F0502020204030204" pitchFamily="34" charset="0"/>
              </a:rPr>
              <a:t>Today</a:t>
            </a:r>
            <a:endParaRPr lang="en-CA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666" name="OTLSHAPE_TB_00000000000000000000000000000000_TimescaleInterval1"/>
          <p:cNvSpPr txBox="1"/>
          <p:nvPr>
            <p:custDataLst>
              <p:tags r:id="rId10"/>
            </p:custDataLst>
          </p:nvPr>
        </p:nvSpPr>
        <p:spPr>
          <a:xfrm>
            <a:off x="907965" y="1601262"/>
            <a:ext cx="229615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Jan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667" name="OTLSHAPE_TB_00000000000000000000000000000000_TimescaleInterval2"/>
          <p:cNvSpPr txBox="1"/>
          <p:nvPr>
            <p:custDataLst>
              <p:tags r:id="rId11"/>
            </p:custDataLst>
          </p:nvPr>
        </p:nvSpPr>
        <p:spPr>
          <a:xfrm>
            <a:off x="1960446" y="1601262"/>
            <a:ext cx="302968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Mar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668" name="OTLSHAPE_TB_00000000000000000000000000000000_TimescaleInterval3"/>
          <p:cNvSpPr txBox="1"/>
          <p:nvPr>
            <p:custDataLst>
              <p:tags r:id="rId12"/>
            </p:custDataLst>
          </p:nvPr>
        </p:nvSpPr>
        <p:spPr>
          <a:xfrm>
            <a:off x="3030468" y="1601262"/>
            <a:ext cx="318870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May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669" name="OTLSHAPE_TB_00000000000000000000000000000000_TimescaleInterval4"/>
          <p:cNvSpPr txBox="1"/>
          <p:nvPr>
            <p:custDataLst>
              <p:tags r:id="rId13"/>
            </p:custDataLst>
          </p:nvPr>
        </p:nvSpPr>
        <p:spPr>
          <a:xfrm>
            <a:off x="4100489" y="1601262"/>
            <a:ext cx="186269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Jul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670" name="OTLSHAPE_TB_00000000000000000000000000000000_TimescaleInterval5"/>
          <p:cNvSpPr txBox="1"/>
          <p:nvPr>
            <p:custDataLst>
              <p:tags r:id="rId14"/>
            </p:custDataLst>
          </p:nvPr>
        </p:nvSpPr>
        <p:spPr>
          <a:xfrm>
            <a:off x="5188052" y="1601262"/>
            <a:ext cx="255326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28" smtClean="0">
                <a:solidFill>
                  <a:schemeClr val="lt1"/>
                </a:solidFill>
                <a:latin typeface="Calibri" panose="020F0502020204030204" pitchFamily="34" charset="0"/>
              </a:rPr>
              <a:t>Sep</a:t>
            </a:r>
            <a:endParaRPr lang="en-CA" sz="1400" spc="-2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671" name="OTLSHAPE_TB_00000000000000000000000000000000_TimescaleInterval6"/>
          <p:cNvSpPr txBox="1"/>
          <p:nvPr>
            <p:custDataLst>
              <p:tags r:id="rId15"/>
            </p:custDataLst>
          </p:nvPr>
        </p:nvSpPr>
        <p:spPr>
          <a:xfrm>
            <a:off x="6258074" y="1601262"/>
            <a:ext cx="279435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672" name="OTLSHAPE_TB_00000000000000000000000000000000_TimescaleInterval7"/>
          <p:cNvSpPr txBox="1"/>
          <p:nvPr>
            <p:custDataLst>
              <p:tags r:id="rId16"/>
            </p:custDataLst>
          </p:nvPr>
        </p:nvSpPr>
        <p:spPr>
          <a:xfrm>
            <a:off x="7328096" y="1601262"/>
            <a:ext cx="229615" cy="1778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30" smtClean="0">
                <a:solidFill>
                  <a:schemeClr val="lt1"/>
                </a:solidFill>
                <a:latin typeface="Calibri" panose="020F0502020204030204" pitchFamily="34" charset="0"/>
              </a:rPr>
              <a:t>Jan</a:t>
            </a:r>
            <a:endParaRPr lang="en-CA" sz="1400" spc="-3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673" name="OTLSHAPE_TB_00000000000000000000000000000000_ScaleMarking1"/>
          <p:cNvSpPr txBox="1"/>
          <p:nvPr>
            <p:custDataLst>
              <p:tags r:id="rId17"/>
            </p:custDataLst>
          </p:nvPr>
        </p:nvSpPr>
        <p:spPr>
          <a:xfrm>
            <a:off x="907965" y="1346119"/>
            <a:ext cx="353174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26" smtClean="0">
                <a:solidFill>
                  <a:schemeClr val="accent1"/>
                </a:solidFill>
                <a:latin typeface="Calibri" panose="020F0502020204030204" pitchFamily="34" charset="0"/>
              </a:rPr>
              <a:t>2020</a:t>
            </a:r>
            <a:endParaRPr lang="en-CA" sz="1400" spc="-26">
              <a:solidFill>
                <a:schemeClr val="accent1"/>
              </a:solidFill>
              <a:latin typeface="Calibri" panose="020F0502020204030204" pitchFamily="34" charset="0"/>
            </a:endParaRPr>
          </a:p>
        </p:txBody>
      </p:sp>
      <p:sp>
        <p:nvSpPr>
          <p:cNvPr id="1674" name="OTLSHAPE_TB_00000000000000000000000000000000_ScaleMarking2"/>
          <p:cNvSpPr txBox="1"/>
          <p:nvPr>
            <p:custDataLst>
              <p:tags r:id="rId18"/>
            </p:custDataLst>
          </p:nvPr>
        </p:nvSpPr>
        <p:spPr>
          <a:xfrm>
            <a:off x="7328096" y="1346119"/>
            <a:ext cx="353174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400" spc="-26" smtClean="0">
                <a:solidFill>
                  <a:schemeClr val="accent1"/>
                </a:solidFill>
                <a:latin typeface="Calibri" panose="020F0502020204030204" pitchFamily="34" charset="0"/>
              </a:rPr>
              <a:t>2021</a:t>
            </a:r>
            <a:endParaRPr lang="en-CA" sz="1400" spc="-26">
              <a:solidFill>
                <a:schemeClr val="accent1"/>
              </a:solidFill>
              <a:latin typeface="Calibri" panose="020F0502020204030204" pitchFamily="34" charset="0"/>
            </a:endParaRPr>
          </a:p>
        </p:txBody>
      </p:sp>
      <p:sp>
        <p:nvSpPr>
          <p:cNvPr id="1677" name="OTLSHAPE_M_7bfb8a382a9944389375dbf246013bf7_Title"/>
          <p:cNvSpPr txBox="1"/>
          <p:nvPr>
            <p:custDataLst>
              <p:tags r:id="rId19"/>
            </p:custDataLst>
          </p:nvPr>
        </p:nvSpPr>
        <p:spPr>
          <a:xfrm>
            <a:off x="7054662" y="860852"/>
            <a:ext cx="15113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spc="-4" smtClean="0">
                <a:solidFill>
                  <a:srgbClr val="000000"/>
                </a:solidFill>
                <a:latin typeface="Calibri" panose="020F0502020204030204" pitchFamily="34" charset="0"/>
              </a:rPr>
              <a:t>Friends &amp; Family Launch</a:t>
            </a:r>
            <a:endParaRPr lang="en-CA" sz="1200" spc="-4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678" name="OTLSHAPE_M_7bfb8a382a9944389375dbf246013bf7_Date" hidden="1"/>
          <p:cNvSpPr txBox="1"/>
          <p:nvPr>
            <p:custDataLst>
              <p:tags r:id="rId20"/>
            </p:custDataLst>
          </p:nvPr>
        </p:nvSpPr>
        <p:spPr>
          <a:xfrm>
            <a:off x="7054662" y="1072307"/>
            <a:ext cx="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Dec 7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679" name="OTLSHAPE_M_7bfb8a382a9944389375dbf246013bf7_Shape"/>
          <p:cNvSpPr/>
          <p:nvPr>
            <p:custDataLst>
              <p:tags r:id="rId21"/>
            </p:custDataLst>
          </p:nvPr>
        </p:nvSpPr>
        <p:spPr>
          <a:xfrm rot="16200000">
            <a:off x="6857812" y="896730"/>
            <a:ext cx="165100" cy="165100"/>
          </a:xfrm>
          <a:prstGeom prst="flowChartMerge">
            <a:avLst/>
          </a:prstGeom>
          <a:solidFill>
            <a:srgbClr val="44546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80" name="OTLSHAPE_M_81f59d815daf4227a6f0ac41529bf715_Title"/>
          <p:cNvSpPr txBox="1"/>
          <p:nvPr>
            <p:custDataLst>
              <p:tags r:id="rId22"/>
            </p:custDataLst>
          </p:nvPr>
        </p:nvSpPr>
        <p:spPr>
          <a:xfrm>
            <a:off x="7651068" y="1161207"/>
            <a:ext cx="6985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spc="-6" smtClean="0">
                <a:solidFill>
                  <a:srgbClr val="000000"/>
                </a:solidFill>
                <a:latin typeface="Calibri" panose="020F0502020204030204" pitchFamily="34" charset="0"/>
              </a:rPr>
              <a:t>Full Launch</a:t>
            </a:r>
            <a:endParaRPr lang="en-CA" sz="1200" spc="-6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681" name="OTLSHAPE_M_81f59d815daf4227a6f0ac41529bf715_Date" hidden="1"/>
          <p:cNvSpPr txBox="1"/>
          <p:nvPr>
            <p:custDataLst>
              <p:tags r:id="rId23"/>
            </p:custDataLst>
          </p:nvPr>
        </p:nvSpPr>
        <p:spPr>
          <a:xfrm>
            <a:off x="7651068" y="1372662"/>
            <a:ext cx="0" cy="7694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Jan 10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682" name="OTLSHAPE_M_81f59d815daf4227a6f0ac41529bf715_Shape"/>
          <p:cNvSpPr/>
          <p:nvPr>
            <p:custDataLst>
              <p:tags r:id="rId24"/>
            </p:custDataLst>
          </p:nvPr>
        </p:nvSpPr>
        <p:spPr>
          <a:xfrm rot="16200000">
            <a:off x="7454218" y="1197085"/>
            <a:ext cx="165100" cy="165100"/>
          </a:xfrm>
          <a:prstGeom prst="flowChartMerge">
            <a:avLst/>
          </a:prstGeom>
          <a:solidFill>
            <a:srgbClr val="44546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83" name="OTLSHAPE_T_e32a174009c141dc9a6e62a96dcf677c_Shape"/>
          <p:cNvSpPr/>
          <p:nvPr>
            <p:custDataLst>
              <p:tags r:id="rId25"/>
            </p:custDataLst>
          </p:nvPr>
        </p:nvSpPr>
        <p:spPr>
          <a:xfrm>
            <a:off x="862007" y="2020362"/>
            <a:ext cx="1028700" cy="127000"/>
          </a:xfrm>
          <a:prstGeom prst="roundRect">
            <a:avLst/>
          </a:prstGeom>
          <a:solidFill>
            <a:schemeClr val="accent4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84" name="OTLSHAPE_T_e32a174009c141dc9a6e62a96dcf677c_ShapePercentage" hidden="1"/>
          <p:cNvSpPr/>
          <p:nvPr>
            <p:custDataLst>
              <p:tags r:id="rId26"/>
            </p:custDataLst>
          </p:nvPr>
        </p:nvSpPr>
        <p:spPr>
          <a:xfrm>
            <a:off x="862007" y="2020362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85" name="OTLSHAPE_T_e32a174009c141dc9a6e62a96dcf677c_Duration" hidden="1"/>
          <p:cNvSpPr txBox="1"/>
          <p:nvPr>
            <p:custDataLst>
              <p:tags r:id="rId27"/>
            </p:custDataLst>
          </p:nvPr>
        </p:nvSpPr>
        <p:spPr>
          <a:xfrm>
            <a:off x="0" y="2020362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42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686" name="OTLSHAPE_T_e32a174009c141dc9a6e62a96dcf677c_TextPercentage" hidden="1"/>
          <p:cNvSpPr txBox="1"/>
          <p:nvPr>
            <p:custDataLst>
              <p:tags r:id="rId28"/>
            </p:custDataLst>
          </p:nvPr>
        </p:nvSpPr>
        <p:spPr>
          <a:xfrm>
            <a:off x="0" y="2175387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687" name="OTLSHAPE_T_e32a174009c141dc9a6e62a96dcf677c_JoinedDate" hidden="1"/>
          <p:cNvSpPr txBox="1"/>
          <p:nvPr>
            <p:custDataLst>
              <p:tags r:id="rId29"/>
            </p:custDataLst>
          </p:nvPr>
        </p:nvSpPr>
        <p:spPr>
          <a:xfrm>
            <a:off x="0" y="2175387"/>
            <a:ext cx="711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Jan 2 - Feb 28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688" name="OTLSHAPE_T_e32a174009c141dc9a6e62a96dcf677c_StartDate" hidden="1"/>
          <p:cNvSpPr txBox="1"/>
          <p:nvPr>
            <p:custDataLst>
              <p:tags r:id="rId30"/>
            </p:custDataLst>
          </p:nvPr>
        </p:nvSpPr>
        <p:spPr>
          <a:xfrm>
            <a:off x="0" y="23304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689" name="OTLSHAPE_T_e32a174009c141dc9a6e62a96dcf677c_EndDate" hidden="1"/>
          <p:cNvSpPr txBox="1"/>
          <p:nvPr>
            <p:custDataLst>
              <p:tags r:id="rId31"/>
            </p:custDataLst>
          </p:nvPr>
        </p:nvSpPr>
        <p:spPr>
          <a:xfrm>
            <a:off x="0" y="23304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690" name="OTLSHAPE_T_e32a174009c141dc9a6e62a96dcf677c_Title"/>
          <p:cNvSpPr txBox="1"/>
          <p:nvPr>
            <p:custDataLst>
              <p:tags r:id="rId32"/>
            </p:custDataLst>
          </p:nvPr>
        </p:nvSpPr>
        <p:spPr>
          <a:xfrm>
            <a:off x="862007" y="2147362"/>
            <a:ext cx="1092200" cy="2170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1400" b="1" spc="-8" smtClean="0">
                <a:solidFill>
                  <a:srgbClr val="000000"/>
                </a:solidFill>
                <a:latin typeface="Calibri" panose="020F0502020204030204" pitchFamily="34" charset="0"/>
              </a:rPr>
              <a:t>Scope Analysis</a:t>
            </a:r>
            <a:endParaRPr lang="en-CA" sz="1400" b="1" spc="-8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691" name="OTLSHAPE_T_da3f1c3adf114f3bb18df83aad2c89d2_Shape"/>
          <p:cNvSpPr/>
          <p:nvPr>
            <p:custDataLst>
              <p:tags r:id="rId33"/>
            </p:custDataLst>
          </p:nvPr>
        </p:nvSpPr>
        <p:spPr>
          <a:xfrm>
            <a:off x="1528578" y="2427905"/>
            <a:ext cx="2806700" cy="127000"/>
          </a:xfrm>
          <a:prstGeom prst="roundRect">
            <a:avLst/>
          </a:prstGeom>
          <a:solidFill>
            <a:srgbClr val="83BBF2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92" name="OTLSHAPE_T_da3f1c3adf114f3bb18df83aad2c89d2_ShapePercentage" hidden="1"/>
          <p:cNvSpPr/>
          <p:nvPr>
            <p:custDataLst>
              <p:tags r:id="rId34"/>
            </p:custDataLst>
          </p:nvPr>
        </p:nvSpPr>
        <p:spPr>
          <a:xfrm>
            <a:off x="1528578" y="2427905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93" name="OTLSHAPE_T_da3f1c3adf114f3bb18df83aad2c89d2_Duration" hidden="1"/>
          <p:cNvSpPr txBox="1"/>
          <p:nvPr>
            <p:custDataLst>
              <p:tags r:id="rId35"/>
            </p:custDataLst>
          </p:nvPr>
        </p:nvSpPr>
        <p:spPr>
          <a:xfrm>
            <a:off x="0" y="2427905"/>
            <a:ext cx="457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115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694" name="OTLSHAPE_T_da3f1c3adf114f3bb18df83aad2c89d2_TextPercentage" hidden="1"/>
          <p:cNvSpPr txBox="1"/>
          <p:nvPr>
            <p:custDataLst>
              <p:tags r:id="rId36"/>
            </p:custDataLst>
          </p:nvPr>
        </p:nvSpPr>
        <p:spPr>
          <a:xfrm>
            <a:off x="0" y="258293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695" name="OTLSHAPE_T_da3f1c3adf114f3bb18df83aad2c89d2_JoinedDate" hidden="1"/>
          <p:cNvSpPr txBox="1"/>
          <p:nvPr>
            <p:custDataLst>
              <p:tags r:id="rId37"/>
            </p:custDataLst>
          </p:nvPr>
        </p:nvSpPr>
        <p:spPr>
          <a:xfrm>
            <a:off x="0" y="2582930"/>
            <a:ext cx="673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Feb 9 - Jul 17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696" name="OTLSHAPE_T_da3f1c3adf114f3bb18df83aad2c89d2_StartDate" hidden="1"/>
          <p:cNvSpPr txBox="1"/>
          <p:nvPr>
            <p:custDataLst>
              <p:tags r:id="rId38"/>
            </p:custDataLst>
          </p:nvPr>
        </p:nvSpPr>
        <p:spPr>
          <a:xfrm>
            <a:off x="0" y="273795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697" name="OTLSHAPE_T_da3f1c3adf114f3bb18df83aad2c89d2_EndDate" hidden="1"/>
          <p:cNvSpPr txBox="1"/>
          <p:nvPr>
            <p:custDataLst>
              <p:tags r:id="rId39"/>
            </p:custDataLst>
          </p:nvPr>
        </p:nvSpPr>
        <p:spPr>
          <a:xfrm>
            <a:off x="0" y="273795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698" name="OTLSHAPE_T_da3f1c3adf114f3bb18df83aad2c89d2_Title"/>
          <p:cNvSpPr txBox="1"/>
          <p:nvPr>
            <p:custDataLst>
              <p:tags r:id="rId40"/>
            </p:custDataLst>
          </p:nvPr>
        </p:nvSpPr>
        <p:spPr>
          <a:xfrm>
            <a:off x="1528578" y="2554905"/>
            <a:ext cx="1676400" cy="2170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400" b="1" spc="-6" smtClean="0">
                <a:solidFill>
                  <a:srgbClr val="000000"/>
                </a:solidFill>
                <a:latin typeface="Calibri" panose="020F0502020204030204" pitchFamily="34" charset="0"/>
              </a:rPr>
              <a:t>Design/Build/Unit Test</a:t>
            </a:r>
            <a:endParaRPr lang="en-CA" sz="1400" b="1" spc="-6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699" name="OTLSHAPE_T_7d7a3f33bb024005950d8874ec22e8f9_Shape"/>
          <p:cNvSpPr/>
          <p:nvPr>
            <p:custDataLst>
              <p:tags r:id="rId41"/>
            </p:custDataLst>
          </p:nvPr>
        </p:nvSpPr>
        <p:spPr>
          <a:xfrm>
            <a:off x="2142524" y="2835448"/>
            <a:ext cx="3060700" cy="127000"/>
          </a:xfrm>
          <a:prstGeom prst="roundRect">
            <a:avLst/>
          </a:prstGeom>
          <a:solidFill>
            <a:srgbClr val="ED7D3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00" name="OTLSHAPE_T_7d7a3f33bb024005950d8874ec22e8f9_ShapePercentage" hidden="1"/>
          <p:cNvSpPr/>
          <p:nvPr>
            <p:custDataLst>
              <p:tags r:id="rId42"/>
            </p:custDataLst>
          </p:nvPr>
        </p:nvSpPr>
        <p:spPr>
          <a:xfrm>
            <a:off x="2142524" y="2835448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01" name="OTLSHAPE_T_7d7a3f33bb024005950d8874ec22e8f9_Duration" hidden="1"/>
          <p:cNvSpPr txBox="1"/>
          <p:nvPr>
            <p:custDataLst>
              <p:tags r:id="rId43"/>
            </p:custDataLst>
          </p:nvPr>
        </p:nvSpPr>
        <p:spPr>
          <a:xfrm>
            <a:off x="0" y="2835448"/>
            <a:ext cx="457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125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702" name="OTLSHAPE_T_7d7a3f33bb024005950d8874ec22e8f9_TextPercentage" hidden="1"/>
          <p:cNvSpPr txBox="1"/>
          <p:nvPr>
            <p:custDataLst>
              <p:tags r:id="rId44"/>
            </p:custDataLst>
          </p:nvPr>
        </p:nvSpPr>
        <p:spPr>
          <a:xfrm>
            <a:off x="0" y="299047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703" name="OTLSHAPE_T_7d7a3f33bb024005950d8874ec22e8f9_JoinedDate" hidden="1"/>
          <p:cNvSpPr txBox="1"/>
          <p:nvPr>
            <p:custDataLst>
              <p:tags r:id="rId45"/>
            </p:custDataLst>
          </p:nvPr>
        </p:nvSpPr>
        <p:spPr>
          <a:xfrm>
            <a:off x="0" y="2990473"/>
            <a:ext cx="749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Mar 15 - Sep 4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04" name="OTLSHAPE_T_7d7a3f33bb024005950d8874ec22e8f9_StartDate" hidden="1"/>
          <p:cNvSpPr txBox="1"/>
          <p:nvPr>
            <p:custDataLst>
              <p:tags r:id="rId46"/>
            </p:custDataLst>
          </p:nvPr>
        </p:nvSpPr>
        <p:spPr>
          <a:xfrm>
            <a:off x="0" y="3145497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05" name="OTLSHAPE_T_7d7a3f33bb024005950d8874ec22e8f9_EndDate" hidden="1"/>
          <p:cNvSpPr txBox="1"/>
          <p:nvPr>
            <p:custDataLst>
              <p:tags r:id="rId47"/>
            </p:custDataLst>
          </p:nvPr>
        </p:nvSpPr>
        <p:spPr>
          <a:xfrm>
            <a:off x="0" y="3145497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06" name="OTLSHAPE_T_7d7a3f33bb024005950d8874ec22e8f9_Title"/>
          <p:cNvSpPr txBox="1"/>
          <p:nvPr>
            <p:custDataLst>
              <p:tags r:id="rId48"/>
            </p:custDataLst>
          </p:nvPr>
        </p:nvSpPr>
        <p:spPr>
          <a:xfrm>
            <a:off x="2142524" y="2962448"/>
            <a:ext cx="4165600" cy="2170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400" b="1" spc="-2" smtClean="0">
                <a:solidFill>
                  <a:srgbClr val="000000"/>
                </a:solidFill>
                <a:latin typeface="Calibri" panose="020F0502020204030204" pitchFamily="34" charset="0"/>
              </a:rPr>
              <a:t>System Integration Testing (All Partners - full end to end)</a:t>
            </a:r>
            <a:endParaRPr lang="en-CA" sz="1400" b="1" spc="-2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707" name="OTLSHAPE_T_0be93c1881d14d2da09745387d4e46c5_Shape"/>
          <p:cNvSpPr/>
          <p:nvPr>
            <p:custDataLst>
              <p:tags r:id="rId49"/>
            </p:custDataLst>
          </p:nvPr>
        </p:nvSpPr>
        <p:spPr>
          <a:xfrm>
            <a:off x="5229801" y="3242991"/>
            <a:ext cx="1447800" cy="127000"/>
          </a:xfrm>
          <a:prstGeom prst="roundRect">
            <a:avLst/>
          </a:prstGeom>
          <a:solidFill>
            <a:srgbClr val="70AD47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08" name="OTLSHAPE_T_0be93c1881d14d2da09745387d4e46c5_ShapePercentage" hidden="1"/>
          <p:cNvSpPr/>
          <p:nvPr>
            <p:custDataLst>
              <p:tags r:id="rId50"/>
            </p:custDataLst>
          </p:nvPr>
        </p:nvSpPr>
        <p:spPr>
          <a:xfrm>
            <a:off x="5229801" y="3242991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09" name="OTLSHAPE_T_0be93c1881d14d2da09745387d4e46c5_Duration" hidden="1"/>
          <p:cNvSpPr txBox="1"/>
          <p:nvPr>
            <p:custDataLst>
              <p:tags r:id="rId51"/>
            </p:custDataLst>
          </p:nvPr>
        </p:nvSpPr>
        <p:spPr>
          <a:xfrm>
            <a:off x="0" y="3242991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60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710" name="OTLSHAPE_T_0be93c1881d14d2da09745387d4e46c5_TextPercentage" hidden="1"/>
          <p:cNvSpPr txBox="1"/>
          <p:nvPr>
            <p:custDataLst>
              <p:tags r:id="rId52"/>
            </p:custDataLst>
          </p:nvPr>
        </p:nvSpPr>
        <p:spPr>
          <a:xfrm>
            <a:off x="0" y="339801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711" name="OTLSHAPE_T_0be93c1881d14d2da09745387d4e46c5_JoinedDate" hidden="1"/>
          <p:cNvSpPr txBox="1"/>
          <p:nvPr>
            <p:custDataLst>
              <p:tags r:id="rId53"/>
            </p:custDataLst>
          </p:nvPr>
        </p:nvSpPr>
        <p:spPr>
          <a:xfrm>
            <a:off x="0" y="3398016"/>
            <a:ext cx="749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Sep 7 - Nov 27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12" name="OTLSHAPE_T_0be93c1881d14d2da09745387d4e46c5_StartDate" hidden="1"/>
          <p:cNvSpPr txBox="1"/>
          <p:nvPr>
            <p:custDataLst>
              <p:tags r:id="rId54"/>
            </p:custDataLst>
          </p:nvPr>
        </p:nvSpPr>
        <p:spPr>
          <a:xfrm>
            <a:off x="0" y="355304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13" name="OTLSHAPE_T_0be93c1881d14d2da09745387d4e46c5_EndDate" hidden="1"/>
          <p:cNvSpPr txBox="1"/>
          <p:nvPr>
            <p:custDataLst>
              <p:tags r:id="rId55"/>
            </p:custDataLst>
          </p:nvPr>
        </p:nvSpPr>
        <p:spPr>
          <a:xfrm>
            <a:off x="0" y="355304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14" name="OTLSHAPE_T_0be93c1881d14d2da09745387d4e46c5_Title"/>
          <p:cNvSpPr txBox="1"/>
          <p:nvPr>
            <p:custDataLst>
              <p:tags r:id="rId56"/>
            </p:custDataLst>
          </p:nvPr>
        </p:nvSpPr>
        <p:spPr>
          <a:xfrm>
            <a:off x="5229801" y="3369991"/>
            <a:ext cx="1790700" cy="2170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400" b="1" spc="-6" smtClean="0">
                <a:solidFill>
                  <a:srgbClr val="000000"/>
                </a:solidFill>
                <a:latin typeface="Calibri" panose="020F0502020204030204" pitchFamily="34" charset="0"/>
              </a:rPr>
              <a:t>User Acceptance Testing</a:t>
            </a:r>
            <a:endParaRPr lang="en-CA" sz="1400" b="1" spc="-6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715" name="OTLSHAPE_T_f71eaf0876c645f491db5f18b9a4ad9f_Shape"/>
          <p:cNvSpPr/>
          <p:nvPr>
            <p:custDataLst>
              <p:tags r:id="rId57"/>
            </p:custDataLst>
          </p:nvPr>
        </p:nvSpPr>
        <p:spPr>
          <a:xfrm>
            <a:off x="3528290" y="3650534"/>
            <a:ext cx="4254500" cy="127000"/>
          </a:xfrm>
          <a:prstGeom prst="roundRect">
            <a:avLst/>
          </a:prstGeom>
          <a:solidFill>
            <a:srgbClr val="2F3699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16" name="OTLSHAPE_T_f71eaf0876c645f491db5f18b9a4ad9f_ShapePercentage" hidden="1"/>
          <p:cNvSpPr/>
          <p:nvPr>
            <p:custDataLst>
              <p:tags r:id="rId58"/>
            </p:custDataLst>
          </p:nvPr>
        </p:nvSpPr>
        <p:spPr>
          <a:xfrm>
            <a:off x="3528290" y="3650534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17" name="OTLSHAPE_T_f71eaf0876c645f491db5f18b9a4ad9f_Duration" hidden="1"/>
          <p:cNvSpPr txBox="1"/>
          <p:nvPr>
            <p:custDataLst>
              <p:tags r:id="rId59"/>
            </p:custDataLst>
          </p:nvPr>
        </p:nvSpPr>
        <p:spPr>
          <a:xfrm>
            <a:off x="0" y="3650534"/>
            <a:ext cx="457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174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718" name="OTLSHAPE_T_f71eaf0876c645f491db5f18b9a4ad9f_TextPercentage" hidden="1"/>
          <p:cNvSpPr txBox="1"/>
          <p:nvPr>
            <p:custDataLst>
              <p:tags r:id="rId60"/>
            </p:custDataLst>
          </p:nvPr>
        </p:nvSpPr>
        <p:spPr>
          <a:xfrm>
            <a:off x="0" y="380555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719" name="OTLSHAPE_T_f71eaf0876c645f491db5f18b9a4ad9f_JoinedDate" hidden="1"/>
          <p:cNvSpPr txBox="1"/>
          <p:nvPr>
            <p:custDataLst>
              <p:tags r:id="rId61"/>
            </p:custDataLst>
          </p:nvPr>
        </p:nvSpPr>
        <p:spPr>
          <a:xfrm>
            <a:off x="0" y="3805559"/>
            <a:ext cx="6985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Jun 2 - Jan 29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20" name="OTLSHAPE_T_f71eaf0876c645f491db5f18b9a4ad9f_StartDate" hidden="1"/>
          <p:cNvSpPr txBox="1"/>
          <p:nvPr>
            <p:custDataLst>
              <p:tags r:id="rId62"/>
            </p:custDataLst>
          </p:nvPr>
        </p:nvSpPr>
        <p:spPr>
          <a:xfrm>
            <a:off x="0" y="396058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21" name="OTLSHAPE_T_f71eaf0876c645f491db5f18b9a4ad9f_EndDate" hidden="1"/>
          <p:cNvSpPr txBox="1"/>
          <p:nvPr>
            <p:custDataLst>
              <p:tags r:id="rId63"/>
            </p:custDataLst>
          </p:nvPr>
        </p:nvSpPr>
        <p:spPr>
          <a:xfrm>
            <a:off x="0" y="396058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22" name="OTLSHAPE_T_f71eaf0876c645f491db5f18b9a4ad9f_Title"/>
          <p:cNvSpPr txBox="1"/>
          <p:nvPr>
            <p:custDataLst>
              <p:tags r:id="rId64"/>
            </p:custDataLst>
          </p:nvPr>
        </p:nvSpPr>
        <p:spPr>
          <a:xfrm>
            <a:off x="3528290" y="3777534"/>
            <a:ext cx="1981200" cy="2170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400" b="1" spc="-6" smtClean="0">
                <a:solidFill>
                  <a:srgbClr val="000000"/>
                </a:solidFill>
                <a:latin typeface="Calibri" panose="020F0502020204030204" pitchFamily="34" charset="0"/>
              </a:rPr>
              <a:t>Marketing - Small Business</a:t>
            </a:r>
            <a:endParaRPr lang="en-CA" sz="1400" b="1" spc="-6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723" name="OTLSHAPE_T_01b12018c08241e6b94de0ca476d9e6b_Shape"/>
          <p:cNvSpPr/>
          <p:nvPr>
            <p:custDataLst>
              <p:tags r:id="rId65"/>
            </p:custDataLst>
          </p:nvPr>
        </p:nvSpPr>
        <p:spPr>
          <a:xfrm>
            <a:off x="1651367" y="4058077"/>
            <a:ext cx="6375400" cy="127000"/>
          </a:xfrm>
          <a:prstGeom prst="roundRect">
            <a:avLst/>
          </a:prstGeom>
          <a:solidFill>
            <a:schemeClr val="accent3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24" name="OTLSHAPE_T_01b12018c08241e6b94de0ca476d9e6b_ShapePercentage" hidden="1"/>
          <p:cNvSpPr/>
          <p:nvPr>
            <p:custDataLst>
              <p:tags r:id="rId66"/>
            </p:custDataLst>
          </p:nvPr>
        </p:nvSpPr>
        <p:spPr>
          <a:xfrm>
            <a:off x="1651367" y="4058077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25" name="OTLSHAPE_T_01b12018c08241e6b94de0ca476d9e6b_Duration" hidden="1"/>
          <p:cNvSpPr txBox="1"/>
          <p:nvPr>
            <p:custDataLst>
              <p:tags r:id="rId67"/>
            </p:custDataLst>
          </p:nvPr>
        </p:nvSpPr>
        <p:spPr>
          <a:xfrm>
            <a:off x="0" y="4058077"/>
            <a:ext cx="457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260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726" name="OTLSHAPE_T_01b12018c08241e6b94de0ca476d9e6b_TextPercentage" hidden="1"/>
          <p:cNvSpPr txBox="1"/>
          <p:nvPr>
            <p:custDataLst>
              <p:tags r:id="rId68"/>
            </p:custDataLst>
          </p:nvPr>
        </p:nvSpPr>
        <p:spPr>
          <a:xfrm>
            <a:off x="0" y="4213102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727" name="OTLSHAPE_T_01b12018c08241e6b94de0ca476d9e6b_JoinedDate" hidden="1"/>
          <p:cNvSpPr txBox="1"/>
          <p:nvPr>
            <p:custDataLst>
              <p:tags r:id="rId69"/>
            </p:custDataLst>
          </p:nvPr>
        </p:nvSpPr>
        <p:spPr>
          <a:xfrm>
            <a:off x="0" y="4213102"/>
            <a:ext cx="787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Feb 16 - Feb 12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28" name="OTLSHAPE_T_01b12018c08241e6b94de0ca476d9e6b_StartDate" hidden="1"/>
          <p:cNvSpPr txBox="1"/>
          <p:nvPr>
            <p:custDataLst>
              <p:tags r:id="rId70"/>
            </p:custDataLst>
          </p:nvPr>
        </p:nvSpPr>
        <p:spPr>
          <a:xfrm>
            <a:off x="0" y="436812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29" name="OTLSHAPE_T_01b12018c08241e6b94de0ca476d9e6b_EndDate" hidden="1"/>
          <p:cNvSpPr txBox="1"/>
          <p:nvPr>
            <p:custDataLst>
              <p:tags r:id="rId71"/>
            </p:custDataLst>
          </p:nvPr>
        </p:nvSpPr>
        <p:spPr>
          <a:xfrm>
            <a:off x="0" y="436812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30" name="OTLSHAPE_T_01b12018c08241e6b94de0ca476d9e6b_Title"/>
          <p:cNvSpPr txBox="1"/>
          <p:nvPr>
            <p:custDataLst>
              <p:tags r:id="rId72"/>
            </p:custDataLst>
          </p:nvPr>
        </p:nvSpPr>
        <p:spPr>
          <a:xfrm>
            <a:off x="1651367" y="4185077"/>
            <a:ext cx="4165600" cy="2170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400" b="1" spc="-2" smtClean="0">
                <a:solidFill>
                  <a:srgbClr val="000000"/>
                </a:solidFill>
                <a:latin typeface="Calibri" panose="020F0502020204030204" pitchFamily="34" charset="0"/>
              </a:rPr>
              <a:t>People First - Business Readiness and Support Structures</a:t>
            </a:r>
            <a:endParaRPr lang="en-CA" sz="1400" b="1" spc="-2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731" name="OTLSHAPE_T_7da4274af3d5420aadf4aaced861acac_Shape"/>
          <p:cNvSpPr/>
          <p:nvPr>
            <p:custDataLst>
              <p:tags r:id="rId73"/>
            </p:custDataLst>
          </p:nvPr>
        </p:nvSpPr>
        <p:spPr>
          <a:xfrm>
            <a:off x="6826062" y="4465620"/>
            <a:ext cx="1193800" cy="127000"/>
          </a:xfrm>
          <a:prstGeom prst="roundRect">
            <a:avLst/>
          </a:prstGeom>
          <a:solidFill>
            <a:schemeClr val="accent6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32" name="OTLSHAPE_T_7da4274af3d5420aadf4aaced861acac_ShapePercentage" hidden="1"/>
          <p:cNvSpPr/>
          <p:nvPr>
            <p:custDataLst>
              <p:tags r:id="rId74"/>
            </p:custDataLst>
          </p:nvPr>
        </p:nvSpPr>
        <p:spPr>
          <a:xfrm>
            <a:off x="6826062" y="4465620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33" name="OTLSHAPE_T_7da4274af3d5420aadf4aaced861acac_Duration" hidden="1"/>
          <p:cNvSpPr txBox="1"/>
          <p:nvPr>
            <p:custDataLst>
              <p:tags r:id="rId75"/>
            </p:custDataLst>
          </p:nvPr>
        </p:nvSpPr>
        <p:spPr>
          <a:xfrm>
            <a:off x="0" y="4465620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50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734" name="OTLSHAPE_T_7da4274af3d5420aadf4aaced861acac_TextPercentage" hidden="1"/>
          <p:cNvSpPr txBox="1"/>
          <p:nvPr>
            <p:custDataLst>
              <p:tags r:id="rId76"/>
            </p:custDataLst>
          </p:nvPr>
        </p:nvSpPr>
        <p:spPr>
          <a:xfrm>
            <a:off x="0" y="46206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735" name="OTLSHAPE_T_7da4274af3d5420aadf4aaced861acac_JoinedDate" hidden="1"/>
          <p:cNvSpPr txBox="1"/>
          <p:nvPr>
            <p:custDataLst>
              <p:tags r:id="rId77"/>
            </p:custDataLst>
          </p:nvPr>
        </p:nvSpPr>
        <p:spPr>
          <a:xfrm>
            <a:off x="0" y="4620645"/>
            <a:ext cx="736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Dec 7 - Feb 12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36" name="OTLSHAPE_T_7da4274af3d5420aadf4aaced861acac_StartDate" hidden="1"/>
          <p:cNvSpPr txBox="1"/>
          <p:nvPr>
            <p:custDataLst>
              <p:tags r:id="rId78"/>
            </p:custDataLst>
          </p:nvPr>
        </p:nvSpPr>
        <p:spPr>
          <a:xfrm>
            <a:off x="0" y="477566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37" name="OTLSHAPE_T_7da4274af3d5420aadf4aaced861acac_EndDate" hidden="1"/>
          <p:cNvSpPr txBox="1"/>
          <p:nvPr>
            <p:custDataLst>
              <p:tags r:id="rId79"/>
            </p:custDataLst>
          </p:nvPr>
        </p:nvSpPr>
        <p:spPr>
          <a:xfrm>
            <a:off x="0" y="477566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38" name="OTLSHAPE_T_7da4274af3d5420aadf4aaced861acac_Title"/>
          <p:cNvSpPr txBox="1"/>
          <p:nvPr>
            <p:custDataLst>
              <p:tags r:id="rId80"/>
            </p:custDataLst>
          </p:nvPr>
        </p:nvSpPr>
        <p:spPr>
          <a:xfrm>
            <a:off x="6826062" y="4592620"/>
            <a:ext cx="1828800" cy="2170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400" b="1" spc="-6" smtClean="0">
                <a:solidFill>
                  <a:srgbClr val="000000"/>
                </a:solidFill>
                <a:latin typeface="Calibri" panose="020F0502020204030204" pitchFamily="34" charset="0"/>
              </a:rPr>
              <a:t>Stabilization and Closure</a:t>
            </a:r>
            <a:endParaRPr lang="en-CA" sz="1400" b="1" spc="-6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709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91" y="142642"/>
            <a:ext cx="8745049" cy="432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63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lnSpc>
                <a:spcPts val="2550"/>
              </a:lnSpc>
              <a:spcBef>
                <a:spcPts val="0"/>
              </a:spcBef>
              <a:buNone/>
            </a:pPr>
            <a:r>
              <a:rPr lang="en-US" sz="3000" spc="-75" dirty="0">
                <a:solidFill>
                  <a:srgbClr val="0097A9"/>
                </a:solidFill>
                <a:cs typeface="Arial" panose="020B0604020202020204" pitchFamily="34" charset="0"/>
              </a:rPr>
              <a:t>Program </a:t>
            </a:r>
            <a:r>
              <a:rPr lang="en-US" sz="3000" spc="-75" dirty="0" smtClean="0">
                <a:solidFill>
                  <a:srgbClr val="0097A9"/>
                </a:solidFill>
                <a:cs typeface="Arial" panose="020B0604020202020204" pitchFamily="34" charset="0"/>
              </a:rPr>
              <a:t>Team Logistics</a:t>
            </a:r>
            <a:endParaRPr lang="en-US" sz="3000" spc="-75" dirty="0">
              <a:solidFill>
                <a:srgbClr val="0097A9"/>
              </a:solidFill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6203" y="1098523"/>
            <a:ext cx="815750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dirty="0" smtClean="0"/>
              <a:t>Secured 15 spots on the 24</a:t>
            </a:r>
            <a:r>
              <a:rPr lang="en-US" baseline="30000" dirty="0" smtClean="0"/>
              <a:t>th</a:t>
            </a:r>
            <a:r>
              <a:rPr lang="en-US" dirty="0" smtClean="0"/>
              <a:t> floor – moves will be discussed/scheduled in the next two weeks.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dirty="0" smtClean="0"/>
              <a:t>Looking to secure the 20</a:t>
            </a:r>
            <a:r>
              <a:rPr lang="en-US" baseline="30000" dirty="0" smtClean="0"/>
              <a:t>th</a:t>
            </a:r>
            <a:r>
              <a:rPr lang="en-US" dirty="0" smtClean="0"/>
              <a:t> 2004 restricted meeting room for Program Team use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dirty="0" smtClean="0"/>
              <a:t>Program Conference Bridge will be created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dirty="0" smtClean="0"/>
              <a:t>Program SharePoint Site Setup under the PMO Team Page:</a:t>
            </a:r>
          </a:p>
          <a:p>
            <a:pPr lvl="1"/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sp.cwb.local/projects/pmo2/Digital%20Program/SitePages/Home.aspx</a:t>
            </a:r>
            <a:r>
              <a:rPr lang="en-US" dirty="0" smtClean="0"/>
              <a:t> </a:t>
            </a:r>
          </a:p>
          <a:p>
            <a:pPr marL="342900" indent="-342900"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89325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Program Governance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43411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63341"/>
            <a:ext cx="7007225" cy="39687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3000" spc="-75" dirty="0">
                <a:solidFill>
                  <a:srgbClr val="0097A9"/>
                </a:solidFill>
                <a:cs typeface="Arial" panose="020B0604020202020204" pitchFamily="34" charset="0"/>
              </a:rPr>
              <a:t>Program Governance Framework</a:t>
            </a:r>
            <a:endParaRPr lang="en-CA" sz="3000" spc="-75" dirty="0">
              <a:solidFill>
                <a:srgbClr val="0097A9"/>
              </a:solidFill>
              <a:cs typeface="Arial" panose="020B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4294967295"/>
          </p:nvPr>
        </p:nvSpPr>
        <p:spPr>
          <a:xfrm>
            <a:off x="99826" y="1002070"/>
            <a:ext cx="6223000" cy="55245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CA" sz="1800" dirty="0"/>
              <a:t>Establishing an effective governance framework is critical and will enable success of the program. Governance addresses the following needs: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0" y="1887538"/>
            <a:ext cx="4565650" cy="2419350"/>
          </a:xfrm>
          <a:prstGeom prst="rect">
            <a:avLst/>
          </a:prstGeom>
        </p:spPr>
        <p:txBody>
          <a:bodyPr/>
          <a:lstStyle/>
          <a:p>
            <a:pPr marL="214313" indent="-214313"/>
            <a:r>
              <a:rPr lang="en-CA" sz="1350" dirty="0"/>
              <a:t>Continuous linkage to enterprise business strategy and direction</a:t>
            </a:r>
          </a:p>
          <a:p>
            <a:pPr marL="214313" indent="-214313"/>
            <a:r>
              <a:rPr lang="en-US" sz="1350" dirty="0"/>
              <a:t>Decisions appropriately interpret / align with organizational objectives and principles and they are occurring at the appropriate level</a:t>
            </a:r>
          </a:p>
          <a:p>
            <a:pPr marL="214313" indent="-214313"/>
            <a:r>
              <a:rPr lang="en-CA" sz="1350" dirty="0"/>
              <a:t>Clear and well-understood decision-making authority and accountability</a:t>
            </a:r>
          </a:p>
          <a:p>
            <a:pPr marL="214313" indent="-214313"/>
            <a:r>
              <a:rPr lang="en-CA" sz="1350" dirty="0"/>
              <a:t>Effective oversight of and insight into program progress and direction</a:t>
            </a:r>
          </a:p>
          <a:p>
            <a:pPr marL="214313" indent="-214313"/>
            <a:r>
              <a:rPr lang="en-CA" sz="1350" dirty="0"/>
              <a:t>Executive control over program evolution and outcomes </a:t>
            </a:r>
          </a:p>
          <a:p>
            <a:pPr marL="214313" indent="-214313"/>
            <a:r>
              <a:rPr lang="en-US" sz="1350" dirty="0"/>
              <a:t>Program progress, risks and issues are being effectively managed</a:t>
            </a:r>
          </a:p>
          <a:p>
            <a:endParaRPr lang="en-CA" sz="1350" dirty="0"/>
          </a:p>
        </p:txBody>
      </p:sp>
      <p:sp>
        <p:nvSpPr>
          <p:cNvPr id="3" name="Isosceles Triangle 2"/>
          <p:cNvSpPr/>
          <p:nvPr/>
        </p:nvSpPr>
        <p:spPr>
          <a:xfrm>
            <a:off x="6041260" y="1161399"/>
            <a:ext cx="2718110" cy="3037035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4" name="TextBox 3"/>
          <p:cNvSpPr txBox="1"/>
          <p:nvPr/>
        </p:nvSpPr>
        <p:spPr>
          <a:xfrm>
            <a:off x="6855454" y="1760894"/>
            <a:ext cx="1089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Executive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Steering Committee</a:t>
            </a:r>
            <a:endParaRPr lang="en-CA" sz="1200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5453" y="2632794"/>
            <a:ext cx="1089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Sponsor Oversight Group</a:t>
            </a:r>
            <a:endParaRPr lang="en-CA" sz="1200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5453" y="3531493"/>
            <a:ext cx="1089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Program Owners</a:t>
            </a:r>
            <a:endParaRPr lang="en-CA" sz="1200" dirty="0">
              <a:solidFill>
                <a:schemeClr val="bg1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6704445" y="2534115"/>
            <a:ext cx="1405054" cy="1672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6322826" y="3380331"/>
            <a:ext cx="2137936" cy="2687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5988870" y="1563626"/>
            <a:ext cx="939546" cy="1967867"/>
          </a:xfrm>
          <a:prstGeom prst="straightConnector1">
            <a:avLst/>
          </a:prstGeom>
          <a:ln w="19050"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799180" y="1563625"/>
            <a:ext cx="939546" cy="1967867"/>
          </a:xfrm>
          <a:prstGeom prst="straightConnector1">
            <a:avLst/>
          </a:prstGeom>
          <a:ln w="19050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 rot="17704463">
            <a:off x="5507773" y="2290075"/>
            <a:ext cx="16474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00747D"/>
                </a:solidFill>
              </a:rPr>
              <a:t>Options and Analysis</a:t>
            </a:r>
            <a:endParaRPr lang="en-CA" sz="1350" dirty="0">
              <a:solidFill>
                <a:srgbClr val="00747D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 rot="3894831">
            <a:off x="7470779" y="2178095"/>
            <a:ext cx="16525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47D"/>
                </a:solidFill>
              </a:rPr>
              <a:t>Direction and Decisions</a:t>
            </a:r>
            <a:endParaRPr lang="en-CA" sz="1200" dirty="0">
              <a:solidFill>
                <a:srgbClr val="0074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587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 txBox="1">
            <a:spLocks/>
          </p:cNvSpPr>
          <p:nvPr/>
        </p:nvSpPr>
        <p:spPr>
          <a:xfrm>
            <a:off x="207818" y="55937"/>
            <a:ext cx="8783782" cy="23860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pc="-75" dirty="0" smtClean="0">
                <a:solidFill>
                  <a:schemeClr val="accent1"/>
                </a:solidFill>
              </a:rPr>
              <a:t>Program Governance - Roles and Responsibilities</a:t>
            </a:r>
            <a:endParaRPr lang="en-CA" sz="2160" spc="-75" dirty="0" smtClean="0">
              <a:solidFill>
                <a:schemeClr val="accent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CA" spc="-75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12375" y="822209"/>
            <a:ext cx="8139953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Executive Steering Committee (monthly meeting)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solidFill>
                  <a:srgbClr val="000000"/>
                </a:solidFill>
              </a:rPr>
              <a:t>Make </a:t>
            </a:r>
            <a:r>
              <a:rPr lang="en-US" sz="1100" dirty="0">
                <a:solidFill>
                  <a:srgbClr val="000000"/>
                </a:solidFill>
              </a:rPr>
              <a:t>key program decision; provide oversight and guidance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solidFill>
                  <a:srgbClr val="000000"/>
                </a:solidFill>
              </a:rPr>
              <a:t>Establish </a:t>
            </a:r>
            <a:r>
              <a:rPr lang="en-US" sz="1100" dirty="0">
                <a:solidFill>
                  <a:srgbClr val="000000"/>
                </a:solidFill>
              </a:rPr>
              <a:t>and review authority levels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solidFill>
                  <a:srgbClr val="000000"/>
                </a:solidFill>
              </a:rPr>
              <a:t>Monitor </a:t>
            </a:r>
            <a:r>
              <a:rPr lang="en-US" sz="1100" dirty="0">
                <a:solidFill>
                  <a:srgbClr val="000000"/>
                </a:solidFill>
              </a:rPr>
              <a:t>actual spend against budget</a:t>
            </a:r>
          </a:p>
          <a:p>
            <a:endParaRPr lang="en-CA" sz="1100" dirty="0">
              <a:solidFill>
                <a:srgbClr val="000000"/>
              </a:solidFill>
            </a:endParaRPr>
          </a:p>
          <a:p>
            <a:r>
              <a:rPr lang="en-CA" sz="1400" dirty="0">
                <a:solidFill>
                  <a:srgbClr val="000000"/>
                </a:solidFill>
              </a:rPr>
              <a:t>Executive Sponsors (monthly meeting)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solidFill>
                  <a:srgbClr val="000000"/>
                </a:solidFill>
              </a:rPr>
              <a:t>Ensure </a:t>
            </a:r>
            <a:r>
              <a:rPr lang="en-US" sz="1100" dirty="0">
                <a:solidFill>
                  <a:srgbClr val="000000"/>
                </a:solidFill>
              </a:rPr>
              <a:t>alignment between program benefits and CWBFG strategy and resolve conflicting priorities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solidFill>
                  <a:srgbClr val="000000"/>
                </a:solidFill>
              </a:rPr>
              <a:t>Remove </a:t>
            </a:r>
            <a:r>
              <a:rPr lang="en-US" sz="1100" dirty="0">
                <a:solidFill>
                  <a:srgbClr val="000000"/>
                </a:solidFill>
              </a:rPr>
              <a:t>organizational roadblocks with Program Owners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100" dirty="0" smtClean="0">
                <a:solidFill>
                  <a:srgbClr val="000000"/>
                </a:solidFill>
              </a:rPr>
              <a:t>Ensure </a:t>
            </a:r>
            <a:r>
              <a:rPr lang="en-CA" sz="1100" dirty="0">
                <a:solidFill>
                  <a:srgbClr val="000000"/>
                </a:solidFill>
              </a:rPr>
              <a:t>organizational support</a:t>
            </a:r>
          </a:p>
          <a:p>
            <a:endParaRPr lang="en-CA" sz="1100" dirty="0">
              <a:solidFill>
                <a:srgbClr val="000000"/>
              </a:solidFill>
            </a:endParaRPr>
          </a:p>
          <a:p>
            <a:r>
              <a:rPr lang="en-CA" sz="1400" dirty="0">
                <a:solidFill>
                  <a:srgbClr val="000000"/>
                </a:solidFill>
              </a:rPr>
              <a:t>Program Owners  (weekly meeting)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solidFill>
                  <a:srgbClr val="000000"/>
                </a:solidFill>
              </a:rPr>
              <a:t>Responsible </a:t>
            </a:r>
            <a:r>
              <a:rPr lang="en-US" sz="1100" dirty="0">
                <a:solidFill>
                  <a:srgbClr val="000000"/>
                </a:solidFill>
              </a:rPr>
              <a:t>for Program budget; ensure accurate reporting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100" dirty="0" smtClean="0">
                <a:solidFill>
                  <a:srgbClr val="000000"/>
                </a:solidFill>
              </a:rPr>
              <a:t>Chairs </a:t>
            </a:r>
            <a:r>
              <a:rPr lang="en-CA" sz="1100" dirty="0">
                <a:solidFill>
                  <a:srgbClr val="000000"/>
                </a:solidFill>
              </a:rPr>
              <a:t>Program Advisory Group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solidFill>
                  <a:srgbClr val="000000"/>
                </a:solidFill>
              </a:rPr>
              <a:t>Responsible </a:t>
            </a:r>
            <a:r>
              <a:rPr lang="en-US" sz="1100" dirty="0">
                <a:solidFill>
                  <a:srgbClr val="000000"/>
                </a:solidFill>
              </a:rPr>
              <a:t>for Program deliverables, and recommendations on key program decisions</a:t>
            </a:r>
          </a:p>
          <a:p>
            <a:endParaRPr lang="en-CA" sz="1100" dirty="0">
              <a:solidFill>
                <a:srgbClr val="000000"/>
              </a:solidFill>
            </a:endParaRPr>
          </a:p>
          <a:p>
            <a:r>
              <a:rPr lang="en-US" sz="1400" dirty="0">
                <a:solidFill>
                  <a:srgbClr val="000000"/>
                </a:solidFill>
              </a:rPr>
              <a:t>Program Advisory Group (monthly/as required meeting)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solidFill>
                  <a:srgbClr val="000000"/>
                </a:solidFill>
              </a:rPr>
              <a:t>Comprised </a:t>
            </a:r>
            <a:r>
              <a:rPr lang="en-US" sz="1100" dirty="0">
                <a:solidFill>
                  <a:srgbClr val="000000"/>
                </a:solidFill>
              </a:rPr>
              <a:t>of invited business and operational VP/AVP level leadership as requested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solidFill>
                  <a:srgbClr val="000000"/>
                </a:solidFill>
              </a:rPr>
              <a:t>Provides </a:t>
            </a:r>
            <a:r>
              <a:rPr lang="en-US" sz="1100" dirty="0">
                <a:solidFill>
                  <a:srgbClr val="000000"/>
                </a:solidFill>
              </a:rPr>
              <a:t>support in helping advise on program decision, strategy , and provide key information in support of program deliverables</a:t>
            </a:r>
          </a:p>
        </p:txBody>
      </p:sp>
    </p:spTree>
    <p:extLst>
      <p:ext uri="{BB962C8B-B14F-4D97-AF65-F5344CB8AC3E}">
        <p14:creationId xmlns:p14="http://schemas.microsoft.com/office/powerpoint/2010/main" val="265192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2337734"/>
            <a:ext cx="9144000" cy="24121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900" dirty="0"/>
          </a:p>
        </p:txBody>
      </p:sp>
      <p:sp>
        <p:nvSpPr>
          <p:cNvPr id="30" name="Rounded Rectangle 29"/>
          <p:cNvSpPr/>
          <p:nvPr/>
        </p:nvSpPr>
        <p:spPr>
          <a:xfrm>
            <a:off x="163254" y="2441494"/>
            <a:ext cx="8835208" cy="229656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Rectangle 5"/>
          <p:cNvSpPr/>
          <p:nvPr/>
        </p:nvSpPr>
        <p:spPr>
          <a:xfrm>
            <a:off x="0" y="679625"/>
            <a:ext cx="9144000" cy="166444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16" name="Rounded Rectangle 15"/>
          <p:cNvSpPr/>
          <p:nvPr/>
        </p:nvSpPr>
        <p:spPr>
          <a:xfrm>
            <a:off x="6293580" y="847969"/>
            <a:ext cx="2181164" cy="144705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100" dirty="0"/>
          </a:p>
        </p:txBody>
      </p:sp>
      <p:sp>
        <p:nvSpPr>
          <p:cNvPr id="4" name="Rounded Rectangle 3"/>
          <p:cNvSpPr/>
          <p:nvPr/>
        </p:nvSpPr>
        <p:spPr>
          <a:xfrm>
            <a:off x="988615" y="846090"/>
            <a:ext cx="3473792" cy="145432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4294967295"/>
          </p:nvPr>
        </p:nvSpPr>
        <p:spPr>
          <a:xfrm>
            <a:off x="0" y="150813"/>
            <a:ext cx="7440613" cy="39687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3000" spc="-75" dirty="0">
                <a:solidFill>
                  <a:srgbClr val="0097A9"/>
                </a:solidFill>
                <a:cs typeface="Arial" panose="020B0604020202020204" pitchFamily="34" charset="0"/>
              </a:rPr>
              <a:t>Program Governance &amp; Delivery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72925" y="1136208"/>
            <a:ext cx="1738183" cy="1074209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2060"/>
                </a:solidFill>
              </a:rPr>
              <a:t>Jeff </a:t>
            </a:r>
            <a:r>
              <a:rPr lang="en-US" sz="1200" dirty="0" smtClean="0">
                <a:solidFill>
                  <a:srgbClr val="002060"/>
                </a:solidFill>
              </a:rPr>
              <a:t>Wright</a:t>
            </a:r>
          </a:p>
          <a:p>
            <a:pPr algn="ctr"/>
            <a:r>
              <a:rPr lang="en-US" sz="1200" dirty="0" smtClean="0">
                <a:solidFill>
                  <a:srgbClr val="002060"/>
                </a:solidFill>
              </a:rPr>
              <a:t>Azfar </a:t>
            </a:r>
            <a:r>
              <a:rPr lang="en-US" sz="1200" dirty="0">
                <a:solidFill>
                  <a:srgbClr val="002060"/>
                </a:solidFill>
              </a:rPr>
              <a:t>Karimuddin </a:t>
            </a:r>
            <a:endParaRPr lang="en-CA" sz="1200" dirty="0">
              <a:solidFill>
                <a:srgbClr val="002060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163323" y="1090774"/>
            <a:ext cx="3026772" cy="1119643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2060"/>
                </a:solidFill>
              </a:rPr>
              <a:t>Stephen Murphy (Co-Chair), Darrell Jones (Co-Chair), Chris Fowler, Azfar Karimuddin, Jeff Wright, Christina Mullin, Jason Bond, </a:t>
            </a:r>
            <a:r>
              <a:rPr lang="en-US" sz="1200" dirty="0" smtClean="0">
                <a:solidFill>
                  <a:srgbClr val="002060"/>
                </a:solidFill>
              </a:rPr>
              <a:t>Matt Evans, Program </a:t>
            </a:r>
            <a:r>
              <a:rPr lang="en-US" sz="1200" dirty="0">
                <a:solidFill>
                  <a:srgbClr val="002060"/>
                </a:solidFill>
              </a:rPr>
              <a:t>Manager (Ex Officio) </a:t>
            </a:r>
            <a:endParaRPr lang="en-CA" sz="1200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6439" y="826779"/>
            <a:ext cx="27990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</a:rPr>
              <a:t>Executive Steering Committee</a:t>
            </a:r>
            <a:endParaRPr lang="en-CA" sz="1500" b="1" dirty="0">
              <a:solidFill>
                <a:srgbClr val="002060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527798" y="2607226"/>
            <a:ext cx="1499325" cy="348299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accent1">
                    <a:lumMod val="75000"/>
                  </a:schemeClr>
                </a:solidFill>
              </a:rPr>
              <a:t>Program Manager</a:t>
            </a:r>
            <a:endParaRPr lang="en-CA" sz="10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87582" y="846876"/>
            <a:ext cx="2122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Sponsor Oversight</a:t>
            </a:r>
            <a:endParaRPr lang="en-CA" b="1" dirty="0">
              <a:solidFill>
                <a:srgbClr val="002060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684270" y="2605691"/>
            <a:ext cx="1161495" cy="193348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accent1">
                    <a:lumMod val="75000"/>
                  </a:schemeClr>
                </a:solidFill>
              </a:rPr>
              <a:t>Branch &amp; Department Managers</a:t>
            </a:r>
          </a:p>
          <a:p>
            <a:pPr algn="ctr"/>
            <a:endParaRPr lang="en-US" sz="105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1050" dirty="0">
                <a:solidFill>
                  <a:schemeClr val="accent1">
                    <a:lumMod val="75000"/>
                  </a:schemeClr>
                </a:solidFill>
              </a:rPr>
              <a:t>Functional Experts (SMEs)</a:t>
            </a:r>
          </a:p>
          <a:p>
            <a:pPr algn="ctr"/>
            <a:endParaRPr lang="en-US" sz="105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1050" dirty="0">
                <a:solidFill>
                  <a:schemeClr val="accent1">
                    <a:lumMod val="75000"/>
                  </a:schemeClr>
                </a:solidFill>
              </a:rPr>
              <a:t>UAT Members</a:t>
            </a:r>
          </a:p>
          <a:p>
            <a:pPr algn="ctr"/>
            <a:endParaRPr lang="en-US" sz="105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1050" dirty="0">
                <a:solidFill>
                  <a:schemeClr val="accent1">
                    <a:lumMod val="75000"/>
                  </a:schemeClr>
                </a:solidFill>
              </a:rPr>
              <a:t>Change Champions</a:t>
            </a:r>
            <a:endParaRPr lang="en-CA" sz="10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 rot="16200000">
            <a:off x="-267199" y="1349662"/>
            <a:ext cx="133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Governance</a:t>
            </a:r>
            <a:endParaRPr lang="en-CA" sz="15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 rot="16200000">
            <a:off x="-81874" y="3204680"/>
            <a:ext cx="972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Delivery</a:t>
            </a:r>
            <a:endParaRPr lang="en-CA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87752" y="2475664"/>
            <a:ext cx="137179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</a:rPr>
              <a:t>Execution</a:t>
            </a:r>
            <a:endParaRPr lang="en-CA" sz="1500" b="1" dirty="0">
              <a:solidFill>
                <a:srgbClr val="00206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5138" y="3521057"/>
            <a:ext cx="1091804" cy="956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dirty="0">
                <a:solidFill>
                  <a:srgbClr val="002060"/>
                </a:solidFill>
              </a:rPr>
              <a:t>AIRB/ARIB-SO</a:t>
            </a:r>
          </a:p>
          <a:p>
            <a:pPr>
              <a:spcBef>
                <a:spcPts val="150"/>
              </a:spcBef>
            </a:pPr>
            <a:r>
              <a:rPr lang="en-US" sz="825" dirty="0">
                <a:solidFill>
                  <a:srgbClr val="002060"/>
                </a:solidFill>
              </a:rPr>
              <a:t>Risk IT</a:t>
            </a:r>
          </a:p>
          <a:p>
            <a:pPr>
              <a:spcBef>
                <a:spcPts val="150"/>
              </a:spcBef>
            </a:pPr>
            <a:r>
              <a:rPr lang="en-US" sz="825" dirty="0">
                <a:solidFill>
                  <a:srgbClr val="002060"/>
                </a:solidFill>
              </a:rPr>
              <a:t>CRM</a:t>
            </a:r>
          </a:p>
          <a:p>
            <a:pPr>
              <a:spcBef>
                <a:spcPts val="150"/>
              </a:spcBef>
            </a:pPr>
            <a:r>
              <a:rPr lang="en-US" sz="825" dirty="0">
                <a:solidFill>
                  <a:srgbClr val="002060"/>
                </a:solidFill>
              </a:rPr>
              <a:t>Regulatory </a:t>
            </a:r>
          </a:p>
          <a:p>
            <a:r>
              <a:rPr lang="en-US" sz="825" dirty="0">
                <a:solidFill>
                  <a:srgbClr val="002060"/>
                </a:solidFill>
              </a:rPr>
              <a:t>Compliance</a:t>
            </a:r>
          </a:p>
          <a:p>
            <a:pPr>
              <a:spcBef>
                <a:spcPts val="150"/>
              </a:spcBef>
            </a:pPr>
            <a:r>
              <a:rPr lang="en-US" sz="825" dirty="0">
                <a:solidFill>
                  <a:srgbClr val="002060"/>
                </a:solidFill>
              </a:rPr>
              <a:t>RDAAR</a:t>
            </a:r>
            <a:endParaRPr lang="en-CA" sz="825" dirty="0">
              <a:solidFill>
                <a:srgbClr val="00206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652285" y="3513394"/>
            <a:ext cx="849007" cy="981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25" dirty="0">
                <a:solidFill>
                  <a:srgbClr val="002060"/>
                </a:solidFill>
              </a:rPr>
              <a:t>Due Diligence</a:t>
            </a:r>
            <a:endParaRPr lang="en-US" sz="825" dirty="0">
              <a:solidFill>
                <a:srgbClr val="002060"/>
              </a:solidFill>
            </a:endParaRPr>
          </a:p>
          <a:p>
            <a:endParaRPr lang="en-US" sz="825" dirty="0">
              <a:solidFill>
                <a:srgbClr val="002060"/>
              </a:solidFill>
            </a:endParaRPr>
          </a:p>
          <a:p>
            <a:r>
              <a:rPr lang="en-US" sz="825" dirty="0">
                <a:solidFill>
                  <a:srgbClr val="002060"/>
                </a:solidFill>
              </a:rPr>
              <a:t>Guidance / </a:t>
            </a:r>
          </a:p>
          <a:p>
            <a:r>
              <a:rPr lang="en-US" sz="825" dirty="0">
                <a:solidFill>
                  <a:srgbClr val="002060"/>
                </a:solidFill>
              </a:rPr>
              <a:t>Support</a:t>
            </a:r>
          </a:p>
          <a:p>
            <a:endParaRPr lang="en-US" sz="825" dirty="0">
              <a:solidFill>
                <a:srgbClr val="002060"/>
              </a:solidFill>
            </a:endParaRPr>
          </a:p>
          <a:p>
            <a:r>
              <a:rPr lang="en-US" sz="825" dirty="0">
                <a:solidFill>
                  <a:srgbClr val="002060"/>
                </a:solidFill>
              </a:rPr>
              <a:t>Contract Review</a:t>
            </a:r>
            <a:endParaRPr lang="en-CA" sz="825" dirty="0">
              <a:solidFill>
                <a:srgbClr val="00206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561152" y="3510557"/>
            <a:ext cx="987896" cy="1050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dirty="0">
                <a:solidFill>
                  <a:srgbClr val="002060"/>
                </a:solidFill>
              </a:rPr>
              <a:t>Change Impacts</a:t>
            </a:r>
          </a:p>
          <a:p>
            <a:endParaRPr lang="en-US" sz="525" dirty="0">
              <a:solidFill>
                <a:srgbClr val="002060"/>
              </a:solidFill>
            </a:endParaRPr>
          </a:p>
          <a:p>
            <a:r>
              <a:rPr lang="en-US" sz="825" dirty="0">
                <a:solidFill>
                  <a:srgbClr val="002060"/>
                </a:solidFill>
              </a:rPr>
              <a:t>Communications</a:t>
            </a:r>
          </a:p>
          <a:p>
            <a:endParaRPr lang="en-US" sz="525" dirty="0">
              <a:solidFill>
                <a:srgbClr val="002060"/>
              </a:solidFill>
            </a:endParaRPr>
          </a:p>
          <a:p>
            <a:r>
              <a:rPr lang="en-US" sz="825" dirty="0">
                <a:solidFill>
                  <a:srgbClr val="002060"/>
                </a:solidFill>
              </a:rPr>
              <a:t>HR</a:t>
            </a:r>
          </a:p>
          <a:p>
            <a:endParaRPr lang="en-US" sz="525" dirty="0">
              <a:solidFill>
                <a:srgbClr val="002060"/>
              </a:solidFill>
            </a:endParaRPr>
          </a:p>
          <a:p>
            <a:r>
              <a:rPr lang="en-US" sz="825" dirty="0">
                <a:solidFill>
                  <a:srgbClr val="002060"/>
                </a:solidFill>
              </a:rPr>
              <a:t>User Training</a:t>
            </a:r>
          </a:p>
          <a:p>
            <a:endParaRPr lang="en-US" sz="525" dirty="0">
              <a:solidFill>
                <a:srgbClr val="002060"/>
              </a:solidFill>
            </a:endParaRPr>
          </a:p>
          <a:p>
            <a:r>
              <a:rPr lang="en-US" sz="825" dirty="0">
                <a:solidFill>
                  <a:srgbClr val="002060"/>
                </a:solidFill>
              </a:rPr>
              <a:t>Adoption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01162" y="3514707"/>
            <a:ext cx="957686" cy="981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dirty="0">
                <a:solidFill>
                  <a:srgbClr val="002060"/>
                </a:solidFill>
              </a:rPr>
              <a:t>Banking Ops</a:t>
            </a:r>
          </a:p>
          <a:p>
            <a:endParaRPr lang="en-US" sz="825" dirty="0">
              <a:solidFill>
                <a:srgbClr val="002060"/>
              </a:solidFill>
            </a:endParaRPr>
          </a:p>
          <a:p>
            <a:r>
              <a:rPr lang="en-US" sz="825" dirty="0">
                <a:solidFill>
                  <a:srgbClr val="002060"/>
                </a:solidFill>
              </a:rPr>
              <a:t>Lending Ops</a:t>
            </a:r>
          </a:p>
          <a:p>
            <a:endParaRPr lang="en-US" sz="825" dirty="0">
              <a:solidFill>
                <a:srgbClr val="002060"/>
              </a:solidFill>
            </a:endParaRPr>
          </a:p>
          <a:p>
            <a:r>
              <a:rPr lang="en-US" sz="825" dirty="0" smtClean="0">
                <a:solidFill>
                  <a:srgbClr val="002060"/>
                </a:solidFill>
              </a:rPr>
              <a:t>Centralized </a:t>
            </a:r>
          </a:p>
          <a:p>
            <a:r>
              <a:rPr lang="en-US" sz="825" dirty="0" err="1" smtClean="0">
                <a:solidFill>
                  <a:srgbClr val="002060"/>
                </a:solidFill>
              </a:rPr>
              <a:t>Srvcs</a:t>
            </a:r>
            <a:endParaRPr lang="en-US" sz="825" dirty="0" smtClean="0">
              <a:solidFill>
                <a:srgbClr val="002060"/>
              </a:solidFill>
            </a:endParaRPr>
          </a:p>
          <a:p>
            <a:r>
              <a:rPr lang="en-US" sz="825" dirty="0" smtClean="0">
                <a:solidFill>
                  <a:srgbClr val="002060"/>
                </a:solidFill>
              </a:rPr>
              <a:t>Credit Support</a:t>
            </a:r>
            <a:endParaRPr lang="en-US" sz="825" dirty="0">
              <a:solidFill>
                <a:srgbClr val="00206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594325" y="3488342"/>
            <a:ext cx="10299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dirty="0">
                <a:solidFill>
                  <a:srgbClr val="002060"/>
                </a:solidFill>
              </a:rPr>
              <a:t>Infrastructure / </a:t>
            </a:r>
          </a:p>
          <a:p>
            <a:r>
              <a:rPr lang="en-US" sz="825" dirty="0">
                <a:solidFill>
                  <a:srgbClr val="002060"/>
                </a:solidFill>
              </a:rPr>
              <a:t>Security</a:t>
            </a:r>
          </a:p>
          <a:p>
            <a:endParaRPr lang="en-US" sz="825" dirty="0">
              <a:solidFill>
                <a:srgbClr val="002060"/>
              </a:solidFill>
            </a:endParaRPr>
          </a:p>
          <a:p>
            <a:r>
              <a:rPr lang="en-US" sz="825" dirty="0">
                <a:solidFill>
                  <a:srgbClr val="002060"/>
                </a:solidFill>
              </a:rPr>
              <a:t>Info. Mgmt.</a:t>
            </a:r>
          </a:p>
          <a:p>
            <a:endParaRPr lang="en-US" sz="825" dirty="0">
              <a:solidFill>
                <a:srgbClr val="002060"/>
              </a:solidFill>
            </a:endParaRPr>
          </a:p>
          <a:p>
            <a:r>
              <a:rPr lang="en-US" sz="825" dirty="0">
                <a:solidFill>
                  <a:srgbClr val="002060"/>
                </a:solidFill>
              </a:rPr>
              <a:t>Application </a:t>
            </a:r>
            <a:r>
              <a:rPr lang="en-US" sz="825" dirty="0" smtClean="0">
                <a:solidFill>
                  <a:srgbClr val="002060"/>
                </a:solidFill>
              </a:rPr>
              <a:t>/ QA</a:t>
            </a:r>
          </a:p>
          <a:p>
            <a:r>
              <a:rPr lang="en-US" sz="825" dirty="0" smtClean="0">
                <a:solidFill>
                  <a:srgbClr val="002060"/>
                </a:solidFill>
              </a:rPr>
              <a:t>Business Analysis</a:t>
            </a:r>
            <a:endParaRPr lang="en-US" sz="825" dirty="0">
              <a:solidFill>
                <a:srgbClr val="002060"/>
              </a:solidFill>
            </a:endParaRPr>
          </a:p>
          <a:p>
            <a:endParaRPr lang="en-US" sz="825" dirty="0">
              <a:solidFill>
                <a:srgbClr val="002060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57132" y="3258193"/>
            <a:ext cx="870207" cy="1228416"/>
          </a:xfrm>
          <a:prstGeom prst="roundRect">
            <a:avLst/>
          </a:prstGeom>
          <a:noFill/>
          <a:ln w="31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8" name="Rounded Rectangle 17"/>
          <p:cNvSpPr/>
          <p:nvPr/>
        </p:nvSpPr>
        <p:spPr>
          <a:xfrm>
            <a:off x="643855" y="3203092"/>
            <a:ext cx="885000" cy="312419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accent1">
                    <a:lumMod val="75000"/>
                  </a:schemeClr>
                </a:solidFill>
              </a:rPr>
              <a:t>Enterprise Risk Mgmt</a:t>
            </a:r>
            <a:endParaRPr lang="en-CA" sz="10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637126" y="3375610"/>
            <a:ext cx="855931" cy="1112200"/>
          </a:xfrm>
          <a:prstGeom prst="roundRect">
            <a:avLst/>
          </a:prstGeom>
          <a:noFill/>
          <a:ln w="31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43" name="Rounded Rectangle 42"/>
          <p:cNvSpPr/>
          <p:nvPr/>
        </p:nvSpPr>
        <p:spPr>
          <a:xfrm>
            <a:off x="5575099" y="3362106"/>
            <a:ext cx="897669" cy="1130671"/>
          </a:xfrm>
          <a:prstGeom prst="roundRect">
            <a:avLst/>
          </a:prstGeom>
          <a:noFill/>
          <a:ln w="31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44" name="Rounded Rectangle 43"/>
          <p:cNvSpPr/>
          <p:nvPr/>
        </p:nvSpPr>
        <p:spPr>
          <a:xfrm>
            <a:off x="4592027" y="3374806"/>
            <a:ext cx="899394" cy="1130672"/>
          </a:xfrm>
          <a:prstGeom prst="roundRect">
            <a:avLst/>
          </a:prstGeom>
          <a:noFill/>
          <a:ln w="31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45" name="Rounded Rectangle 44"/>
          <p:cNvSpPr/>
          <p:nvPr/>
        </p:nvSpPr>
        <p:spPr>
          <a:xfrm>
            <a:off x="2617754" y="3374805"/>
            <a:ext cx="846495" cy="1138864"/>
          </a:xfrm>
          <a:prstGeom prst="roundRect">
            <a:avLst/>
          </a:prstGeom>
          <a:noFill/>
          <a:ln w="31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9" name="Rounded Rectangle 18"/>
          <p:cNvSpPr/>
          <p:nvPr/>
        </p:nvSpPr>
        <p:spPr>
          <a:xfrm>
            <a:off x="1638111" y="3203092"/>
            <a:ext cx="854833" cy="312419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accent1">
                    <a:lumMod val="75000"/>
                  </a:schemeClr>
                </a:solidFill>
              </a:rPr>
              <a:t>Legal</a:t>
            </a:r>
            <a:endParaRPr lang="en-CA" sz="10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572873" y="3203091"/>
            <a:ext cx="900005" cy="312419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accent1">
                    <a:lumMod val="75000"/>
                  </a:schemeClr>
                </a:solidFill>
              </a:rPr>
              <a:t>OCM</a:t>
            </a:r>
            <a:endParaRPr lang="en-CA" sz="10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592098" y="3203091"/>
            <a:ext cx="900005" cy="312419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accent1">
                    <a:lumMod val="75000"/>
                  </a:schemeClr>
                </a:solidFill>
              </a:rPr>
              <a:t>Operations</a:t>
            </a:r>
            <a:endParaRPr lang="en-CA" sz="10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621775" y="3203091"/>
            <a:ext cx="842015" cy="312419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accent1">
                    <a:lumMod val="75000"/>
                  </a:schemeClr>
                </a:solidFill>
              </a:rPr>
              <a:t>IS Support</a:t>
            </a:r>
            <a:endParaRPr lang="en-CA" sz="10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755440" y="2592888"/>
            <a:ext cx="1338283" cy="348299"/>
          </a:xfrm>
          <a:prstGeom prst="roundRect">
            <a:avLst/>
          </a:prstGeom>
          <a:solidFill>
            <a:schemeClr val="bg1"/>
          </a:solidFill>
          <a:ln w="127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accent1">
                    <a:lumMod val="75000"/>
                  </a:schemeClr>
                </a:solidFill>
              </a:rPr>
              <a:t>Program Advisory </a:t>
            </a:r>
            <a:r>
              <a:rPr lang="en-US" sz="1050" dirty="0" smtClean="0">
                <a:solidFill>
                  <a:schemeClr val="accent1">
                    <a:lumMod val="75000"/>
                  </a:schemeClr>
                </a:solidFill>
              </a:rPr>
              <a:t>Group (PAG)</a:t>
            </a:r>
            <a:endParaRPr lang="en-CA" sz="10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4669823" y="1753948"/>
            <a:ext cx="1598812" cy="765893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Program Owners</a:t>
            </a:r>
          </a:p>
          <a:p>
            <a:pPr algn="ctr"/>
            <a:r>
              <a:rPr lang="en-US" sz="900" dirty="0" smtClean="0">
                <a:solidFill>
                  <a:srgbClr val="002060"/>
                </a:solidFill>
              </a:rPr>
              <a:t>Christina Mullin</a:t>
            </a:r>
          </a:p>
          <a:p>
            <a:pPr algn="ctr"/>
            <a:r>
              <a:rPr lang="en-US" sz="900" dirty="0" smtClean="0">
                <a:solidFill>
                  <a:srgbClr val="002060"/>
                </a:solidFill>
              </a:rPr>
              <a:t>Jason Bond</a:t>
            </a:r>
            <a:endParaRPr lang="en-CA" sz="900" dirty="0">
              <a:solidFill>
                <a:srgbClr val="002060"/>
              </a:solidFill>
            </a:endParaRPr>
          </a:p>
        </p:txBody>
      </p:sp>
      <p:cxnSp>
        <p:nvCxnSpPr>
          <p:cNvPr id="9" name="Elbow Connector 8"/>
          <p:cNvCxnSpPr/>
          <p:nvPr/>
        </p:nvCxnSpPr>
        <p:spPr>
          <a:xfrm rot="16200000" flipV="1">
            <a:off x="4875469" y="1153838"/>
            <a:ext cx="180699" cy="1006822"/>
          </a:xfrm>
          <a:prstGeom prst="bentConnector2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47" idx="0"/>
            <a:endCxn id="16" idx="1"/>
          </p:cNvCxnSpPr>
          <p:nvPr/>
        </p:nvCxnSpPr>
        <p:spPr>
          <a:xfrm rot="5400000" flipH="1" flipV="1">
            <a:off x="5790178" y="1250548"/>
            <a:ext cx="182453" cy="824351"/>
          </a:xfrm>
          <a:prstGeom prst="bentConnector2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47" idx="2"/>
          </p:cNvCxnSpPr>
          <p:nvPr/>
        </p:nvCxnSpPr>
        <p:spPr>
          <a:xfrm rot="5400000">
            <a:off x="5126216" y="2420749"/>
            <a:ext cx="243921" cy="442106"/>
          </a:xfrm>
          <a:prstGeom prst="bentConnector2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>
            <a:stCxn id="47" idx="2"/>
            <a:endCxn id="46" idx="1"/>
          </p:cNvCxnSpPr>
          <p:nvPr/>
        </p:nvCxnSpPr>
        <p:spPr>
          <a:xfrm rot="16200000" flipH="1">
            <a:off x="5488737" y="2500333"/>
            <a:ext cx="247196" cy="286211"/>
          </a:xfrm>
          <a:prstGeom prst="bentConnector2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/>
          <p:cNvCxnSpPr>
            <a:stCxn id="15" idx="2"/>
            <a:endCxn id="18" idx="0"/>
          </p:cNvCxnSpPr>
          <p:nvPr/>
        </p:nvCxnSpPr>
        <p:spPr>
          <a:xfrm rot="5400000">
            <a:off x="2558125" y="1483756"/>
            <a:ext cx="247567" cy="3191105"/>
          </a:xfrm>
          <a:prstGeom prst="bentConnector3">
            <a:avLst/>
          </a:prstGeom>
          <a:ln w="6350">
            <a:solidFill>
              <a:srgbClr val="00206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>
            <a:stCxn id="15" idx="2"/>
            <a:endCxn id="21" idx="0"/>
          </p:cNvCxnSpPr>
          <p:nvPr/>
        </p:nvCxnSpPr>
        <p:spPr>
          <a:xfrm rot="16200000" flipH="1">
            <a:off x="5026385" y="2206600"/>
            <a:ext cx="247566" cy="1745415"/>
          </a:xfrm>
          <a:prstGeom prst="bentConnector3">
            <a:avLst>
              <a:gd name="adj1" fmla="val 50000"/>
            </a:avLst>
          </a:prstGeom>
          <a:ln w="6350">
            <a:solidFill>
              <a:srgbClr val="00206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4669681" y="3203289"/>
            <a:ext cx="0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22" idx="0"/>
          </p:cNvCxnSpPr>
          <p:nvPr/>
        </p:nvCxnSpPr>
        <p:spPr>
          <a:xfrm flipH="1" flipV="1">
            <a:off x="4958179" y="3129358"/>
            <a:ext cx="83921" cy="73733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23" idx="0"/>
          </p:cNvCxnSpPr>
          <p:nvPr/>
        </p:nvCxnSpPr>
        <p:spPr>
          <a:xfrm flipV="1">
            <a:off x="3042783" y="3129358"/>
            <a:ext cx="92306" cy="73733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2570823" y="3202756"/>
            <a:ext cx="1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3538670" y="3377907"/>
            <a:ext cx="897966" cy="1130405"/>
          </a:xfrm>
          <a:prstGeom prst="roundRect">
            <a:avLst/>
          </a:prstGeom>
          <a:noFill/>
          <a:ln w="31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1" name="Rounded Rectangle 50"/>
          <p:cNvSpPr/>
          <p:nvPr/>
        </p:nvSpPr>
        <p:spPr>
          <a:xfrm>
            <a:off x="3548350" y="3205937"/>
            <a:ext cx="890876" cy="312419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>
                <a:solidFill>
                  <a:schemeClr val="accent1">
                    <a:lumMod val="75000"/>
                  </a:schemeClr>
                </a:solidFill>
              </a:rPr>
              <a:t>Client Solutions</a:t>
            </a:r>
            <a:endParaRPr lang="en-CA" sz="105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53" name="Straight Connector 52"/>
          <p:cNvCxnSpPr/>
          <p:nvPr/>
        </p:nvCxnSpPr>
        <p:spPr>
          <a:xfrm>
            <a:off x="3891169" y="3209214"/>
            <a:ext cx="0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566369" y="3503290"/>
            <a:ext cx="858808" cy="981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dirty="0">
                <a:solidFill>
                  <a:srgbClr val="002060"/>
                </a:solidFill>
              </a:rPr>
              <a:t>Digital </a:t>
            </a:r>
            <a:r>
              <a:rPr lang="en-US" sz="825" dirty="0" smtClean="0">
                <a:solidFill>
                  <a:srgbClr val="002060"/>
                </a:solidFill>
              </a:rPr>
              <a:t>&amp; Alt. Channels</a:t>
            </a:r>
            <a:endParaRPr lang="en-US" sz="825" dirty="0">
              <a:solidFill>
                <a:srgbClr val="002060"/>
              </a:solidFill>
            </a:endParaRPr>
          </a:p>
          <a:p>
            <a:r>
              <a:rPr lang="en-US" sz="825" dirty="0" smtClean="0">
                <a:solidFill>
                  <a:srgbClr val="002060"/>
                </a:solidFill>
              </a:rPr>
              <a:t>Marketing</a:t>
            </a:r>
            <a:endParaRPr lang="en-US" sz="825" dirty="0">
              <a:solidFill>
                <a:srgbClr val="002060"/>
              </a:solidFill>
            </a:endParaRPr>
          </a:p>
          <a:p>
            <a:r>
              <a:rPr lang="en-US" sz="825" dirty="0" smtClean="0">
                <a:solidFill>
                  <a:srgbClr val="002060"/>
                </a:solidFill>
              </a:rPr>
              <a:t>Sales Strategy &amp; Effectiveness</a:t>
            </a:r>
            <a:endParaRPr lang="en-US" sz="825" dirty="0">
              <a:solidFill>
                <a:srgbClr val="002060"/>
              </a:solidFill>
            </a:endParaRPr>
          </a:p>
          <a:p>
            <a:r>
              <a:rPr lang="en-US" sz="825" dirty="0" smtClean="0">
                <a:solidFill>
                  <a:srgbClr val="002060"/>
                </a:solidFill>
              </a:rPr>
              <a:t>Product Development</a:t>
            </a:r>
            <a:endParaRPr lang="en-US" sz="825" dirty="0">
              <a:solidFill>
                <a:srgbClr val="002060"/>
              </a:solidFill>
            </a:endParaRPr>
          </a:p>
        </p:txBody>
      </p:sp>
      <p:sp>
        <p:nvSpPr>
          <p:cNvPr id="11" name="Bent-Up Arrow 10"/>
          <p:cNvSpPr/>
          <p:nvPr/>
        </p:nvSpPr>
        <p:spPr>
          <a:xfrm>
            <a:off x="7301846" y="4512439"/>
            <a:ext cx="609258" cy="203433"/>
          </a:xfrm>
          <a:prstGeom prst="bentUpArrow">
            <a:avLst>
              <a:gd name="adj1" fmla="val 44995"/>
              <a:gd name="adj2" fmla="val 33644"/>
              <a:gd name="adj3" fmla="val 31500"/>
            </a:avLst>
          </a:prstGeom>
          <a:solidFill>
            <a:schemeClr val="bg2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5" name="Bent-Up Arrow 54"/>
          <p:cNvSpPr/>
          <p:nvPr/>
        </p:nvSpPr>
        <p:spPr>
          <a:xfrm flipH="1">
            <a:off x="5964516" y="4505478"/>
            <a:ext cx="1869865" cy="214447"/>
          </a:xfrm>
          <a:prstGeom prst="bentUpArrow">
            <a:avLst>
              <a:gd name="adj1" fmla="val 50000"/>
              <a:gd name="adj2" fmla="val 33644"/>
              <a:gd name="adj3" fmla="val 31500"/>
            </a:avLst>
          </a:prstGeom>
          <a:solidFill>
            <a:schemeClr val="bg2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/>
          <p:cNvSpPr txBox="1"/>
          <p:nvPr/>
        </p:nvSpPr>
        <p:spPr>
          <a:xfrm>
            <a:off x="6736568" y="4557313"/>
            <a:ext cx="1415338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b="1" dirty="0">
                <a:solidFill>
                  <a:schemeClr val="bg1"/>
                </a:solidFill>
              </a:rPr>
              <a:t>Engagement</a:t>
            </a:r>
            <a:endParaRPr lang="en-CA" sz="82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857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590607278"/>
              </p:ext>
            </p:extLst>
          </p:nvPr>
        </p:nvGraphicFramePr>
        <p:xfrm>
          <a:off x="836578" y="1168805"/>
          <a:ext cx="4137499" cy="35847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 Placeholder 1"/>
          <p:cNvSpPr txBox="1">
            <a:spLocks/>
          </p:cNvSpPr>
          <p:nvPr/>
        </p:nvSpPr>
        <p:spPr>
          <a:xfrm>
            <a:off x="359138" y="341008"/>
            <a:ext cx="8280597" cy="39748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CA" spc="-100" dirty="0">
              <a:solidFill>
                <a:srgbClr val="0097A9"/>
              </a:solidFill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302441" y="289803"/>
            <a:ext cx="8280401" cy="397483"/>
          </a:xfrm>
        </p:spPr>
        <p:txBody>
          <a:bodyPr/>
          <a:lstStyle/>
          <a:p>
            <a:r>
              <a:rPr lang="en-US" dirty="0" smtClean="0"/>
              <a:t>Partner (Vendor) Governance Alignment</a:t>
            </a:r>
            <a:endParaRPr lang="en-CA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507440702"/>
              </p:ext>
            </p:extLst>
          </p:nvPr>
        </p:nvGraphicFramePr>
        <p:xfrm>
          <a:off x="3706238" y="1168805"/>
          <a:ext cx="4137499" cy="35847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3856734" y="1429588"/>
            <a:ext cx="7652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856734" y="2165601"/>
            <a:ext cx="7652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856733" y="2987381"/>
            <a:ext cx="7652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114144" y="722816"/>
            <a:ext cx="1335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50000"/>
                  </a:schemeClr>
                </a:solidFill>
              </a:rPr>
              <a:t>CWB</a:t>
            </a:r>
            <a:endParaRPr lang="en-CA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57577" y="757271"/>
            <a:ext cx="1262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50000"/>
                  </a:schemeClr>
                </a:solidFill>
              </a:rPr>
              <a:t>Partners</a:t>
            </a:r>
            <a:endParaRPr lang="en-CA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3851475" y="3726260"/>
            <a:ext cx="7652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810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499354" y="701675"/>
            <a:ext cx="7781046" cy="39687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pc="-100" dirty="0">
                <a:solidFill>
                  <a:srgbClr val="0097A9"/>
                </a:solidFill>
                <a:cs typeface="Arial" panose="020B0604020202020204" pitchFamily="34" charset="0"/>
              </a:rPr>
              <a:t>Governance</a:t>
            </a:r>
            <a:r>
              <a:rPr lang="en-US" dirty="0" smtClean="0"/>
              <a:t> </a:t>
            </a:r>
            <a:r>
              <a:rPr lang="en-US" spc="-100" dirty="0" smtClean="0">
                <a:solidFill>
                  <a:srgbClr val="0097A9"/>
                </a:solidFill>
                <a:cs typeface="Arial" panose="020B0604020202020204" pitchFamily="34" charset="0"/>
              </a:rPr>
              <a:t>Communications</a:t>
            </a:r>
            <a:endParaRPr lang="en-CA" spc="-100" dirty="0">
              <a:solidFill>
                <a:srgbClr val="0097A9"/>
              </a:solidFill>
              <a:cs typeface="Arial" panose="020B0604020202020204" pitchFamily="34" charset="0"/>
            </a:endParaRPr>
          </a:p>
        </p:txBody>
      </p:sp>
      <p:sp>
        <p:nvSpPr>
          <p:cNvPr id="9" name="Text Placeholder 3"/>
          <p:cNvSpPr txBox="1">
            <a:spLocks/>
          </p:cNvSpPr>
          <p:nvPr/>
        </p:nvSpPr>
        <p:spPr>
          <a:xfrm>
            <a:off x="264861" y="1522413"/>
            <a:ext cx="8692101" cy="2743200"/>
          </a:xfrm>
          <a:prstGeom prst="rect">
            <a:avLst/>
          </a:prstGeom>
        </p:spPr>
        <p:txBody>
          <a:bodyPr numCol="2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 smtClean="0">
                <a:solidFill>
                  <a:srgbClr val="DAAA00"/>
                </a:solidFill>
              </a:rPr>
              <a:t>Program Scheduled Meetings</a:t>
            </a:r>
          </a:p>
          <a:p>
            <a:pPr>
              <a:spcAft>
                <a:spcPts val="300"/>
              </a:spcAft>
              <a:buFontTx/>
              <a:buChar char="-"/>
            </a:pPr>
            <a:r>
              <a:rPr lang="en-US" sz="1400" dirty="0" smtClean="0"/>
              <a:t>Weekly Program Owners Meeting: 30 min</a:t>
            </a:r>
          </a:p>
          <a:p>
            <a:pPr>
              <a:spcAft>
                <a:spcPts val="300"/>
              </a:spcAft>
              <a:buFontTx/>
              <a:buChar char="-"/>
            </a:pPr>
            <a:r>
              <a:rPr lang="en-US" sz="1400" dirty="0" smtClean="0"/>
              <a:t>Weekly CWB Program Team Meeting: 1 </a:t>
            </a:r>
            <a:r>
              <a:rPr lang="en-US" sz="1400" dirty="0" err="1" smtClean="0"/>
              <a:t>hr</a:t>
            </a:r>
            <a:endParaRPr lang="en-US" sz="1400" dirty="0" smtClean="0"/>
          </a:p>
          <a:p>
            <a:pPr>
              <a:spcAft>
                <a:spcPts val="300"/>
              </a:spcAft>
              <a:buFontTx/>
              <a:buChar char="-"/>
            </a:pPr>
            <a:r>
              <a:rPr lang="en-US" sz="1400" dirty="0" smtClean="0"/>
              <a:t>Daily Core Team Stand Ups: 15 min </a:t>
            </a:r>
          </a:p>
          <a:p>
            <a:pPr>
              <a:spcAft>
                <a:spcPts val="300"/>
              </a:spcAft>
              <a:buFontTx/>
              <a:buChar char="-"/>
            </a:pPr>
            <a:r>
              <a:rPr lang="en-US" sz="1400" dirty="0" smtClean="0"/>
              <a:t>Weekly Partner Meetings: 30 min </a:t>
            </a:r>
          </a:p>
          <a:p>
            <a:pPr>
              <a:spcAft>
                <a:spcPts val="300"/>
              </a:spcAft>
              <a:buFontTx/>
              <a:buChar char="-"/>
            </a:pPr>
            <a:r>
              <a:rPr lang="en-US" sz="1400" dirty="0" smtClean="0"/>
              <a:t>Monthly Program Risk/Dependency Meetings: 1 </a:t>
            </a:r>
            <a:r>
              <a:rPr lang="en-US" sz="1400" dirty="0" err="1" smtClean="0"/>
              <a:t>hr</a:t>
            </a:r>
            <a:endParaRPr lang="en-US" sz="1400" dirty="0" smtClean="0"/>
          </a:p>
          <a:p>
            <a:pPr>
              <a:spcAft>
                <a:spcPts val="300"/>
              </a:spcAft>
              <a:buFontTx/>
              <a:buChar char="-"/>
            </a:pPr>
            <a:r>
              <a:rPr lang="en-US" sz="1400" dirty="0" smtClean="0"/>
              <a:t>Monthly Partner Program Risk Meetings: 1 </a:t>
            </a:r>
            <a:r>
              <a:rPr lang="en-US" sz="1400" dirty="0" err="1" smtClean="0"/>
              <a:t>hr</a:t>
            </a:r>
            <a:endParaRPr lang="en-US" sz="1400" dirty="0" smtClean="0"/>
          </a:p>
          <a:p>
            <a:pPr>
              <a:spcAft>
                <a:spcPts val="300"/>
              </a:spcAft>
              <a:buFontTx/>
              <a:buChar char="-"/>
            </a:pPr>
            <a:r>
              <a:rPr lang="en-US" sz="1400" dirty="0" smtClean="0"/>
              <a:t>Monthly Sponsor Oversight Meetings: 1 </a:t>
            </a:r>
            <a:r>
              <a:rPr lang="en-US" sz="1400" dirty="0" err="1" smtClean="0"/>
              <a:t>hr</a:t>
            </a:r>
            <a:r>
              <a:rPr lang="en-US" sz="1400" dirty="0" smtClean="0"/>
              <a:t> </a:t>
            </a:r>
          </a:p>
          <a:p>
            <a:pPr>
              <a:spcAft>
                <a:spcPts val="300"/>
              </a:spcAft>
              <a:buFontTx/>
              <a:buChar char="-"/>
            </a:pPr>
            <a:r>
              <a:rPr lang="en-US" sz="1400" dirty="0" smtClean="0"/>
              <a:t>Monthly Executive Steering Committee Meeting: 1 </a:t>
            </a:r>
            <a:r>
              <a:rPr lang="en-US" sz="1400" dirty="0" err="1" smtClean="0"/>
              <a:t>hr</a:t>
            </a:r>
            <a:endParaRPr lang="en-US" sz="1400" dirty="0" smtClean="0"/>
          </a:p>
          <a:p>
            <a:pPr marL="0" indent="0">
              <a:buNone/>
            </a:pPr>
            <a:r>
              <a:rPr lang="en-US" sz="2400" b="1" dirty="0" smtClean="0">
                <a:solidFill>
                  <a:srgbClr val="DAAA00"/>
                </a:solidFill>
              </a:rPr>
              <a:t>Program Status Reporting</a:t>
            </a:r>
          </a:p>
          <a:p>
            <a:pPr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sz="1400" dirty="0" smtClean="0"/>
              <a:t>Partner reports – Due Thursday</a:t>
            </a:r>
          </a:p>
          <a:p>
            <a:pPr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sz="1400" dirty="0" smtClean="0"/>
              <a:t>Program Owner Draft – Sent Friday </a:t>
            </a:r>
            <a:endParaRPr lang="en-US" sz="1400" dirty="0"/>
          </a:p>
          <a:p>
            <a:pPr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sz="1400" dirty="0" smtClean="0"/>
              <a:t>Project Owners - Review Monday</a:t>
            </a:r>
          </a:p>
          <a:p>
            <a:pPr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sz="1400" dirty="0" smtClean="0"/>
              <a:t>Team Distribution – Tuesday Morning</a:t>
            </a:r>
          </a:p>
          <a:p>
            <a:pPr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sz="1400" dirty="0" smtClean="0"/>
              <a:t>Monthly Sponsor Oversight / Executive Steering  Committee Distro – min two days in advance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sz="1100" dirty="0" smtClean="0"/>
          </a:p>
          <a:p>
            <a:endParaRPr lang="en-CA" dirty="0"/>
          </a:p>
        </p:txBody>
      </p:sp>
      <p:sp>
        <p:nvSpPr>
          <p:cNvPr id="3" name="TextBox 2"/>
          <p:cNvSpPr txBox="1"/>
          <p:nvPr/>
        </p:nvSpPr>
        <p:spPr>
          <a:xfrm>
            <a:off x="375138" y="4331677"/>
            <a:ext cx="6682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Note</a:t>
            </a:r>
            <a:r>
              <a:rPr lang="en-US" sz="1400" dirty="0" smtClean="0"/>
              <a:t>: These are not the team level meetings – still TBD</a:t>
            </a: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453920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499354" y="701675"/>
            <a:ext cx="7781046" cy="39687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pc="-100" dirty="0" smtClean="0">
                <a:solidFill>
                  <a:srgbClr val="0097A9"/>
                </a:solidFill>
                <a:cs typeface="Arial" panose="020B0604020202020204" pitchFamily="34" charset="0"/>
              </a:rPr>
              <a:t>Implementation / Delivery Methodology + Tools</a:t>
            </a:r>
            <a:endParaRPr lang="en-CA" spc="-100" dirty="0">
              <a:solidFill>
                <a:srgbClr val="0097A9"/>
              </a:solidFill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7185" y="1482969"/>
            <a:ext cx="81944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CWB Change in </a:t>
            </a:r>
            <a:r>
              <a:rPr lang="en-CA" dirty="0" smtClean="0"/>
              <a:t>Delivery Approach in support of Digital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 err="1"/>
              <a:t>Temenos</a:t>
            </a:r>
            <a:r>
              <a:rPr lang="en-CA" dirty="0"/>
              <a:t> </a:t>
            </a:r>
            <a:r>
              <a:rPr lang="en-CA" dirty="0" smtClean="0"/>
              <a:t>–&gt; User Stories + Jira/</a:t>
            </a:r>
            <a:r>
              <a:rPr lang="en-CA" dirty="0" err="1" smtClean="0"/>
              <a:t>Temenos</a:t>
            </a:r>
            <a:r>
              <a:rPr lang="en-CA" dirty="0" smtClean="0"/>
              <a:t> </a:t>
            </a:r>
            <a:r>
              <a:rPr lang="en-CA" dirty="0"/>
              <a:t>Portal </a:t>
            </a:r>
            <a:r>
              <a:rPr lang="en-CA" dirty="0" smtClean="0"/>
              <a:t>+ </a:t>
            </a:r>
            <a:r>
              <a:rPr lang="en-CA" dirty="0" err="1" smtClean="0"/>
              <a:t>Temenos</a:t>
            </a:r>
            <a:r>
              <a:rPr lang="en-CA" dirty="0" smtClean="0"/>
              <a:t> Implementation Methodology 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/>
              <a:t>Bits in Glass (BIG</a:t>
            </a:r>
            <a:r>
              <a:rPr lang="en-CA" b="1" dirty="0" smtClean="0"/>
              <a:t>) - ?</a:t>
            </a:r>
            <a:endParaRPr lang="en-CA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 err="1" smtClean="0"/>
              <a:t>ThirdStream</a:t>
            </a:r>
            <a:r>
              <a:rPr lang="en-CA" b="1" dirty="0" smtClean="0"/>
              <a:t> - 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Training Needs – </a:t>
            </a:r>
            <a:r>
              <a:rPr lang="en-US" b="1" dirty="0" err="1" smtClean="0"/>
              <a:t>MuleSoft</a:t>
            </a:r>
            <a:r>
              <a:rPr lang="en-US" b="1" dirty="0" smtClean="0"/>
              <a:t> / </a:t>
            </a:r>
            <a:r>
              <a:rPr lang="en-US" b="1" dirty="0" err="1" smtClean="0"/>
              <a:t>Temenos</a:t>
            </a:r>
            <a:r>
              <a:rPr lang="en-US" b="1" dirty="0" smtClean="0"/>
              <a:t> Tools / Jira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1190857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499354" y="701675"/>
            <a:ext cx="7781046" cy="39687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pc="-100" dirty="0" smtClean="0">
                <a:solidFill>
                  <a:srgbClr val="0097A9"/>
                </a:solidFill>
                <a:cs typeface="Arial" panose="020B0604020202020204" pitchFamily="34" charset="0"/>
              </a:rPr>
              <a:t>Environments</a:t>
            </a:r>
            <a:endParaRPr lang="en-CA" spc="-100" dirty="0">
              <a:solidFill>
                <a:srgbClr val="0097A9"/>
              </a:solidFill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7185" y="1482969"/>
            <a:ext cx="8194430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 err="1"/>
              <a:t>MuleSoft</a:t>
            </a:r>
            <a:r>
              <a:rPr lang="en-CA" dirty="0"/>
              <a:t> - Cloud vs. On-premise decision still outstanding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Cloud to start with, need to validate how far we can take this via BIG </a:t>
            </a:r>
            <a:r>
              <a:rPr lang="en-CA" dirty="0" err="1"/>
              <a:t>envs</a:t>
            </a:r>
            <a:endParaRPr lang="en-CA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Assessment of what is needed to open up access to </a:t>
            </a:r>
            <a:r>
              <a:rPr lang="en-CA" dirty="0" err="1"/>
              <a:t>MuleSoft</a:t>
            </a:r>
            <a:r>
              <a:rPr lang="en-CA" dirty="0"/>
              <a:t> </a:t>
            </a:r>
            <a:r>
              <a:rPr lang="en-CA" dirty="0" err="1"/>
              <a:t>env</a:t>
            </a:r>
            <a:r>
              <a:rPr lang="en-CA" dirty="0"/>
              <a:t> – security </a:t>
            </a:r>
            <a:r>
              <a:rPr lang="en-CA" dirty="0" smtClean="0"/>
              <a:t>needs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0295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499354" y="701675"/>
            <a:ext cx="7781046" cy="39687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pc="-100" dirty="0" smtClean="0">
                <a:solidFill>
                  <a:srgbClr val="0097A9"/>
                </a:solidFill>
                <a:cs typeface="Arial" panose="020B0604020202020204" pitchFamily="34" charset="0"/>
              </a:rPr>
              <a:t>Testing Strategy</a:t>
            </a:r>
            <a:endParaRPr lang="en-CA" spc="-100" dirty="0">
              <a:solidFill>
                <a:srgbClr val="0097A9"/>
              </a:solidFill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7185" y="1482969"/>
            <a:ext cx="81944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User Story - Partner test case/scenario reviews</a:t>
            </a:r>
            <a:endParaRPr lang="en-CA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 smtClean="0"/>
              <a:t>SIT - Partners</a:t>
            </a: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 smtClean="0"/>
              <a:t>Performance - Partners</a:t>
            </a: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 smtClean="0"/>
              <a:t>UAT - CWB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2197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499354" y="701675"/>
            <a:ext cx="7781046" cy="39687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pc="-100" dirty="0" smtClean="0">
                <a:solidFill>
                  <a:srgbClr val="0097A9"/>
                </a:solidFill>
                <a:cs typeface="Arial" panose="020B0604020202020204" pitchFamily="34" charset="0"/>
              </a:rPr>
              <a:t>Architecture / Non-Functional Req. / Integrations</a:t>
            </a:r>
            <a:endParaRPr lang="en-CA" spc="-100" dirty="0">
              <a:solidFill>
                <a:srgbClr val="0097A9"/>
              </a:solidFill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7185" y="1482969"/>
            <a:ext cx="8194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&lt;review topics and discuss ownership/next steps on each&gt;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7601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4320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26131" y="498504"/>
            <a:ext cx="5152505" cy="2536467"/>
          </a:xfrm>
        </p:spPr>
        <p:txBody>
          <a:bodyPr/>
          <a:lstStyle/>
          <a:p>
            <a:pPr lvl="1">
              <a:buFont typeface="+mj-lt"/>
              <a:buAutoNum type="arabicPeriod"/>
            </a:pPr>
            <a:r>
              <a:rPr lang="en-US" b="1" dirty="0"/>
              <a:t>Project Timeline Delays</a:t>
            </a:r>
            <a:r>
              <a:rPr lang="en-US" dirty="0"/>
              <a:t> – key project resourcing onboarding/availability, length of time to complete CWB/vendor procurement processes, vendor resource availability, unexpected vendor delays, </a:t>
            </a:r>
            <a:r>
              <a:rPr lang="en-US" dirty="0" smtClean="0"/>
              <a:t>limited/no </a:t>
            </a:r>
            <a:r>
              <a:rPr lang="en-US" dirty="0"/>
              <a:t>contingency in the schedule.</a:t>
            </a:r>
          </a:p>
          <a:p>
            <a:pPr lvl="1">
              <a:buFont typeface="+mj-lt"/>
              <a:buAutoNum type="arabicPeriod"/>
            </a:pPr>
            <a:r>
              <a:rPr lang="en-US" b="1" dirty="0" smtClean="0"/>
              <a:t>Quality of Vendor Delivery </a:t>
            </a:r>
            <a:r>
              <a:rPr lang="en-US" dirty="0" smtClean="0"/>
              <a:t>– </a:t>
            </a:r>
            <a:r>
              <a:rPr lang="en-US" dirty="0"/>
              <a:t>takes more time to stabilize </a:t>
            </a:r>
            <a:r>
              <a:rPr lang="en-US" dirty="0" smtClean="0"/>
              <a:t>through testing/defect fixes than planned.</a:t>
            </a:r>
            <a:endParaRPr lang="en-US" dirty="0"/>
          </a:p>
          <a:p>
            <a:pPr lvl="1">
              <a:buFont typeface="+mj-lt"/>
              <a:buAutoNum type="arabicPeriod"/>
            </a:pPr>
            <a:r>
              <a:rPr lang="en-US" b="1" dirty="0" smtClean="0"/>
              <a:t>New Vendor Engagement </a:t>
            </a:r>
            <a:r>
              <a:rPr lang="en-US" dirty="0" smtClean="0"/>
              <a:t>– first time CWB architecture and vendor engagements.</a:t>
            </a:r>
            <a:endParaRPr lang="en-US" dirty="0"/>
          </a:p>
          <a:p>
            <a:pPr lvl="1">
              <a:buFont typeface="+mj-lt"/>
              <a:buAutoNum type="arabicPeriod"/>
            </a:pPr>
            <a:r>
              <a:rPr lang="en-US" b="1" dirty="0" smtClean="0"/>
              <a:t>Delivery Model - a</a:t>
            </a:r>
            <a:r>
              <a:rPr lang="en-US" dirty="0" smtClean="0"/>
              <a:t>bility </a:t>
            </a:r>
            <a:r>
              <a:rPr lang="en-US" dirty="0"/>
              <a:t>to move project work fast through matrix/shared resource teams and enhancement processes (vs. dedicated and Delivery teams)</a:t>
            </a:r>
          </a:p>
          <a:p>
            <a:pPr lvl="1">
              <a:buFont typeface="+mj-lt"/>
              <a:buAutoNum type="arabicPeriod"/>
            </a:pPr>
            <a:r>
              <a:rPr lang="en-US" b="1" dirty="0" smtClean="0"/>
              <a:t>Agile Program Structure</a:t>
            </a:r>
            <a:r>
              <a:rPr lang="en-US" dirty="0" smtClean="0"/>
              <a:t> – core/support teams still being defined/sourced with many unknowns to validate.</a:t>
            </a:r>
          </a:p>
          <a:p>
            <a:pPr lvl="1">
              <a:buFont typeface="+mj-lt"/>
              <a:buAutoNum type="arabicPeriod"/>
            </a:pPr>
            <a:r>
              <a:rPr lang="en-US" b="1" dirty="0" smtClean="0"/>
              <a:t>Scope</a:t>
            </a:r>
            <a:r>
              <a:rPr lang="en-US" dirty="0" smtClean="0"/>
              <a:t> – vendor products enable CWB to be a market disruptor.</a:t>
            </a:r>
          </a:p>
          <a:p>
            <a:pPr lvl="1">
              <a:buFont typeface="+mj-lt"/>
              <a:buAutoNum type="arabicPeriod"/>
            </a:pPr>
            <a:r>
              <a:rPr lang="en-US" b="1" dirty="0" smtClean="0"/>
              <a:t>Budget</a:t>
            </a:r>
            <a:r>
              <a:rPr lang="en-US" dirty="0" smtClean="0"/>
              <a:t> – ability to keep to targeted budgets.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Key Program Risks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94512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 txBox="1">
            <a:spLocks/>
          </p:cNvSpPr>
          <p:nvPr/>
        </p:nvSpPr>
        <p:spPr>
          <a:xfrm>
            <a:off x="207818" y="55937"/>
            <a:ext cx="8783782" cy="23860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pc="-75" dirty="0" smtClean="0">
                <a:solidFill>
                  <a:schemeClr val="accent1"/>
                </a:solidFill>
              </a:rPr>
              <a:t>Program Governance - Roles and Responsibilities</a:t>
            </a:r>
            <a:endParaRPr lang="en-CA" sz="2160" spc="-75" dirty="0" smtClean="0">
              <a:solidFill>
                <a:schemeClr val="accent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CA" spc="-75" dirty="0">
              <a:solidFill>
                <a:schemeClr val="accent1"/>
              </a:solidFill>
            </a:endParaRPr>
          </a:p>
        </p:txBody>
      </p:sp>
      <p:sp>
        <p:nvSpPr>
          <p:cNvPr id="9" name="Text Placeholder 3"/>
          <p:cNvSpPr txBox="1">
            <a:spLocks/>
          </p:cNvSpPr>
          <p:nvPr/>
        </p:nvSpPr>
        <p:spPr>
          <a:xfrm>
            <a:off x="2174683" y="644858"/>
            <a:ext cx="6376151" cy="22269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260" dirty="0">
                <a:solidFill>
                  <a:srgbClr val="000000"/>
                </a:solidFill>
              </a:rPr>
              <a:t>Ensure organizational support for the program at the Executive level</a:t>
            </a:r>
          </a:p>
          <a:p>
            <a:r>
              <a:rPr lang="en-CA" sz="1260" dirty="0">
                <a:solidFill>
                  <a:srgbClr val="000000"/>
                </a:solidFill>
              </a:rPr>
              <a:t>Make key program decisions and provide program guidance and oversight </a:t>
            </a:r>
          </a:p>
          <a:p>
            <a:r>
              <a:rPr lang="en-CA" sz="1260" dirty="0">
                <a:solidFill>
                  <a:srgbClr val="000000"/>
                </a:solidFill>
              </a:rPr>
              <a:t>Ensure resource availability to support the program deliverables</a:t>
            </a:r>
          </a:p>
          <a:p>
            <a:r>
              <a:rPr lang="en-CA" sz="1260" dirty="0">
                <a:solidFill>
                  <a:srgbClr val="000000"/>
                </a:solidFill>
              </a:rPr>
              <a:t>Monitor and mitigate </a:t>
            </a:r>
            <a:r>
              <a:rPr lang="en-CA" sz="1260" dirty="0" smtClean="0">
                <a:solidFill>
                  <a:srgbClr val="000000"/>
                </a:solidFill>
              </a:rPr>
              <a:t>program risk</a:t>
            </a:r>
            <a:r>
              <a:rPr lang="en-CA" sz="1260" dirty="0">
                <a:solidFill>
                  <a:srgbClr val="000000"/>
                </a:solidFill>
              </a:rPr>
              <a:t>, including resolution of issues raised</a:t>
            </a:r>
          </a:p>
          <a:p>
            <a:r>
              <a:rPr lang="en-CA" sz="1260" dirty="0">
                <a:solidFill>
                  <a:srgbClr val="000000"/>
                </a:solidFill>
              </a:rPr>
              <a:t>Review and assess change request recommendations on scope, schedule, and budget</a:t>
            </a:r>
          </a:p>
          <a:p>
            <a:r>
              <a:rPr lang="en-CA" sz="1260" dirty="0">
                <a:solidFill>
                  <a:srgbClr val="000000"/>
                </a:solidFill>
              </a:rPr>
              <a:t>Monitor actual expenditures against the approved budget</a:t>
            </a:r>
          </a:p>
          <a:p>
            <a:r>
              <a:rPr lang="en-CA" sz="1260" dirty="0">
                <a:solidFill>
                  <a:srgbClr val="000000"/>
                </a:solidFill>
              </a:rPr>
              <a:t>Establish and review authority levels</a:t>
            </a:r>
          </a:p>
          <a:p>
            <a:r>
              <a:rPr lang="en-CA" sz="1260" dirty="0">
                <a:solidFill>
                  <a:srgbClr val="000000"/>
                </a:solidFill>
              </a:rPr>
              <a:t>Use influence and authority to assist the </a:t>
            </a:r>
            <a:r>
              <a:rPr lang="en-CA" sz="1260" dirty="0" smtClean="0">
                <a:solidFill>
                  <a:srgbClr val="000000"/>
                </a:solidFill>
              </a:rPr>
              <a:t>program in </a:t>
            </a:r>
            <a:r>
              <a:rPr lang="en-CA" sz="1260" dirty="0">
                <a:solidFill>
                  <a:srgbClr val="000000"/>
                </a:solidFill>
              </a:rPr>
              <a:t>achieving its outcomes</a:t>
            </a:r>
          </a:p>
          <a:p>
            <a:r>
              <a:rPr lang="en-US" sz="1260" dirty="0">
                <a:solidFill>
                  <a:srgbClr val="000000"/>
                </a:solidFill>
              </a:rPr>
              <a:t>Facilitates benefits enablement through </a:t>
            </a:r>
            <a:r>
              <a:rPr lang="en-US" sz="1260" dirty="0" smtClean="0">
                <a:solidFill>
                  <a:srgbClr val="000000"/>
                </a:solidFill>
              </a:rPr>
              <a:t>program delivery</a:t>
            </a:r>
            <a:endParaRPr lang="en-CA" sz="1260" dirty="0">
              <a:solidFill>
                <a:srgbClr val="000000"/>
              </a:solidFill>
            </a:endParaRPr>
          </a:p>
          <a:p>
            <a:endParaRPr lang="en-CA" sz="1080" dirty="0" smtClean="0">
              <a:solidFill>
                <a:srgbClr val="000000"/>
              </a:solidFill>
            </a:endParaRPr>
          </a:p>
          <a:p>
            <a:endParaRPr lang="en-CA" sz="2520" dirty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5222" y="2146719"/>
            <a:ext cx="186260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60" b="1" dirty="0" smtClean="0">
                <a:solidFill>
                  <a:schemeClr val="tx2"/>
                </a:solidFill>
              </a:rPr>
              <a:t>Executive Steering </a:t>
            </a:r>
            <a:r>
              <a:rPr lang="en-US" sz="1260" b="1" dirty="0">
                <a:solidFill>
                  <a:schemeClr val="tx2"/>
                </a:solidFill>
              </a:rPr>
              <a:t>Committee </a:t>
            </a:r>
          </a:p>
        </p:txBody>
      </p:sp>
      <p:pic>
        <p:nvPicPr>
          <p:cNvPr id="12" name="Picture 8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24" y="772867"/>
            <a:ext cx="1412400" cy="142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Placeholder 3"/>
          <p:cNvSpPr txBox="1">
            <a:spLocks/>
          </p:cNvSpPr>
          <p:nvPr/>
        </p:nvSpPr>
        <p:spPr>
          <a:xfrm>
            <a:off x="2181838" y="3065799"/>
            <a:ext cx="6376151" cy="154662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260" dirty="0" smtClean="0">
                <a:solidFill>
                  <a:srgbClr val="000000"/>
                </a:solidFill>
              </a:rPr>
              <a:t>Provide executive oversight and communication of the Program</a:t>
            </a:r>
          </a:p>
          <a:p>
            <a:r>
              <a:rPr lang="en-US" sz="1260" dirty="0" smtClean="0">
                <a:solidFill>
                  <a:srgbClr val="000000"/>
                </a:solidFill>
              </a:rPr>
              <a:t>Ultimately responsible to ensure alignment between the Program benefits and CWBFG strategy and resolve conflicting priorities</a:t>
            </a:r>
            <a:endParaRPr lang="en-CA" sz="1260" dirty="0" smtClean="0">
              <a:solidFill>
                <a:srgbClr val="000000"/>
              </a:solidFill>
            </a:endParaRPr>
          </a:p>
          <a:p>
            <a:r>
              <a:rPr lang="en-CA" sz="1260" dirty="0" smtClean="0">
                <a:solidFill>
                  <a:srgbClr val="000000"/>
                </a:solidFill>
              </a:rPr>
              <a:t>Demonstrates sponsorship by active and visible participation</a:t>
            </a:r>
          </a:p>
          <a:p>
            <a:r>
              <a:rPr lang="en-CA" sz="1260" dirty="0" smtClean="0">
                <a:solidFill>
                  <a:srgbClr val="000000"/>
                </a:solidFill>
              </a:rPr>
              <a:t>Interacts directly with the Program Owners</a:t>
            </a:r>
          </a:p>
          <a:p>
            <a:r>
              <a:rPr lang="en-CA" sz="1260" dirty="0" smtClean="0">
                <a:solidFill>
                  <a:srgbClr val="000000"/>
                </a:solidFill>
              </a:rPr>
              <a:t>Work to remove organizational roadblocks as identified by the Program Owners</a:t>
            </a:r>
          </a:p>
          <a:p>
            <a:endParaRPr lang="en-CA" sz="1260" dirty="0" smtClean="0">
              <a:solidFill>
                <a:srgbClr val="000000"/>
              </a:solidFill>
            </a:endParaRPr>
          </a:p>
          <a:p>
            <a:endParaRPr lang="en-CA" dirty="0">
              <a:solidFill>
                <a:srgbClr val="000000"/>
              </a:solidFill>
            </a:endParaRPr>
          </a:p>
        </p:txBody>
      </p:sp>
      <p:pic>
        <p:nvPicPr>
          <p:cNvPr id="14" name="Picture 2" descr="Image result for project management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95" y="2834708"/>
            <a:ext cx="1466513" cy="146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573437" y="4370939"/>
            <a:ext cx="1466171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>
                <a:solidFill>
                  <a:schemeClr val="tx2"/>
                </a:solidFill>
              </a:rPr>
              <a:t>Executive Sponsors</a:t>
            </a:r>
            <a:endParaRPr lang="en-CA" sz="126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66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 descr="Image result for project management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89" y="2954786"/>
            <a:ext cx="1063444" cy="1063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356710" y="4018230"/>
            <a:ext cx="1862602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60" b="1" dirty="0" smtClean="0">
                <a:solidFill>
                  <a:schemeClr val="tx2"/>
                </a:solidFill>
              </a:rPr>
              <a:t>Program </a:t>
            </a:r>
            <a:r>
              <a:rPr lang="en-US" sz="1260" b="1" dirty="0">
                <a:solidFill>
                  <a:schemeClr val="tx2"/>
                </a:solidFill>
              </a:rPr>
              <a:t>Manager</a:t>
            </a:r>
            <a:endParaRPr lang="en-CA" sz="990" b="1" dirty="0">
              <a:solidFill>
                <a:schemeClr val="tx2"/>
              </a:solidFill>
            </a:endParaRPr>
          </a:p>
        </p:txBody>
      </p:sp>
      <p:sp>
        <p:nvSpPr>
          <p:cNvPr id="15" name="Text Placeholder 3"/>
          <p:cNvSpPr txBox="1">
            <a:spLocks/>
          </p:cNvSpPr>
          <p:nvPr/>
        </p:nvSpPr>
        <p:spPr>
          <a:xfrm>
            <a:off x="2174684" y="2652298"/>
            <a:ext cx="6872334" cy="222450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260" dirty="0">
                <a:solidFill>
                  <a:srgbClr val="000000"/>
                </a:solidFill>
              </a:rPr>
              <a:t>Providing overall guidance to the program team through development and administration of the Project Management </a:t>
            </a:r>
            <a:r>
              <a:rPr lang="en-CA" sz="1260" dirty="0" smtClean="0">
                <a:solidFill>
                  <a:srgbClr val="000000"/>
                </a:solidFill>
              </a:rPr>
              <a:t>Plan</a:t>
            </a:r>
            <a:endParaRPr lang="en-CA" sz="1260" dirty="0">
              <a:solidFill>
                <a:srgbClr val="000000"/>
              </a:solidFill>
            </a:endParaRPr>
          </a:p>
          <a:p>
            <a:r>
              <a:rPr lang="en-CA" sz="1260" dirty="0">
                <a:solidFill>
                  <a:srgbClr val="000000"/>
                </a:solidFill>
              </a:rPr>
              <a:t>Responsible for maintaining the established processes and procedures, ensuring processes provide for early identification of delays, emerging issues, and budget </a:t>
            </a:r>
            <a:r>
              <a:rPr lang="en-CA" sz="1260" dirty="0" smtClean="0">
                <a:solidFill>
                  <a:srgbClr val="000000"/>
                </a:solidFill>
              </a:rPr>
              <a:t>slippage</a:t>
            </a:r>
            <a:endParaRPr lang="en-CA" sz="1260" dirty="0">
              <a:solidFill>
                <a:srgbClr val="000000"/>
              </a:solidFill>
            </a:endParaRPr>
          </a:p>
          <a:p>
            <a:r>
              <a:rPr lang="en-CA" sz="1260" dirty="0">
                <a:solidFill>
                  <a:srgbClr val="000000"/>
                </a:solidFill>
              </a:rPr>
              <a:t>Responsible for tracking completion of key deliverables and project delivery and transition activities in the Stage Gate </a:t>
            </a:r>
            <a:r>
              <a:rPr lang="en-CA" sz="1260" dirty="0" smtClean="0">
                <a:solidFill>
                  <a:srgbClr val="000000"/>
                </a:solidFill>
              </a:rPr>
              <a:t>Checklist</a:t>
            </a:r>
            <a:endParaRPr lang="en-CA" sz="1260" dirty="0">
              <a:solidFill>
                <a:srgbClr val="000000"/>
              </a:solidFill>
            </a:endParaRPr>
          </a:p>
          <a:p>
            <a:r>
              <a:rPr lang="en-CA" sz="1260" dirty="0">
                <a:solidFill>
                  <a:srgbClr val="000000"/>
                </a:solidFill>
              </a:rPr>
              <a:t>Responsible for the management of internal and external resources, developing different capacity models to support demand, ensuring optimal use of resources to achieve </a:t>
            </a:r>
            <a:r>
              <a:rPr lang="en-CA" sz="1260" dirty="0" smtClean="0">
                <a:solidFill>
                  <a:srgbClr val="000000"/>
                </a:solidFill>
              </a:rPr>
              <a:t>targets</a:t>
            </a:r>
            <a:endParaRPr lang="en-CA" sz="1260" dirty="0">
              <a:solidFill>
                <a:srgbClr val="000000"/>
              </a:solidFill>
            </a:endParaRPr>
          </a:p>
          <a:p>
            <a:pPr lvl="0"/>
            <a:r>
              <a:rPr lang="en-CA" sz="1260" dirty="0">
                <a:solidFill>
                  <a:srgbClr val="000000"/>
                </a:solidFill>
              </a:rPr>
              <a:t>Providing regular communication and weekly Program status updates to Program team, Program Owner/Executive Sponsor, Executive Program Steering Committee and key </a:t>
            </a:r>
            <a:r>
              <a:rPr lang="en-CA" sz="1260" dirty="0" smtClean="0">
                <a:solidFill>
                  <a:srgbClr val="000000"/>
                </a:solidFill>
              </a:rPr>
              <a:t>Stakeholders</a:t>
            </a:r>
            <a:endParaRPr lang="en-CA" sz="1260" dirty="0">
              <a:solidFill>
                <a:srgbClr val="000000"/>
              </a:solidFill>
            </a:endParaRPr>
          </a:p>
          <a:p>
            <a:endParaRPr lang="en-CA" sz="1080" dirty="0">
              <a:solidFill>
                <a:srgbClr val="000000"/>
              </a:solidFill>
            </a:endParaRPr>
          </a:p>
          <a:p>
            <a:endParaRPr lang="en-CA" sz="1080" dirty="0">
              <a:solidFill>
                <a:srgbClr val="000000"/>
              </a:solidFill>
            </a:endParaRPr>
          </a:p>
        </p:txBody>
      </p:sp>
      <p:sp>
        <p:nvSpPr>
          <p:cNvPr id="11" name="Text Placeholder 2"/>
          <p:cNvSpPr txBox="1">
            <a:spLocks/>
          </p:cNvSpPr>
          <p:nvPr/>
        </p:nvSpPr>
        <p:spPr>
          <a:xfrm>
            <a:off x="207818" y="-54901"/>
            <a:ext cx="8783782" cy="23860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pc="-75" dirty="0" smtClean="0">
                <a:solidFill>
                  <a:schemeClr val="accent1"/>
                </a:solidFill>
              </a:rPr>
              <a:t>Program Governance - Roles and Responsibilities</a:t>
            </a:r>
            <a:endParaRPr lang="en-CA" sz="2160" spc="-75" dirty="0" smtClean="0">
              <a:solidFill>
                <a:schemeClr val="accent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CA" spc="-75" dirty="0">
              <a:solidFill>
                <a:schemeClr val="accent1"/>
              </a:solidFill>
            </a:endParaRPr>
          </a:p>
        </p:txBody>
      </p:sp>
      <p:pic>
        <p:nvPicPr>
          <p:cNvPr id="12" name="Picture 4" descr="Image result for project management icon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52" r="33863" b="57355"/>
          <a:stretch/>
        </p:blipFill>
        <p:spPr bwMode="auto">
          <a:xfrm>
            <a:off x="955591" y="689088"/>
            <a:ext cx="664841" cy="670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663833" y="1493070"/>
            <a:ext cx="1310487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0" b="1" dirty="0">
                <a:solidFill>
                  <a:schemeClr val="tx2"/>
                </a:solidFill>
              </a:rPr>
              <a:t>Program </a:t>
            </a:r>
            <a:r>
              <a:rPr lang="en-US" sz="1260" b="1" dirty="0" smtClean="0">
                <a:solidFill>
                  <a:schemeClr val="tx2"/>
                </a:solidFill>
              </a:rPr>
              <a:t>Owners</a:t>
            </a:r>
            <a:endParaRPr lang="en-CA" sz="1260" b="1" dirty="0">
              <a:solidFill>
                <a:schemeClr val="tx2"/>
              </a:solidFill>
            </a:endParaRPr>
          </a:p>
        </p:txBody>
      </p:sp>
      <p:sp>
        <p:nvSpPr>
          <p:cNvPr id="16" name="Text Placeholder 3"/>
          <p:cNvSpPr txBox="1">
            <a:spLocks/>
          </p:cNvSpPr>
          <p:nvPr/>
        </p:nvSpPr>
        <p:spPr>
          <a:xfrm>
            <a:off x="2205556" y="462714"/>
            <a:ext cx="6702917" cy="309324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260" dirty="0">
                <a:solidFill>
                  <a:srgbClr val="000000"/>
                </a:solidFill>
              </a:rPr>
              <a:t>Overall responsibility for </a:t>
            </a:r>
            <a:r>
              <a:rPr lang="en-CA" sz="1260" dirty="0" smtClean="0">
                <a:solidFill>
                  <a:srgbClr val="000000"/>
                </a:solidFill>
              </a:rPr>
              <a:t>Program budget</a:t>
            </a:r>
            <a:r>
              <a:rPr lang="en-CA" sz="1260" dirty="0">
                <a:solidFill>
                  <a:srgbClr val="000000"/>
                </a:solidFill>
              </a:rPr>
              <a:t>, ensuring </a:t>
            </a:r>
            <a:r>
              <a:rPr lang="en-CA" sz="1260" dirty="0" smtClean="0">
                <a:solidFill>
                  <a:srgbClr val="000000"/>
                </a:solidFill>
              </a:rPr>
              <a:t>adequate and accurate </a:t>
            </a:r>
            <a:r>
              <a:rPr lang="en-CA" sz="1260" dirty="0">
                <a:solidFill>
                  <a:srgbClr val="000000"/>
                </a:solidFill>
              </a:rPr>
              <a:t>reporting and </a:t>
            </a:r>
            <a:r>
              <a:rPr lang="en-CA" sz="1260" dirty="0" smtClean="0">
                <a:solidFill>
                  <a:srgbClr val="000000"/>
                </a:solidFill>
              </a:rPr>
              <a:t>reconciliation</a:t>
            </a:r>
            <a:endParaRPr lang="en-CA" sz="1260" dirty="0">
              <a:solidFill>
                <a:srgbClr val="000000"/>
              </a:solidFill>
            </a:endParaRPr>
          </a:p>
          <a:p>
            <a:r>
              <a:rPr lang="en-CA" sz="1260" dirty="0" smtClean="0">
                <a:solidFill>
                  <a:srgbClr val="000000"/>
                </a:solidFill>
              </a:rPr>
              <a:t>Program deliverables</a:t>
            </a:r>
            <a:r>
              <a:rPr lang="en-CA" sz="1260" dirty="0">
                <a:solidFill>
                  <a:srgbClr val="000000"/>
                </a:solidFill>
              </a:rPr>
              <a:t>, including providing input, review, and making recommendations on key </a:t>
            </a:r>
            <a:r>
              <a:rPr lang="en-CA" sz="1260" dirty="0" smtClean="0">
                <a:solidFill>
                  <a:srgbClr val="000000"/>
                </a:solidFill>
              </a:rPr>
              <a:t>Program decisions </a:t>
            </a:r>
            <a:r>
              <a:rPr lang="en-CA" sz="1260" dirty="0">
                <a:solidFill>
                  <a:srgbClr val="000000"/>
                </a:solidFill>
              </a:rPr>
              <a:t>and documents</a:t>
            </a:r>
          </a:p>
          <a:p>
            <a:r>
              <a:rPr lang="en-CA" sz="1260" dirty="0">
                <a:solidFill>
                  <a:srgbClr val="000000"/>
                </a:solidFill>
              </a:rPr>
              <a:t>Demonstrate sponsorship through active and visible </a:t>
            </a:r>
            <a:r>
              <a:rPr lang="en-CA" sz="1260" dirty="0" smtClean="0">
                <a:solidFill>
                  <a:srgbClr val="000000"/>
                </a:solidFill>
              </a:rPr>
              <a:t>participation</a:t>
            </a:r>
            <a:endParaRPr lang="en-CA" sz="1260" dirty="0">
              <a:solidFill>
                <a:srgbClr val="000000"/>
              </a:solidFill>
            </a:endParaRPr>
          </a:p>
          <a:p>
            <a:r>
              <a:rPr lang="en-CA" sz="1260" dirty="0">
                <a:solidFill>
                  <a:srgbClr val="000000"/>
                </a:solidFill>
              </a:rPr>
              <a:t>Is accountable to the Executive Sponsor to share concerns, discuss risks, and ensure constraints are dealt with in a proactive </a:t>
            </a:r>
            <a:r>
              <a:rPr lang="en-CA" sz="1260" dirty="0" smtClean="0">
                <a:solidFill>
                  <a:srgbClr val="000000"/>
                </a:solidFill>
              </a:rPr>
              <a:t>manner</a:t>
            </a:r>
            <a:endParaRPr lang="en-CA" sz="1260" dirty="0">
              <a:solidFill>
                <a:srgbClr val="000000"/>
              </a:solidFill>
            </a:endParaRPr>
          </a:p>
          <a:p>
            <a:r>
              <a:rPr lang="en-CA" sz="1260" dirty="0">
                <a:solidFill>
                  <a:srgbClr val="000000"/>
                </a:solidFill>
              </a:rPr>
              <a:t>Interacts directly and regularly with the </a:t>
            </a:r>
            <a:r>
              <a:rPr lang="en-CA" sz="1260" dirty="0" smtClean="0">
                <a:solidFill>
                  <a:srgbClr val="000000"/>
                </a:solidFill>
              </a:rPr>
              <a:t>Program Manager </a:t>
            </a:r>
            <a:r>
              <a:rPr lang="en-CA" sz="1260" dirty="0">
                <a:solidFill>
                  <a:srgbClr val="000000"/>
                </a:solidFill>
              </a:rPr>
              <a:t>and Executive </a:t>
            </a:r>
            <a:r>
              <a:rPr lang="en-CA" sz="1260" dirty="0" smtClean="0">
                <a:solidFill>
                  <a:srgbClr val="000000"/>
                </a:solidFill>
              </a:rPr>
              <a:t>Sponsors</a:t>
            </a:r>
          </a:p>
          <a:p>
            <a:r>
              <a:rPr lang="en-US" sz="1260" dirty="0" smtClean="0">
                <a:solidFill>
                  <a:srgbClr val="000000"/>
                </a:solidFill>
              </a:rPr>
              <a:t>Chairs Program Advisory Group</a:t>
            </a:r>
            <a:endParaRPr lang="en-CA" sz="1260" dirty="0">
              <a:solidFill>
                <a:srgbClr val="000000"/>
              </a:solidFill>
            </a:endParaRPr>
          </a:p>
          <a:p>
            <a:endParaRPr lang="en-CA" sz="126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34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 txBox="1">
            <a:spLocks/>
          </p:cNvSpPr>
          <p:nvPr/>
        </p:nvSpPr>
        <p:spPr>
          <a:xfrm>
            <a:off x="207818" y="-54901"/>
            <a:ext cx="8783782" cy="23860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pc="-75" dirty="0" smtClean="0">
                <a:solidFill>
                  <a:schemeClr val="accent1"/>
                </a:solidFill>
              </a:rPr>
              <a:t>Program Governance - Roles and Responsibilities</a:t>
            </a:r>
            <a:endParaRPr lang="en-CA" sz="2160" spc="-75" dirty="0" smtClean="0">
              <a:solidFill>
                <a:schemeClr val="accent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CA" spc="-75" dirty="0">
              <a:solidFill>
                <a:schemeClr val="accent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1782" y="2496461"/>
            <a:ext cx="1942768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60" b="1" dirty="0">
                <a:solidFill>
                  <a:schemeClr val="tx2"/>
                </a:solidFill>
              </a:rPr>
              <a:t>Program </a:t>
            </a:r>
            <a:r>
              <a:rPr lang="en-US" sz="1260" b="1" dirty="0" smtClean="0">
                <a:solidFill>
                  <a:schemeClr val="tx2"/>
                </a:solidFill>
              </a:rPr>
              <a:t>Advisory Group</a:t>
            </a:r>
            <a:endParaRPr lang="en-CA" sz="1260" b="1" dirty="0">
              <a:solidFill>
                <a:schemeClr val="tx2"/>
              </a:solidFill>
            </a:endParaRPr>
          </a:p>
        </p:txBody>
      </p:sp>
      <p:sp>
        <p:nvSpPr>
          <p:cNvPr id="16" name="Text Placeholder 3"/>
          <p:cNvSpPr txBox="1">
            <a:spLocks/>
          </p:cNvSpPr>
          <p:nvPr/>
        </p:nvSpPr>
        <p:spPr>
          <a:xfrm>
            <a:off x="2233264" y="1141058"/>
            <a:ext cx="6702917" cy="203163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600" dirty="0" smtClean="0">
                <a:solidFill>
                  <a:srgbClr val="000000"/>
                </a:solidFill>
              </a:rPr>
              <a:t>Group will comprise of invited Business and Operational VP/AVP level leadership, as requested</a:t>
            </a:r>
          </a:p>
          <a:p>
            <a:r>
              <a:rPr lang="en-US" sz="1600" dirty="0" smtClean="0">
                <a:solidFill>
                  <a:srgbClr val="000000"/>
                </a:solidFill>
              </a:rPr>
              <a:t>Provides support in helping advise on program decision requests, strategy, and/or provide key </a:t>
            </a:r>
            <a:r>
              <a:rPr lang="en-US" sz="1600" dirty="0">
                <a:solidFill>
                  <a:srgbClr val="000000"/>
                </a:solidFill>
              </a:rPr>
              <a:t>information and materials </a:t>
            </a:r>
            <a:r>
              <a:rPr lang="en-CA" sz="1600" dirty="0" smtClean="0">
                <a:solidFill>
                  <a:srgbClr val="000000"/>
                </a:solidFill>
              </a:rPr>
              <a:t>in </a:t>
            </a:r>
            <a:r>
              <a:rPr lang="en-CA" sz="1600" dirty="0">
                <a:solidFill>
                  <a:srgbClr val="000000"/>
                </a:solidFill>
              </a:rPr>
              <a:t>support of </a:t>
            </a:r>
            <a:r>
              <a:rPr lang="en-CA" sz="1600" dirty="0" smtClean="0">
                <a:solidFill>
                  <a:srgbClr val="000000"/>
                </a:solidFill>
              </a:rPr>
              <a:t>finalizing program deliverables </a:t>
            </a:r>
            <a:r>
              <a:rPr lang="en-CA" sz="1600" dirty="0">
                <a:solidFill>
                  <a:srgbClr val="000000"/>
                </a:solidFill>
              </a:rPr>
              <a:t>and/or post sustainment </a:t>
            </a:r>
            <a:r>
              <a:rPr lang="en-CA" sz="1600" dirty="0" smtClean="0">
                <a:solidFill>
                  <a:srgbClr val="000000"/>
                </a:solidFill>
              </a:rPr>
              <a:t>ownership structures</a:t>
            </a:r>
            <a:endParaRPr lang="en-US" sz="1600" dirty="0" smtClean="0">
              <a:solidFill>
                <a:srgbClr val="000000"/>
              </a:solidFill>
            </a:endParaRPr>
          </a:p>
          <a:p>
            <a:r>
              <a:rPr lang="en-US" sz="1600" dirty="0" smtClean="0">
                <a:solidFill>
                  <a:srgbClr val="000000"/>
                </a:solidFill>
              </a:rPr>
              <a:t>Chaired by the Program Owners</a:t>
            </a:r>
          </a:p>
          <a:p>
            <a:endParaRPr lang="en-CA" sz="1260" dirty="0">
              <a:solidFill>
                <a:srgbClr val="000000"/>
              </a:solidFill>
            </a:endParaRPr>
          </a:p>
          <a:p>
            <a:endParaRPr lang="en-CA" sz="1260" dirty="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38" y="1115974"/>
            <a:ext cx="1819366" cy="126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62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Q3VsdHVyZUluZm9OYW1lIjoiZW4tVVMiLCJTdHlsZU5hbWUiOm51bGwsIlZlcnNpb24iOnsiJGlkIjoiMiIsIlZlcnNpb24iOiIzLjEuMyIsIk9yaWdpbmFsQXNzZW1ibHlWZXJzaW9uIjoiMy42Mi4xMS4wMCIsIkVkaXRpb24iOiJQbHVzIiwiSXNQbHVzRWRpdGlvbiI6dHJ1ZX0sIkVmZmVjdCI6MSwiU3R5bGUiOnsiJGlkIjoiMyIsIlRpbWViYW5kU3R5bGUiOnsiJGlkIjoiNCIsIlNjYWxlTWFya2luZyI6MSwiU2hhcGUiOjEwLCJTaGFwZVN0eWxlIjp7IiRpZCI6IjUiLCJNYXJnaW4iOnsiJGlkIjoiNiIsIlRvcCI6MCwiTGVmdCI6MTAsIlJpZ2h0IjoxMCwiQm90dG9tIjowfSwiUGFkZGluZyI6eyIkaWQiOiI3IiwiVG9wIjozLCJMZWZ0IjowLCJSaWdodCI6MCwiQm90dG9tIjozfSwiQmFja2dyb3VuZCI6eyIkaWQiOiI4IiwiQ29sb3IiOnsiJGlkIjoiOSIsIkEiOjI1NSwiUiI6NDUsIkciOjExMywiQiI6MTE3fX0sIklzVmlzaWJsZSI6dHJ1ZSwiV2lkdGgiOjg1OC4wLCJIZWlnaHQiOjIwLjAsIkJvcmRlclN0eWxlIjp7IiRpZCI6IjEwIiwiTGluZUNvbG9yIjp7IiRpZCI6IjExIiwiJHR5cGUiOiJOTFJFLkNvbW1vbi5Eb20uU29saWRDb2xvckJydXNoLCBOTFJFLkNvbW1vbiIsIkNvbG9yIjp7IiRpZCI6IjEyIiwiQSI6MjU1LCJSIjoyNTUsIkciOjAsIkIiOjB9fSwiTGluZVdlaWdodCI6MC4wLCJMaW5lVHlwZSI6MCwiUGFyZW50U3R5bGUiOm51bGx9LCJQYXJlbnRTdHlsZSI6bnVsbH0sIlJpZ2h0RW5kQ2Fwc1N0eWxlIjp7IiRpZCI6IjEzIiwiRm9udFNldHRpbmdzIjp7IiRpZCI6IjE0IiwiRm9udFNpemUiOjE4LCJGb250TmFtZSI6IkNhbGlicmkiLCJJc0JvbGQiOnRydWUsIklzSXRhbGljIjpmYWxzZSwiSXNVbmRlcmxpbmVkIjpmYWxzZSwiUGFyZW50U3R5bGUiOm51bGx9LCJBdXRvU2l6ZSI6MCwiRm9yZWdyb3VuZCI6eyIkaWQiOiIxNSIsIkNvbG9yIjp7IiRpZCI6IjE2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xNyIsIlRvcCI6MCwiTGVmdCI6MCwiUmlnaHQiOjIwLCJCb3R0b20iOjB9LCJQYWRkaW5nIjp7IiRpZCI6IjE4IiwiVG9wIjowLCJMZWZ0IjowLCJSaWdodCI6MCwiQm90dG9tIjowfSwiQmFja2dyb3VuZCI6eyIkaWQiOiIxOSIsIkNvbG9yIjp7IiRpZCI6IjIwIiwiQSI6MjU1LCJSIjoyNTUsIkciOjI1NSwiQiI6MjU1fX0sIklzVmlzaWJsZSI6ZmFsc2UsIldpZHRoIjowLjAsIkhlaWdodCI6MC4wLCJCb3JkZXJTdHlsZSI6bnVsbCwiUGFyZW50U3R5bGUiOm51bGx9LCJMZWZ0RW5kQ2Fwc1N0eWxlIjp7IiRpZCI6IjIxIiwiRm9udFNldHRpbmdzIjp7IiRpZCI6IjIyIiwiRm9udFNpemUiOjE4LCJGb250TmFtZSI6IkNhbGlicmkiLCJJc0JvbGQiOnRydWUsIklzSXRhbGljIjpmYWxzZSwiSXNVbmRlcmxpbmVkIjpmYWxzZSwiUGFyZW50U3R5bGUiOm51bGx9LCJBdXRvU2l6ZSI6MCwiRm9yZWdyb3VuZCI6eyIkaWQiOiIyMyIsIkNvbG9yIjp7IiRpZCI6IjI0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yNSIsIlRvcCI6MCwiTGVmdCI6MjAsIlJpZ2h0IjowLCJCb3R0b20iOjB9LCJQYWRkaW5nIjp7IiRpZCI6IjI2IiwiVG9wIjowLCJMZWZ0IjowLCJSaWdodCI6MCwiQm90dG9tIjowfSwiQmFja2dyb3VuZCI6eyIkaWQiOiIyNyIsIkNvbG9yIjp7IiRpZCI6IjI4IiwiQSI6MCwiUiI6MCwiRyI6MCwiQiI6MH19LCJJc1Zpc2libGUiOmZhbHNlLCJXaWR0aCI6MC4wLCJIZWlnaHQiOjAuMCwiQm9yZGVyU3R5bGUiOm51bGwsIlBhcmVudFN0eWxlIjpudWxsfSwiVG9kYXlUZXh0U3R5bGUiOnsiJGlkIjoiMjkiLCJGb250U2V0dGluZ3MiOnsiJGlkIjoiMzAiLCJGb250U2l6ZSI6MTIsIkZvbnROYW1lIjoiQ2FsaWJyaSIsIklzQm9sZCI6ZmFsc2UsIklzSXRhbGljIjpmYWxzZSwiSXNVbmRlcmxpbmVkIjpmYWxzZSwiUGFyZW50U3R5bGUiOm51bGx9LCJBdXRvU2l6ZSI6MCwiRm9yZWdyb3VuZCI6eyIkaWQiOiIzMSIsIkNvbG9yIjp7IiRpZCI6IjMy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MzIiwiVG9wIjowLCJMZWZ0IjowLCJSaWdodCI6MCwiQm90dG9tIjowfSwiUGFkZGluZyI6eyIkaWQiOiIzNCIsIlRvcCI6MCwiTGVmdCI6MCwiUmlnaHQiOjAsIkJvdHRvbSI6MH0sIkJhY2tncm91bmQiOnsiJGlkIjoiMzUiLCJDb2xvciI6eyIkcmVmIjoiMjgifX0sIklzVmlzaWJsZSI6dHJ1ZSwiV2lkdGgiOjAuMCwiSGVpZ2h0IjowLjAsIkJvcmRlclN0eWxlIjpudWxsLCJQYXJlbnRTdHlsZSI6bnVsbH0sIlRvZGF5TWFya2VyU3R5bGUiOnsiJGlkIjoiMzYiLCJNYXJnaW4iOnsiJGlkIjoiMzciLCJUb3AiOjAsIkxlZnQiOjAsIlJpZ2h0IjowLCJCb3R0b20iOjB9LCJQYWRkaW5nIjp7IiRpZCI6IjM4IiwiVG9wIjowLCJMZWZ0IjowLCJSaWdodCI6MCwiQm90dG9tIjowfSwiQmFja2dyb3VuZCI6eyIkaWQiOiIzOSIsIkNvbG9yIjp7IiRpZCI6IjQwIiwiQSI6MjU1LCJSIjoyNTUsIkciOjAsIkIiOjB9fSwiSXNWaXNpYmxlIjp0cnVlLCJXaWR0aCI6MC4wLCJIZWlnaHQiOjAuMCwiQm9yZGVyU3R5bGUiOm51bGwsIlBhcmVudFN0eWxlIjpudWxsfSwiU2NhbGVTdHlsZSI6eyIkaWQiOiI0MSIsIlNob3dTZWdtZW50U2VwYXJhdG9ycyI6ZmFsc2UsIlNlZ21lbnRTZXBhcmF0b3JPcGFjaXR5IjozMCwiRm9udFNldHRpbmdzIjp7IiRpZCI6IjQyIiwiRm9udFNpemUiOjE0LCJGb250TmFtZSI6IkNhbGlicmkiLCJJc0JvbGQiOmZhbHNlLCJJc0l0YWxpYyI6ZmFsc2UsIklzVW5kZXJsaW5lZCI6ZmFsc2UsIlBhcmVudFN0eWxlIjpudWxsfSwiQXV0b1NpemUiOjAsIkZvcmVncm91bmQiOnsiJGlkIjoiNDMiLCJDb2xvciI6eyIkaWQiOiI0NC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0NSIsIlRvcCI6MCwiTGVmdCI6NSwiUmlnaHQiOjAsIkJvdHRvbSI6MH0sIlBhZGRpbmciOnsiJGlkIjoiNDYiLCJUb3AiOjAsIkxlZnQiOjAsIlJpZ2h0IjowLCJCb3R0b20iOjB9LCJCYWNrZ3JvdW5kIjp7IiRpZCI6IjQ3IiwiQ29sb3IiOnsiJHJlZiI6IjI4In19LCJJc1Zpc2libGUiOnRydWUsIldpZHRoIjowLjAsIkhlaWdodCI6MC4wLCJCb3JkZXJTdHlsZSI6bnVsbCwiUGFyZW50U3R5bGUiOm51bGx9LCJFbGFwc2VkVGltZUJhY2tncm91bmQiOnsiJGlkIjoiNDgiLCJDb2xvciI6eyIkaWQiOiI0OSIsIkEiOjE5MSwiUiI6MjU1LCJHIjowLCJCIjowfX0sIkFwcGVuZFllYXJPblllYXJDaGFuZ2UiOmZhbHNlLCJFbGFwc2VkVGltZUZvcm1hdCI6MCwiVG9kYXlNYXJrZXJQb3NpdGlvbiI6MCwiUXVpY2tQb3NpdGlvbiI6MywiQWJzb2x1dGVQb3NpdGlvbiI6ODQuOTAxNSwiTWFyZ2luIjp7IiRpZCI6IjUwIiwiVG9wIjowLCJMZWZ0IjoxMCwiUmlnaHQiOjEwLCJCb3R0b20iOjB9LCJQYWRkaW5nIjp7IiRpZCI6IjUxIiwiVG9wIjowLCJMZWZ0IjowLCJSaWdodCI6MCwiQm90dG9tIjowfSwiQmFja2dyb3VuZCI6eyIkaWQiOiI1MiIsIkNvbG9yIjp7IiRpZCI6IjUzIiwiQSI6MjU1LCJSIjo0NywiRyI6NTQsIkIiOjE1M319LCJJc1Zpc2libGUiOnRydWUsIldpZHRoIjowLjAsIkhlaWdodCI6MC4wLCJCb3JkZXJTdHlsZSI6bnVsbCwiUGFyZW50U3R5bGUiOm51bGx9LCJEZWZhdWx0TWlsZXN0b25lU3R5bGUiOnsiJGlkIjoiNTQiLCJTaGFwZSI6MiwiQ29ubmVjdG9yTWFyZ2luIjp7IiRpZCI6IjU1IiwiVG9wIjowLCJMZWZ0IjoyLCJSaWdodCI6MiwiQm90dG9tIjowfSwiQ29ubmVjdG9yU3R5bGUiOnsiJGlkIjoiNTYiLCJMaW5lQ29sb3IiOnsiJGlkIjoiNTciLCIkdHlwZSI6Ik5MUkUuQ29tbW9uLkRvbS5Tb2xpZENvbG9yQnJ1c2gsIE5MUkUuQ29tbW9uIiwiQ29sb3IiOnsiJGlkIjoiNTgiLCJBIjoxMjcsIlIiOjc5LCJHIjoxMjksIkIiOjE4OX19LCJMaW5lV2VpZ2h0IjoxLjAsIkxpbmVUeXBlIjowLCJQYXJlbnRTdHlsZSI6bnVsbH0sIklzQmVsb3dUaW1lYmFuZCI6dHJ1ZSwiSGlkZURhdGUiOmZhbHNlLCJTaGFwZVNpemUiOjEsIlNwYWNpbmciOjIuMCwiUGFkZGluZyI6eyIkaWQiOiI1OSIsIlRvcCI6NywiTGVmdCI6MywiUmlnaHQiOjAsIkJvdHRvbSI6Mn0sIlNoYXBlU3R5bGUiOnsiJGlkIjoiNjAiLCJNYXJnaW4iOnsiJGlkIjoiNjEiLCJUb3AiOjAsIkxlZnQiOjAsIlJpZ2h0IjowLCJCb3R0b20iOjB9LCJQYWRkaW5nIjp7IiRpZCI6IjYyIiwiVG9wIjowLCJMZWZ0IjowLCJSaWdodCI6MCwiQm90dG9tIjowfSwiQmFja2dyb3VuZCI6eyIkaWQiOiI2MyIsIkNvbG9yIjp7IiRpZCI6IjY0IiwiQSI6MjU1LCJSIjowLCJHIjoxMTQsIkIiOjE4OH19LCJJc1Zpc2libGUiOnRydWUsIldpZHRoIjoxMy4wLCJIZWlnaHQiOjEzLjAsIkJvcmRlclN0eWxlIjp7IiRpZCI6IjY1IiwiTGluZUNvbG9yIjp7IiRpZCI6IjY2IiwiJHR5cGUiOiJOTFJFLkNvbW1vbi5Eb20uU29saWRDb2xvckJydXNoLCBOTFJFLkNvbW1vbiIsIkNvbG9yIjp7IiRpZCI6IjY3IiwiQSI6MjU1LCJSIjoyNTUsIkciOjAsIkIiOjB9fSwiTGluZVdlaWdodCI6MC4wLCJMaW5lVHlwZSI6MCwiUGFyZW50U3R5bGUiOm51bGx9LCJQYXJlbnRTdHlsZSI6bnVsbH0sIlRpdGxlU3R5bGUiOnsiJGlkIjoiNjgiLCJGb250U2V0dGluZ3MiOnsiJGlkIjoiNjkiLCJGb250U2l6ZSI6MTYsIkZvbnROYW1lIjoiQ2FsaWJyaSIsIklzQm9sZCI6ZmFsc2UsIklzSXRhbGljIjpmYWxzZSwiSXNVbmRlcmxpbmVkIjpmYWxzZSwiUGFyZW50U3R5bGUiOm51bGx9LCJBdXRvU2l6ZSI6MCwiRm9yZWdyb3VuZCI6eyIkaWQiOiI3MCIsIkNvbG9yIjp7IiRpZCI6Ijcx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cyIiwiVG9wIjowLCJMZWZ0IjowLCJSaWdodCI6MCwiQm90dG9tIjowfSwiUGFkZGluZyI6eyIkaWQiOiI3MyIsIlRvcCI6MCwiTGVmdCI6MCwiUmlnaHQiOjAsIkJvdHRvbSI6MH0sIkJhY2tncm91bmQiOnsiJGlkIjoiNzQiLCJDb2xvciI6eyIkcmVmIjoiMjgifX0sIklzVmlzaWJsZSI6dHJ1ZSwiV2lkdGgiOjAuMCwiSGVpZ2h0IjowLjAsIkJvcmRlclN0eWxlIjpudWxsLCJQYXJlbnRTdHlsZSI6bnVsbH0sIkRhdGVTdHlsZSI6eyIkaWQiOiI3NSIsIkZvbnRTZXR0aW5ncyI6eyIkaWQiOiI3NiIsIkZvbnRTaXplIjoxMCwiRm9udE5hbWUiOiJDYWxpYnJpIiwiSXNCb2xkIjpmYWxzZSwiSXNJdGFsaWMiOmZhbHNlLCJJc1VuZGVybGluZWQiOmZhbHNlLCJQYXJlbnRTdHlsZSI6bnVsbH0sIkF1dG9TaXplIjowLCJGb3JlZ3JvdW5kIjp7IiRpZCI6Ijc3IiwiQ29sb3IiOnsiJGlkIjoiNzg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c5IiwiVG9wIjowLCJMZWZ0IjowLCJSaWdodCI6MCwiQm90dG9tIjowfSwiUGFkZGluZyI6eyIkaWQiOiI4MCIsIlRvcCI6MCwiTGVmdCI6MCwiUmlnaHQiOjAsIkJvdHRvbSI6MH0sIkJhY2tncm91bmQiOnsiJGlkIjoiODEiLCJDb2xvciI6eyIkcmVmIjoiMjgifX0sIklzVmlzaWJsZSI6ZmFsc2UsIldpZHRoIjowLjAsIkhlaWdodCI6MC4wLCJCb3JkZXJTdHlsZSI6bnVsbCwiUGFyZW50U3R5bGUiOm51bGx9LCJEYXRlRm9ybWF0Ijp7IiRpZCI6Ijg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Jc1Zpc2libGUiOnRydWUsIlBhcmVudFN0eWxlIjpudWxsfSwiRGVmYXVsdFRhc2tTdHlsZSI6eyIkaWQiOiI4MyIsIlNoYXBlIjoxLCJTaGFwZVRoaWNrbmVzcyI6MCwiRHVyYXRpb25Gb3JtYXQiOjAsIkluY2x1ZGVOb25Xb3JraW5nRGF5c0luRHVyYXRpb24iOmZhbHNlLCJQZXJjZW50YWdlQ29tcGxldGVTdHlsZSI6eyIkaWQiOiI4NCIsIkZvbnRTZXR0aW5ncyI6eyIkaWQiOiI4NSIsIkZvbnRTaXplIjoxMCwiRm9udE5hbWUiOiJDYWxpYnJpIiwiSXNCb2xkIjpmYWxzZSwiSXNJdGFsaWMiOmZhbHNlLCJJc1VuZGVybGluZWQiOmZhbHNlLCJQYXJlbnRTdHlsZSI6bnVsbH0sIkF1dG9TaXplIjowLCJGb3JlZ3JvdW5kIjp7IiRpZCI6Ijg2IiwiQ29sb3IiOnsiJGlkIjoiODc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4OCIsIlRvcCI6MCwiTGVmdCI6MCwiUmlnaHQiOjAsIkJvdHRvbSI6MH0sIlBhZGRpbmciOnsiJGlkIjoiODkiLCJUb3AiOjAsIkxlZnQiOjAsIlJpZ2h0IjowLCJCb3R0b20iOjB9LCJCYWNrZ3JvdW5kIjp7IiRpZCI6IjkwIiwiQ29sb3IiOnsiJHJlZiI6IjI4In19LCJJc1Zpc2libGUiOnRydWUsIldpZHRoIjowLjAsIkhlaWdodCI6MC4wLCJCb3JkZXJTdHlsZSI6bnVsbCwiUGFyZW50U3R5bGUiOm51bGx9LCJEdXJhdGlvblN0eWxlIjp7IiRpZCI6IjkxIiwiRm9udFNldHRpbmdzIjp7IiRpZCI6IjkyIiwiRm9udFNpemUiOjEwLCJGb250TmFtZSI6IkNhbGlicmkiLCJJc0JvbGQiOmZhbHNlLCJJc0l0YWxpYyI6ZmFsc2UsIklzVW5kZXJsaW5lZCI6ZmFsc2UsIlBhcmVudFN0eWxlIjpudWxsfSwiQXV0b1NpemUiOjAsIkZvcmVncm91bmQiOnsiJGlkIjoiOTMiLCJDb2xvciI6eyIkaWQiOiI5N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k1IiwiVG9wIjowLCJMZWZ0IjowLCJSaWdodCI6MCwiQm90dG9tIjowfSwiUGFkZGluZyI6eyIkaWQiOiI5NiIsIlRvcCI6MCwiTGVmdCI6MCwiUmlnaHQiOjAsIkJvdHRvbSI6MH0sIkJhY2tncm91bmQiOnsiJGlkIjoiOTciLCJDb2xvciI6eyIkcmVmIjoiMjgifX0sIklzVmlzaWJsZSI6dHJ1ZSwiV2lkdGgiOjAuMCwiSGVpZ2h0IjowLjAsIkJvcmRlclN0eWxlIjpudWxsLCJQYXJlbnRTdHlsZSI6bnVsbH0sIkhvcml6b250YWxDb25uZWN0b3JTdHlsZSI6eyIkaWQiOiI5OCIsIkxpbmVDb2xvciI6eyIkaWQiOiI5OSIsIiR0eXBlIjoiTkxSRS5Db21tb24uRG9tLlNvbGlkQ29sb3JCcnVzaCwgTkxSRS5Db21tb24iLCJDb2xvciI6eyIkaWQiOiIxMDAiLCJBIjoyNTUsIlIiOjIwNCwiRyI6MjA0LCJCIjoyMDR9fSwiTGluZVdlaWdodCI6MS4wLCJMaW5lVHlwZSI6MCwiUGFyZW50U3R5bGUiOm51bGx9LCJWZXJ0aWNhbENvbm5lY3RvclN0eWxlIjp7IiRpZCI6IjEwMSIsIkxpbmVDb2xvciI6eyIkaWQiOiIxMDIiLCIkdHlwZSI6Ik5MUkUuQ29tbW9uLkRvbS5Tb2xpZENvbG9yQnJ1c2gsIE5MUkUuQ29tbW9uIiwiQ29sb3IiOnsiJGlkIjoiMTAzIiwiQSI6MjU1LCJSIjoyMDQsIkciOjIwNCwiQiI6MjA0fX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ZmFsc2UsIlBlcmNlbnRhZ2VDb21wbGV0ZVNoYXBlT3BhY2l0eSI6MzUsIlNoYXBlU3R5bGUiOnsiJGlkIjoiMTA0IiwiTWFyZ2luIjp7IiRpZCI6IjEwNSIsIlRvcCI6MCwiTGVmdCI6NCwiUmlnaHQiOjQsIkJvdHRvbSI6MH0sIlBhZGRpbmciOnsiJGlkIjoiMTA2IiwiVG9wIjowLCJMZWZ0IjowLCJSaWdodCI6MCwiQm90dG9tIjowfSwiQmFja2dyb3VuZCI6eyIkaWQiOiIxMDciLCJDb2xvciI6eyIkaWQiOiIxMDgiLCJBIjoyNTUsIlIiOjAsIkciOjExNCwiQiI6MTg4fX0sIklzVmlzaWJsZSI6dHJ1ZSwiV2lkdGgiOjAuMCwiSGVpZ2h0IjoxMC4wLCJCb3JkZXJTdHlsZSI6eyIkaWQiOiIxMDkiLCJMaW5lQ29sb3IiOnsiJGlkIjoiMTEwIiwiJHR5cGUiOiJOTFJFLkNvbW1vbi5Eb20uU29saWRDb2xvckJydXNoLCBOTFJFLkNvbW1vbiIsIkNvbG9yIjp7IiRpZCI6IjExMSIsIkEiOjI1NSwiUiI6MjU1LCJHIjowLCJCIjowfX0sIkxpbmVXZWlnaHQiOjAuMCwiTGluZVR5cGUiOjAsIlBhcmVudFN0eWxlIjpudWxsfSwiUGFyZW50U3R5bGUiOm51bGx9LCJUaXRsZVN0eWxlIjp7IiRpZCI6IjExMiIsIkZvbnRTZXR0aW5ncyI6eyIkaWQiOiIxMTMiLCJGb250U2l6ZSI6MTEsIkZvbnROYW1lIjoiQ2FsaWJyaSIsIklzQm9sZCI6dHJ1ZSwiSXNJdGFsaWMiOmZhbHNlLCJJc1VuZGVybGluZWQiOmZhbHNlLCJQYXJlbnRTdHlsZSI6bnVsbH0sIkF1dG9TaXplIjowLCJGb3JlZ3JvdW5kIjp7IiRpZCI6IjExNCIsIkNvbG9yIjp7IiRpZCI6IjExNS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xMTYiLCJUb3AiOjAsIkxlZnQiOjAsIlJpZ2h0IjowLCJCb3R0b20iOjB9LCJQYWRkaW5nIjp7IiRpZCI6IjExNyIsIlRvcCI6MCwiTGVmdCI6MCwiUmlnaHQiOjAsIkJvdHRvbSI6MH0sIkJhY2tncm91bmQiOnsiJGlkIjoiMTE4IiwiQ29sb3IiOnsiJHJlZiI6IjI4In19LCJJc1Zpc2libGUiOnRydWUsIldpZHRoIjowLjAsIkhlaWdodCI6MC4wLCJCb3JkZXJTdHlsZSI6bnVsbCwiUGFyZW50U3R5bGUiOm51bGx9LCJEYXRlU3R5bGUiOnsiJGlkIjoiMTE5IiwiRm9udFNldHRpbmdzIjp7IiRpZCI6IjEyMCIsIkZvbnRTaXplIjoxMCwiRm9udE5hbWUiOiJDYWxpYnJpIiwiSXNCb2xkIjpmYWxzZSwiSXNJdGFsaWMiOmZhbHNlLCJJc1VuZGVybGluZWQiOmZhbHNlLCJQYXJlbnRTdHlsZSI6bnVsbH0sIkF1dG9TaXplIjowLCJGb3JlZ3JvdW5kIjp7IiRpZCI6IjEyMSIsIkNvbG9yIjp7IiRpZCI6IjEy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IzIiwiVG9wIjowLCJMZWZ0IjowLCJSaWdodCI6MCwiQm90dG9tIjowfSwiUGFkZGluZyI6eyIkaWQiOiIxMjQiLCJUb3AiOjAsIkxlZnQiOjAsIlJpZ2h0IjowLCJCb3R0b20iOjB9LCJCYWNrZ3JvdW5kIjp7IiRpZCI6IjEyNSIsIkNvbG9yIjp7IiRyZWYiOiIyOCJ9fSwiSXNWaXNpYmxlIjp0cnVlLCJXaWR0aCI6MC4wLCJIZWlnaHQiOjAuMCwiQm9yZGVyU3R5bGUiOm51bGwsIlBhcmVudFN0eWxlIjpudWxsfSwiRGF0ZUZvcm1hdCI6eyIkaWQiOiIxMjY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wsIl9leHBsaWNpdGx5U2V0Ijp7IiRpZCI6IjEyNy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Jc1Zpc2libGUiOmZhbHNlfX0sIlNob3dFbGFwc2VkVGltZUdyYWRpZW50U3R5bGUiOmZhbHNlfSwiU2NhbGUiOnsiJGlkIjoiMTI4IiwiU3RhcnREYXRlIjoiMDAwMS0wMS0wMVQwMDowMDowMCIsIkVuZERhdGUiOiIyMDIxLTExLTMwVDAwOjAwOjAwIiwiRm9ybWF0IjoiTU1NIiwiVHlwZSI6MiwiQXV0b0RhdGVSYW5nZSI6dHJ1ZSwiV29ya2luZ0RheXMiOjMxLCJUb2RheU1hcmtlclRleHQiOiJUb2RheSIsIkF1dG9TY2FsZVR5cGUiOnRydWV9LCJNaWxlc3RvbmVzIjpbeyIkaWQiOiIxMjkiLCJEYXRlIjoiMjAyMC0wNC0zMFQwMDowMDowMFoiLCJTdHlsZSI6eyIkaWQiOiIxMzAiLCJTaGFwZSI6MSwiQ29ubmVjdG9yTWFyZ2luIjp7IiRpZCI6IjEzMSIsIlRvcCI6MCwiTGVmdCI6MiwiUmlnaHQiOjIsIkJvdHRvbSI6MH0sIkNvbm5lY3RvclN0eWxlIjp7IiRpZCI6IjEzMiIsIkxpbmVDb2xvciI6eyIkaWQiOiIxMzMiLCIkdHlwZSI6Ik5MUkUuQ29tbW9uLkRvbS5Tb2xpZENvbG9yQnJ1c2gsIE5MUkUuQ29tbW9uIiwiQ29sb3IiOnsiJGlkIjoiMTM0IiwiQSI6MTI3LCJSIjo3OSwiRyI6MTI5LCJCIjoxODl9fSwiTGluZVdlaWdodCI6MS4wLCJMaW5lVHlwZSI6MCwiUGFyZW50U3R5bGUiOm51bGx9LCJJc0JlbG93VGltZWJhbmQiOnRydWUsIkhpZGVEYXRlIjpmYWxzZSwiU2hhcGVTaXplIjoxLCJTcGFjaW5nIjoyLjAsIlBhZGRpbmciOnsiJGlkIjoiMTM1IiwiVG9wIjo3LCJMZWZ0IjozLCJSaWdodCI6MCwiQm90dG9tIjoyfSwiU2hhcGVTdHlsZSI6eyIkaWQiOiIxMzYiLCJNYXJnaW4iOnsiJGlkIjoiMTM3IiwiVG9wIjowLCJMZWZ0IjowLCJSaWdodCI6MCwiQm90dG9tIjowfSwiUGFkZGluZyI6eyIkaWQiOiIxMzgiLCJUb3AiOjAsIkxlZnQiOjAsIlJpZ2h0IjowLCJCb3R0b20iOjB9LCJCYWNrZ3JvdW5kIjp7IiRpZCI6IjEzOSIsIkNvbG9yIjp7IiRpZCI6IjE0MCIsIkEiOjI1NSwiUiI6OTEsIkciOjE1NSwiQiI6MjEzfX0sIklzVmlzaWJsZSI6dHJ1ZSwiV2lkdGgiOjEzLjAsIkhlaWdodCI6MTMuMCwiQm9yZGVyU3R5bGUiOnsiJGlkIjoiMTQxIiwiTGluZUNvbG9yIjp7IiRyZWYiOiI2NiJ9LCJMaW5lV2VpZ2h0IjowLjAsIkxpbmVUeXBlIjowLCJQYXJlbnRTdHlsZSI6bnVsbH0sIlBhcmVudFN0eWxlIjpudWxsfSwiVGl0bGVTdHlsZSI6eyIkaWQiOiIxNDIiLCJGb250U2V0dGluZ3MiOnsiJGlkIjoiMTQzIiwiRm9udFNpemUiOjE2LCJGb250TmFtZSI6IkNhbGlicmkiLCJJc0JvbGQiOmZhbHNlLCJJc0l0YWxpYyI6ZmFsc2UsIklzVW5kZXJsaW5lZCI6ZmFsc2UsIlBhcmVudFN0eWxlIjpudWxsfSwiQXV0b1NpemUiOjAsIkZvcmVncm91bmQiOnsiJGlkIjoiMTQ0IiwiQ29sb3IiOnsiJGlkIjoiMTQ1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0NiIsIlRvcCI6MCwiTGVmdCI6MCwiUmlnaHQiOjAsIkJvdHRvbSI6MH0sIlBhZGRpbmciOnsiJGlkIjoiMTQ3IiwiVG9wIjowLCJMZWZ0IjowLCJSaWdodCI6MCwiQm90dG9tIjowfSwiQmFja2dyb3VuZCI6eyIkcmVmIjoiNzQifSwiSXNWaXNpYmxlIjp0cnVlLCJXaWR0aCI6MC4wLCJIZWlnaHQiOjAuMCwiQm9yZGVyU3R5bGUiOnsiJGlkIjoiMTQ4IiwiTGluZUNvbG9yIjpudWxsLCJMaW5lV2VpZ2h0IjowLjAsIkxpbmVUeXBlIjowLCJQYXJlbnRTdHlsZSI6bnVsbH0sIlBhcmVudFN0eWxlIjpudWxsfSwiRGF0ZVN0eWxlIjp7IiRpZCI6IjE0OSIsIkZvbnRTZXR0aW5ncyI6eyIkaWQiOiIxNTAiLCJGb250U2l6ZSI6MTAsIkZvbnROYW1lIjoiQ2FsaWJyaSIsIklzQm9sZCI6ZmFsc2UsIklzSXRhbGljIjpmYWxzZSwiSXNVbmRlcmxpbmVkIjpmYWxzZSwiUGFyZW50U3R5bGUiOm51bGx9LCJBdXRvU2l6ZSI6MCwiRm9yZWdyb3VuZCI6eyIkcmVmIjoiNzcifSwiTWF4V2lkdGgiOjIwMC4wLCJNYXhIZWlnaHQiOiJJbmZpbml0eSIsIlNtYXJ0Rm9yZWdyb3VuZElzQWN0aXZlIjpmYWxzZSwiSG9yaXpvbnRhbEFsaWdubWVudCI6MCwiVmVydGljYWxBbGlnbm1lbnQiOjAsIlNtYXJ0Rm9yZWdyb3VuZCI6bnVsbCwiQmFja2dyb3VuZEZpbGxUeXBlIjowLCJNYXJnaW4iOnsiJGlkIjoiMTUxIiwiVG9wIjowLCJMZWZ0IjowLCJSaWdodCI6MCwiQm90dG9tIjowfSwiUGFkZGluZyI6eyIkaWQiOiIxNTIiLCJUb3AiOjAsIkxlZnQiOjAsIlJpZ2h0IjowLCJCb3R0b20iOjB9LCJCYWNrZ3JvdW5kIjp7IiRyZWYiOiI4MSJ9LCJJc1Zpc2libGUiOmZhbHNlLCJXaWR0aCI6MC4wLCJIZWlnaHQiOjAuMCwiQm9yZGVyU3R5bGUiOnsiJGlkIjoiMTUzIiwiTGluZUNvbG9yIjpudWxsLCJMaW5lV2VpZ2h0IjowLjAsIkxpbmVUeXBlIjowLCJQYXJlbnRTdHlsZSI6bnVsbH0sIlBhcmVudFN0eWxlIjpudWxsfSwiRGF0ZUZvcm1hdCI6eyIkaWQiOiIxNTQ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ZmFsc2UsIlBhcmVudFN0eWxlIjpudWxsfSwiSW5kZXgiOjEsIlBlcmNlbnRhZ2VDb21wbGV0ZSI6bnVsbCwiUG9zaXRpb24iOnsiUmF0aW8iOjAuMjE4NzI3MzM3ODcyNTQwNTEsIklzQ3VzdG9tIjp0cnVlfSwiRGF0ZUZvcm1hdCI6eyIkcmVmIjoiMTU0In0sIklkIjoiN2JmYjhhMzgtMmE5OS00NDM4LTkzNzUtZGJmMjQ2MDEzYmY3IiwiSW1wb3J0SWQiOm51bGwsIlRpdGxlIjoiTW90aXZlIERpZ2l0YWwgXHJBY2NvdW50IE9wZW5pbmcgKERBTykiLCJOb3RlIjpudWxsLCJIeXBlcmxpbmsiOm51bGwsIklzQ2hhbmdlZCI6ZmFsc2UsIklzTmV3IjpmYWxzZX0seyIkaWQiOiIxNTUiLCJEYXRlIjoiMjAyMC0wNy0zMVQwMDowMDowMFoiLCJTdHlsZSI6eyIkaWQiOiIxNTYiLCJTaGFwZSI6MSwiQ29ubmVjdG9yTWFyZ2luIjp7IiRpZCI6IjE1NyIsIlRvcCI6MCwiTGVmdCI6MiwiUmlnaHQiOjIsIkJvdHRvbSI6MH0sIkNvbm5lY3RvclN0eWxlIjp7IiRpZCI6IjE1OCIsIkxpbmVDb2xvciI6eyIkaWQiOiIxNTkiLCIkdHlwZSI6Ik5MUkUuQ29tbW9uLkRvbS5Tb2xpZENvbG9yQnJ1c2gsIE5MUkUuQ29tbW9uIiwiQ29sb3IiOnsiJGlkIjoiMTYwIiwiQSI6MTI3LCJSIjo3OSwiRyI6MTI5LCJCIjoxODl9fSwiTGluZVdlaWdodCI6MS4wLCJMaW5lVHlwZSI6MCwiUGFyZW50U3R5bGUiOm51bGx9LCJJc0JlbG93VGltZWJhbmQiOnRydWUsIkhpZGVEYXRlIjpmYWxzZSwiU2hhcGVTaXplIjoxLCJTcGFjaW5nIjoyLjAsIlBhZGRpbmciOnsiJGlkIjoiMTYxIiwiVG9wIjo3LCJMZWZ0IjozLCJSaWdodCI6MCwiQm90dG9tIjoyfSwiU2hhcGVTdHlsZSI6eyIkaWQiOiIxNjIiLCJNYXJnaW4iOnsiJGlkIjoiMTYzIiwiVG9wIjowLCJMZWZ0IjowLCJSaWdodCI6MCwiQm90dG9tIjowfSwiUGFkZGluZyI6eyIkaWQiOiIxNjQiLCJUb3AiOjAsIkxlZnQiOjAsIlJpZ2h0IjowLCJCb3R0b20iOjB9LCJCYWNrZ3JvdW5kIjp7IiRpZCI6IjE2NSIsIkNvbG9yIjp7IiRpZCI6IjE2NiIsIkEiOjI1NSwiUiI6OTEsIkciOjE1NSwiQiI6MjEzfX0sIklzVmlzaWJsZSI6dHJ1ZSwiV2lkdGgiOjEzLjAsIkhlaWdodCI6MTMuMCwiQm9yZGVyU3R5bGUiOnsiJGlkIjoiMTY3IiwiTGluZUNvbG9yIjp7IiRyZWYiOiI2NiJ9LCJMaW5lV2VpZ2h0IjowLjAsIkxpbmVUeXBlIjowLCJQYXJlbnRTdHlsZSI6bnVsbH0sIlBhcmVudFN0eWxlIjpudWxsfSwiVGl0bGVTdHlsZSI6eyIkaWQiOiIxNjgiLCJGb250U2V0dGluZ3MiOnsiJGlkIjoiMTY5IiwiRm9udFNpemUiOjE2LCJGb250TmFtZSI6IkNhbGlicmkiLCJJc0JvbGQiOmZhbHNlLCJJc0l0YWxpYyI6ZmFsc2UsIklzVW5kZXJsaW5lZCI6ZmFsc2UsIlBhcmVudFN0eWxlIjpudWxsfSwiQXV0b1NpemUiOjIsIkZvcmVncm91bmQiOnsiJGlkIjoiMTcwIiwiQ29sb3IiOnsiJGlkIjoiMTcxIiwiQSI6MjU1LCJSIjowLCJHIjowLCJCIjowfX0sIk1heFdpZHRoIjoxMjcuMDQ1MjcyODI3MTQ4NDQsIk1heEhlaWdodCI6IkluZmluaXR5IiwiU21hcnRGb3JlZ3JvdW5kSXNBY3RpdmUiOmZhbHNlLCJIb3Jpem9udGFsQWxpZ25tZW50IjoxLCJWZXJ0aWNhbEFsaWdubWVudCI6MCwiU21hcnRGb3JlZ3JvdW5kIjpudWxsLCJCYWNrZ3JvdW5kRmlsbFR5cGUiOjAsIk1hcmdpbiI6eyIkaWQiOiIxNzIiLCJUb3AiOjAsIkxlZnQiOjAsIlJpZ2h0IjowLCJCb3R0b20iOjB9LCJQYWRkaW5nIjp7IiRpZCI6IjE3MyIsIlRvcCI6MCwiTGVmdCI6MCwiUmlnaHQiOjAsIkJvdHRvbSI6MH0sIkJhY2tncm91bmQiOnsiJHJlZiI6Ijc0In0sIklzVmlzaWJsZSI6dHJ1ZSwiV2lkdGgiOjAuMCwiSGVpZ2h0IjowLjAsIkJvcmRlclN0eWxlIjp7IiRpZCI6IjE3NCIsIkxpbmVDb2xvciI6bnVsbCwiTGluZVdlaWdodCI6MC4wLCJMaW5lVHlwZSI6MCwiUGFyZW50U3R5bGUiOm51bGx9LCJQYXJlbnRTdHlsZSI6bnVsbH0sIkRhdGVTdHlsZSI6eyIkaWQiOiIxNzUiLCJGb250U2V0dGluZ3MiOnsiJGlkIjoiMTc2IiwiRm9udFNpemUiOjEwLCJGb250TmFtZSI6IkNhbGlicmkiLCJJc0JvbGQiOmZhbHNlLCJJc0l0YWxpYyI6ZmFsc2UsIklzVW5kZXJsaW5lZCI6ZmFsc2UsIlBhcmVudFN0eWxlIjpudWxsfSwiQXV0b1NpemUiOjAsIkZvcmVncm91bmQiOnsiJHJlZiI6Ijc3In0sIk1heFdpZHRoIjoyMDAuMCwiTWF4SGVpZ2h0IjoiSW5maW5pdHkiLCJTbWFydEZvcmVncm91bmRJc0FjdGl2ZSI6ZmFsc2UsIkhvcml6b250YWxBbGlnbm1lbnQiOjAsIlZlcnRpY2FsQWxpZ25tZW50IjowLCJTbWFydEZvcmVncm91bmQiOm51bGwsIkJhY2tncm91bmRGaWxsVHlwZSI6MCwiTWFyZ2luIjp7IiRpZCI6IjE3NyIsIlRvcCI6MCwiTGVmdCI6MCwiUmlnaHQiOjAsIkJvdHRvbSI6MH0sIlBhZGRpbmciOnsiJGlkIjoiMTc4IiwiVG9wIjowLCJMZWZ0IjowLCJSaWdodCI6MCwiQm90dG9tIjowfSwiQmFja2dyb3VuZCI6eyIkcmVmIjoiODEifSwiSXNWaXNpYmxlIjpmYWxzZSwiV2lkdGgiOjAuMCwiSGVpZ2h0IjowLjAsIkJvcmRlclN0eWxlIjp7IiRpZCI6IjE3OSIsIkxpbmVDb2xvciI6bnVsbCwiTGluZVdlaWdodCI6MC4wLCJMaW5lVHlwZSI6MCwiUGFyZW50U3R5bGUiOm51bGx9LCJQYXJlbnRTdHlsZSI6bnVsbH0sIkRhdGVGb3JtYXQiOnsiJGlkIjoiMTg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Jc1Zpc2libGUiOmZhbHNlLCJQYXJlbnRTdHlsZSI6bnVsbH0sIkluZGV4IjoyLCJQZXJjZW50YWdlQ29tcGxldGUiOm51bGwsIlBvc2l0aW9uIjp7IlJhdGlvIjowLjI5MjA1Njk3MTQyMDQ3NjQ5LCJJc0N1c3RvbSI6dHJ1ZX0sIkRhdGVGb3JtYXQiOnsiJHJlZiI6IjE4MCJ9LCJJZCI6IjRjZWE0NDUyLWRiZmItNDdiNS1iZDExLTVkNWMyYWMxYTFiYSIsIkltcG9ydElkIjpudWxsLCJUaXRsZSI6IlBlcnNvbmFsIFxyREFPIiwiTm90ZSI6bnVsbCwiSHlwZXJsaW5rIjpudWxsLCJJc0NoYW5nZWQiOmZhbHNlLCJJc05ldyI6ZmFsc2V9LHsiJGlkIjoiMTgxIiwiRGF0ZSI6IjIwMjAtMTEtMjJUMDA6MDA6MDAiLCJTdHlsZSI6eyIkaWQiOiIxODIiLCJTaGFwZSI6MSwiQ29ubmVjdG9yTWFyZ2luIjp7IiRpZCI6IjE4MyIsIlRvcCI6MCwiTGVmdCI6MiwiUmlnaHQiOjIsIkJvdHRvbSI6MH0sIkNvbm5lY3RvclN0eWxlIjp7IiRpZCI6IjE4NCIsIkxpbmVDb2xvciI6eyIkaWQiOiIxODUiLCIkdHlwZSI6Ik5MUkUuQ29tbW9uLkRvbS5Tb2xpZENvbG9yQnJ1c2gsIE5MUkUuQ29tbW9uIiwiQ29sb3IiOnsiJGlkIjoiMTg2IiwiQSI6MTI3LCJSIjo3OSwiRyI6MTI5LCJCIjoxODl9fSwiTGluZVdlaWdodCI6MS4wLCJMaW5lVHlwZSI6MCwiUGFyZW50U3R5bGUiOm51bGx9LCJJc0JlbG93VGltZWJhbmQiOnRydWUsIkhpZGVEYXRlIjpmYWxzZSwiU2hhcGVTaXplIjoxLCJTcGFjaW5nIjoyLjAsIlBhZGRpbmciOnsiJGlkIjoiMTg3IiwiVG9wIjo3LCJMZWZ0IjozLCJSaWdodCI6MCwiQm90dG9tIjoyfSwiU2hhcGVTdHlsZSI6eyIkaWQiOiIxODgiLCJNYXJnaW4iOnsiJGlkIjoiMTg5IiwiVG9wIjowLCJMZWZ0IjowLCJSaWdodCI6MCwiQm90dG9tIjowfSwiUGFkZGluZyI6eyIkaWQiOiIxOTAiLCJUb3AiOjAsIkxlZnQiOjAsIlJpZ2h0IjowLCJCb3R0b20iOjB9LCJCYWNrZ3JvdW5kIjp7IiRpZCI6IjE5MSIsIkNvbG9yIjp7IiRpZCI6IjE5MiIsIkEiOjI1NSwiUiI6OTEsIkciOjE1NSwiQiI6MjEzfX0sIklzVmlzaWJsZSI6dHJ1ZSwiV2lkdGgiOjEzLjAsIkhlaWdodCI6MTMuMCwiQm9yZGVyU3R5bGUiOnsiJGlkIjoiMTkzIiwiTGluZUNvbG9yIjp7IiRyZWYiOiI2NiJ9LCJMaW5lV2VpZ2h0IjowLjAsIkxpbmVUeXBlIjowLCJQYXJlbnRTdHlsZSI6bnVsbH0sIlBhcmVudFN0eWxlIjpudWxsfSwiVGl0bGVTdHlsZSI6eyIkaWQiOiIxOTQiLCJGb250U2V0dGluZ3MiOnsiJGlkIjoiMTk1IiwiRm9udFNpemUiOjE2LCJGb250TmFtZSI6IkNhbGlicmkiLCJJc0JvbGQiOmZhbHNlLCJJc0l0YWxpYyI6ZmFsc2UsIklzVW5kZXJsaW5lZCI6ZmFsc2UsIlBhcmVudFN0eWxlIjpudWxsfSwiQXV0b1NpemUiOjIsIkZvcmVncm91bmQiOnsiJGlkIjoiMTk2IiwiQ29sb3IiOnsiJGlkIjoiMTk3IiwiQSI6MjU1LCJSIjowLCJHIjowLCJCIjowfX0sIk1heFdpZHRoIjo1OC42NDcwMDY5ODg1MjUzOTEsIk1heEhlaWdodCI6IkluZmluaXR5IiwiU21hcnRGb3JlZ3JvdW5kSXNBY3RpdmUiOmZhbHNlLCJIb3Jpem9udGFsQWxpZ25tZW50IjoxLCJWZXJ0aWNhbEFsaWdubWVudCI6MCwiU21hcnRGb3JlZ3JvdW5kIjpudWxsLCJCYWNrZ3JvdW5kRmlsbFR5cGUiOjAsIk1hcmdpbiI6eyIkaWQiOiIxOTgiLCJUb3AiOjAsIkxlZnQiOjAsIlJpZ2h0IjowLCJCb3R0b20iOjB9LCJQYWRkaW5nIjp7IiRpZCI6IjE5OSIsIlRvcCI6MCwiTGVmdCI6MCwiUmlnaHQiOjAsIkJvdHRvbSI6MH0sIkJhY2tncm91bmQiOnsiJHJlZiI6Ijc0In0sIklzVmlzaWJsZSI6dHJ1ZSwiV2lkdGgiOjAuMCwiSGVpZ2h0IjowLjAsIkJvcmRlclN0eWxlIjp7IiRpZCI6IjIwMCIsIkxpbmVDb2xvciI6bnVsbCwiTGluZVdlaWdodCI6MC4wLCJMaW5lVHlwZSI6MCwiUGFyZW50U3R5bGUiOm51bGx9LCJQYXJlbnRTdHlsZSI6bnVsbH0sIkRhdGVTdHlsZSI6eyIkaWQiOiIyMDEiLCJGb250U2V0dGluZ3MiOnsiJGlkIjoiMjAyIiwiRm9udFNpemUiOjEwLCJGb250TmFtZSI6IkNhbGlicmkiLCJJc0JvbGQiOmZhbHNlLCJJc0l0YWxpYyI6ZmFsc2UsIklzVW5kZXJsaW5lZCI6ZmFsc2UsIlBhcmVudFN0eWxlIjpudWxsfSwiQXV0b1NpemUiOjAsIkZvcmVncm91bmQiOnsiJHJlZiI6Ijc3In0sIk1heFdpZHRoIjoyMDAuMCwiTWF4SGVpZ2h0IjoiSW5maW5pdHkiLCJTbWFydEZvcmVncm91bmRJc0FjdGl2ZSI6ZmFsc2UsIkhvcml6b250YWxBbGlnbm1lbnQiOjAsIlZlcnRpY2FsQWxpZ25tZW50IjowLCJTbWFydEZvcmVncm91bmQiOm51bGwsIkJhY2tncm91bmRGaWxsVHlwZSI6MCwiTWFyZ2luIjp7IiRpZCI6IjIwMyIsIlRvcCI6MCwiTGVmdCI6MCwiUmlnaHQiOjAsIkJvdHRvbSI6MH0sIlBhZGRpbmciOnsiJGlkIjoiMjA0IiwiVG9wIjowLCJMZWZ0IjowLCJSaWdodCI6MCwiQm90dG9tIjowfSwiQmFja2dyb3VuZCI6eyIkcmVmIjoiODEifSwiSXNWaXNpYmxlIjpmYWxzZSwiV2lkdGgiOjAuMCwiSGVpZ2h0IjowLjAsIkJvcmRlclN0eWxlIjp7IiRpZCI6IjIwNSIsIkxpbmVDb2xvciI6bnVsbCwiTGluZVdlaWdodCI6MC4wLCJMaW5lVHlwZSI6MCwiUGFyZW50U3R5bGUiOm51bGx9LCJQYXJlbnRTdHlsZSI6bnVsbH0sIkRhdGVGb3JtYXQiOnsiJGlkIjoiMjA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Jc1Zpc2libGUiOmZhbHNlLCJQYXJlbnRTdHlsZSI6bnVsbH0sIkluZGV4IjozLCJQZXJjZW50YWdlQ29tcGxldGUiOm51bGwsIlBvc2l0aW9uIjp7IlJhdGlvIjowLjIzOTU3MzI1NDk5NzM0NzYxLCJJc0N1c3RvbSI6dHJ1ZX0sIkRhdGVGb3JtYXQiOnsiJHJlZiI6IjIwNiJ9LCJJZCI6ImI1YTc0MDZmLTZjNTctNGEzMC05OWY3LThiOGIzZDI5ZGMyNSIsIkltcG9ydElkIjpudWxsLCJUaXRsZSI6IkJyYW5jaCAtIFBlcnNvbmFsIERBTyIsIk5vdGUiOm51bGwsIkh5cGVybGluayI6bnVsbCwiSXNDaGFuZ2VkIjpmYWxzZSwiSXNOZXciOmZhbHNlfSx7IiRpZCI6IjIwNyIsIkRhdGUiOiIyMDIwLTEyLTExVDAwOjAwOjAwIiwiU3R5bGUiOnsiJGlkIjoiMjA4IiwiU2hhcGUiOjEsIkNvbm5lY3Rvck1hcmdpbiI6eyIkaWQiOiIyMDkiLCJUb3AiOjAsIkxlZnQiOjIsIlJpZ2h0IjoyLCJCb3R0b20iOjB9LCJDb25uZWN0b3JTdHlsZSI6eyIkaWQiOiIyMTAiLCJMaW5lQ29sb3IiOnsiJGlkIjoiMjExIiwiJHR5cGUiOiJOTFJFLkNvbW1vbi5Eb20uU29saWRDb2xvckJydXNoLCBOTFJFLkNvbW1vbiIsIkNvbG9yIjp7IiRpZCI6IjIxMiIsIkEiOjEyNywiUiI6NzksIkciOjEyOSwiQiI6MTg5fX0sIkxpbmVXZWlnaHQiOjEuMCwiTGluZVR5cGUiOjAsIlBhcmVudFN0eWxlIjpudWxsfSwiSXNCZWxvd1RpbWViYW5kIjp0cnVlLCJIaWRlRGF0ZSI6ZmFsc2UsIlNoYXBlU2l6ZSI6MSwiU3BhY2luZyI6Mi4wLCJQYWRkaW5nIjp7IiRpZCI6IjIxMyIsIlRvcCI6NywiTGVmdCI6MywiUmlnaHQiOjAsIkJvdHRvbSI6Mn0sIlNoYXBlU3R5bGUiOnsiJGlkIjoiMjE0IiwiTWFyZ2luIjp7IiRpZCI6IjIxNSIsIlRvcCI6MCwiTGVmdCI6MCwiUmlnaHQiOjAsIkJvdHRvbSI6MH0sIlBhZGRpbmciOnsiJGlkIjoiMjE2IiwiVG9wIjowLCJMZWZ0IjowLCJSaWdodCI6MCwiQm90dG9tIjowfSwiQmFja2dyb3VuZCI6eyIkaWQiOiIyMTciLCJDb2xvciI6eyIkaWQiOiIyMTgiLCJBIjoyNTUsIlIiOjExMiwiRyI6MTczLCJCIjo3MX19LCJJc1Zpc2libGUiOnRydWUsIldpZHRoIjoxMy4wLCJIZWlnaHQiOjEzLjAsIkJvcmRlclN0eWxlIjp7IiRpZCI6IjIxOSIsIkxpbmVDb2xvciI6eyIkcmVmIjoiNjYifSwiTGluZVdlaWdodCI6MC4wLCJMaW5lVHlwZSI6MCwiUGFyZW50U3R5bGUiOm51bGx9LCJQYXJlbnRTdHlsZSI6bnVsbH0sIlRpdGxlU3R5bGUiOnsiJGlkIjoiMjIwIiwiRm9udFNldHRpbmdzIjp7IiRpZCI6IjIyMSIsIkZvbnRTaXplIjoxNiwiRm9udE5hbWUiOiJDYWxpYnJpIiwiSXNCb2xkIjpmYWxzZSwiSXNJdGFsaWMiOmZhbHNlLCJJc1VuZGVybGluZWQiOmZhbHNlLCJQYXJlbnRTdHlsZSI6bnVsbH0sIkF1dG9TaXplIjoyLCJGb3JlZ3JvdW5kIjp7IiRpZCI6IjIyMiIsIkNvbG9yIjp7IiRpZCI6IjIyMyIsIkEiOjI1NSwiUiI6MCwiRyI6MCwiQiI6MH19LCJNYXhXaWR0aCI6OTkuMjc3NzkzODg0Mjc3MzQ0LCJNYXhIZWlnaHQiOiJJbmZpbml0eSIsIlNtYXJ0Rm9yZWdyb3VuZElzQWN0aXZlIjpmYWxzZSwiSG9yaXpvbnRhbEFsaWdubWVudCI6MSwiVmVydGljYWxBbGlnbm1lbnQiOjAsIlNtYXJ0Rm9yZWdyb3VuZCI6bnVsbCwiQmFja2dyb3VuZEZpbGxUeXBlIjowLCJNYXJnaW4iOnsiJGlkIjoiMjI0IiwiVG9wIjowLCJMZWZ0IjowLCJSaWdodCI6MCwiQm90dG9tIjowfSwiUGFkZGluZyI6eyIkaWQiOiIyMjUiLCJUb3AiOjAsIkxlZnQiOjAsIlJpZ2h0IjowLCJCb3R0b20iOjB9LCJCYWNrZ3JvdW5kIjp7IiRyZWYiOiI3NCJ9LCJJc1Zpc2libGUiOnRydWUsIldpZHRoIjowLjAsIkhlaWdodCI6MC4wLCJCb3JkZXJTdHlsZSI6eyIkaWQiOiIyMjYiLCJMaW5lQ29sb3IiOm51bGwsIkxpbmVXZWlnaHQiOjAuMCwiTGluZVR5cGUiOjAsIlBhcmVudFN0eWxlIjpudWxsfSwiUGFyZW50U3R5bGUiOm51bGx9LCJEYXRlU3R5bGUiOnsiJGlkIjoiMjI3IiwiRm9udFNldHRpbmdzIjp7IiRpZCI6IjIyOCIsIkZvbnRTaXplIjoxMCwiRm9udE5hbWUiOiJDYWxpYnJpIiwiSXNCb2xkIjpmYWxzZSwiSXNJdGFsaWMiOmZhbHNlLCJJc1VuZGVybGluZWQiOmZhbHNlLCJQYXJlbnRTdHlsZSI6bnVsbH0sIkF1dG9TaXplIjowLCJGb3JlZ3JvdW5kIjp7IiRyZWYiOiI3NyJ9LCJNYXhXaWR0aCI6MjAwLjAsIk1heEhlaWdodCI6IkluZmluaXR5IiwiU21hcnRGb3JlZ3JvdW5kSXNBY3RpdmUiOmZhbHNlLCJIb3Jpem9udGFsQWxpZ25tZW50IjowLCJWZXJ0aWNhbEFsaWdubWVudCI6MCwiU21hcnRGb3JlZ3JvdW5kIjpudWxsLCJCYWNrZ3JvdW5kRmlsbFR5cGUiOjAsIk1hcmdpbiI6eyIkaWQiOiIyMjkiLCJUb3AiOjAsIkxlZnQiOjAsIlJpZ2h0IjowLCJCb3R0b20iOjB9LCJQYWRkaW5nIjp7IiRpZCI6IjIzMCIsIlRvcCI6MCwiTGVmdCI6MCwiUmlnaHQiOjAsIkJvdHRvbSI6MH0sIkJhY2tncm91bmQiOnsiJHJlZiI6IjgxIn0sIklzVmlzaWJsZSI6ZmFsc2UsIldpZHRoIjowLjAsIkhlaWdodCI6MC4wLCJCb3JkZXJTdHlsZSI6eyIkaWQiOiIyMzEiLCJMaW5lQ29sb3IiOm51bGwsIkxpbmVXZWlnaHQiOjAuMCwiTGluZVR5cGUiOjAsIlBhcmVudFN0eWxlIjpudWxsfSwiUGFyZW50U3R5bGUiOm51bGx9LCJEYXRlRm9ybWF0Ijp7IiRpZCI6IjIz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mYWxzZSwiUGFyZW50U3R5bGUiOm51bGx9LCJJbmRleCI6NCwiUGVyY2VudGFnZUNvbXBsZXRlIjpudWxsLCJQb3NpdGlvbiI6eyJSYXRpbyI6MC41MDI3MTc1OTk3NTEwMzY4LCJJc0N1c3RvbSI6dHJ1ZX0sIkRhdGVGb3JtYXQiOnsiJHJlZiI6IjIzMiJ9LCJJZCI6Ijk1NDM0NGRkLWNiMjctNDhiZi05NTI1LTQ0ZTI4OGMzZGNkZiIsIkltcG9ydElkIjpudWxsLCJUaXRsZSI6IlNtYWxsIEJ1c2luZXNzIFBsYXRmb3JtIChpbmNsdWRpbmcgU21hbGwgQnVzaW5lc3MgREFPKSIsIk5vdGUiOm51bGwsIkh5cGVybGluayI6bnVsbCwiSXNDaGFuZ2VkIjpmYWxzZSwiSXNOZXciOmZhbHNlfSx7IiRpZCI6IjIzMyIsIkRhdGUiOiIyMDIxLTA0LTMwVDAwOjAwOjAwWiIsIlN0eWxlIjp7IiRpZCI6IjIzNCIsIlNoYXBlIjoxLCJDb25uZWN0b3JNYXJnaW4iOnsiJGlkIjoiMjM1IiwiVG9wIjowLCJMZWZ0IjoyLCJSaWdodCI6MiwiQm90dG9tIjowfSwiQ29ubmVjdG9yU3R5bGUiOnsiJGlkIjoiMjM2IiwiTGluZUNvbG9yIjp7IiRpZCI6IjIzNyIsIiR0eXBlIjoiTkxSRS5Db21tb24uRG9tLlNvbGlkQ29sb3JCcnVzaCwgTkxSRS5Db21tb24iLCJDb2xvciI6eyIkaWQiOiIyMzgiLCJBIjoxMjcsIlIiOjc5LCJHIjoxMjksIkIiOjE4OX19LCJMaW5lV2VpZ2h0IjoxLjAsIkxpbmVUeXBlIjowLCJQYXJlbnRTdHlsZSI6bnVsbH0sIklzQmVsb3dUaW1lYmFuZCI6dHJ1ZSwiSGlkZURhdGUiOmZhbHNlLCJTaGFwZVNpemUiOjEsIlNwYWNpbmciOjIuMCwiUGFkZGluZyI6eyIkaWQiOiIyMzkiLCJUb3AiOjcsIkxlZnQiOjMsIlJpZ2h0IjowLCJCb3R0b20iOjJ9LCJTaGFwZVN0eWxlIjp7IiRpZCI6IjI0MCIsIk1hcmdpbiI6eyIkaWQiOiIyNDEiLCJUb3AiOjAsIkxlZnQiOjAsIlJpZ2h0IjowLCJCb3R0b20iOjB9LCJQYWRkaW5nIjp7IiRpZCI6IjI0MiIsIlRvcCI6MCwiTGVmdCI6MCwiUmlnaHQiOjAsIkJvdHRvbSI6MH0sIkJhY2tncm91bmQiOnsiJGlkIjoiMjQzIiwiQ29sb3IiOnsiJGlkIjoiMjQ0IiwiQSI6MjU1LCJSIjoxMTIsIkciOjE3MywiQiI6NzF9fSwiSXNWaXNpYmxlIjp0cnVlLCJXaWR0aCI6MTMuMCwiSGVpZ2h0IjoxMy4wLCJCb3JkZXJTdHlsZSI6eyIkaWQiOiIyNDUiLCJMaW5lQ29sb3IiOnsiJHJlZiI6IjY2In0sIkxpbmVXZWlnaHQiOjAuMCwiTGluZVR5cGUiOjAsIlBhcmVudFN0eWxlIjpudWxsfSwiUGFyZW50U3R5bGUiOm51bGx9LCJUaXRsZVN0eWxlIjp7IiRpZCI6IjI0NiIsIkZvbnRTZXR0aW5ncyI6eyIkaWQiOiIyNDciLCJGb250U2l6ZSI6MTYsIkZvbnROYW1lIjoiQ2FsaWJyaSIsIklzQm9sZCI6ZmFsc2UsIklzSXRhbGljIjpmYWxzZSwiSXNVbmRlcmxpbmVkIjpmYWxzZSwiUGFyZW50U3R5bGUiOm51bGx9LCJBdXRvU2l6ZSI6MiwiRm9yZWdyb3VuZCI6eyIkaWQiOiIyNDgiLCJDb2xvciI6eyIkaWQiOiIyNDkiLCJBIjoyNTUsIlIiOjAsIkciOjAsIkIiOjB9fSwiTWF4V2lkdGgiOjc5LjMxODk3NzM1NTk1NzAzMSwiTWF4SGVpZ2h0IjoiSW5maW5pdHkiLCJTbWFydEZvcmVncm91bmRJc0FjdGl2ZSI6ZmFsc2UsIkhvcml6b250YWxBbGlnbm1lbnQiOjEsIlZlcnRpY2FsQWxpZ25tZW50IjowLCJTbWFydEZvcmVncm91bmQiOm51bGwsIkJhY2tncm91bmRGaWxsVHlwZSI6MCwiTWFyZ2luIjp7IiRpZCI6IjI1MCIsIlRvcCI6MCwiTGVmdCI6MCwiUmlnaHQiOjAsIkJvdHRvbSI6MH0sIlBhZGRpbmciOnsiJGlkIjoiMjUxIiwiVG9wIjowLCJMZWZ0IjowLCJSaWdodCI6MCwiQm90dG9tIjowfSwiQmFja2dyb3VuZCI6eyIkcmVmIjoiNzQifSwiSXNWaXNpYmxlIjp0cnVlLCJXaWR0aCI6MC4wLCJIZWlnaHQiOjAuMCwiQm9yZGVyU3R5bGUiOnsiJGlkIjoiMjUyIiwiTGluZUNvbG9yIjpudWxsLCJMaW5lV2VpZ2h0IjowLjAsIkxpbmVUeXBlIjowLCJQYXJlbnRTdHlsZSI6bnVsbH0sIlBhcmVudFN0eWxlIjpudWxsfSwiRGF0ZVN0eWxlIjp7IiRpZCI6IjI1MyIsIkZvbnRTZXR0aW5ncyI6eyIkaWQiOiIyNTQiLCJGb250U2l6ZSI6MTAsIkZvbnROYW1lIjoiQ2FsaWJyaSIsIklzQm9sZCI6ZmFsc2UsIklzSXRhbGljIjpmYWxzZSwiSXNVbmRlcmxpbmVkIjpmYWxzZSwiUGFyZW50U3R5bGUiOm51bGx9LCJBdXRvU2l6ZSI6MCwiRm9yZWdyb3VuZCI6eyIkcmVmIjoiNzcifSwiTWF4V2lkdGgiOjIwMC4wLCJNYXhIZWlnaHQiOiJJbmZpbml0eSIsIlNtYXJ0Rm9yZWdyb3VuZElzQWN0aXZlIjpmYWxzZSwiSG9yaXpvbnRhbEFsaWdubWVudCI6MCwiVmVydGljYWxBbGlnbm1lbnQiOjAsIlNtYXJ0Rm9yZWdyb3VuZCI6bnVsbCwiQmFja2dyb3VuZEZpbGxUeXBlIjowLCJNYXJnaW4iOnsiJGlkIjoiMjU1IiwiVG9wIjowLCJMZWZ0IjowLCJSaWdodCI6MCwiQm90dG9tIjowfSwiUGFkZGluZyI6eyIkaWQiOiIyNTYiLCJUb3AiOjAsIkxlZnQiOjAsIlJpZ2h0IjowLCJCb3R0b20iOjB9LCJCYWNrZ3JvdW5kIjp7IiRyZWYiOiI4MSJ9LCJJc1Zpc2libGUiOmZhbHNlLCJXaWR0aCI6MC4wLCJIZWlnaHQiOjAuMCwiQm9yZGVyU3R5bGUiOnsiJGlkIjoiMjU3IiwiTGluZUNvbG9yIjpudWxsLCJMaW5lV2VpZ2h0IjowLjAsIkxpbmVUeXBlIjowLCJQYXJlbnRTdHlsZSI6bnVsbH0sIlBhcmVudFN0eWxlIjpudWxsfSwiRGF0ZUZvcm1hdCI6eyIkaWQiOiIyN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ZmFsc2UsIlBhcmVudFN0eWxlIjpudWxsfSwiSW5kZXgiOjUsIlBlcmNlbnRhZ2VDb21wbGV0ZSI6bnVsbCwiUG9zaXRpb24iOnsiUmF0aW8iOjAuMzY3NDM1OTkyMjA1NTg0NDgsIklzQ3VzdG9tIjp0cnVlfSwiRGF0ZUZvcm1hdCI6eyIkcmVmIjoiMjU4In0sIklkIjoiYTE0NmY5OTctMjdiOC00YzQ3LTg4Y2UtZTdjYTk3MjFiOGRlIiwiSW1wb3J0SWQiOm51bGwsIlRpdGxlIjoiQnJhbmNoIOKAkyBcclNtYWxsIEJ1c2luZXNzIERBTyIsIk5vdGUiOm51bGwsIkh5cGVybGluayI6bnVsbCwiSXNDaGFuZ2VkIjpmYWxzZSwiSXNOZXciOmZhbHNlfSx7IiRpZCI6IjI1OSIsIkRhdGUiOiIyMDIxLTA1LTI4VDAwOjAwOjAwWiIsIlN0eWxlIjp7IiRpZCI6IjI2MCIsIlNoYXBlIjoxLCJDb25uZWN0b3JNYXJnaW4iOnsiJGlkIjoiMjYxIiwiVG9wIjowLCJMZWZ0IjoyLCJSaWdodCI6MiwiQm90dG9tIjowfSwiQ29ubmVjdG9yU3R5bGUiOnsiJGlkIjoiMjYyIiwiTGluZUNvbG9yIjp7IiRpZCI6IjI2MyIsIiR0eXBlIjoiTkxSRS5Db21tb24uRG9tLlNvbGlkQ29sb3JCcnVzaCwgTkxSRS5Db21tb24iLCJDb2xvciI6eyIkaWQiOiIyNjQiLCJBIjoxMjcsIlIiOjc5LCJHIjoxMjksIkIiOjE4OX19LCJMaW5lV2VpZ2h0IjoxLjAsIkxpbmVUeXBlIjowLCJQYXJlbnRTdHlsZSI6bnVsbH0sIklzQmVsb3dUaW1lYmFuZCI6dHJ1ZSwiSGlkZURhdGUiOmZhbHNlLCJTaGFwZVNpemUiOjEsIlNwYWNpbmciOjIuMCwiUGFkZGluZyI6eyIkaWQiOiIyNjUiLCJUb3AiOjcsIkxlZnQiOjMsIlJpZ2h0IjowLCJCb3R0b20iOjJ9LCJTaGFwZVN0eWxlIjp7IiRpZCI6IjI2NiIsIk1hcmdpbiI6eyIkaWQiOiIyNjciLCJUb3AiOjAsIkxlZnQiOjAsIlJpZ2h0IjowLCJCb3R0b20iOjB9LCJQYWRkaW5nIjp7IiRpZCI6IjI2OCIsIlRvcCI6MCwiTGVmdCI6MCwiUmlnaHQiOjAsIkJvdHRvbSI6MH0sIkJhY2tncm91bmQiOnsiJGlkIjoiMjY5IiwiQ29sb3IiOnsiJGlkIjoiMjcwIiwiQSI6MjU1LCJSIjo2OCwiRyI6ODQsIkIiOjEwNn19LCJJc1Zpc2libGUiOnRydWUsIldpZHRoIjoxMy4wLCJIZWlnaHQiOjEzLjAsIkJvcmRlclN0eWxlIjp7IiRpZCI6IjI3MSIsIkxpbmVDb2xvciI6eyIkcmVmIjoiNjYifSwiTGluZVdlaWdodCI6MC4wLCJMaW5lVHlwZSI6MCwiUGFyZW50U3R5bGUiOm51bGx9LCJQYXJlbnRTdHlsZSI6bnVsbH0sIlRpdGxlU3R5bGUiOnsiJGlkIjoiMjcyIiwiRm9udFNldHRpbmdzIjp7IiRpZCI6IjI3MyIsIkZvbnRTaXplIjoxNiwiRm9udE5hbWUiOiJDYWxpYnJpIiwiSXNCb2xkIjpmYWxzZSwiSXNJdGFsaWMiOmZhbHNlLCJJc1VuZGVybGluZWQiOmZhbHNlLCJQYXJlbnRTdHlsZSI6bnVsbH0sIkF1dG9TaXplIjoyLCJGb3JlZ3JvdW5kIjp7IiRpZCI6IjI3NCIsIkNvbG9yIjp7IiRpZCI6IjI3NSIsIkEiOjI1NSwiUiI6MCwiRyI6MCwiQiI6MH19LCJNYXhXaWR0aCI6MTAxLjg3OTc2MDc0MjE4NzUsIk1heEhlaWdodCI6IkluZmluaXR5IiwiU21hcnRGb3JlZ3JvdW5kSXNBY3RpdmUiOmZhbHNlLCJIb3Jpem9udGFsQWxpZ25tZW50IjowLCJWZXJ0aWNhbEFsaWdubWVudCI6MCwiU21hcnRGb3JlZ3JvdW5kIjpudWxsLCJCYWNrZ3JvdW5kRmlsbFR5cGUiOjAsIk1hcmdpbiI6eyIkaWQiOiIyNzYiLCJUb3AiOjAsIkxlZnQiOjAsIlJpZ2h0IjowLCJCb3R0b20iOjB9LCJQYWRkaW5nIjp7IiRpZCI6IjI3NyIsIlRvcCI6MCwiTGVmdCI6MCwiUmlnaHQiOjAsIkJvdHRvbSI6MH0sIkJhY2tncm91bmQiOnsiJHJlZiI6Ijc0In0sIklzVmlzaWJsZSI6dHJ1ZSwiV2lkdGgiOjAuMCwiSGVpZ2h0IjowLjAsIkJvcmRlclN0eWxlIjp7IiRpZCI6IjI3OCIsIkxpbmVDb2xvciI6bnVsbCwiTGluZVdlaWdodCI6MC4wLCJMaW5lVHlwZSI6MCwiUGFyZW50U3R5bGUiOm51bGx9LCJQYXJlbnRTdHlsZSI6bnVsbH0sIkRhdGVTdHlsZSI6eyIkaWQiOiIyNzkiLCJGb250U2V0dGluZ3MiOnsiJGlkIjoiMjgwIiwiRm9udFNpemUiOjEwLCJGb250TmFtZSI6IkNhbGlicmkiLCJJc0JvbGQiOmZhbHNlLCJJc0l0YWxpYyI6ZmFsc2UsIklzVW5kZXJsaW5lZCI6ZmFsc2UsIlBhcmVudFN0eWxlIjpudWxsfSwiQXV0b1NpemUiOjAsIkZvcmVncm91bmQiOnsiJHJlZiI6Ijc3In0sIk1heFdpZHRoIjoyMDAuMCwiTWF4SGVpZ2h0IjoiSW5maW5pdHkiLCJTbWFydEZvcmVncm91bmRJc0FjdGl2ZSI6ZmFsc2UsIkhvcml6b250YWxBbGlnbm1lbnQiOjAsIlZlcnRpY2FsQWxpZ25tZW50IjowLCJTbWFydEZvcmVncm91bmQiOm51bGwsIkJhY2tncm91bmRGaWxsVHlwZSI6MCwiTWFyZ2luIjp7IiRpZCI6IjI4MSIsIlRvcCI6MCwiTGVmdCI6MCwiUmlnaHQiOjAsIkJvdHRvbSI6MH0sIlBhZGRpbmciOnsiJGlkIjoiMjgyIiwiVG9wIjowLCJMZWZ0IjowLCJSaWdodCI6MCwiQm90dG9tIjowfSwiQmFja2dyb3VuZCI6eyIkcmVmIjoiODEifSwiSXNWaXNpYmxlIjpmYWxzZSwiV2lkdGgiOjAuMCwiSGVpZ2h0IjowLjAsIkJvcmRlclN0eWxlIjp7IiRpZCI6IjI4MyIsIkxpbmVDb2xvciI6bnVsbCwiTGluZVdlaWdodCI6MC4wLCJMaW5lVHlwZSI6MCwiUGFyZW50U3R5bGUiOm51bGx9LCJQYXJlbnRTdHlsZSI6bnVsbH0sIkRhdGVGb3JtYXQiOnsiJGlkIjoiMjg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Jc1Zpc2libGUiOmZhbHNlLCJQYXJlbnRTdHlsZSI6bnVsbH0sIkluZGV4Ijo2LCJQZXJjZW50YWdlQ29tcGxldGUiOm51bGwsIlBvc2l0aW9uIjp7IlJhdGlvIjowLjY0MTIyMDk0OTkwMjk0NjU0LCJJc0N1c3RvbSI6dHJ1ZX0sIkRhdGVGb3JtYXQiOnsiJHJlZiI6IjI4NCJ9LCJJZCI6IjcwMDFmZDhjLWQ4ZjMtNDk3Yy1hYzA0LTY3ZTE0YmRhZjY2OSIsIkltcG9ydElkIjpudWxsLCJUaXRsZSI6IkNvcnBvcmF0ZSBEaWdpdGFsIEJhbmtpbmcgUGxhdGZvcm0iLCJOb3RlIjpudWxsLCJIeXBlcmxpbmsiOm51bGwsIklzQ2hhbmdlZCI6ZmFsc2UsIklzTmV3IjpmYWxzZX0seyIkaWQiOiIyODUiLCJEYXRlIjoiMjAyMS0wOS0zMFQwMDowMDowMFoiLCJTdHlsZSI6eyIkaWQiOiIyODYiLCJTaGFwZSI6MSwiQ29ubmVjdG9yTWFyZ2luIjp7IiRpZCI6IjI4NyIsIlRvcCI6MCwiTGVmdCI6MiwiUmlnaHQiOjIsIkJvdHRvbSI6MH0sIkNvbm5lY3RvclN0eWxlIjp7IiRpZCI6IjI4OCIsIkxpbmVDb2xvciI6eyIkaWQiOiIyODkiLCIkdHlwZSI6Ik5MUkUuQ29tbW9uLkRvbS5Tb2xpZENvbG9yQnJ1c2gsIE5MUkUuQ29tbW9uIiwiQ29sb3IiOnsiJGlkIjoiMjkwIiwiQSI6MTI3LCJSIjo3OSwiRyI6MTI5LCJCIjoxODl9fSwiTGluZVdlaWdodCI6MS4wLCJMaW5lVHlwZSI6MCwiUGFyZW50U3R5bGUiOm51bGx9LCJJc0JlbG93VGltZWJhbmQiOnRydWUsIkhpZGVEYXRlIjpmYWxzZSwiU2hhcGVTaXplIjoxLCJTcGFjaW5nIjoyLjAsIlBhZGRpbmciOnsiJGlkIjoiMjkxIiwiVG9wIjo3LCJMZWZ0IjozLCJSaWdodCI6MCwiQm90dG9tIjoyfSwiU2hhcGVTdHlsZSI6eyIkaWQiOiIyOTIiLCJNYXJnaW4iOnsiJGlkIjoiMjkzIiwiVG9wIjowLCJMZWZ0IjowLCJSaWdodCI6MCwiQm90dG9tIjowfSwiUGFkZGluZyI6eyIkaWQiOiIyOTQiLCJUb3AiOjAsIkxlZnQiOjAsIlJpZ2h0IjowLCJCb3R0b20iOjB9LCJCYWNrZ3JvdW5kIjp7IiRpZCI6IjI5NSIsIkNvbG9yIjp7IiRpZCI6IjI5NiIsIkEiOjI1NSwiUiI6OTEsIkciOjE1NSwiQiI6MjEzfX0sIklzVmlzaWJsZSI6dHJ1ZSwiV2lkdGgiOjEzLjAsIkhlaWdodCI6MTMuMCwiQm9yZGVyU3R5bGUiOnsiJGlkIjoiMjk3IiwiTGluZUNvbG9yIjp7IiRyZWYiOiI2NiJ9LCJMaW5lV2VpZ2h0IjowLjAsIkxpbmVUeXBlIjowLCJQYXJlbnRTdHlsZSI6bnVsbH0sIlBhcmVudFN0eWxlIjpudWxsfSwiVGl0bGVTdHlsZSI6eyIkaWQiOiIyOTgiLCJGb250U2V0dGluZ3MiOnsiJGlkIjoiMjk5IiwiRm9udFNpemUiOjE2LCJGb250TmFtZSI6IkNhbGlicmkiLCJJc0JvbGQiOmZhbHNlLCJJc0l0YWxpYyI6ZmFsc2UsIklzVW5kZXJsaW5lZCI6ZmFsc2UsIlBhcmVudFN0eWxlIjpudWxsfSwiQXV0b1NpemUiOjAsIkZvcmVncm91bmQiOnsiJGlkIjoiMzAwIiwiQ29sb3IiOnsiJGlkIjoiMzAx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MwMiIsIlRvcCI6MCwiTGVmdCI6MCwiUmlnaHQiOjAsIkJvdHRvbSI6MH0sIlBhZGRpbmciOnsiJGlkIjoiMzAzIiwiVG9wIjowLCJMZWZ0IjowLCJSaWdodCI6MCwiQm90dG9tIjowfSwiQmFja2dyb3VuZCI6eyIkcmVmIjoiNzQifSwiSXNWaXNpYmxlIjp0cnVlLCJXaWR0aCI6MC4wLCJIZWlnaHQiOjAuMCwiQm9yZGVyU3R5bGUiOnsiJGlkIjoiMzA0IiwiTGluZUNvbG9yIjpudWxsLCJMaW5lV2VpZ2h0IjowLjAsIkxpbmVUeXBlIjowLCJQYXJlbnRTdHlsZSI6bnVsbH0sIlBhcmVudFN0eWxlIjpudWxsfSwiRGF0ZVN0eWxlIjp7IiRpZCI6IjMwNSIsIkZvbnRTZXR0aW5ncyI6eyIkaWQiOiIzMDYiLCJGb250U2l6ZSI6MTAsIkZvbnROYW1lIjoiQ2FsaWJyaSIsIklzQm9sZCI6ZmFsc2UsIklzSXRhbGljIjpmYWxzZSwiSXNVbmRlcmxpbmVkIjpmYWxzZSwiUGFyZW50U3R5bGUiOm51bGx9LCJBdXRvU2l6ZSI6MCwiRm9yZWdyb3VuZCI6eyIkcmVmIjoiNzcifSwiTWF4V2lkdGgiOjIwMC4wLCJNYXhIZWlnaHQiOiJJbmZpbml0eSIsIlNtYXJ0Rm9yZWdyb3VuZElzQWN0aXZlIjpmYWxzZSwiSG9yaXpvbnRhbEFsaWdubWVudCI6MCwiVmVydGljYWxBbGlnbm1lbnQiOjAsIlNtYXJ0Rm9yZWdyb3VuZCI6bnVsbCwiQmFja2dyb3VuZEZpbGxUeXBlIjowLCJNYXJnaW4iOnsiJGlkIjoiMzA3IiwiVG9wIjowLCJMZWZ0IjowLCJSaWdodCI6MCwiQm90dG9tIjowfSwiUGFkZGluZyI6eyIkaWQiOiIzMDgiLCJUb3AiOjAsIkxlZnQiOjAsIlJpZ2h0IjowLCJCb3R0b20iOjB9LCJCYWNrZ3JvdW5kIjp7IiRyZWYiOiI4MSJ9LCJJc1Zpc2libGUiOmZhbHNlLCJXaWR0aCI6MC4wLCJIZWlnaHQiOjAuMCwiQm9yZGVyU3R5bGUiOnsiJGlkIjoiMzA5IiwiTGluZUNvbG9yIjpudWxsLCJMaW5lV2VpZ2h0IjowLjAsIkxpbmVUeXBlIjowLCJQYXJlbnRTdHlsZSI6bnVsbH0sIlBhcmVudFN0eWxlIjpudWxsfSwiRGF0ZUZvcm1hdCI6eyIkaWQiOiIzMTA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ZmFsc2UsIlBhcmVudFN0eWxlIjpudWxsfSwiSW5kZXgiOjcsIlBlcmNlbnRhZ2VDb21wbGV0ZSI6bnVsbCwiUG9zaXRpb24iOnsiUmF0aW8iOjAuMjkyMDU3MTU5ODAwNTg4MzMsIklzQ3VzdG9tIjp0cnVlfSwiRGF0ZUZvcm1hdCI6eyIkcmVmIjoiMzEwIn0sIklkIjoiZDUxMDFhN2MtOThiNC00YjkwLTkzZjMtNjQ4NDMzZjA2NjYxIiwiSW1wb3J0SWQiOm51bGwsIlRpdGxlIjoiUGVyc29uYWwgRGlnaXRhbCBCYW5raW5nIFBsYXRmb3JtIiwiTm90ZSI6bnVsbCwiSHlwZXJsaW5rIjpudWxsLCJJc0NoYW5nZWQiOmZhbHNlLCJJc05ldyI6ZmFsc2V9LHsiJGlkIjoiMzExIiwiRGF0ZSI6IjIwMjEtMTEtMzBUMDA6MDA6MDBaIiwiU3R5bGUiOnsiJGlkIjoiMzEyIiwiU2hhcGUiOjEsIkNvbm5lY3Rvck1hcmdpbiI6eyIkaWQiOiIzMTMiLCJUb3AiOjAsIkxlZnQiOjIsIlJpZ2h0IjoyLCJCb3R0b20iOjB9LCJDb25uZWN0b3JTdHlsZSI6eyIkaWQiOiIzMTQiLCJMaW5lQ29sb3IiOnsiJGlkIjoiMzE1IiwiJHR5cGUiOiJOTFJFLkNvbW1vbi5Eb20uU29saWRDb2xvckJydXNoLCBOTFJFLkNvbW1vbiIsIkNvbG9yIjp7IiRpZCI6IjMxNiIsIkEiOjEyNywiUiI6NzksIkciOjEyOSwiQiI6MTg5fX0sIkxpbmVXZWlnaHQiOjEuMCwiTGluZVR5cGUiOjAsIlBhcmVudFN0eWxlIjpudWxsfSwiSXNCZWxvd1RpbWViYW5kIjp0cnVlLCJIaWRlRGF0ZSI6ZmFsc2UsIlNoYXBlU2l6ZSI6MSwiU3BhY2luZyI6Mi4wLCJQYWRkaW5nIjp7IiRpZCI6IjMxNyIsIlRvcCI6NywiTGVmdCI6MywiUmlnaHQiOjAsIkJvdHRvbSI6Mn0sIlNoYXBlU3R5bGUiOnsiJGlkIjoiMzE4IiwiTWFyZ2luIjp7IiRpZCI6IjMxOSIsIlRvcCI6MCwiTGVmdCI6MCwiUmlnaHQiOjAsIkJvdHRvbSI6MH0sIlBhZGRpbmciOnsiJGlkIjoiMzIwIiwiVG9wIjowLCJMZWZ0IjowLCJSaWdodCI6MCwiQm90dG9tIjowfSwiQmFja2dyb3VuZCI6eyIkaWQiOiIzMjEiLCJDb2xvciI6eyIkaWQiOiIzMjIiLCJBIjoyNTUsIlIiOjkxLCJHIjoxNTUsIkIiOjIxM319LCJJc1Zpc2libGUiOnRydWUsIldpZHRoIjoxMy4wLCJIZWlnaHQiOjEzLjAsIkJvcmRlclN0eWxlIjp7IiRpZCI6IjMyMyIsIkxpbmVDb2xvciI6eyIkcmVmIjoiNjYifSwiTGluZVdlaWdodCI6MC4wLCJMaW5lVHlwZSI6MCwiUGFyZW50U3R5bGUiOm51bGx9LCJQYXJlbnRTdHlsZSI6bnVsbH0sIlRpdGxlU3R5bGUiOnsiJGlkIjoiMzI0IiwiRm9udFNldHRpbmdzIjp7IiRpZCI6IjMyNSIsIkZvbnRTaXplIjoxNiwiRm9udE5hbWUiOiJDYWxpYnJpIiwiSXNCb2xkIjpmYWxzZSwiSXNJdGFsaWMiOmZhbHNlLCJJc1VuZGVybGluZWQiOmZhbHNlLCJQYXJlbnRTdHlsZSI6bnVsbH0sIkF1dG9TaXplIjowLCJGb3JlZ3JvdW5kIjp7IiRpZCI6IjMyNiIsIkNvbG9yIjp7IiRpZCI6IjMyNy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zMjgiLCJUb3AiOjAsIkxlZnQiOjAsIlJpZ2h0IjowLCJCb3R0b20iOjB9LCJQYWRkaW5nIjp7IiRpZCI6IjMyOSIsIlRvcCI6MCwiTGVmdCI6MCwiUmlnaHQiOjAsIkJvdHRvbSI6MH0sIkJhY2tncm91bmQiOnsiJHJlZiI6Ijc0In0sIklzVmlzaWJsZSI6dHJ1ZSwiV2lkdGgiOjAuMCwiSGVpZ2h0IjowLjAsIkJvcmRlclN0eWxlIjp7IiRpZCI6IjMzMCIsIkxpbmVDb2xvciI6bnVsbCwiTGluZVdlaWdodCI6MC4wLCJMaW5lVHlwZSI6MCwiUGFyZW50U3R5bGUiOm51bGx9LCJQYXJlbnRTdHlsZSI6bnVsbH0sIkRhdGVTdHlsZSI6eyIkaWQiOiIzMzEiLCJGb250U2V0dGluZ3MiOnsiJGlkIjoiMzMyIiwiRm9udFNpemUiOjEwLCJGb250TmFtZSI6IkNhbGlicmkiLCJJc0JvbGQiOmZhbHNlLCJJc0l0YWxpYyI6ZmFsc2UsIklzVW5kZXJsaW5lZCI6ZmFsc2UsIlBhcmVudFN0eWxlIjpudWxsfSwiQXV0b1NpemUiOjAsIkZvcmVncm91bmQiOnsiJHJlZiI6Ijc3In0sIk1heFdpZHRoIjoyMDAuMCwiTWF4SGVpZ2h0IjoiSW5maW5pdHkiLCJTbWFydEZvcmVncm91bmRJc0FjdGl2ZSI6ZmFsc2UsIkhvcml6b250YWxBbGlnbm1lbnQiOjAsIlZlcnRpY2FsQWxpZ25tZW50IjowLCJTbWFydEZvcmVncm91bmQiOm51bGwsIkJhY2tncm91bmRGaWxsVHlwZSI6MCwiTWFyZ2luIjp7IiRpZCI6IjMzMyIsIlRvcCI6MCwiTGVmdCI6MCwiUmlnaHQiOjAsIkJvdHRvbSI6MH0sIlBhZGRpbmciOnsiJGlkIjoiMzM0IiwiVG9wIjowLCJMZWZ0IjowLCJSaWdodCI6MCwiQm90dG9tIjowfSwiQmFja2dyb3VuZCI6eyIkcmVmIjoiODEifSwiSXNWaXNpYmxlIjpmYWxzZSwiV2lkdGgiOjAuMCwiSGVpZ2h0IjowLjAsIkJvcmRlclN0eWxlIjp7IiRpZCI6IjMzNSIsIkxpbmVDb2xvciI6bnVsbCwiTGluZVdlaWdodCI6MC4wLCJMaW5lVHlwZSI6MCwiUGFyZW50U3R5bGUiOm51bGx9LCJQYXJlbnRTdHlsZSI6bnVsbH0sIkRhdGVGb3JtYXQiOnsiJGlkIjoiMzM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Jc1Zpc2libGUiOmZhbHNlLCJQYXJlbnRTdHlsZSI6bnVsbH0sIkluZGV4Ijo4LCJQZXJjZW50YWdlQ29tcGxldGUiOm51bGwsIlBvc2l0aW9uIjp7IlJhdGlvIjowLjEzMDI4MTE0Njk1NjA3ODgxLCJJc0N1c3RvbSI6dHJ1ZX0sIkRhdGVGb3JtYXQiOnsiJHJlZiI6IjMzNiJ9LCJJZCI6IjJkOGUzM2FmLThjZjMtNDc4MS05MTQ1LTgyODA2NWI3YzQ2MSIsIkltcG9ydElkIjpudWxsLCJUaXRsZSI6Ik1vdGl2ZSBMZW5kaW5nIiwiTm90ZSI6bnVsbCwiSHlwZXJsaW5rIjpudWxsLCJJc0NoYW5nZWQiOmZhbHNlLCJJc05ldyI6ZmFsc2V9XSwiVGFza3MiOltdLCJNc1Byb2plY3RJdGVtc1RyZWUiOnsiJGlkIjoiMzM3IiwiUm9vdCI6eyJJbXBvcnRJZCI6bnVsbCwiSXNJbXBvcnRlZCI6ZmFsc2UsIkNoaWxkcmVuIjpbXX19LCJNZXRhZGF0YSI6eyIkaWQiOiIzMzgiLCJSZWNlbnRDb2xvcnNDb2xsZWN0aW9uIjoiW1wiI0ZGNUI5QkQ1XCIsXCIjRkY0NDU0NkFcIixcIiNGRkVEN0QzMVwiLFwiI0ZGNzBBRDQ3XCJdIn0sIlNldHRpbmdzIjp7IiRpZCI6IjMzOSIsIkltcGFPcHRpb25zIjp7IiRpZCI6IjM0MCIsIkxlZnRUb1JpZ2h0IjpmYWxzZSwiUGF5bG9hZE9wdGlvbnMiOjJ9LCJVc2VDb21wcmVzc2lvbiI6ZmFsc2UsIkNvbXByZXNpb25QZXJjZW50YWdlIjo1MC4wLCJJbmFjdGl2ZUludGVydmFsV2lkdGhUaHJlc2hvbGQiOjMwLjAsIkluYWN0aXZlSW50ZXJ2YWxXaWR0aCI6MS4wLCJTcGxpdFRhc2tzIjpmYWxzZSwiVXNlQ2x1c3RlciI6ZmFsc2UsIkVwc2lsb24iOjAuMCwiTWluUG9pbnRzVG9Gb3JtQUNsdXN0ZXIiOjIsIkdlbmVyYXRlSW52aXNpYmxlU2hhcGVzIjpmYWxzZSwiU21hcnRUaW1lbGluZVRhc2tQZXJjZW50YWdlRml0IjpmYWxzZX0sIklzTmV3Ijp0cnVlLCJJbXBvcnRUeXBlIjowLCJGaWxlUGF0aCI6bnVsbCwiVGltZUNvbmZpZ3VyYXRpb24iOnsiJGlkIjoiMzQxIiwiVXNlVGltZSI6ZmFsc2UsIldvcmtEYXlTdGFydCI6IjAwOjAwOjAwIiwiV29ya0RheUVuZCI6IjIzOjU5OjAwIn0sIkxhc3RVc2VkVGVtcGxhdGVJZCI6ImNjMjZmODYzLTI3Y2UtNDgwZS1hNTg5LWIzZjEyZjJkNmViMCJ9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Q3VsdHVyZUluZm9OYW1lIjoiZW4tVVMiLCJTdHlsZU5hbWUiOm51bGwsIlZlcnNpb24iOnsiJGlkIjoiMiIsIlZlcnNpb24iOiIzLjEuMyIsIk9yaWdpbmFsQXNzZW1ibHlWZXJzaW9uIjoiMy42Mi4xMS4wMCIsIkVkaXRpb24iOiJQbHVzIiwiSXNQbHVzRWRpdGlvbiI6dHJ1ZX0sIkVmZmVjdCI6MSwiU3R5bGUiOnsiJGlkIjoiMyIsIlRpbWViYW5kU3R5bGUiOnsiJGlkIjoiNCIsIlNjYWxlTWFya2luZyI6MSwiU2hhcGUiOjEwLCJTaGFwZVN0eWxlIjp7IiRpZCI6IjUiLCJNYXJnaW4iOnsiJGlkIjoiNiIsIlRvcCI6MCwiTGVmdCI6MTAsIlJpZ2h0IjoxMCwiQm90dG9tIjowfSwiUGFkZGluZyI6eyIkaWQiOiI3IiwiVG9wIjozLCJMZWZ0IjowLCJSaWdodCI6MCwiQm90dG9tIjozfSwiQmFja2dyb3VuZCI6eyIkaWQiOiI4IiwiQ29sb3IiOnsiJGlkIjoiOSIsIkEiOjI1NSwiUiI6NDUsIkciOjExMywiQiI6MTE3fX0sIklzVmlzaWJsZSI6dHJ1ZSwiV2lkdGgiOjg1OC4wLCJIZWlnaHQiOjIwLjAsIkJvcmRlclN0eWxlIjp7IiRpZCI6IjEwIiwiTGluZUNvbG9yIjp7IiRpZCI6IjExIiwiJHR5cGUiOiJOTFJFLkNvbW1vbi5Eb20uU29saWRDb2xvckJydXNoLCBOTFJFLkNvbW1vbiIsIkNvbG9yIjp7IiRpZCI6IjEyIiwiQSI6MjU1LCJSIjoyNTUsIkciOjAsIkIiOjB9fSwiTGluZVdlaWdodCI6MC4wLCJMaW5lVHlwZSI6MCwiUGFyZW50U3R5bGUiOm51bGx9LCJQYXJlbnRTdHlsZSI6bnVsbH0sIlJpZ2h0RW5kQ2Fwc1N0eWxlIjp7IiRpZCI6IjEzIiwiRm9udFNldHRpbmdzIjp7IiRpZCI6IjE0IiwiRm9udFNpemUiOjE4LCJGb250TmFtZSI6IkNhbGlicmkiLCJJc0JvbGQiOnRydWUsIklzSXRhbGljIjpmYWxzZSwiSXNVbmRlcmxpbmVkIjpmYWxzZSwiUGFyZW50U3R5bGUiOm51bGx9LCJBdXRvU2l6ZSI6MCwiRm9yZWdyb3VuZCI6eyIkaWQiOiIxNSIsIkNvbG9yIjp7IiRpZCI6IjE2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xNyIsIlRvcCI6MCwiTGVmdCI6MCwiUmlnaHQiOjIwLCJCb3R0b20iOjB9LCJQYWRkaW5nIjp7IiRpZCI6IjE4IiwiVG9wIjowLCJMZWZ0IjowLCJSaWdodCI6MCwiQm90dG9tIjowfSwiQmFja2dyb3VuZCI6eyIkaWQiOiIxOSIsIkNvbG9yIjp7IiRpZCI6IjIwIiwiQSI6MjU1LCJSIjoyNTUsIkciOjI1NSwiQiI6MjU1fX0sIklzVmlzaWJsZSI6ZmFsc2UsIldpZHRoIjowLjAsIkhlaWdodCI6MC4wLCJCb3JkZXJTdHlsZSI6bnVsbCwiUGFyZW50U3R5bGUiOm51bGx9LCJMZWZ0RW5kQ2Fwc1N0eWxlIjp7IiRpZCI6IjIxIiwiRm9udFNldHRpbmdzIjp7IiRpZCI6IjIyIiwiRm9udFNpemUiOjE4LCJGb250TmFtZSI6IkNhbGlicmkiLCJJc0JvbGQiOnRydWUsIklzSXRhbGljIjpmYWxzZSwiSXNVbmRlcmxpbmVkIjpmYWxzZSwiUGFyZW50U3R5bGUiOm51bGx9LCJBdXRvU2l6ZSI6MCwiRm9yZWdyb3VuZCI6eyIkaWQiOiIyMyIsIkNvbG9yIjp7IiRpZCI6IjI0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yNSIsIlRvcCI6MCwiTGVmdCI6MjAsIlJpZ2h0IjowLCJCb3R0b20iOjB9LCJQYWRkaW5nIjp7IiRpZCI6IjI2IiwiVG9wIjowLCJMZWZ0IjowLCJSaWdodCI6MCwiQm90dG9tIjowfSwiQmFja2dyb3VuZCI6eyIkaWQiOiIyNyIsIkNvbG9yIjp7IiRpZCI6IjI4IiwiQSI6MCwiUiI6MCwiRyI6MCwiQiI6MH19LCJJc1Zpc2libGUiOmZhbHNlLCJXaWR0aCI6MC4wLCJIZWlnaHQiOjAuMCwiQm9yZGVyU3R5bGUiOm51bGwsIlBhcmVudFN0eWxlIjpudWxsfSwiVG9kYXlUZXh0U3R5bGUiOnsiJGlkIjoiMjkiLCJGb250U2V0dGluZ3MiOnsiJGlkIjoiMzAiLCJGb250U2l6ZSI6MTIsIkZvbnROYW1lIjoiQ2FsaWJyaSIsIklzQm9sZCI6ZmFsc2UsIklzSXRhbGljIjpmYWxzZSwiSXNVbmRlcmxpbmVkIjpmYWxzZSwiUGFyZW50U3R5bGUiOm51bGx9LCJBdXRvU2l6ZSI6MCwiRm9yZWdyb3VuZCI6eyIkaWQiOiIzMSIsIkNvbG9yIjp7IiRpZCI6IjMy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MzIiwiVG9wIjowLCJMZWZ0IjowLCJSaWdodCI6MCwiQm90dG9tIjowfSwiUGFkZGluZyI6eyIkaWQiOiIzNCIsIlRvcCI6MCwiTGVmdCI6MCwiUmlnaHQiOjAsIkJvdHRvbSI6MH0sIkJhY2tncm91bmQiOnsiJGlkIjoiMzUiLCJDb2xvciI6eyIkcmVmIjoiMjgifX0sIklzVmlzaWJsZSI6dHJ1ZSwiV2lkdGgiOjAuMCwiSGVpZ2h0IjowLjAsIkJvcmRlclN0eWxlIjpudWxsLCJQYXJlbnRTdHlsZSI6bnVsbH0sIlRvZGF5TWFya2VyU3R5bGUiOnsiJGlkIjoiMzYiLCJNYXJnaW4iOnsiJGlkIjoiMzciLCJUb3AiOjAsIkxlZnQiOjAsIlJpZ2h0IjowLCJCb3R0b20iOjB9LCJQYWRkaW5nIjp7IiRpZCI6IjM4IiwiVG9wIjowLCJMZWZ0IjowLCJSaWdodCI6MCwiQm90dG9tIjowfSwiQmFja2dyb3VuZCI6eyIkaWQiOiIzOSIsIkNvbG9yIjp7IiRpZCI6IjQwIiwiQSI6MjU1LCJSIjoyNTUsIkciOjAsIkIiOjB9fSwiSXNWaXNpYmxlIjp0cnVlLCJXaWR0aCI6MC4wLCJIZWlnaHQiOjAuMCwiQm9yZGVyU3R5bGUiOm51bGwsIlBhcmVudFN0eWxlIjpudWxsfSwiU2NhbGVTdHlsZSI6eyIkaWQiOiI0MSIsIlNob3dTZWdtZW50U2VwYXJhdG9ycyI6ZmFsc2UsIlNlZ21lbnRTZXBhcmF0b3JPcGFjaXR5IjozMCwiRm9udFNldHRpbmdzIjp7IiRpZCI6IjQyIiwiRm9udFNpemUiOjE0LCJGb250TmFtZSI6IkNhbGlicmkiLCJJc0JvbGQiOmZhbHNlLCJJc0l0YWxpYyI6ZmFsc2UsIklzVW5kZXJsaW5lZCI6ZmFsc2UsIlBhcmVudFN0eWxlIjpudWxsfSwiQXV0b1NpemUiOjAsIkZvcmVncm91bmQiOnsiJGlkIjoiNDMiLCJDb2xvciI6eyIkaWQiOiI0NC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0NSIsIlRvcCI6MCwiTGVmdCI6NSwiUmlnaHQiOjAsIkJvdHRvbSI6MH0sIlBhZGRpbmciOnsiJGlkIjoiNDYiLCJUb3AiOjAsIkxlZnQiOjAsIlJpZ2h0IjowLCJCb3R0b20iOjB9LCJCYWNrZ3JvdW5kIjp7IiRpZCI6IjQ3IiwiQ29sb3IiOnsiJHJlZiI6IjI4In19LCJJc1Zpc2libGUiOnRydWUsIldpZHRoIjowLjAsIkhlaWdodCI6MC4wLCJCb3JkZXJTdHlsZSI6bnVsbCwiUGFyZW50U3R5bGUiOm51bGx9LCJFbGFwc2VkVGltZUJhY2tncm91bmQiOnsiJGlkIjoiNDgiLCJDb2xvciI6eyIkaWQiOiI0OSIsIkEiOjE5MSwiUiI6MjU1LCJHIjowLCJCIjowfX0sIkFwcGVuZFllYXJPblllYXJDaGFuZ2UiOmZhbHNlLCJFbGFwc2VkVGltZUZvcm1hdCI6MCwiVG9kYXlNYXJrZXJQb3NpdGlvbiI6MCwiUXVpY2tQb3NpdGlvbiI6MywiQWJzb2x1dGVQb3NpdGlvbiI6ODQuOTAxNSwiTWFyZ2luIjp7IiRpZCI6IjUwIiwiVG9wIjowLCJMZWZ0IjoxMCwiUmlnaHQiOjEwLCJCb3R0b20iOjB9LCJQYWRkaW5nIjp7IiRpZCI6IjUxIiwiVG9wIjowLCJMZWZ0IjowLCJSaWdodCI6MCwiQm90dG9tIjowfSwiQmFja2dyb3VuZCI6eyIkaWQiOiI1MiIsIkNvbG9yIjp7IiRpZCI6IjUzIiwiQSI6MjU1LCJSIjo0NywiRyI6NTQsIkIiOjE1M319LCJJc1Zpc2libGUiOnRydWUsIldpZHRoIjowLjAsIkhlaWdodCI6MC4wLCJCb3JkZXJTdHlsZSI6bnVsbCwiUGFyZW50U3R5bGUiOm51bGx9LCJEZWZhdWx0TWlsZXN0b25lU3R5bGUiOnsiJGlkIjoiNTQiLCJTaGFwZSI6MiwiQ29ubmVjdG9yTWFyZ2luIjp7IiRpZCI6IjU1IiwiVG9wIjowLCJMZWZ0IjoyLCJSaWdodCI6MiwiQm90dG9tIjowfSwiQ29ubmVjdG9yU3R5bGUiOnsiJGlkIjoiNTYiLCJMaW5lQ29sb3IiOnsiJGlkIjoiNTciLCIkdHlwZSI6Ik5MUkUuQ29tbW9uLkRvbS5Tb2xpZENvbG9yQnJ1c2gsIE5MUkUuQ29tbW9uIiwiQ29sb3IiOnsiJGlkIjoiNTgiLCJBIjoxMjcsIlIiOjc5LCJHIjoxMjksIkIiOjE4OX19LCJMaW5lV2VpZ2h0IjoxLjAsIkxpbmVUeXBlIjowLCJQYXJlbnRTdHlsZSI6bnVsbH0sIklzQmVsb3dUaW1lYmFuZCI6dHJ1ZSwiSGlkZURhdGUiOmZhbHNlLCJTaGFwZVNpemUiOjEsIlNwYWNpbmciOjIuMCwiUGFkZGluZyI6eyIkaWQiOiI1OSIsIlRvcCI6NywiTGVmdCI6MywiUmlnaHQiOjAsIkJvdHRvbSI6Mn0sIlNoYXBlU3R5bGUiOnsiJGlkIjoiNjAiLCJNYXJnaW4iOnsiJGlkIjoiNjEiLCJUb3AiOjAsIkxlZnQiOjAsIlJpZ2h0IjowLCJCb3R0b20iOjB9LCJQYWRkaW5nIjp7IiRpZCI6IjYyIiwiVG9wIjowLCJMZWZ0IjowLCJSaWdodCI6MCwiQm90dG9tIjowfSwiQmFja2dyb3VuZCI6eyIkaWQiOiI2MyIsIkNvbG9yIjp7IiRpZCI6IjY0IiwiQSI6MjU1LCJSIjowLCJHIjoxMTQsIkIiOjE4OH19LCJJc1Zpc2libGUiOnRydWUsIldpZHRoIjoxMy4wLCJIZWlnaHQiOjEzLjAsIkJvcmRlclN0eWxlIjp7IiRpZCI6IjY1IiwiTGluZUNvbG9yIjp7IiRpZCI6IjY2IiwiJHR5cGUiOiJOTFJFLkNvbW1vbi5Eb20uU29saWRDb2xvckJydXNoLCBOTFJFLkNvbW1vbiIsIkNvbG9yIjp7IiRpZCI6IjY3IiwiQSI6MjU1LCJSIjoyNTUsIkciOjAsIkIiOjB9fSwiTGluZVdlaWdodCI6MC4wLCJMaW5lVHlwZSI6MCwiUGFyZW50U3R5bGUiOm51bGx9LCJQYXJlbnRTdHlsZSI6bnVsbH0sIlRpdGxlU3R5bGUiOnsiJGlkIjoiNjgiLCJGb250U2V0dGluZ3MiOnsiJGlkIjoiNjkiLCJGb250U2l6ZSI6MTYsIkZvbnROYW1lIjoiQ2FsaWJyaSIsIklzQm9sZCI6ZmFsc2UsIklzSXRhbGljIjpmYWxzZSwiSXNVbmRlcmxpbmVkIjpmYWxzZSwiUGFyZW50U3R5bGUiOm51bGx9LCJBdXRvU2l6ZSI6MCwiRm9yZWdyb3VuZCI6eyIkaWQiOiI3MCIsIkNvbG9yIjp7IiRpZCI6Ijcx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cyIiwiVG9wIjowLCJMZWZ0IjowLCJSaWdodCI6MCwiQm90dG9tIjowfSwiUGFkZGluZyI6eyIkaWQiOiI3MyIsIlRvcCI6MCwiTGVmdCI6MCwiUmlnaHQiOjAsIkJvdHRvbSI6MH0sIkJhY2tncm91bmQiOnsiJGlkIjoiNzQiLCJDb2xvciI6eyIkcmVmIjoiMjgifX0sIklzVmlzaWJsZSI6dHJ1ZSwiV2lkdGgiOjAuMCwiSGVpZ2h0IjowLjAsIkJvcmRlclN0eWxlIjpudWxsLCJQYXJlbnRTdHlsZSI6bnVsbH0sIkRhdGVTdHlsZSI6eyIkaWQiOiI3NSIsIkZvbnRTZXR0aW5ncyI6eyIkaWQiOiI3NiIsIkZvbnRTaXplIjoxMCwiRm9udE5hbWUiOiJDYWxpYnJpIiwiSXNCb2xkIjpmYWxzZSwiSXNJdGFsaWMiOmZhbHNlLCJJc1VuZGVybGluZWQiOmZhbHNlLCJQYXJlbnRTdHlsZSI6bnVsbH0sIkF1dG9TaXplIjowLCJGb3JlZ3JvdW5kIjp7IiRpZCI6Ijc3IiwiQ29sb3IiOnsiJGlkIjoiNzg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c5IiwiVG9wIjowLCJMZWZ0IjowLCJSaWdodCI6MCwiQm90dG9tIjowfSwiUGFkZGluZyI6eyIkaWQiOiI4MCIsIlRvcCI6MCwiTGVmdCI6MCwiUmlnaHQiOjAsIkJvdHRvbSI6MH0sIkJhY2tncm91bmQiOnsiJGlkIjoiODEiLCJDb2xvciI6eyIkcmVmIjoiMjgifX0sIklzVmlzaWJsZSI6ZmFsc2UsIldpZHRoIjowLjAsIkhlaWdodCI6MC4wLCJCb3JkZXJTdHlsZSI6bnVsbCwiUGFyZW50U3R5bGUiOm51bGx9LCJEYXRlRm9ybWF0Ijp7IiRpZCI6Ijg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Jc1Zpc2libGUiOnRydWUsIlBhcmVudFN0eWxlIjpudWxsfSwiRGVmYXVsdFRhc2tTdHlsZSI6eyIkaWQiOiI4MyIsIlNoYXBlIjoxLCJTaGFwZVRoaWNrbmVzcyI6MCwiRHVyYXRpb25Gb3JtYXQiOjAsIkluY2x1ZGVOb25Xb3JraW5nRGF5c0luRHVyYXRpb24iOmZhbHNlLCJQZXJjZW50YWdlQ29tcGxldGVTdHlsZSI6eyIkaWQiOiI4NCIsIkZvbnRTZXR0aW5ncyI6eyIkaWQiOiI4NSIsIkZvbnRTaXplIjoxMCwiRm9udE5hbWUiOiJDYWxpYnJpIiwiSXNCb2xkIjpmYWxzZSwiSXNJdGFsaWMiOmZhbHNlLCJJc1VuZGVybGluZWQiOmZhbHNlLCJQYXJlbnRTdHlsZSI6bnVsbH0sIkF1dG9TaXplIjowLCJGb3JlZ3JvdW5kIjp7IiRpZCI6Ijg2IiwiQ29sb3IiOnsiJGlkIjoiODc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4OCIsIlRvcCI6MCwiTGVmdCI6MCwiUmlnaHQiOjAsIkJvdHRvbSI6MH0sIlBhZGRpbmciOnsiJGlkIjoiODkiLCJUb3AiOjAsIkxlZnQiOjAsIlJpZ2h0IjowLCJCb3R0b20iOjB9LCJCYWNrZ3JvdW5kIjp7IiRpZCI6IjkwIiwiQ29sb3IiOnsiJHJlZiI6IjI4In19LCJJc1Zpc2libGUiOnRydWUsIldpZHRoIjowLjAsIkhlaWdodCI6MC4wLCJCb3JkZXJTdHlsZSI6bnVsbCwiUGFyZW50U3R5bGUiOm51bGx9LCJEdXJhdGlvblN0eWxlIjp7IiRpZCI6IjkxIiwiRm9udFNldHRpbmdzIjp7IiRpZCI6IjkyIiwiRm9udFNpemUiOjEwLCJGb250TmFtZSI6IkNhbGlicmkiLCJJc0JvbGQiOmZhbHNlLCJJc0l0YWxpYyI6ZmFsc2UsIklzVW5kZXJsaW5lZCI6ZmFsc2UsIlBhcmVudFN0eWxlIjpudWxsfSwiQXV0b1NpemUiOjAsIkZvcmVncm91bmQiOnsiJGlkIjoiOTMiLCJDb2xvciI6eyIkaWQiOiI5N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k1IiwiVG9wIjowLCJMZWZ0IjowLCJSaWdodCI6MCwiQm90dG9tIjowfSwiUGFkZGluZyI6eyIkaWQiOiI5NiIsIlRvcCI6MCwiTGVmdCI6MCwiUmlnaHQiOjAsIkJvdHRvbSI6MH0sIkJhY2tncm91bmQiOnsiJGlkIjoiOTciLCJDb2xvciI6eyIkcmVmIjoiMjgifX0sIklzVmlzaWJsZSI6dHJ1ZSwiV2lkdGgiOjAuMCwiSGVpZ2h0IjowLjAsIkJvcmRlclN0eWxlIjpudWxsLCJQYXJlbnRTdHlsZSI6bnVsbH0sIkhvcml6b250YWxDb25uZWN0b3JTdHlsZSI6eyIkaWQiOiI5OCIsIkxpbmVDb2xvciI6eyIkaWQiOiI5OSIsIiR0eXBlIjoiTkxSRS5Db21tb24uRG9tLlNvbGlkQ29sb3JCcnVzaCwgTkxSRS5Db21tb24iLCJDb2xvciI6eyIkaWQiOiIxMDAiLCJBIjoyNTUsIlIiOjIwNCwiRyI6MjA0LCJCIjoyMDR9fSwiTGluZVdlaWdodCI6MS4wLCJMaW5lVHlwZSI6MCwiUGFyZW50U3R5bGUiOm51bGx9LCJWZXJ0aWNhbENvbm5lY3RvclN0eWxlIjp7IiRpZCI6IjEwMSIsIkxpbmVDb2xvciI6eyIkaWQiOiIxMDIiLCIkdHlwZSI6Ik5MUkUuQ29tbW9uLkRvbS5Tb2xpZENvbG9yQnJ1c2gsIE5MUkUuQ29tbW9uIiwiQ29sb3IiOnsiJGlkIjoiMTAzIiwiQSI6MjU1LCJSIjoyMDQsIkciOjIwNCwiQiI6MjA0fX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ZmFsc2UsIlBlcmNlbnRhZ2VDb21wbGV0ZVNoYXBlT3BhY2l0eSI6MzUsIlNoYXBlU3R5bGUiOnsiJGlkIjoiMTA0IiwiTWFyZ2luIjp7IiRpZCI6IjEwNSIsIlRvcCI6MCwiTGVmdCI6NCwiUmlnaHQiOjQsIkJvdHRvbSI6MH0sIlBhZGRpbmciOnsiJGlkIjoiMTA2IiwiVG9wIjowLCJMZWZ0IjowLCJSaWdodCI6MCwiQm90dG9tIjowfSwiQmFja2dyb3VuZCI6eyIkaWQiOiIxMDciLCJDb2xvciI6eyIkaWQiOiIxMDgiLCJBIjoyNTUsIlIiOjAsIkciOjExNCwiQiI6MTg4fX0sIklzVmlzaWJsZSI6dHJ1ZSwiV2lkdGgiOjAuMCwiSGVpZ2h0IjoxMC4wLCJCb3JkZXJTdHlsZSI6eyIkaWQiOiIxMDkiLCJMaW5lQ29sb3IiOnsiJGlkIjoiMTEwIiwiJHR5cGUiOiJOTFJFLkNvbW1vbi5Eb20uU29saWRDb2xvckJydXNoLCBOTFJFLkNvbW1vbiIsIkNvbG9yIjp7IiRpZCI6IjExMSIsIkEiOjI1NSwiUiI6MjU1LCJHIjowLCJCIjowfX0sIkxpbmVXZWlnaHQiOjAuMCwiTGluZVR5cGUiOjAsIlBhcmVudFN0eWxlIjpudWxsfSwiUGFyZW50U3R5bGUiOm51bGx9LCJUaXRsZVN0eWxlIjp7IiRpZCI6IjExMiIsIkZvbnRTZXR0aW5ncyI6eyIkaWQiOiIxMTMiLCJGb250U2l6ZSI6MTEsIkZvbnROYW1lIjoiQ2FsaWJyaSIsIklzQm9sZCI6dHJ1ZSwiSXNJdGFsaWMiOmZhbHNlLCJJc1VuZGVybGluZWQiOmZhbHNlLCJQYXJlbnRTdHlsZSI6bnVsbH0sIkF1dG9TaXplIjowLCJGb3JlZ3JvdW5kIjp7IiRpZCI6IjExNCIsIkNvbG9yIjp7IiRpZCI6IjExNS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xMTYiLCJUb3AiOjAsIkxlZnQiOjAsIlJpZ2h0IjowLCJCb3R0b20iOjB9LCJQYWRkaW5nIjp7IiRpZCI6IjExNyIsIlRvcCI6MCwiTGVmdCI6MCwiUmlnaHQiOjAsIkJvdHRvbSI6MH0sIkJhY2tncm91bmQiOnsiJGlkIjoiMTE4IiwiQ29sb3IiOnsiJHJlZiI6IjI4In19LCJJc1Zpc2libGUiOnRydWUsIldpZHRoIjowLjAsIkhlaWdodCI6MC4wLCJCb3JkZXJTdHlsZSI6bnVsbCwiUGFyZW50U3R5bGUiOm51bGx9LCJEYXRlU3R5bGUiOnsiJGlkIjoiMTE5IiwiRm9udFNldHRpbmdzIjp7IiRpZCI6IjEyMCIsIkZvbnRTaXplIjoxMCwiRm9udE5hbWUiOiJDYWxpYnJpIiwiSXNCb2xkIjpmYWxzZSwiSXNJdGFsaWMiOmZhbHNlLCJJc1VuZGVybGluZWQiOmZhbHNlLCJQYXJlbnRTdHlsZSI6bnVsbH0sIkF1dG9TaXplIjowLCJGb3JlZ3JvdW5kIjp7IiRpZCI6IjEyMSIsIkNvbG9yIjp7IiRpZCI6IjEy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IzIiwiVG9wIjowLCJMZWZ0IjowLCJSaWdodCI6MCwiQm90dG9tIjowfSwiUGFkZGluZyI6eyIkaWQiOiIxMjQiLCJUb3AiOjAsIkxlZnQiOjAsIlJpZ2h0IjowLCJCb3R0b20iOjB9LCJCYWNrZ3JvdW5kIjp7IiRpZCI6IjEyNSIsIkNvbG9yIjp7IiRyZWYiOiIyOCJ9fSwiSXNWaXNpYmxlIjp0cnVlLCJXaWR0aCI6MC4wLCJIZWlnaHQiOjAuMCwiQm9yZGVyU3R5bGUiOm51bGwsIlBhcmVudFN0eWxlIjpudWxsfSwiRGF0ZUZvcm1hdCI6eyIkaWQiOiIxMjY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wsIl9leHBsaWNpdGx5U2V0Ijp7IiRpZCI6IjEyNy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Jc1Zpc2libGUiOmZhbHNlfX0sIlNob3dFbGFwc2VkVGltZUdyYWRpZW50U3R5bGUiOmZhbHNlfSwiU2NhbGUiOnsiJGlkIjoiMTI4IiwiU3RhcnREYXRlIjoiMDAwMS0wMS0wMVQwMDowMDowMCIsIkVuZERhdGUiOiIyMDIxLTExLTMwVDAwOjAwOjAwIiwiRm9ybWF0IjoiTU1NIiwiVHlwZSI6MiwiQXV0b0RhdGVSYW5nZSI6dHJ1ZSwiV29ya2luZ0RheXMiOjMxLCJUb2RheU1hcmtlclRleHQiOiJUb2RheSIsIkF1dG9TY2FsZVR5cGUiOnRydWV9LCJNaWxlc3RvbmVzIjpbeyIkaWQiOiIxMjkiLCJEYXRlIjoiMjAyMC0wNC0zMFQwMDowMDowMFoiLCJTdHlsZSI6eyIkaWQiOiIxMzAiLCJTaGFwZSI6MSwiQ29ubmVjdG9yTWFyZ2luIjp7IiRpZCI6IjEzMSIsIlRvcCI6MCwiTGVmdCI6MiwiUmlnaHQiOjIsIkJvdHRvbSI6MH0sIkNvbm5lY3RvclN0eWxlIjp7IiRpZCI6IjEzMiIsIkxpbmVDb2xvciI6eyIkaWQiOiIxMzMiLCIkdHlwZSI6Ik5MUkUuQ29tbW9uLkRvbS5Tb2xpZENvbG9yQnJ1c2gsIE5MUkUuQ29tbW9uIiwiQ29sb3IiOnsiJGlkIjoiMTM0IiwiQSI6MTI3LCJSIjo3OSwiRyI6MTI5LCJCIjoxODl9fSwiTGluZVdlaWdodCI6MS4wLCJMaW5lVHlwZSI6MCwiUGFyZW50U3R5bGUiOm51bGx9LCJJc0JlbG93VGltZWJhbmQiOnRydWUsIkhpZGVEYXRlIjpmYWxzZSwiU2hhcGVTaXplIjoxLCJTcGFjaW5nIjoyLjAsIlBhZGRpbmciOnsiJGlkIjoiMTM1IiwiVG9wIjo3LCJMZWZ0IjozLCJSaWdodCI6MCwiQm90dG9tIjoyfSwiU2hhcGVTdHlsZSI6eyIkaWQiOiIxMzYiLCJNYXJnaW4iOnsiJGlkIjoiMTM3IiwiVG9wIjowLCJMZWZ0IjowLCJSaWdodCI6MCwiQm90dG9tIjowfSwiUGFkZGluZyI6eyIkaWQiOiIxMzgiLCJUb3AiOjAsIkxlZnQiOjAsIlJpZ2h0IjowLCJCb3R0b20iOjB9LCJCYWNrZ3JvdW5kIjp7IiRpZCI6IjEzOSIsIkNvbG9yIjp7IiRpZCI6IjE0MCIsIkEiOjI1NSwiUiI6OTEsIkciOjE1NSwiQiI6MjEzfX0sIklzVmlzaWJsZSI6dHJ1ZSwiV2lkdGgiOjEzLjAsIkhlaWdodCI6MTMuMCwiQm9yZGVyU3R5bGUiOnsiJGlkIjoiMTQxIiwiTGluZUNvbG9yIjp7IiRyZWYiOiI2NiJ9LCJMaW5lV2VpZ2h0IjowLjAsIkxpbmVUeXBlIjowLCJQYXJlbnRTdHlsZSI6bnVsbH0sIlBhcmVudFN0eWxlIjpudWxsfSwiVGl0bGVTdHlsZSI6eyIkaWQiOiIxNDIiLCJGb250U2V0dGluZ3MiOnsiJGlkIjoiMTQzIiwiRm9udFNpemUiOjE2LCJGb250TmFtZSI6IkNhbGlicmkiLCJJc0JvbGQiOmZhbHNlLCJJc0l0YWxpYyI6ZmFsc2UsIklzVW5kZXJsaW5lZCI6ZmFsc2UsIlBhcmVudFN0eWxlIjpudWxsfSwiQXV0b1NpemUiOjAsIkZvcmVncm91bmQiOnsiJGlkIjoiMTQ0IiwiQ29sb3IiOnsiJGlkIjoiMTQ1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0NiIsIlRvcCI6MCwiTGVmdCI6MCwiUmlnaHQiOjAsIkJvdHRvbSI6MH0sIlBhZGRpbmciOnsiJGlkIjoiMTQ3IiwiVG9wIjowLCJMZWZ0IjowLCJSaWdodCI6MCwiQm90dG9tIjowfSwiQmFja2dyb3VuZCI6eyIkcmVmIjoiNzQifSwiSXNWaXNpYmxlIjp0cnVlLCJXaWR0aCI6MC4wLCJIZWlnaHQiOjAuMCwiQm9yZGVyU3R5bGUiOnsiJGlkIjoiMTQ4IiwiTGluZUNvbG9yIjpudWxsLCJMaW5lV2VpZ2h0IjowLjAsIkxpbmVUeXBlIjowLCJQYXJlbnRTdHlsZSI6bnVsbH0sIlBhcmVudFN0eWxlIjpudWxsfSwiRGF0ZVN0eWxlIjp7IiRpZCI6IjE0OSIsIkZvbnRTZXR0aW5ncyI6eyIkaWQiOiIxNTAiLCJGb250U2l6ZSI6MTAsIkZvbnROYW1lIjoiQ2FsaWJyaSIsIklzQm9sZCI6ZmFsc2UsIklzSXRhbGljIjpmYWxzZSwiSXNVbmRlcmxpbmVkIjpmYWxzZSwiUGFyZW50U3R5bGUiOm51bGx9LCJBdXRvU2l6ZSI6MCwiRm9yZWdyb3VuZCI6eyIkcmVmIjoiNzcifSwiTWF4V2lkdGgiOjIwMC4wLCJNYXhIZWlnaHQiOiJJbmZpbml0eSIsIlNtYXJ0Rm9yZWdyb3VuZElzQWN0aXZlIjpmYWxzZSwiSG9yaXpvbnRhbEFsaWdubWVudCI6MCwiVmVydGljYWxBbGlnbm1lbnQiOjAsIlNtYXJ0Rm9yZWdyb3VuZCI6bnVsbCwiQmFja2dyb3VuZEZpbGxUeXBlIjowLCJNYXJnaW4iOnsiJGlkIjoiMTUxIiwiVG9wIjowLCJMZWZ0IjowLCJSaWdodCI6MCwiQm90dG9tIjowfSwiUGFkZGluZyI6eyIkaWQiOiIxNTIiLCJUb3AiOjAsIkxlZnQiOjAsIlJpZ2h0IjowLCJCb3R0b20iOjB9LCJCYWNrZ3JvdW5kIjp7IiRyZWYiOiI4MSJ9LCJJc1Zpc2libGUiOmZhbHNlLCJXaWR0aCI6MC4wLCJIZWlnaHQiOjAuMCwiQm9yZGVyU3R5bGUiOnsiJGlkIjoiMTUzIiwiTGluZUNvbG9yIjpudWxsLCJMaW5lV2VpZ2h0IjowLjAsIkxpbmVUeXBlIjowLCJQYXJlbnRTdHlsZSI6bnVsbH0sIlBhcmVudFN0eWxlIjpudWxsfSwiRGF0ZUZvcm1hdCI6eyIkaWQiOiIxNTQ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x9LCJJbmRleCI6MSwiUGVyY2VudGFnZUNvbXBsZXRlIjpudWxsLCJQb3NpdGlvbiI6eyJSYXRpbyI6MC4yMTg3MjczMzc4NzI1NDA1MSwiSXNDdXN0b20iOnRydWV9LCJEYXRlRm9ybWF0Ijp7IiRyZWYiOiIxNTQifSwiSWQiOiI3YmZiOGEzOC0yYTk5LTQ0MzgtOTM3NS1kYmYyNDYwMTNiZjciLCJJbXBvcnRJZCI6bnVsbCwiVGl0bGUiOiJNb3RpdmUgRGlnaXRhbCBcckFjY291bnQgT3BlbmluZyAoREFPKSIsIk5vdGUiOm51bGwsIkh5cGVybGluayI6bnVsbCwiSXNDaGFuZ2VkIjpmYWxzZSwiSXNOZXciOmZhbHNlfSx7IiRpZCI6IjE1NSIsIkRhdGUiOiIyMDIwLTA3LTMxVDAwOjAwOjAwWiIsIlN0eWxlIjp7IiRpZCI6IjE1NiIsIlNoYXBlIjoxLCJDb25uZWN0b3JNYXJnaW4iOnsiJGlkIjoiMTU3IiwiVG9wIjowLCJMZWZ0IjoyLCJSaWdodCI6MiwiQm90dG9tIjowfSwiQ29ubmVjdG9yU3R5bGUiOnsiJGlkIjoiMTU4IiwiTGluZUNvbG9yIjp7IiRpZCI6IjE1OSIsIiR0eXBlIjoiTkxSRS5Db21tb24uRG9tLlNvbGlkQ29sb3JCcnVzaCwgTkxSRS5Db21tb24iLCJDb2xvciI6eyIkaWQiOiIxNjAiLCJBIjoxMjcsIlIiOjc5LCJHIjoxMjksIkIiOjE4OX19LCJMaW5lV2VpZ2h0IjoxLjAsIkxpbmVUeXBlIjowLCJQYXJlbnRTdHlsZSI6bnVsbH0sIklzQmVsb3dUaW1lYmFuZCI6dHJ1ZSwiSGlkZURhdGUiOmZhbHNlLCJTaGFwZVNpemUiOjEsIlNwYWNpbmciOjIuMCwiUGFkZGluZyI6eyIkaWQiOiIxNjEiLCJUb3AiOjcsIkxlZnQiOjMsIlJpZ2h0IjowLCJCb3R0b20iOjJ9LCJTaGFwZVN0eWxlIjp7IiRpZCI6IjE2MiIsIk1hcmdpbiI6eyIkaWQiOiIxNjMiLCJUb3AiOjAsIkxlZnQiOjAsIlJpZ2h0IjowLCJCb3R0b20iOjB9LCJQYWRkaW5nIjp7IiRpZCI6IjE2NCIsIlRvcCI6MCwiTGVmdCI6MCwiUmlnaHQiOjAsIkJvdHRvbSI6MH0sIkJhY2tncm91bmQiOnsiJGlkIjoiMTY1IiwiQ29sb3IiOnsiJGlkIjoiMTY2IiwiQSI6MjU1LCJSIjo5MSwiRyI6MTU1LCJCIjoyMTN9fSwiSXNWaXNpYmxlIjp0cnVlLCJXaWR0aCI6MTMuMCwiSGVpZ2h0IjoxMy4wLCJCb3JkZXJTdHlsZSI6eyIkaWQiOiIxNjciLCJMaW5lQ29sb3IiOnsiJHJlZiI6IjY2In0sIkxpbmVXZWlnaHQiOjAuMCwiTGluZVR5cGUiOjAsIlBhcmVudFN0eWxlIjpudWxsfSwiUGFyZW50U3R5bGUiOm51bGx9LCJUaXRsZVN0eWxlIjp7IiRpZCI6IjE2OCIsIkZvbnRTZXR0aW5ncyI6eyIkaWQiOiIxNjkiLCJGb250U2l6ZSI6MTYsIkZvbnROYW1lIjoiQ2FsaWJyaSIsIklzQm9sZCI6ZmFsc2UsIklzSXRhbGljIjpmYWxzZSwiSXNVbmRlcmxpbmVkIjpmYWxzZSwiUGFyZW50U3R5bGUiOm51bGx9LCJBdXRvU2l6ZSI6MiwiRm9yZWdyb3VuZCI6eyIkaWQiOiIxNzAiLCJDb2xvciI6eyIkaWQiOiIxNzEiLCJBIjoyNTUsIlIiOjAsIkciOjAsIkIiOjB9fSwiTWF4V2lkdGgiOjEyNy4wNDUyNzI4MjcxNDg0NCwiTWF4SGVpZ2h0IjoiSW5maW5pdHkiLCJTbWFydEZvcmVncm91bmRJc0FjdGl2ZSI6ZmFsc2UsIkhvcml6b250YWxBbGlnbm1lbnQiOjEsIlZlcnRpY2FsQWxpZ25tZW50IjowLCJTbWFydEZvcmVncm91bmQiOm51bGwsIkJhY2tncm91bmRGaWxsVHlwZSI6MCwiTWFyZ2luIjp7IiRpZCI6IjE3MiIsIlRvcCI6MCwiTGVmdCI6MCwiUmlnaHQiOjAsIkJvdHRvbSI6MH0sIlBhZGRpbmciOnsiJGlkIjoiMTczIiwiVG9wIjowLCJMZWZ0IjowLCJSaWdodCI6MCwiQm90dG9tIjowfSwiQmFja2dyb3VuZCI6eyIkcmVmIjoiNzQifSwiSXNWaXNpYmxlIjp0cnVlLCJXaWR0aCI6MC4wLCJIZWlnaHQiOjAuMCwiQm9yZGVyU3R5bGUiOnsiJGlkIjoiMTc0IiwiTGluZUNvbG9yIjpudWxsLCJMaW5lV2VpZ2h0IjowLjAsIkxpbmVUeXBlIjowLCJQYXJlbnRTdHlsZSI6bnVsbH0sIlBhcmVudFN0eWxlIjpudWxsfSwiRGF0ZVN0eWxlIjp7IiRpZCI6IjE3NSIsIkZvbnRTZXR0aW5ncyI6eyIkaWQiOiIxNzYiLCJGb250U2l6ZSI6MTAsIkZvbnROYW1lIjoiQ2FsaWJyaSIsIklzQm9sZCI6ZmFsc2UsIklzSXRhbGljIjpmYWxzZSwiSXNVbmRlcmxpbmVkIjpmYWxzZSwiUGFyZW50U3R5bGUiOm51bGx9LCJBdXRvU2l6ZSI6MCwiRm9yZWdyb3VuZCI6eyIkcmVmIjoiNzcifSwiTWF4V2lkdGgiOjIwMC4wLCJNYXhIZWlnaHQiOiJJbmZpbml0eSIsIlNtYXJ0Rm9yZWdyb3VuZElzQWN0aXZlIjpmYWxzZSwiSG9yaXpvbnRhbEFsaWdubWVudCI6MCwiVmVydGljYWxBbGlnbm1lbnQiOjAsIlNtYXJ0Rm9yZWdyb3VuZCI6bnVsbCwiQmFja2dyb3VuZEZpbGxUeXBlIjowLCJNYXJnaW4iOnsiJGlkIjoiMTc3IiwiVG9wIjowLCJMZWZ0IjowLCJSaWdodCI6MCwiQm90dG9tIjowfSwiUGFkZGluZyI6eyIkaWQiOiIxNzgiLCJUb3AiOjAsIkxlZnQiOjAsIlJpZ2h0IjowLCJCb3R0b20iOjB9LCJCYWNrZ3JvdW5kIjp7IiRyZWYiOiI4MSJ9LCJJc1Zpc2libGUiOmZhbHNlLCJXaWR0aCI6MC4wLCJIZWlnaHQiOjAuMCwiQm9yZGVyU3R5bGUiOnsiJGlkIjoiMTc5IiwiTGluZUNvbG9yIjpudWxsLCJMaW5lV2VpZ2h0IjowLjAsIkxpbmVUeXBlIjowLCJQYXJlbnRTdHlsZSI6bnVsbH0sIlBhcmVudFN0eWxlIjpudWxsfSwiRGF0ZUZvcm1hdCI6eyIkaWQiOiIxO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x9LCJJbmRleCI6MiwiUGVyY2VudGFnZUNvbXBsZXRlIjpudWxsLCJQb3NpdGlvbiI6eyJSYXRpbyI6MC4yOTIwNTY5NzE0MjA0NzY0OSwiSXNDdXN0b20iOnRydWV9LCJEYXRlRm9ybWF0Ijp7IiRyZWYiOiIxODAifSwiSWQiOiI0Y2VhNDQ1Mi1kYmZiLTQ3YjUtYmQxMS01ZDVjMmFjMWExYmEiLCJJbXBvcnRJZCI6bnVsbCwiVGl0bGUiOiJQZXJzb25hbCBcckRBTyIsIk5vdGUiOm51bGwsIkh5cGVybGluayI6bnVsbCwiSXNDaGFuZ2VkIjpmYWxzZSwiSXNOZXciOmZhbHNlfSx7IiRpZCI6IjE4MSIsIkRhdGUiOiIyMDIwLTExLTIyVDAwOjAwOjAwIiwiU3R5bGUiOnsiJGlkIjoiMTgyIiwiU2hhcGUiOjEsIkNvbm5lY3Rvck1hcmdpbiI6eyIkaWQiOiIxODMiLCJUb3AiOjAsIkxlZnQiOjIsIlJpZ2h0IjoyLCJCb3R0b20iOjB9LCJDb25uZWN0b3JTdHlsZSI6eyIkaWQiOiIxODQiLCJMaW5lQ29sb3IiOnsiJGlkIjoiMTg1IiwiJHR5cGUiOiJOTFJFLkNvbW1vbi5Eb20uU29saWRDb2xvckJydXNoLCBOTFJFLkNvbW1vbiIsIkNvbG9yIjp7IiRpZCI6IjE4NiIsIkEiOjEyNywiUiI6NzksIkciOjEyOSwiQiI6MTg5fX0sIkxpbmVXZWlnaHQiOjEuMCwiTGluZVR5cGUiOjAsIlBhcmVudFN0eWxlIjpudWxsfSwiSXNCZWxvd1RpbWViYW5kIjp0cnVlLCJIaWRlRGF0ZSI6ZmFsc2UsIlNoYXBlU2l6ZSI6MSwiU3BhY2luZyI6Mi4wLCJQYWRkaW5nIjp7IiRpZCI6IjE4NyIsIlRvcCI6NywiTGVmdCI6MywiUmlnaHQiOjAsIkJvdHRvbSI6Mn0sIlNoYXBlU3R5bGUiOnsiJGlkIjoiMTg4IiwiTWFyZ2luIjp7IiRpZCI6IjE4OSIsIlRvcCI6MCwiTGVmdCI6MCwiUmlnaHQiOjAsIkJvdHRvbSI6MH0sIlBhZGRpbmciOnsiJGlkIjoiMTkwIiwiVG9wIjowLCJMZWZ0IjowLCJSaWdodCI6MCwiQm90dG9tIjowfSwiQmFja2dyb3VuZCI6eyIkaWQiOiIxOTEiLCJDb2xvciI6eyIkaWQiOiIxOTIiLCJBIjoyNTUsIlIiOjkxLCJHIjoxNTUsIkIiOjIxM319LCJJc1Zpc2libGUiOnRydWUsIldpZHRoIjoxMy4wLCJIZWlnaHQiOjEzLjAsIkJvcmRlclN0eWxlIjp7IiRpZCI6IjE5MyIsIkxpbmVDb2xvciI6eyIkcmVmIjoiNjYifSwiTGluZVdlaWdodCI6MC4wLCJMaW5lVHlwZSI6MCwiUGFyZW50U3R5bGUiOm51bGx9LCJQYXJlbnRTdHlsZSI6bnVsbH0sIlRpdGxlU3R5bGUiOnsiJGlkIjoiMTk0IiwiRm9udFNldHRpbmdzIjp7IiRpZCI6IjE5NSIsIkZvbnRTaXplIjoxNiwiRm9udE5hbWUiOiJDYWxpYnJpIiwiSXNCb2xkIjpmYWxzZSwiSXNJdGFsaWMiOmZhbHNlLCJJc1VuZGVybGluZWQiOmZhbHNlLCJQYXJlbnRTdHlsZSI6bnVsbH0sIkF1dG9TaXplIjoyLCJGb3JlZ3JvdW5kIjp7IiRpZCI6IjE5NiIsIkNvbG9yIjp7IiRpZCI6IjE5NyIsIkEiOjI1NSwiUiI6MCwiRyI6MCwiQiI6MH19LCJNYXhXaWR0aCI6NTguNjQ3MDA2OTg4NTI1MzkxLCJNYXhIZWlnaHQiOiJJbmZpbml0eSIsIlNtYXJ0Rm9yZWdyb3VuZElzQWN0aXZlIjpmYWxzZSwiSG9yaXpvbnRhbEFsaWdubWVudCI6MSwiVmVydGljYWxBbGlnbm1lbnQiOjAsIlNtYXJ0Rm9yZWdyb3VuZCI6bnVsbCwiQmFja2dyb3VuZEZpbGxUeXBlIjowLCJNYXJnaW4iOnsiJGlkIjoiMTk4IiwiVG9wIjowLCJMZWZ0IjowLCJSaWdodCI6MCwiQm90dG9tIjowfSwiUGFkZGluZyI6eyIkaWQiOiIxOTkiLCJUb3AiOjAsIkxlZnQiOjAsIlJpZ2h0IjowLCJCb3R0b20iOjB9LCJCYWNrZ3JvdW5kIjp7IiRyZWYiOiI3NCJ9LCJJc1Zpc2libGUiOnRydWUsIldpZHRoIjowLjAsIkhlaWdodCI6MC4wLCJCb3JkZXJTdHlsZSI6eyIkaWQiOiIyMDAiLCJMaW5lQ29sb3IiOm51bGwsIkxpbmVXZWlnaHQiOjAuMCwiTGluZVR5cGUiOjAsIlBhcmVudFN0eWxlIjpudWxsfSwiUGFyZW50U3R5bGUiOm51bGx9LCJEYXRlU3R5bGUiOnsiJGlkIjoiMjAxIiwiRm9udFNldHRpbmdzIjp7IiRpZCI6IjIwMiIsIkZvbnRTaXplIjoxMCwiRm9udE5hbWUiOiJDYWxpYnJpIiwiSXNCb2xkIjpmYWxzZSwiSXNJdGFsaWMiOmZhbHNlLCJJc1VuZGVybGluZWQiOmZhbHNlLCJQYXJlbnRTdHlsZSI6bnVsbH0sIkF1dG9TaXplIjowLCJGb3JlZ3JvdW5kIjp7IiRyZWYiOiI3NyJ9LCJNYXhXaWR0aCI6MjAwLjAsIk1heEhlaWdodCI6IkluZmluaXR5IiwiU21hcnRGb3JlZ3JvdW5kSXNBY3RpdmUiOmZhbHNlLCJIb3Jpem9udGFsQWxpZ25tZW50IjowLCJWZXJ0aWNhbEFsaWdubWVudCI6MCwiU21hcnRGb3JlZ3JvdW5kIjpudWxsLCJCYWNrZ3JvdW5kRmlsbFR5cGUiOjAsIk1hcmdpbiI6eyIkaWQiOiIyMDMiLCJUb3AiOjAsIkxlZnQiOjAsIlJpZ2h0IjowLCJCb3R0b20iOjB9LCJQYWRkaW5nIjp7IiRpZCI6IjIwNCIsIlRvcCI6MCwiTGVmdCI6MCwiUmlnaHQiOjAsIkJvdHRvbSI6MH0sIkJhY2tncm91bmQiOnsiJHJlZiI6IjgxIn0sIklzVmlzaWJsZSI6ZmFsc2UsIldpZHRoIjowLjAsIkhlaWdodCI6MC4wLCJCb3JkZXJTdHlsZSI6eyIkaWQiOiIyMDUiLCJMaW5lQ29sb3IiOm51bGwsIkxpbmVXZWlnaHQiOjAuMCwiTGluZVR5cGUiOjAsIlBhcmVudFN0eWxlIjpudWxsfSwiUGFyZW50U3R5bGUiOm51bGx9LCJEYXRlRm9ybWF0Ijp7IiRpZCI6IjIw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luZGV4IjozLCJQZXJjZW50YWdlQ29tcGxldGUiOm51bGwsIlBvc2l0aW9uIjp7IlJhdGlvIjowLjIzOTU3MzI1NDk5NzM0NzYxLCJJc0N1c3RvbSI6dHJ1ZX0sIkRhdGVGb3JtYXQiOnsiJHJlZiI6IjIwNiJ9LCJJZCI6ImI1YTc0MDZmLTZjNTctNGEzMC05OWY3LThiOGIzZDI5ZGMyNSIsIkltcG9ydElkIjpudWxsLCJUaXRsZSI6IkJyYW5jaCAtIFBlcnNvbmFsIERBTyIsIk5vdGUiOm51bGwsIkh5cGVybGluayI6bnVsbCwiSXNDaGFuZ2VkIjpmYWxzZSwiSXNOZXciOmZhbHNlfSx7IiRpZCI6IjIwNyIsIkRhdGUiOiIyMDIwLTEyLTExVDAwOjAwOjAwIiwiU3R5bGUiOnsiJGlkIjoiMjA4IiwiU2hhcGUiOjEsIkNvbm5lY3Rvck1hcmdpbiI6eyIkaWQiOiIyMDkiLCJUb3AiOjAsIkxlZnQiOjIsIlJpZ2h0IjoyLCJCb3R0b20iOjB9LCJDb25uZWN0b3JTdHlsZSI6eyIkaWQiOiIyMTAiLCJMaW5lQ29sb3IiOnsiJGlkIjoiMjExIiwiJHR5cGUiOiJOTFJFLkNvbW1vbi5Eb20uU29saWRDb2xvckJydXNoLCBOTFJFLkNvbW1vbiIsIkNvbG9yIjp7IiRpZCI6IjIxMiIsIkEiOjEyNywiUiI6NzksIkciOjEyOSwiQiI6MTg5fX0sIkxpbmVXZWlnaHQiOjEuMCwiTGluZVR5cGUiOjAsIlBhcmVudFN0eWxlIjpudWxsfSwiSXNCZWxvd1RpbWViYW5kIjp0cnVlLCJIaWRlRGF0ZSI6ZmFsc2UsIlNoYXBlU2l6ZSI6MSwiU3BhY2luZyI6Mi4wLCJQYWRkaW5nIjp7IiRpZCI6IjIxMyIsIlRvcCI6NywiTGVmdCI6MywiUmlnaHQiOjAsIkJvdHRvbSI6Mn0sIlNoYXBlU3R5bGUiOnsiJGlkIjoiMjE0IiwiTWFyZ2luIjp7IiRpZCI6IjIxNSIsIlRvcCI6MCwiTGVmdCI6MCwiUmlnaHQiOjAsIkJvdHRvbSI6MH0sIlBhZGRpbmciOnsiJGlkIjoiMjE2IiwiVG9wIjowLCJMZWZ0IjowLCJSaWdodCI6MCwiQm90dG9tIjowfSwiQmFja2dyb3VuZCI6eyIkaWQiOiIyMTciLCJDb2xvciI6eyIkaWQiOiIyMTgiLCJBIjoyNTUsIlIiOjExMiwiRyI6MTczLCJCIjo3MX19LCJJc1Zpc2libGUiOnRydWUsIldpZHRoIjoxMy4wLCJIZWlnaHQiOjEzLjAsIkJvcmRlclN0eWxlIjp7IiRpZCI6IjIxOSIsIkxpbmVDb2xvciI6eyIkcmVmIjoiNjYifSwiTGluZVdlaWdodCI6MC4wLCJMaW5lVHlwZSI6MCwiUGFyZW50U3R5bGUiOm51bGx9LCJQYXJlbnRTdHlsZSI6bnVsbH0sIlRpdGxlU3R5bGUiOnsiJGlkIjoiMjIwIiwiRm9udFNldHRpbmdzIjp7IiRpZCI6IjIyMSIsIkZvbnRTaXplIjoxNiwiRm9udE5hbWUiOiJDYWxpYnJpIiwiSXNCb2xkIjpmYWxzZSwiSXNJdGFsaWMiOmZhbHNlLCJJc1VuZGVybGluZWQiOmZhbHNlLCJQYXJlbnRTdHlsZSI6bnVsbH0sIkF1dG9TaXplIjoyLCJGb3JlZ3JvdW5kIjp7IiRpZCI6IjIyMiIsIkNvbG9yIjp7IiRpZCI6IjIyMyIsIkEiOjI1NSwiUiI6MCwiRyI6MCwiQiI6MH19LCJNYXhXaWR0aCI6OTkuMjc3NzkzODg0Mjc3MzQ0LCJNYXhIZWlnaHQiOiJJbmZpbml0eSIsIlNtYXJ0Rm9yZWdyb3VuZElzQWN0aXZlIjpmYWxzZSwiSG9yaXpvbnRhbEFsaWdubWVudCI6MSwiVmVydGljYWxBbGlnbm1lbnQiOjAsIlNtYXJ0Rm9yZWdyb3VuZCI6bnVsbCwiQmFja2dyb3VuZEZpbGxUeXBlIjowLCJNYXJnaW4iOnsiJGlkIjoiMjI0IiwiVG9wIjowLCJMZWZ0IjowLCJSaWdodCI6MCwiQm90dG9tIjowfSwiUGFkZGluZyI6eyIkaWQiOiIyMjUiLCJUb3AiOjAsIkxlZnQiOjAsIlJpZ2h0IjowLCJCb3R0b20iOjB9LCJCYWNrZ3JvdW5kIjp7IiRyZWYiOiI3NCJ9LCJJc1Zpc2libGUiOnRydWUsIldpZHRoIjowLjAsIkhlaWdodCI6MC4wLCJCb3JkZXJTdHlsZSI6eyIkaWQiOiIyMjYiLCJMaW5lQ29sb3IiOm51bGwsIkxpbmVXZWlnaHQiOjAuMCwiTGluZVR5cGUiOjAsIlBhcmVudFN0eWxlIjpudWxsfSwiUGFyZW50U3R5bGUiOm51bGx9LCJEYXRlU3R5bGUiOnsiJGlkIjoiMjI3IiwiRm9udFNldHRpbmdzIjp7IiRpZCI6IjIyOCIsIkZvbnRTaXplIjoxMCwiRm9udE5hbWUiOiJDYWxpYnJpIiwiSXNCb2xkIjpmYWxzZSwiSXNJdGFsaWMiOmZhbHNlLCJJc1VuZGVybGluZWQiOmZhbHNlLCJQYXJlbnRTdHlsZSI6bnVsbH0sIkF1dG9TaXplIjowLCJGb3JlZ3JvdW5kIjp7IiRyZWYiOiI3NyJ9LCJNYXhXaWR0aCI6MjAwLjAsIk1heEhlaWdodCI6IkluZmluaXR5IiwiU21hcnRGb3JlZ3JvdW5kSXNBY3RpdmUiOmZhbHNlLCJIb3Jpem9udGFsQWxpZ25tZW50IjowLCJWZXJ0aWNhbEFsaWdubWVudCI6MCwiU21hcnRGb3JlZ3JvdW5kIjpudWxsLCJCYWNrZ3JvdW5kRmlsbFR5cGUiOjAsIk1hcmdpbiI6eyIkaWQiOiIyMjkiLCJUb3AiOjAsIkxlZnQiOjAsIlJpZ2h0IjowLCJCb3R0b20iOjB9LCJQYWRkaW5nIjp7IiRpZCI6IjIzMCIsIlRvcCI6MCwiTGVmdCI6MCwiUmlnaHQiOjAsIkJvdHRvbSI6MH0sIkJhY2tncm91bmQiOnsiJHJlZiI6IjgxIn0sIklzVmlzaWJsZSI6ZmFsc2UsIldpZHRoIjowLjAsIkhlaWdodCI6MC4wLCJCb3JkZXJTdHlsZSI6eyIkaWQiOiIyMzEiLCJMaW5lQ29sb3IiOm51bGwsIkxpbmVXZWlnaHQiOjAuMCwiTGluZVR5cGUiOjAsIlBhcmVudFN0eWxlIjpudWxsfSwiUGFyZW50U3R5bGUiOm51bGx9LCJEYXRlRm9ybWF0Ijp7IiRpZCI6IjIz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luZGV4Ijo0LCJQZXJjZW50YWdlQ29tcGxldGUiOm51bGwsIlBvc2l0aW9uIjp7IlJhdGlvIjowLjUwMjcxNzU5OTc1MTAzNjgsIklzQ3VzdG9tIjp0cnVlfSwiRGF0ZUZvcm1hdCI6eyIkcmVmIjoiMjMyIn0sIklkIjoiOTU0MzQ0ZGQtY2IyNy00OGJmLTk1MjUtNDRlMjg4YzNkY2RmIiwiSW1wb3J0SWQiOm51bGwsIlRpdGxlIjoiU21hbGwgQnVzaW5lc3MgUGxhdGZvcm0gKGluY2x1ZGluZyBTbWFsbCBCdXNpbmVzcyBEQU8pIiwiTm90ZSI6bnVsbCwiSHlwZXJsaW5rIjpudWxsLCJJc0NoYW5nZWQiOmZhbHNlLCJJc05ldyI6ZmFsc2V9LHsiJGlkIjoiMjMzIiwiRGF0ZSI6IjIwMjEtMDQtMzBUMDA6MDA6MDBaIiwiU3R5bGUiOnsiJGlkIjoiMjM0IiwiU2hhcGUiOjEsIkNvbm5lY3Rvck1hcmdpbiI6eyIkaWQiOiIyMzUiLCJUb3AiOjAsIkxlZnQiOjIsIlJpZ2h0IjoyLCJCb3R0b20iOjB9LCJDb25uZWN0b3JTdHlsZSI6eyIkaWQiOiIyMzYiLCJMaW5lQ29sb3IiOnsiJGlkIjoiMjM3IiwiJHR5cGUiOiJOTFJFLkNvbW1vbi5Eb20uU29saWRDb2xvckJydXNoLCBOTFJFLkNvbW1vbiIsIkNvbG9yIjp7IiRpZCI6IjIzOCIsIkEiOjEyNywiUiI6NzksIkciOjEyOSwiQiI6MTg5fX0sIkxpbmVXZWlnaHQiOjEuMCwiTGluZVR5cGUiOjAsIlBhcmVudFN0eWxlIjpudWxsfSwiSXNCZWxvd1RpbWViYW5kIjp0cnVlLCJIaWRlRGF0ZSI6ZmFsc2UsIlNoYXBlU2l6ZSI6MSwiU3BhY2luZyI6Mi4wLCJQYWRkaW5nIjp7IiRpZCI6IjIzOSIsIlRvcCI6NywiTGVmdCI6MywiUmlnaHQiOjAsIkJvdHRvbSI6Mn0sIlNoYXBlU3R5bGUiOnsiJGlkIjoiMjQwIiwiTWFyZ2luIjp7IiRpZCI6IjI0MSIsIlRvcCI6MCwiTGVmdCI6MCwiUmlnaHQiOjAsIkJvdHRvbSI6MH0sIlBhZGRpbmciOnsiJGlkIjoiMjQyIiwiVG9wIjowLCJMZWZ0IjowLCJSaWdodCI6MCwiQm90dG9tIjowfSwiQmFja2dyb3VuZCI6eyIkaWQiOiIyNDMiLCJDb2xvciI6eyIkaWQiOiIyNDQiLCJBIjoyNTUsIlIiOjExMiwiRyI6MTczLCJCIjo3MX19LCJJc1Zpc2libGUiOnRydWUsIldpZHRoIjoxMy4wLCJIZWlnaHQiOjEzLjAsIkJvcmRlclN0eWxlIjp7IiRpZCI6IjI0NSIsIkxpbmVDb2xvciI6eyIkcmVmIjoiNjYifSwiTGluZVdlaWdodCI6MC4wLCJMaW5lVHlwZSI6MCwiUGFyZW50U3R5bGUiOm51bGx9LCJQYXJlbnRTdHlsZSI6bnVsbH0sIlRpdGxlU3R5bGUiOnsiJGlkIjoiMjQ2IiwiRm9udFNldHRpbmdzIjp7IiRpZCI6IjI0NyIsIkZvbnRTaXplIjoxNiwiRm9udE5hbWUiOiJDYWxpYnJpIiwiSXNCb2xkIjpmYWxzZSwiSXNJdGFsaWMiOmZhbHNlLCJJc1VuZGVybGluZWQiOmZhbHNlLCJQYXJlbnRTdHlsZSI6bnVsbH0sIkF1dG9TaXplIjoyLCJGb3JlZ3JvdW5kIjp7IiRpZCI6IjI0OCIsIkNvbG9yIjp7IiRpZCI6IjI0OSIsIkEiOjI1NSwiUiI6MCwiRyI6MCwiQiI6MH19LCJNYXhXaWR0aCI6NzkuMzE4OTc3MzU1OTU3MDMxLCJNYXhIZWlnaHQiOiJJbmZpbml0eSIsIlNtYXJ0Rm9yZWdyb3VuZElzQWN0aXZlIjpmYWxzZSwiSG9yaXpvbnRhbEFsaWdubWVudCI6MSwiVmVydGljYWxBbGlnbm1lbnQiOjAsIlNtYXJ0Rm9yZWdyb3VuZCI6bnVsbCwiQmFja2dyb3VuZEZpbGxUeXBlIjowLCJNYXJnaW4iOnsiJGlkIjoiMjUwIiwiVG9wIjowLCJMZWZ0IjowLCJSaWdodCI6MCwiQm90dG9tIjowfSwiUGFkZGluZyI6eyIkaWQiOiIyNTEiLCJUb3AiOjAsIkxlZnQiOjAsIlJpZ2h0IjowLCJCb3R0b20iOjB9LCJCYWNrZ3JvdW5kIjp7IiRyZWYiOiI3NCJ9LCJJc1Zpc2libGUiOnRydWUsIldpZHRoIjowLjAsIkhlaWdodCI6MC4wLCJCb3JkZXJTdHlsZSI6eyIkaWQiOiIyNTIiLCJMaW5lQ29sb3IiOm51bGwsIkxpbmVXZWlnaHQiOjAuMCwiTGluZVR5cGUiOjAsIlBhcmVudFN0eWxlIjpudWxsfSwiUGFyZW50U3R5bGUiOm51bGx9LCJEYXRlU3R5bGUiOnsiJGlkIjoiMjUzIiwiRm9udFNldHRpbmdzIjp7IiRpZCI6IjI1NCIsIkZvbnRTaXplIjoxMCwiRm9udE5hbWUiOiJDYWxpYnJpIiwiSXNCb2xkIjpmYWxzZSwiSXNJdGFsaWMiOmZhbHNlLCJJc1VuZGVybGluZWQiOmZhbHNlLCJQYXJlbnRTdHlsZSI6bnVsbH0sIkF1dG9TaXplIjowLCJGb3JlZ3JvdW5kIjp7IiRyZWYiOiI3NyJ9LCJNYXhXaWR0aCI6MjAwLjAsIk1heEhlaWdodCI6IkluZmluaXR5IiwiU21hcnRGb3JlZ3JvdW5kSXNBY3RpdmUiOmZhbHNlLCJIb3Jpem9udGFsQWxpZ25tZW50IjowLCJWZXJ0aWNhbEFsaWdubWVudCI6MCwiU21hcnRGb3JlZ3JvdW5kIjpudWxsLCJCYWNrZ3JvdW5kRmlsbFR5cGUiOjAsIk1hcmdpbiI6eyIkaWQiOiIyNTUiLCJUb3AiOjAsIkxlZnQiOjAsIlJpZ2h0IjowLCJCb3R0b20iOjB9LCJQYWRkaW5nIjp7IiRpZCI6IjI1NiIsIlRvcCI6MCwiTGVmdCI6MCwiUmlnaHQiOjAsIkJvdHRvbSI6MH0sIkJhY2tncm91bmQiOnsiJHJlZiI6IjgxIn0sIklzVmlzaWJsZSI6ZmFsc2UsIldpZHRoIjowLjAsIkhlaWdodCI6MC4wLCJCb3JkZXJTdHlsZSI6eyIkaWQiOiIyNTciLCJMaW5lQ29sb3IiOm51bGwsIkxpbmVXZWlnaHQiOjAuMCwiTGluZVR5cGUiOjAsIlBhcmVudFN0eWxlIjpudWxsfSwiUGFyZW50U3R5bGUiOm51bGx9LCJEYXRlRm9ybWF0Ijp7IiRpZCI6IjI1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luZGV4Ijo1LCJQZXJjZW50YWdlQ29tcGxldGUiOm51bGwsIlBvc2l0aW9uIjp7IlJhdGlvIjowLjM2NzQzNTk5MjIwNTU4NDQ4LCJJc0N1c3RvbSI6dHJ1ZX0sIkRhdGVGb3JtYXQiOnsiJHJlZiI6IjI1OCJ9LCJJZCI6ImExNDZmOTk3LTI3YjgtNGM0Ny04OGNlLWU3Y2E5NzIxYjhkZSIsIkltcG9ydElkIjpudWxsLCJUaXRsZSI6IkJyYW5jaCDigJMgXHJTbWFsbCBCdXNpbmVzcyBEQU8iLCJOb3RlIjpudWxsLCJIeXBlcmxpbmsiOm51bGwsIklzQ2hhbmdlZCI6ZmFsc2UsIklzTmV3IjpmYWxzZX0seyIkaWQiOiIyNTkiLCJEYXRlIjoiMjAyMS0wNS0yOFQwMDowMDowMFoiLCJTdHlsZSI6eyIkaWQiOiIyNjAiLCJTaGFwZSI6MSwiQ29ubmVjdG9yTWFyZ2luIjp7IiRpZCI6IjI2MSIsIlRvcCI6MCwiTGVmdCI6MiwiUmlnaHQiOjIsIkJvdHRvbSI6MH0sIkNvbm5lY3RvclN0eWxlIjp7IiRpZCI6IjI2MiIsIkxpbmVDb2xvciI6eyIkaWQiOiIyNjMiLCIkdHlwZSI6Ik5MUkUuQ29tbW9uLkRvbS5Tb2xpZENvbG9yQnJ1c2gsIE5MUkUuQ29tbW9uIiwiQ29sb3IiOnsiJGlkIjoiMjY0IiwiQSI6MTI3LCJSIjo3OSwiRyI6MTI5LCJCIjoxODl9fSwiTGluZVdlaWdodCI6MS4wLCJMaW5lVHlwZSI6MCwiUGFyZW50U3R5bGUiOm51bGx9LCJJc0JlbG93VGltZWJhbmQiOnRydWUsIkhpZGVEYXRlIjpmYWxzZSwiU2hhcGVTaXplIjoxLCJTcGFjaW5nIjoyLjAsIlBhZGRpbmciOnsiJGlkIjoiMjY1IiwiVG9wIjo3LCJMZWZ0IjozLCJSaWdodCI6MCwiQm90dG9tIjoyfSwiU2hhcGVTdHlsZSI6eyIkaWQiOiIyNjYiLCJNYXJnaW4iOnsiJGlkIjoiMjY3IiwiVG9wIjowLCJMZWZ0IjowLCJSaWdodCI6MCwiQm90dG9tIjowfSwiUGFkZGluZyI6eyIkaWQiOiIyNjgiLCJUb3AiOjAsIkxlZnQiOjAsIlJpZ2h0IjowLCJCb3R0b20iOjB9LCJCYWNrZ3JvdW5kIjp7IiRpZCI6IjI2OSIsIkNvbG9yIjp7IiRpZCI6IjI3MCIsIkEiOjI1NSwiUiI6NjgsIkciOjg0LCJCIjoxMDZ9fSwiSXNWaXNpYmxlIjp0cnVlLCJXaWR0aCI6MTMuMCwiSGVpZ2h0IjoxMy4wLCJCb3JkZXJTdHlsZSI6eyIkaWQiOiIyNzEiLCJMaW5lQ29sb3IiOnsiJHJlZiI6IjY2In0sIkxpbmVXZWlnaHQiOjAuMCwiTGluZVR5cGUiOjAsIlBhcmVudFN0eWxlIjpudWxsfSwiUGFyZW50U3R5bGUiOm51bGx9LCJUaXRsZVN0eWxlIjp7IiRpZCI6IjI3MiIsIkZvbnRTZXR0aW5ncyI6eyIkaWQiOiIyNzMiLCJGb250U2l6ZSI6MTYsIkZvbnROYW1lIjoiQ2FsaWJyaSIsIklzQm9sZCI6ZmFsc2UsIklzSXRhbGljIjpmYWxzZSwiSXNVbmRlcmxpbmVkIjpmYWxzZSwiUGFyZW50U3R5bGUiOm51bGx9LCJBdXRvU2l6ZSI6MiwiRm9yZWdyb3VuZCI6eyIkaWQiOiIyNzQiLCJDb2xvciI6eyIkaWQiOiIyNzUiLCJBIjoyNTUsIlIiOjAsIkciOjAsIkIiOjB9fSwiTWF4V2lkdGgiOjEwMS44Nzk3NjA3NDIxODc1LCJNYXhIZWlnaHQiOiJJbmZpbml0eSIsIlNtYXJ0Rm9yZWdyb3VuZElzQWN0aXZlIjpmYWxzZSwiSG9yaXpvbnRhbEFsaWdubWVudCI6MCwiVmVydGljYWxBbGlnbm1lbnQiOjAsIlNtYXJ0Rm9yZWdyb3VuZCI6bnVsbCwiQmFja2dyb3VuZEZpbGxUeXBlIjowLCJNYXJnaW4iOnsiJGlkIjoiMjc2IiwiVG9wIjowLCJMZWZ0IjowLCJSaWdodCI6MCwiQm90dG9tIjowfSwiUGFkZGluZyI6eyIkaWQiOiIyNzciLCJUb3AiOjAsIkxlZnQiOjAsIlJpZ2h0IjowLCJCb3R0b20iOjB9LCJCYWNrZ3JvdW5kIjp7IiRyZWYiOiI3NCJ9LCJJc1Zpc2libGUiOnRydWUsIldpZHRoIjowLjAsIkhlaWdodCI6MC4wLCJCb3JkZXJTdHlsZSI6eyIkaWQiOiIyNzgiLCJMaW5lQ29sb3IiOm51bGwsIkxpbmVXZWlnaHQiOjAuMCwiTGluZVR5cGUiOjAsIlBhcmVudFN0eWxlIjpudWxsfSwiUGFyZW50U3R5bGUiOm51bGx9LCJEYXRlU3R5bGUiOnsiJGlkIjoiMjc5IiwiRm9udFNldHRpbmdzIjp7IiRpZCI6IjI4MCIsIkZvbnRTaXplIjoxMCwiRm9udE5hbWUiOiJDYWxpYnJpIiwiSXNCb2xkIjpmYWxzZSwiSXNJdGFsaWMiOmZhbHNlLCJJc1VuZGVybGluZWQiOmZhbHNlLCJQYXJlbnRTdHlsZSI6bnVsbH0sIkF1dG9TaXplIjowLCJGb3JlZ3JvdW5kIjp7IiRyZWYiOiI3NyJ9LCJNYXhXaWR0aCI6MjAwLjAsIk1heEhlaWdodCI6IkluZmluaXR5IiwiU21hcnRGb3JlZ3JvdW5kSXNBY3RpdmUiOmZhbHNlLCJIb3Jpem9udGFsQWxpZ25tZW50IjowLCJWZXJ0aWNhbEFsaWdubWVudCI6MCwiU21hcnRGb3JlZ3JvdW5kIjpudWxsLCJCYWNrZ3JvdW5kRmlsbFR5cGUiOjAsIk1hcmdpbiI6eyIkaWQiOiIyODEiLCJUb3AiOjAsIkxlZnQiOjAsIlJpZ2h0IjowLCJCb3R0b20iOjB9LCJQYWRkaW5nIjp7IiRpZCI6IjI4MiIsIlRvcCI6MCwiTGVmdCI6MCwiUmlnaHQiOjAsIkJvdHRvbSI6MH0sIkJhY2tncm91bmQiOnsiJHJlZiI6IjgxIn0sIklzVmlzaWJsZSI6ZmFsc2UsIldpZHRoIjowLjAsIkhlaWdodCI6MC4wLCJCb3JkZXJTdHlsZSI6eyIkaWQiOiIyODMiLCJMaW5lQ29sb3IiOm51bGwsIkxpbmVXZWlnaHQiOjAuMCwiTGluZVR5cGUiOjAsIlBhcmVudFN0eWxlIjpudWxsfSwiUGFyZW50U3R5bGUiOm51bGx9LCJEYXRlRm9ybWF0Ijp7IiRpZCI6IjI4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luZGV4Ijo2LCJQZXJjZW50YWdlQ29tcGxldGUiOm51bGwsIlBvc2l0aW9uIjp7IlJhdGlvIjowLjY0MTIyMDk0OTkwMjk0NjU0LCJJc0N1c3RvbSI6dHJ1ZX0sIkRhdGVGb3JtYXQiOnsiJHJlZiI6IjI4NCJ9LCJJZCI6IjcwMDFmZDhjLWQ4ZjMtNDk3Yy1hYzA0LTY3ZTE0YmRhZjY2OSIsIkltcG9ydElkIjpudWxsLCJUaXRsZSI6IkNvcnBvcmF0ZSBEaWdpdGFsIEJhbmtpbmcgUGxhdGZvcm0iLCJOb3RlIjpudWxsLCJIeXBlcmxpbmsiOm51bGwsIklzQ2hhbmdlZCI6ZmFsc2UsIklzTmV3IjpmYWxzZX0seyIkaWQiOiIyODUiLCJEYXRlIjoiMjAyMS0wOS0zMFQwMDowMDowMFoiLCJTdHlsZSI6eyIkaWQiOiIyODYiLCJTaGFwZSI6MSwiQ29ubmVjdG9yTWFyZ2luIjp7IiRpZCI6IjI4NyIsIlRvcCI6MCwiTGVmdCI6MiwiUmlnaHQiOjIsIkJvdHRvbSI6MH0sIkNvbm5lY3RvclN0eWxlIjp7IiRpZCI6IjI4OCIsIkxpbmVDb2xvciI6eyIkaWQiOiIyODkiLCIkdHlwZSI6Ik5MUkUuQ29tbW9uLkRvbS5Tb2xpZENvbG9yQnJ1c2gsIE5MUkUuQ29tbW9uIiwiQ29sb3IiOnsiJGlkIjoiMjkwIiwiQSI6MTI3LCJSIjo3OSwiRyI6MTI5LCJCIjoxODl9fSwiTGluZVdlaWdodCI6MS4wLCJMaW5lVHlwZSI6MCwiUGFyZW50U3R5bGUiOm51bGx9LCJJc0JlbG93VGltZWJhbmQiOnRydWUsIkhpZGVEYXRlIjpmYWxzZSwiU2hhcGVTaXplIjoxLCJTcGFjaW5nIjoyLjAsIlBhZGRpbmciOnsiJGlkIjoiMjkxIiwiVG9wIjo3LCJMZWZ0IjozLCJSaWdodCI6MCwiQm90dG9tIjoyfSwiU2hhcGVTdHlsZSI6eyIkaWQiOiIyOTIiLCJNYXJnaW4iOnsiJGlkIjoiMjkzIiwiVG9wIjowLCJMZWZ0IjowLCJSaWdodCI6MCwiQm90dG9tIjowfSwiUGFkZGluZyI6eyIkaWQiOiIyOTQiLCJUb3AiOjAsIkxlZnQiOjAsIlJpZ2h0IjowLCJCb3R0b20iOjB9LCJCYWNrZ3JvdW5kIjp7IiRpZCI6IjI5NSIsIkNvbG9yIjp7IiRpZCI6IjI5NiIsIkEiOjI1NSwiUiI6OTEsIkciOjE1NSwiQiI6MjEzfX0sIklzVmlzaWJsZSI6dHJ1ZSwiV2lkdGgiOjEzLjAsIkhlaWdodCI6MTMuMCwiQm9yZGVyU3R5bGUiOnsiJGlkIjoiMjk3IiwiTGluZUNvbG9yIjp7IiRyZWYiOiI2NiJ9LCJMaW5lV2VpZ2h0IjowLjAsIkxpbmVUeXBlIjowLCJQYXJlbnRTdHlsZSI6bnVsbH0sIlBhcmVudFN0eWxlIjpudWxsfSwiVGl0bGVTdHlsZSI6eyIkaWQiOiIyOTgiLCJGb250U2V0dGluZ3MiOnsiJGlkIjoiMjk5IiwiRm9udFNpemUiOjE2LCJGb250TmFtZSI6IkNhbGlicmkiLCJJc0JvbGQiOmZhbHNlLCJJc0l0YWxpYyI6ZmFsc2UsIklzVW5kZXJsaW5lZCI6ZmFsc2UsIlBhcmVudFN0eWxlIjpudWxsfSwiQXV0b1NpemUiOjAsIkZvcmVncm91bmQiOnsiJGlkIjoiMzAwIiwiQ29sb3IiOnsiJGlkIjoiMzAx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MwMiIsIlRvcCI6MCwiTGVmdCI6MCwiUmlnaHQiOjAsIkJvdHRvbSI6MH0sIlBhZGRpbmciOnsiJGlkIjoiMzAzIiwiVG9wIjowLCJMZWZ0IjowLCJSaWdodCI6MCwiQm90dG9tIjowfSwiQmFja2dyb3VuZCI6eyIkcmVmIjoiNzQifSwiSXNWaXNpYmxlIjp0cnVlLCJXaWR0aCI6MC4wLCJIZWlnaHQiOjAuMCwiQm9yZGVyU3R5bGUiOnsiJGlkIjoiMzA0IiwiTGluZUNvbG9yIjpudWxsLCJMaW5lV2VpZ2h0IjowLjAsIkxpbmVUeXBlIjowLCJQYXJlbnRTdHlsZSI6bnVsbH0sIlBhcmVudFN0eWxlIjpudWxsfSwiRGF0ZVN0eWxlIjp7IiRpZCI6IjMwNSIsIkZvbnRTZXR0aW5ncyI6eyIkaWQiOiIzMDYiLCJGb250U2l6ZSI6MTAsIkZvbnROYW1lIjoiQ2FsaWJyaSIsIklzQm9sZCI6ZmFsc2UsIklzSXRhbGljIjpmYWxzZSwiSXNVbmRlcmxpbmVkIjpmYWxzZSwiUGFyZW50U3R5bGUiOm51bGx9LCJBdXRvU2l6ZSI6MCwiRm9yZWdyb3VuZCI6eyIkcmVmIjoiNzcifSwiTWF4V2lkdGgiOjIwMC4wLCJNYXhIZWlnaHQiOiJJbmZpbml0eSIsIlNtYXJ0Rm9yZWdyb3VuZElzQWN0aXZlIjpmYWxzZSwiSG9yaXpvbnRhbEFsaWdubWVudCI6MCwiVmVydGljYWxBbGlnbm1lbnQiOjAsIlNtYXJ0Rm9yZWdyb3VuZCI6bnVsbCwiQmFja2dyb3VuZEZpbGxUeXBlIjowLCJNYXJnaW4iOnsiJGlkIjoiMzA3IiwiVG9wIjowLCJMZWZ0IjowLCJSaWdodCI6MCwiQm90dG9tIjowfSwiUGFkZGluZyI6eyIkaWQiOiIzMDgiLCJUb3AiOjAsIkxlZnQiOjAsIlJpZ2h0IjowLCJCb3R0b20iOjB9LCJCYWNrZ3JvdW5kIjp7IiRyZWYiOiI4MSJ9LCJJc1Zpc2libGUiOmZhbHNlLCJXaWR0aCI6MC4wLCJIZWlnaHQiOjAuMCwiQm9yZGVyU3R5bGUiOnsiJGlkIjoiMzA5IiwiTGluZUNvbG9yIjpudWxsLCJMaW5lV2VpZ2h0IjowLjAsIkxpbmVUeXBlIjowLCJQYXJlbnRTdHlsZSI6bnVsbH0sIlBhcmVudFN0eWxlIjpudWxsfSwiRGF0ZUZvcm1hdCI6eyIkaWQiOiIzMTA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x9LCJJbmRleCI6NywiUGVyY2VudGFnZUNvbXBsZXRlIjpudWxsLCJQb3NpdGlvbiI6eyJSYXRpbyI6MC4yOTIwNTcxNTk4MDA1ODgzMywiSXNDdXN0b20iOnRydWV9LCJEYXRlRm9ybWF0Ijp7IiRyZWYiOiIzMTAifSwiSWQiOiJkNTEwMWE3Yy05OGI0LTRiOTAtOTNmMy02NDg0MzNmMDY2NjEiLCJJbXBvcnRJZCI6bnVsbCwiVGl0bGUiOiJQZXJzb25hbCBEaWdpdGFsIEJhbmtpbmcgUGxhdGZvcm0iLCJOb3RlIjpudWxsLCJIeXBlcmxpbmsiOm51bGwsIklzQ2hhbmdlZCI6ZmFsc2UsIklzTmV3IjpmYWxzZX0seyIkaWQiOiIzMTEiLCJEYXRlIjoiMjAyMS0xMS0zMFQwMDowMDowMFoiLCJTdHlsZSI6eyIkaWQiOiIzMTIiLCJTaGFwZSI6MSwiQ29ubmVjdG9yTWFyZ2luIjp7IiRpZCI6IjMxMyIsIlRvcCI6MCwiTGVmdCI6MiwiUmlnaHQiOjIsIkJvdHRvbSI6MH0sIkNvbm5lY3RvclN0eWxlIjp7IiRpZCI6IjMxNCIsIkxpbmVDb2xvciI6eyIkaWQiOiIzMTUiLCIkdHlwZSI6Ik5MUkUuQ29tbW9uLkRvbS5Tb2xpZENvbG9yQnJ1c2gsIE5MUkUuQ29tbW9uIiwiQ29sb3IiOnsiJGlkIjoiMzE2IiwiQSI6MTI3LCJSIjo3OSwiRyI6MTI5LCJCIjoxODl9fSwiTGluZVdlaWdodCI6MS4wLCJMaW5lVHlwZSI6MCwiUGFyZW50U3R5bGUiOm51bGx9LCJJc0JlbG93VGltZWJhbmQiOnRydWUsIkhpZGVEYXRlIjpmYWxzZSwiU2hhcGVTaXplIjoxLCJTcGFjaW5nIjoyLjAsIlBhZGRpbmciOnsiJGlkIjoiMzE3IiwiVG9wIjo3LCJMZWZ0IjozLCJSaWdodCI6MCwiQm90dG9tIjoyfSwiU2hhcGVTdHlsZSI6eyIkaWQiOiIzMTgiLCJNYXJnaW4iOnsiJGlkIjoiMzE5IiwiVG9wIjowLCJMZWZ0IjowLCJSaWdodCI6MCwiQm90dG9tIjowfSwiUGFkZGluZyI6eyIkaWQiOiIzMjAiLCJUb3AiOjAsIkxlZnQiOjAsIlJpZ2h0IjowLCJCb3R0b20iOjB9LCJCYWNrZ3JvdW5kIjp7IiRpZCI6IjMyMSIsIkNvbG9yIjp7IiRpZCI6IjMyMiIsIkEiOjI1NSwiUiI6OTEsIkciOjE1NSwiQiI6MjEzfX0sIklzVmlzaWJsZSI6dHJ1ZSwiV2lkdGgiOjEzLjAsIkhlaWdodCI6MTMuMCwiQm9yZGVyU3R5bGUiOnsiJGlkIjoiMzIzIiwiTGluZUNvbG9yIjp7IiRyZWYiOiI2NiJ9LCJMaW5lV2VpZ2h0IjowLjAsIkxpbmVUeXBlIjowLCJQYXJlbnRTdHlsZSI6bnVsbH0sIlBhcmVudFN0eWxlIjpudWxsfSwiVGl0bGVTdHlsZSI6eyIkaWQiOiIzMjQiLCJGb250U2V0dGluZ3MiOnsiJGlkIjoiMzI1IiwiRm9udFNpemUiOjE2LCJGb250TmFtZSI6IkNhbGlicmkiLCJJc0JvbGQiOmZhbHNlLCJJc0l0YWxpYyI6ZmFsc2UsIklzVW5kZXJsaW5lZCI6ZmFsc2UsIlBhcmVudFN0eWxlIjpudWxsfSwiQXV0b1NpemUiOjAsIkZvcmVncm91bmQiOnsiJHJlZiI6IjcwIn0sIk1heFdpZHRoIjoyMDAuMCwiTWF4SGVpZ2h0IjoiSW5maW5pdHkiLCJTbWFydEZvcmVncm91bmRJc0FjdGl2ZSI6ZmFsc2UsIkhvcml6b250YWxBbGlnbm1lbnQiOjEsIlZlcnRpY2FsQWxpZ25tZW50IjowLCJTbWFydEZvcmVncm91bmQiOm51bGwsIkJhY2tncm91bmRGaWxsVHlwZSI6MCwiTWFyZ2luIjp7IiRpZCI6IjMyNiIsIlRvcCI6MCwiTGVmdCI6MCwiUmlnaHQiOjAsIkJvdHRvbSI6MH0sIlBhZGRpbmciOnsiJGlkIjoiMzI3IiwiVG9wIjowLCJMZWZ0IjowLCJSaWdodCI6MCwiQm90dG9tIjowfSwiQmFja2dyb3VuZCI6eyIkcmVmIjoiNzQifSwiSXNWaXNpYmxlIjp0cnVlLCJXaWR0aCI6MC4wLCJIZWlnaHQiOjAuMCwiQm9yZGVyU3R5bGUiOnsiJGlkIjoiMzI4IiwiTGluZUNvbG9yIjpudWxsLCJMaW5lV2VpZ2h0IjowLjAsIkxpbmVUeXBlIjowLCJQYXJlbnRTdHlsZSI6bnVsbH0sIlBhcmVudFN0eWxlIjpudWxsfSwiRGF0ZVN0eWxlIjp7IiRpZCI6IjMyOSIsIkZvbnRTZXR0aW5ncyI6eyIkaWQiOiIzMzAiLCJGb250U2l6ZSI6MTAsIkZvbnROYW1lIjoiQ2FsaWJyaSIsIklzQm9sZCI6ZmFsc2UsIklzSXRhbGljIjpmYWxzZSwiSXNVbmRlcmxpbmVkIjpmYWxzZSwiUGFyZW50U3R5bGUiOm51bGx9LCJBdXRvU2l6ZSI6MCwiRm9yZWdyb3VuZCI6eyIkcmVmIjoiNzcifSwiTWF4V2lkdGgiOjIwMC4wLCJNYXhIZWlnaHQiOiJJbmZpbml0eSIsIlNtYXJ0Rm9yZWdyb3VuZElzQWN0aXZlIjpmYWxzZSwiSG9yaXpvbnRhbEFsaWdubWVudCI6MCwiVmVydGljYWxBbGlnbm1lbnQiOjAsIlNtYXJ0Rm9yZWdyb3VuZCI6bnVsbCwiQmFja2dyb3VuZEZpbGxUeXBlIjowLCJNYXJnaW4iOnsiJGlkIjoiMzMxIiwiVG9wIjowLCJMZWZ0IjowLCJSaWdodCI6MCwiQm90dG9tIjowfSwiUGFkZGluZyI6eyIkaWQiOiIzMzIiLCJUb3AiOjAsIkxlZnQiOjAsIlJpZ2h0IjowLCJCb3R0b20iOjB9LCJCYWNrZ3JvdW5kIjp7IiRyZWYiOiI4MSJ9LCJJc1Zpc2libGUiOmZhbHNlLCJXaWR0aCI6MC4wLCJIZWlnaHQiOjAuMCwiQm9yZGVyU3R5bGUiOnsiJGlkIjoiMzMzIiwiTGluZUNvbG9yIjpudWxsLCJMaW5lV2VpZ2h0IjowLjAsIkxpbmVUeXBlIjowLCJQYXJlbnRTdHlsZSI6bnVsbH0sIlBhcmVudFN0eWxlIjpudWxsfSwiRGF0ZUZvcm1hdCI6eyIkaWQiOiIzMzQ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x9LCJJbmRleCI6OCwiUGVyY2VudGFnZUNvbXBsZXRlIjpudWxsLCJQb3NpdGlvbiI6eyJSYXRpbyI6MC4xMzAyODExNDY5NTYwNzg4MSwiSXNDdXN0b20iOnRydWV9LCJEYXRlRm9ybWF0Ijp7IiRyZWYiOiIzMzQifSwiSWQiOiIyZDhlMzNhZi04Y2YzLTQ3ODEtOTE0NS04MjgwNjViN2M0NjEiLCJJbXBvcnRJZCI6bnVsbCwiVGl0bGUiOiJNb3RpdmUgTGVuZGluZyIsIk5vdGUiOm51bGwsIkh5cGVybGluayI6bnVsbCwiSXNDaGFuZ2VkIjpmYWxzZSwiSXNOZXciOmZhbHNlfV0sIlRhc2tzIjpbXSwiTXNQcm9qZWN0SXRlbXNUcmVlIjp7IiRpZCI6IjMzNSIsIlJvb3QiOnsiSW1wb3J0SWQiOm51bGwsIklzSW1wb3J0ZWQiOmZhbHNlLCJDaGlsZHJlbiI6W119fSwiTWV0YWRhdGEiOnsiJGlkIjoiMzM2IiwiUmVjZW50Q29sb3JzQ29sbGVjdGlvbiI6IltcIiNGRjVCOUJENVwiLFwiI0ZGNDQ1NDZBXCIsXCIjRkZFRDdEMzFcIixcIiNGRjcwQUQ0N1wiXSJ9LCJTZXR0aW5ncyI6eyIkaWQiOiIzMzciLCJJbXBhT3B0aW9ucyI6eyIkaWQiOiIzMzgiLCJMZWZ0VG9SaWdodCI6ZmFsc2UsIlBheWxvYWRPcHRpb25zIjoyfSwiVXNlQ29tcHJlc3Npb24iOmZhbHNlLCJDb21wcmVzaW9uUGVyY2VudGFnZSI6NTAuMCwiSW5hY3RpdmVJbnRlcnZhbFdpZHRoVGhyZXNob2xkIjozMC4wLCJJbmFjdGl2ZUludGVydmFsV2lkdGgiOjEuMCwiU3BsaXRUYXNrcyI6ZmFsc2UsIlVzZUNsdXN0ZXIiOmZhbHNlLCJFcHNpbG9uIjowLjAsIk1pblBvaW50c1RvRm9ybUFDbHVzdGVyIjoyLCJHZW5lcmF0ZUludmlzaWJsZVNoYXBlcyI6ZmFsc2UsIlNtYXJ0VGltZWxpbmVUYXNrUGVyY2VudGFnZUZpdCI6ZmFsc2V9LCJJc05ldyI6dHJ1ZSwiSW1wb3J0VHlwZSI6MCwiRmlsZVBhdGgiOm51bGwsIlRpbWVDb25maWd1cmF0aW9uIjp7IiRpZCI6IjMzOSIsIlVzZVRpbWUiOmZhbHNlLCJXb3JrRGF5U3RhcnQiOiIwMDowMDowMCIsIldvcmtEYXlFbmQiOiIyMzo1OTowMCJ9LCJMYXN0VXNlZFRlbXBsYXRlSWQiOiJjYzI2Zjg2My0yN2NlLTQ4MGUtYTU4OS1iM2YxMmYyZDZlYjAifQ=="/>
  <p:tag name="__MASTER" val="__part_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Q3VsdHVyZUluZm9OYW1lIjoiZW4tVVMiLCJTdHlsZU5hbWUiOm51bGwsIlZlcnNpb24iOnsiJGlkIjoiMiIsIlZlcnNpb24iOiIzLjEuMyIsIk9yaWdpbmFsQXNzZW1ibHlWZXJzaW9uIjoiMy42Mi4xMS4wMCIsIkVkaXRpb24iOiJQbHVzIiwiSXNQbHVzRWRpdGlvbiI6dHJ1ZX0sIkVmZmVjdCI6MSwiU3R5bGUiOnsiJGlkIjoiMyIsIlRpbWViYW5kU3R5bGUiOnsiJGlkIjoiNCIsIlNjYWxlTWFya2luZyI6MSwiU2hhcGUiOjEwLCJTaGFwZVN0eWxlIjp7IiRpZCI6IjUiLCJNYXJnaW4iOnsiJGlkIjoiNiIsIlRvcCI6MCwiTGVmdCI6MTAsIlJpZ2h0IjoxMCwiQm90dG9tIjowfSwiUGFkZGluZyI6eyIkaWQiOiI3IiwiVG9wIjozLCJMZWZ0IjowLCJSaWdodCI6MCwiQm90dG9tIjozfSwiQmFja2dyb3VuZCI6eyIkaWQiOiI4IiwiQ29sb3IiOnsiJGlkIjoiOSIsIkEiOjI1NSwiUiI6NDUsIkciOjExMywiQiI6MTE3fX0sIklzVmlzaWJsZSI6dHJ1ZSwiV2lkdGgiOjg1OC4wLCJIZWlnaHQiOjIwLjAsIkJvcmRlclN0eWxlIjp7IiRpZCI6IjEwIiwiTGluZUNvbG9yIjp7IiRpZCI6IjExIiwiJHR5cGUiOiJOTFJFLkNvbW1vbi5Eb20uU29saWRDb2xvckJydXNoLCBOTFJFLkNvbW1vbiIsIkNvbG9yIjp7IiRpZCI6IjEyIiwiQSI6MjU1LCJSIjoyNTUsIkciOjAsIkIiOjB9fSwiTGluZVdlaWdodCI6MC4wLCJMaW5lVHlwZSI6MCwiUGFyZW50U3R5bGUiOm51bGx9LCJQYXJlbnRTdHlsZSI6bnVsbH0sIlJpZ2h0RW5kQ2Fwc1N0eWxlIjp7IiRpZCI6IjEzIiwiRm9udFNldHRpbmdzIjp7IiRpZCI6IjE0IiwiRm9udFNpemUiOjE4LCJGb250TmFtZSI6IkNhbGlicmkiLCJJc0JvbGQiOnRydWUsIklzSXRhbGljIjpmYWxzZSwiSXNVbmRlcmxpbmVkIjpmYWxzZSwiUGFyZW50U3R5bGUiOm51bGx9LCJBdXRvU2l6ZSI6MCwiRm9yZWdyb3VuZCI6eyIkaWQiOiIxNSIsIkNvbG9yIjp7IiRpZCI6IjE2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xNyIsIlRvcCI6MCwiTGVmdCI6MCwiUmlnaHQiOjIwLCJCb3R0b20iOjB9LCJQYWRkaW5nIjp7IiRpZCI6IjE4IiwiVG9wIjowLCJMZWZ0IjowLCJSaWdodCI6MCwiQm90dG9tIjowfSwiQmFja2dyb3VuZCI6eyIkaWQiOiIxOSIsIkNvbG9yIjp7IiRpZCI6IjIwIiwiQSI6MjU1LCJSIjoyNTUsIkciOjI1NSwiQiI6MjU1fX0sIklzVmlzaWJsZSI6ZmFsc2UsIldpZHRoIjowLjAsIkhlaWdodCI6MC4wLCJCb3JkZXJTdHlsZSI6bnVsbCwiUGFyZW50U3R5bGUiOm51bGx9LCJMZWZ0RW5kQ2Fwc1N0eWxlIjp7IiRpZCI6IjIxIiwiRm9udFNldHRpbmdzIjp7IiRpZCI6IjIyIiwiRm9udFNpemUiOjE4LCJGb250TmFtZSI6IkNhbGlicmkiLCJJc0JvbGQiOnRydWUsIklzSXRhbGljIjpmYWxzZSwiSXNVbmRlcmxpbmVkIjpmYWxzZSwiUGFyZW50U3R5bGUiOm51bGx9LCJBdXRvU2l6ZSI6MCwiRm9yZWdyb3VuZCI6eyIkaWQiOiIyMyIsIkNvbG9yIjp7IiRpZCI6IjI0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yNSIsIlRvcCI6MCwiTGVmdCI6MjAsIlJpZ2h0IjowLCJCb3R0b20iOjB9LCJQYWRkaW5nIjp7IiRpZCI6IjI2IiwiVG9wIjowLCJMZWZ0IjowLCJSaWdodCI6MCwiQm90dG9tIjowfSwiQmFja2dyb3VuZCI6eyIkaWQiOiIyNyIsIkNvbG9yIjp7IiRpZCI6IjI4IiwiQSI6ODksIlIiOjAsIkciOjAsIkIiOjB9fSwiSXNWaXNpYmxlIjpmYWxzZSwiV2lkdGgiOjAuMCwiSGVpZ2h0IjowLjAsIkJvcmRlclN0eWxlIjpudWxsLCJQYXJlbnRTdHlsZSI6bnVsbH0sIlRvZGF5VGV4dFN0eWxlIjp7IiRpZCI6IjI5IiwiRm9udFNldHRpbmdzIjp7IiRpZCI6IjMwIiwiRm9udFNpemUiOjEyLCJGb250TmFtZSI6IkNhbGlicmkiLCJJc0JvbGQiOmZhbHNlLCJJc0l0YWxpYyI6ZmFsc2UsIklzVW5kZXJsaW5lZCI6ZmFsc2UsIlBhcmVudFN0eWxlIjpudWxsfSwiQXV0b1NpemUiOjAsIkZvcmVncm91bmQiOnsiJGlkIjoiMzEiLCJDb2xvciI6eyIkaWQiOiIz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zMyIsIlRvcCI6MCwiTGVmdCI6MCwiUmlnaHQiOjAsIkJvdHRvbSI6MH0sIlBhZGRpbmciOnsiJGlkIjoiMzQiLCJUb3AiOjAsIkxlZnQiOjAsIlJpZ2h0IjowLCJCb3R0b20iOjB9LCJCYWNrZ3JvdW5kIjp7IiRpZCI6IjM1IiwiQ29sb3IiOnsiJHJlZiI6IjI4In19LCJJc1Zpc2libGUiOnRydWUsIldpZHRoIjowLjAsIkhlaWdodCI6MC4wLCJCb3JkZXJTdHlsZSI6bnVsbCwiUGFyZW50U3R5bGUiOm51bGx9LCJUb2RheU1hcmtlclN0eWxlIjp7IiRpZCI6IjM2IiwiTWFyZ2luIjp7IiRpZCI6IjM3IiwiVG9wIjowLCJMZWZ0IjowLCJSaWdodCI6MCwiQm90dG9tIjowfSwiUGFkZGluZyI6eyIkaWQiOiIzOCIsIlRvcCI6MCwiTGVmdCI6MCwiUmlnaHQiOjAsIkJvdHRvbSI6MH0sIkJhY2tncm91bmQiOnsiJGlkIjoiMzkiLCJDb2xvciI6eyIkaWQiOiI0MCIsIkEiOjI1NSwiUiI6MjU1LCJHIjowLCJCIjowfX0sIklzVmlzaWJsZSI6dHJ1ZSwiV2lkdGgiOjAuMCwiSGVpZ2h0IjowLjAsIkJvcmRlclN0eWxlIjpudWxsLCJQYXJlbnRTdHlsZSI6bnVsbH0sIlNjYWxlU3R5bGUiOnsiJGlkIjoiNDEiLCJTaG93U2VnbWVudFNlcGFyYXRvcnMiOmZhbHNlLCJTZWdtZW50U2VwYXJhdG9yT3BhY2l0eSI6MzAsIkZvbnRTZXR0aW5ncyI6eyIkaWQiOiI0MiIsIkZvbnRTaXplIjoxNCwiRm9udE5hbWUiOiJDYWxpYnJpIiwiSXNCb2xkIjpmYWxzZSwiSXNJdGFsaWMiOmZhbHNlLCJJc1VuZGVybGluZWQiOmZhbHNlLCJQYXJlbnRTdHlsZSI6bnVsbH0sIkF1dG9TaXplIjowLCJGb3JlZ3JvdW5kIjp7IiRpZCI6IjQzIiwiQ29sb3IiOnsiJGlkIjoiNDQ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DUiLCJUb3AiOjAsIkxlZnQiOjUsIlJpZ2h0IjowLCJCb3R0b20iOjB9LCJQYWRkaW5nIjp7IiRpZCI6IjQ2IiwiVG9wIjowLCJMZWZ0IjowLCJSaWdodCI6MCwiQm90dG9tIjowfSwiQmFja2dyb3VuZCI6eyIkaWQiOiI0NyIsIkNvbG9yIjp7IiRyZWYiOiIyOCJ9fSwiSXNWaXNpYmxlIjp0cnVlLCJXaWR0aCI6MC4wLCJIZWlnaHQiOjAuMCwiQm9yZGVyU3R5bGUiOm51bGwsIlBhcmVudFN0eWxlIjpudWxsfSwiRWxhcHNlZFRpbWVCYWNrZ3JvdW5kIjp7IiRpZCI6IjQ4IiwiQ29sb3IiOnsiJGlkIjoiNDkiLCJBIjoxOTEsIlIiOjI1NSwiRyI6MCwiQiI6MH19LCJBcHBlbmRZZWFyT25ZZWFyQ2hhbmdlIjpmYWxzZSwiRWxhcHNlZFRpbWVGb3JtYXQiOjAsIlRvZGF5TWFya2VyUG9zaXRpb24iOjAsIlF1aWNrUG9zaXRpb24iOjMsIkFic29sdXRlUG9zaXRpb24iOjEyMy4wODM2MjYsIk1hcmdpbiI6eyIkaWQiOiI1MCIsIlRvcCI6MCwiTGVmdCI6MTAsIlJpZ2h0IjoxMCwiQm90dG9tIjowfSwiUGFkZGluZyI6eyIkaWQiOiI1MSIsIlRvcCI6MCwiTGVmdCI6MCwiUmlnaHQiOjAsIkJvdHRvbSI6MH0sIkJhY2tncm91bmQiOnsiJGlkIjoiNTIiLCJDb2xvciI6eyIkaWQiOiI1MyIsIkEiOjI1NSwiUiI6NDcsIkciOjU0LCJCIjoxNTN9fSwiSXNWaXNpYmxlIjp0cnVlLCJXaWR0aCI6MC4wLCJIZWlnaHQiOjAuMCwiQm9yZGVyU3R5bGUiOm51bGwsIlBhcmVudFN0eWxlIjpudWxsfSwiRGVmYXVsdE1pbGVzdG9uZVN0eWxlIjp7IiRpZCI6IjU0IiwiU2hhcGUiOjIsIkNvbm5lY3Rvck1hcmdpbiI6eyIkaWQiOiI1NSIsIlRvcCI6MCwiTGVmdCI6MiwiUmlnaHQiOjIsIkJvdHRvbSI6MH0sIkNvbm5lY3RvclN0eWxlIjp7IiRpZCI6IjU2IiwiTGluZUNvbG9yIjp7IiRpZCI6IjU3IiwiJHR5cGUiOiJOTFJFLkNvbW1vbi5Eb20uU29saWRDb2xvckJydXNoLCBOTFJFLkNvbW1vbiIsIkNvbG9yIjp7IiRpZCI6IjU4IiwiQSI6MTI3LCJSIjo2OCwiRyI6ODQsIkIiOjEwNn19LCJMaW5lV2VpZ2h0IjoxLjAsIkxpbmVUeXBlIjowLCJQYXJlbnRTdHlsZSI6bnVsbH0sIklzQmVsb3dUaW1lYmFuZCI6ZmFsc2UsIkhpZGVEYXRlIjpmYWxzZSwiU2hhcGVTaXplIjoxLCJTcGFjaW5nIjoyLjAsIlBhZGRpbmciOnsiJGlkIjoiNTkiLCJUb3AiOjcsIkxlZnQiOjMsIlJpZ2h0IjowLCJCb3R0b20iOjJ9LCJTaGFwZVN0eWxlIjp7IiRpZCI6IjYwIiwiTWFyZ2luIjp7IiRpZCI6IjYxIiwiVG9wIjowLCJMZWZ0IjowLCJSaWdodCI6MCwiQm90dG9tIjowfSwiUGFkZGluZyI6eyIkaWQiOiI2MiIsIlRvcCI6MCwiTGVmdCI6MCwiUmlnaHQiOjAsIkJvdHRvbSI6MH0sIkJhY2tncm91bmQiOnsiJGlkIjoiNjMiLCJDb2xvciI6eyIkaWQiOiI2NCIsIkEiOjI1NSwiUiI6NjgsIkciOjg0LCJCIjoxMDZ9fSwiSXNWaXNpYmxlIjp0cnVlLCJXaWR0aCI6MTMuMCwiSGVpZ2h0IjoxMy4wLCJCb3JkZXJTdHlsZSI6eyIkaWQiOiI2NSIsIkxpbmVDb2xvciI6eyIkaWQiOiI2NiIsIiR0eXBlIjoiTkxSRS5Db21tb24uRG9tLlNvbGlkQ29sb3JCcnVzaCwgTkxSRS5Db21tb24iLCJDb2xvciI6eyIkaWQiOiI2NyIsIkEiOjI1NSwiUiI6MjU1LCJHIjowLCJCIjowfX0sIkxpbmVXZWlnaHQiOjAuMCwiTGluZVR5cGUiOjAsIlBhcmVudFN0eWxlIjpudWxsfSwiUGFyZW50U3R5bGUiOm51bGx9LCJUaXRsZVN0eWxlIjp7IiRpZCI6IjY4IiwiRm9udFNldHRpbmdzIjp7IiRpZCI6IjY5IiwiRm9udFNpemUiOjEyLCJGb250TmFtZSI6IkNhbGlicmkiLCJJc0JvbGQiOmZhbHNlLCJJc0l0YWxpYyI6ZmFsc2UsIklzVW5kZXJsaW5lZCI6ZmFsc2UsIlBhcmVudFN0eWxlIjpudWxsfSwiQXV0b1NpemUiOjAsIkZvcmVncm91bmQiOnsiJGlkIjoiNzAiLCJDb2xvciI6eyIkaWQiOiI3M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3MiIsIlRvcCI6MCwiTGVmdCI6MCwiUmlnaHQiOjAsIkJvdHRvbSI6MH0sIlBhZGRpbmciOnsiJGlkIjoiNzMiLCJUb3AiOjAsIkxlZnQiOjAsIlJpZ2h0IjowLCJCb3R0b20iOjB9LCJCYWNrZ3JvdW5kIjp7IiRpZCI6Ijc0IiwiQ29sb3IiOnsiJHJlZiI6IjI4In19LCJJc1Zpc2libGUiOnRydWUsIldpZHRoIjowLjAsIkhlaWdodCI6MC4wLCJCb3JkZXJTdHlsZSI6bnVsbCwiUGFyZW50U3R5bGUiOm51bGx9LCJEYXRlU3R5bGUiOnsiJGlkIjoiNzUiLCJGb250U2V0dGluZ3MiOnsiJGlkIjoiNzYiLCJGb250U2l6ZSI6MTAsIkZvbnROYW1lIjoiQ2FsaWJyaSIsIklzQm9sZCI6ZmFsc2UsIklzSXRhbGljIjpmYWxzZSwiSXNVbmRlcmxpbmVkIjpmYWxzZSwiUGFyZW50U3R5bGUiOm51bGx9LCJBdXRvU2l6ZSI6MCwiRm9yZWdyb3VuZCI6eyIkaWQiOiI3NyIsIkNvbG9yIjp7IiRpZCI6Ijc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3OSIsIlRvcCI6MCwiTGVmdCI6MCwiUmlnaHQiOjAsIkJvdHRvbSI6MH0sIlBhZGRpbmciOnsiJGlkIjoiODAiLCJUb3AiOjAsIkxlZnQiOjAsIlJpZ2h0IjowLCJCb3R0b20iOjB9LCJCYWNrZ3JvdW5kIjp7IiRpZCI6IjgxIiwiQ29sb3IiOnsiJHJlZiI6IjI4In19LCJJc1Zpc2libGUiOmZhbHNlLCJXaWR0aCI6MC4wLCJIZWlnaHQiOjAuMCwiQm9yZGVyU3R5bGUiOm51bGwsIlBhcmVudFN0eWxlIjpudWxsfSwiRGF0ZUZvcm1hdCI6eyIkaWQiOiI4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RlZmF1bHRUYXNrU3R5bGUiOnsiJGlkIjoiODMiLCJTaGFwZSI6MSwiU2hhcGVUaGlja25lc3MiOjAsIkR1cmF0aW9uRm9ybWF0IjowLCJJbmNsdWRlTm9uV29ya2luZ0RheXNJbkR1cmF0aW9uIjpmYWxzZSwiUGVyY2VudGFnZUNvbXBsZXRlU3R5bGUiOnsiJGlkIjoiODQiLCJGb250U2V0dGluZ3MiOnsiJGlkIjoiODUiLCJGb250U2l6ZSI6MTAsIkZvbnROYW1lIjoiQ2FsaWJyaSIsIklzQm9sZCI6ZmFsc2UsIklzSXRhbGljIjpmYWxzZSwiSXNVbmRlcmxpbmVkIjpmYWxzZSwiUGFyZW50U3R5bGUiOm51bGx9LCJBdXRvU2l6ZSI6MCwiRm9yZWdyb3VuZCI6eyIkaWQiOiI4NiIsIkNvbG9yIjp7IiRpZCI6Ijg3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ODgiLCJUb3AiOjAsIkxlZnQiOjAsIlJpZ2h0IjowLCJCb3R0b20iOjB9LCJQYWRkaW5nIjp7IiRpZCI6Ijg5IiwiVG9wIjowLCJMZWZ0IjowLCJSaWdodCI6MCwiQm90dG9tIjowfSwiQmFja2dyb3VuZCI6eyIkaWQiOiI5MCIsIkNvbG9yIjp7IiRyZWYiOiIyOCJ9fSwiSXNWaXNpYmxlIjp0cnVlLCJXaWR0aCI6MC4wLCJIZWlnaHQiOjAuMCwiQm9yZGVyU3R5bGUiOm51bGwsIlBhcmVudFN0eWxlIjpudWxsfSwiRHVyYXRpb25TdHlsZSI6eyIkaWQiOiI5MSIsIkZvbnRTZXR0aW5ncyI6eyIkaWQiOiI5MiIsIkZvbnRTaXplIjoxMCwiRm9udE5hbWUiOiJDYWxpYnJpIiwiSXNCb2xkIjpmYWxzZSwiSXNJdGFsaWMiOmZhbHNlLCJJc1VuZGVybGluZWQiOmZhbHNlLCJQYXJlbnRTdHlsZSI6bnVsbH0sIkF1dG9TaXplIjowLCJGb3JlZ3JvdW5kIjp7IiRpZCI6IjkzIiwiQ29sb3IiOnsiJGlkIjoiOTQ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5NSIsIlRvcCI6MCwiTGVmdCI6MCwiUmlnaHQiOjAsIkJvdHRvbSI6MH0sIlBhZGRpbmciOnsiJGlkIjoiOTYiLCJUb3AiOjAsIkxlZnQiOjAsIlJpZ2h0IjowLCJCb3R0b20iOjB9LCJCYWNrZ3JvdW5kIjp7IiRpZCI6Ijk3IiwiQ29sb3IiOnsiJHJlZiI6IjI4In19LCJJc1Zpc2libGUiOnRydWUsIldpZHRoIjowLjAsIkhlaWdodCI6MC4wLCJCb3JkZXJTdHlsZSI6bnVsbCwiUGFyZW50U3R5bGUiOm51bGx9LCJIb3Jpem9udGFsQ29ubmVjdG9yU3R5bGUiOnsiJGlkIjoiOTgiLCJMaW5lQ29sb3IiOnsiJGlkIjoiOTkiLCIkdHlwZSI6Ik5MUkUuQ29tbW9uLkRvbS5Tb2xpZENvbG9yQnJ1c2gsIE5MUkUuQ29tbW9uIiwiQ29sb3IiOnsiJGlkIjoiMTAwIiwiQSI6MjU1LCJSIjoyMDQsIkciOjIwNCwiQiI6MjA0fX0sIkxpbmVXZWlnaHQiOjEuMCwiTGluZVR5cGUiOjAsIlBhcmVudFN0eWxlIjpudWxsfSwiVmVydGljYWxDb25uZWN0b3JTdHlsZSI6eyIkaWQiOiIxMDEiLCJMaW5lQ29sb3IiOnsiJGlkIjoiMTAyIiwiJHR5cGUiOiJOTFJFLkNvbW1vbi5Eb20uU29saWRDb2xvckJydXNoLCBOTFJFLkNvbW1vbiIsIkNvbG9yIjp7IiRpZCI6IjEwMyIsIkEiOjI1NSwiUiI6MjA0LCJHIjoyMDQsIkIiOjIwNH1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NSwiSXNCZWxvd1RpbWViYW5kIjp0cnVlLCJQZXJjZW50YWdlQ29tcGxldGVTaGFwZU9wYWNpdHkiOjM1LCJTaGFwZVN0eWxlIjp7IiRpZCI6IjEwNCIsIk1hcmdpbiI6eyIkaWQiOiIxMDUiLCJUb3AiOjAsIkxlZnQiOjQsIlJpZ2h0Ijo0LCJCb3R0b20iOjB9LCJQYWRkaW5nIjp7IiRpZCI6IjEwNiIsIlRvcCI6MCwiTGVmdCI6MCwiUmlnaHQiOjAsIkJvdHRvbSI6MH0sIkJhY2tncm91bmQiOnsiJGlkIjoiMTA3IiwiQ29sb3IiOnsiJGlkIjoiMTA4IiwiQSI6MjU1LCJSIjowLCJHIjoxMTQsIkIiOjE4OH19LCJJc1Zpc2libGUiOnRydWUsIldpZHRoIjowLjAsIkhlaWdodCI6MTAuMCwiQm9yZGVyU3R5bGUiOnsiJGlkIjoiMTA5IiwiTGluZUNvbG9yIjp7IiRpZCI6IjExMCIsIiR0eXBlIjoiTkxSRS5Db21tb24uRG9tLlNvbGlkQ29sb3JCcnVzaCwgTkxSRS5Db21tb24iLCJDb2xvciI6eyIkaWQiOiIxMTEiLCJBIjoyNTUsIlIiOjI1NSwiRyI6MCwiQiI6MH19LCJMaW5lV2VpZ2h0IjowLjAsIkxpbmVUeXBlIjowLCJQYXJlbnRTdHlsZSI6bnVsbH0sIlBhcmVudFN0eWxlIjpudWxsfSwiVGl0bGVTdHlsZSI6eyIkaWQiOiIxMTIiLCJGb250U2V0dGluZ3MiOnsiJGlkIjoiMTEzIiwiRm9udFNpemUiOjE0LCJGb250TmFtZSI6IkNhbGlicmkiLCJJc0JvbGQiOnRydWUsIklzSXRhbGljIjpmYWxzZSwiSXNVbmRlcmxpbmVkIjpmYWxzZSwiUGFyZW50U3R5bGUiOm51bGx9LCJBdXRvU2l6ZSI6MCwiRm9yZWdyb3VuZCI6eyIkaWQiOiIxMTQiLCJDb2xvciI6eyIkaWQiOiIxMTUiLCJBIjoyNTUsIlIiOjAsIkciOjAsIkIiOjB9fSwiTWF4V2lkdGgiOjk2MC4wLCJNYXhIZWlnaHQiOiJJbmZpbml0eSIsIlNtYXJ0Rm9yZWdyb3VuZElzQWN0aXZlIjpmYWxzZSwiSG9yaXpvbnRhbEFsaWdubWVudCI6MCwiVmVydGljYWxBbGlnbm1lbnQiOjAsIlNtYXJ0Rm9yZWdyb3VuZCI6bnVsbCwiQmFja2dyb3VuZEZpbGxUeXBlIjowLCJNYXJnaW4iOnsiJGlkIjoiMTE2IiwiVG9wIjowLCJMZWZ0IjowLCJSaWdodCI6MCwiQm90dG9tIjowfSwiUGFkZGluZyI6eyIkaWQiOiIxMTciLCJUb3AiOjAsIkxlZnQiOjAsIlJpZ2h0IjowLCJCb3R0b20iOjB9LCJCYWNrZ3JvdW5kIjp7IiRpZCI6IjExOCIsIkNvbG9yIjp7IiRyZWYiOiIyOCJ9fSwiSXNWaXNpYmxlIjp0cnVlLCJXaWR0aCI6MC4wLCJIZWlnaHQiOjAuMCwiQm9yZGVyU3R5bGUiOm51bGwsIlBhcmVudFN0eWxlIjpudWxsfSwiRGF0ZVN0eWxlIjp7IiRpZCI6IjExOSIsIkZvbnRTZXR0aW5ncyI6eyIkaWQiOiIxMjAiLCJGb250U2l6ZSI6MTAsIkZvbnROYW1lIjoiQ2FsaWJyaSIsIklzQm9sZCI6ZmFsc2UsIklzSXRhbGljIjpmYWxzZSwiSXNVbmRlcmxpbmVkIjpmYWxzZSwiUGFyZW50U3R5bGUiOm51bGx9LCJBdXRvU2l6ZSI6MCwiRm9yZWdyb3VuZCI6eyIkaWQiOiIxMjEiLCJDb2xvciI6eyIkaWQiOiIxMj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yMyIsIlRvcCI6MCwiTGVmdCI6MCwiUmlnaHQiOjAsIkJvdHRvbSI6MH0sIlBhZGRpbmciOnsiJGlkIjoiMTI0IiwiVG9wIjowLCJMZWZ0IjowLCJSaWdodCI6MCwiQm90dG9tIjowfSwiQmFja2dyb3VuZCI6eyIkaWQiOiIxMjUiLCJDb2xvciI6eyIkcmVmIjoiMjgifX0sIklzVmlzaWJsZSI6dHJ1ZSwiV2lkdGgiOjAuMCwiSGVpZ2h0IjowLjAsIkJvcmRlclN0eWxlIjpudWxsLCJQYXJlbnRTdHlsZSI6bnVsbH0sIkRhdGVGb3JtYXQiOnsiJGlkIjoiMTI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Jc1Zpc2libGUiOnRydWUsIlBhcmVudFN0eWxlIjpudWxsLCJfZXhwbGljaXRseVNldCI6eyIkaWQiOiIxMjc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SXNWaXNpYmxlIjpmYWxzZX19LCJTaG93RWxhcHNlZFRpbWVHcmFkaWVudFN0eWxlIjpmYWxzZX0sIlNjYWxlIjp7IiRpZCI6IjEyOCIsIlN0YXJ0RGF0ZSI6IjAwMDEtMDEtMDFUMDA6MDA6MDAiLCJFbmREYXRlIjoiMjAyMS0xMS0zMFQwMDowMDowMCIsIkZvcm1hdCI6Ik1NTSIsIlR5cGUiOjIsIkF1dG9EYXRlUmFuZ2UiOnRydWUsIldvcmtpbmdEYXlzIjozMSwiVG9kYXlNYXJrZXJUZXh0IjoiVG9kYXkiLCJBdXRvU2NhbGVUeXBlIjp0cnVlfSwiTWlsZXN0b25lcyI6W3siJGlkIjoiMTI5IiwiRGF0ZSI6IjIwMjAtMDQtMjBUMDA6MDA6MDAiLCJTdHlsZSI6eyIkaWQiOiIxMzAiLCJTaGFwZSI6MiwiQ29ubmVjdG9yTWFyZ2luIjp7IiRpZCI6IjEzMSIsIlRvcCI6MCwiTGVmdCI6MiwiUmlnaHQiOjIsIkJvdHRvbSI6MH0sIkNvbm5lY3RvclN0eWxlIjp7IiRpZCI6IjEzMiIsIkxpbmVDb2xvciI6eyIkaWQiOiIxMzMiLCIkdHlwZSI6Ik5MUkUuQ29tbW9uLkRvbS5Tb2xpZENvbG9yQnJ1c2gsIE5MUkUuQ29tbW9uIiwiQ29sb3IiOnsiJGlkIjoiMTM0IiwiQSI6MTI3LCJSIjo3OSwiRyI6MTI5LCJCIjoxODl9fSwiTGluZVdlaWdodCI6MS4wLCJMaW5lVHlwZSI6MCwiUGFyZW50U3R5bGUiOm51bGx9LCJJc0JlbG93VGltZWJhbmQiOmZhbHNlLCJIaWRlRGF0ZSI6ZmFsc2UsIlNoYXBlU2l6ZSI6MSwiU3BhY2luZyI6Mi4wLCJQYWRkaW5nIjp7IiRpZCI6IjEzNSIsIlRvcCI6NywiTGVmdCI6MywiUmlnaHQiOjAsIkJvdHRvbSI6Mn0sIlNoYXBlU3R5bGUiOnsiJGlkIjoiMTM2IiwiTWFyZ2luIjp7IiRpZCI6IjEzNyIsIlRvcCI6MCwiTGVmdCI6MCwiUmlnaHQiOjAsIkJvdHRvbSI6MH0sIlBhZGRpbmciOnsiJGlkIjoiMTM4IiwiVG9wIjowLCJMZWZ0IjowLCJSaWdodCI6MCwiQm90dG9tIjowfSwiQmFja2dyb3VuZCI6eyIkaWQiOiIxMzkiLCJDb2xvciI6eyIkaWQiOiIxNDAiLCJBIjoyNTUsIlIiOjY4LCJHIjo4NCwiQiI6MTA2fX0sIklzVmlzaWJsZSI6dHJ1ZSwiV2lkdGgiOjEzLjAsIkhlaWdodCI6MTMuMCwiQm9yZGVyU3R5bGUiOnsiJGlkIjoiMTQxIiwiTGluZUNvbG9yIjp7IiRyZWYiOiI2NiJ9LCJMaW5lV2VpZ2h0IjowLjAsIkxpbmVUeXBlIjowLCJQYXJlbnRTdHlsZSI6bnVsbH0sIlBhcmVudFN0eWxlIjpudWxsfSwiVGl0bGVTdHlsZSI6eyIkaWQiOiIxNDIiLCJGb250U2V0dGluZ3MiOnsiJGlkIjoiMTQzIiwiRm9udFNpemUiOjEyLCJGb250TmFtZSI6IkNhbGlicmkiLCJJc0JvbGQiOmZhbHNlLCJJc0l0YWxpYyI6ZmFsc2UsIklzVW5kZXJsaW5lZCI6ZmFsc2UsIlBhcmVudFN0eWxlIjpudWxsfSwiQXV0b1NpemUiOjAsIkZvcmVncm91bmQiOnsiJGlkIjoiMTQ0IiwiQ29sb3IiOnsiJGlkIjoiMTQ1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E0NiIsIlRvcCI6MCwiTGVmdCI6MCwiUmlnaHQiOjAsIkJvdHRvbSI6MH0sIlBhZGRpbmciOnsiJGlkIjoiMTQ3IiwiVG9wIjowLCJMZWZ0IjowLCJSaWdodCI6MCwiQm90dG9tIjowfSwiQmFja2dyb3VuZCI6eyIkcmVmIjoiNzQifSwiSXNWaXNpYmxlIjp0cnVlLCJXaWR0aCI6MC4wLCJIZWlnaHQiOjAuMCwiQm9yZGVyU3R5bGUiOnsiJGlkIjoiMTQ4IiwiTGluZUNvbG9yIjpudWxsLCJMaW5lV2VpZ2h0IjowLjAsIkxpbmVUeXBlIjowLCJQYXJlbnRTdHlsZSI6bnVsbH0sIlBhcmVudFN0eWxlIjpudWxsfSwiRGF0ZVN0eWxlIjp7IiRpZCI6IjE0OSIsIkZvbnRTZXR0aW5ncyI6eyIkaWQiOiIxNTAiLCJGb250U2l6ZSI6MTAsIkZvbnROYW1lIjoiQ2FsaWJyaSIsIklzQm9sZCI6ZmFsc2UsIklzSXRhbGljIjpmYWxzZSwiSXNVbmRlcmxpbmVkIjpmYWxzZSwiUGFyZW50U3R5bGUiOm51bGx9LCJBdXRvU2l6ZSI6MCwiRm9yZWdyb3VuZCI6eyIkcmVmIjoiNzcifSwiTWF4V2lkdGgiOjIwMC4wLCJNYXhIZWlnaHQiOiJJbmZpbml0eSIsIlNtYXJ0Rm9yZWdyb3VuZElzQWN0aXZlIjpmYWxzZSwiSG9yaXpvbnRhbEFsaWdubWVudCI6MCwiVmVydGljYWxBbGlnbm1lbnQiOjAsIlNtYXJ0Rm9yZWdyb3VuZCI6bnVsbCwiQmFja2dyb3VuZEZpbGxUeXBlIjowLCJNYXJnaW4iOnsiJGlkIjoiMTUxIiwiVG9wIjowLCJMZWZ0IjowLCJSaWdodCI6MCwiQm90dG9tIjowfSwiUGFkZGluZyI6eyIkaWQiOiIxNTIiLCJUb3AiOjAsIkxlZnQiOjAsIlJpZ2h0IjowLCJCb3R0b20iOjB9LCJCYWNrZ3JvdW5kIjp7IiRyZWYiOiI4MSJ9LCJJc1Zpc2libGUiOmZhbHNlLCJXaWR0aCI6MC4wLCJIZWlnaHQiOjAuMCwiQm9yZGVyU3R5bGUiOnsiJGlkIjoiMTUzIiwiTGluZUNvbG9yIjpudWxsLCJMaW5lV2VpZ2h0IjowLjAsIkxpbmVUeXBlIjowLCJQYXJlbnRTdHlsZSI6bnVsbH0sIlBhcmVudFN0eWxlIjpudWxsfSwiRGF0ZUZvcm1hdCI6eyIkaWQiOiIxNTQ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x9LCJJbmRleCI6OCwiUGVyY2VudGFnZUNvbXBsZXRlIjpudWxsLCJQb3NpdGlvbiI6eyJSYXRpbyI6MC4xNjc3MDE3NjgyODY0MzQyMSwiSXNDdXN0b20iOmZhbHNlfSwiRGF0ZUZvcm1hdCI6eyIkcmVmIjoiMTU0In0sIklkIjoiN2JmYjhhMzgtMmE5OS00NDM4LTkzNzUtZGJmMjQ2MDEzYmY3IiwiSW1wb3J0SWQiOm51bGwsIlRpdGxlIjoiTW90aXZlIC0gRnJpZW5kcyAmIEZhbWlseSBMYXVuY2giLCJOb3RlIjpudWxsLCJIeXBlcmxpbmsiOm51bGwsIklzQ2hhbmdlZCI6ZmFsc2UsIklzTmV3IjpmYWxzZX0seyIkaWQiOiIxNTUiLCJEYXRlIjoiMjAyMC0wNS0wNFQwMDowMDowMCIsIlN0eWxlIjp7IiRpZCI6IjE1NiIsIlNoYXBlIjoyLCJDb25uZWN0b3JNYXJnaW4iOnsiJHJlZiI6IjU1In0sIkNvbm5lY3RvclN0eWxlIjp7IiRpZCI6IjE1NyIsIkxpbmVDb2xvciI6eyIkcmVmIjoiNTcifSwiTGluZVdlaWdodCI6MS4wLCJMaW5lVHlwZSI6MCwiUGFyZW50U3R5bGUiOm51bGx9LCJJc0JlbG93VGltZWJhbmQiOmZhbHNlLCJIaWRlRGF0ZSI6ZmFsc2UsIlNoYXBlU2l6ZSI6MSwiU3BhY2luZyI6Mi4wLCJQYWRkaW5nIjp7IiRyZWYiOiI1OSJ9LCJTaGFwZVN0eWxlIjp7IiRpZCI6IjE1OCIsIk1hcmdpbiI6eyIkcmVmIjoiNjEifSwiUGFkZGluZyI6eyIkcmVmIjoiNjIifSwiQmFja2dyb3VuZCI6eyIkaWQiOiIxNTkiLCJDb2xvciI6eyIkaWQiOiIxNjAiLCJBIjoyNTUsIlIiOjY4LCJHIjo4NCwiQiI6MTA2fX0sIklzVmlzaWJsZSI6dHJ1ZSwiV2lkdGgiOjEzLjAsIkhlaWdodCI6MTMuMCwiQm9yZGVyU3R5bGUiOnsiJGlkIjoiMTYxIiwiTGluZUNvbG9yIjp7IiRyZWYiOiI2NiJ9LCJMaW5lV2VpZ2h0IjowLjAsIkxpbmVUeXBlIjowLCJQYXJlbnRTdHlsZSI6bnVsbH0sIlBhcmVudFN0eWxlIjpudWxsfSwiVGl0bGVTdHlsZSI6eyIkaWQiOiIxNjIiLCJGb250U2V0dGluZ3MiOnsiJGlkIjoiMTYzIiwiRm9udFNpemUiOjEyLCJGb250TmFtZSI6IkNhbGlicmkiLCJJc0JvbGQiOmZhbHNlLCJJc0l0YWxpYyI6ZmFsc2UsIklzVW5kZXJsaW5lZCI6ZmFsc2UsIlBhcmVudFN0eWxlIjpudWxsfSwiQXV0b1NpemUiOjAsIkZvcmVncm91bmQiOnsiJGlkIjoiMTY0IiwiQ29sb3IiOnsiJGlkIjoiMTY1IiwiQSI6MjU1LCJSIjowLCJHIjowLCJCIjowfX0sIk1heFdpZHRoIjoyMDAuMCwiTWF4SGVpZ2h0IjoiSW5maW5pdHkiLCJTbWFydEZvcmVncm91bmRJc0FjdGl2ZSI6ZmFsc2UsIkhvcml6b250YWxBbGlnbm1lbnQiOjAsIlZlcnRpY2FsQWxpZ25tZW50IjowLCJTbWFydEZvcmVncm91bmQiOm51bGwsIkJhY2tncm91bmRGaWxsVHlwZSI6MCwiTWFyZ2luIjp7IiRyZWYiOiI3MiJ9LCJQYWRkaW5nIjp7IiRyZWYiOiI3MyJ9LCJCYWNrZ3JvdW5kIjp7IiRyZWYiOiI3NCJ9LCJJc1Zpc2libGUiOnRydWUsIldpZHRoIjowLjAsIkhlaWdodCI6MC4wLCJCb3JkZXJTdHlsZSI6eyIkaWQiOiIxNjYiLCJMaW5lQ29sb3IiOm51bGwsIkxpbmVXZWlnaHQiOjAuMCwiTGluZVR5cGUiOjAsIlBhcmVudFN0eWxlIjpudWxsfSwiUGFyZW50U3R5bGUiOm51bGx9LCJEYXRlU3R5bGUiOnsiJGlkIjoiMTY3IiwiRm9udFNldHRpbmdzIjp7IiRpZCI6IjE2OCIsIkZvbnRTaXplIjoxMCwiRm9udE5hbWUiOiJDYWxpYnJpIiwiSXNCb2xkIjpmYWxzZSwiSXNJdGFsaWMiOmZhbHNlLCJJc1VuZGVybGluZWQiOmZhbHNlLCJQYXJlbnRTdHlsZSI6bnVsbH0sIkF1dG9TaXplIjowLCJGb3JlZ3JvdW5kIjp7IiRyZWYiOiI3NyJ9LCJNYXhXaWR0aCI6MjAwLjAsIk1heEhlaWdodCI6IkluZmluaXR5IiwiU21hcnRGb3JlZ3JvdW5kSXNBY3RpdmUiOmZhbHNlLCJIb3Jpem9udGFsQWxpZ25tZW50IjowLCJWZXJ0aWNhbEFsaWdubWVudCI6MCwiU21hcnRGb3JlZ3JvdW5kIjpudWxsLCJCYWNrZ3JvdW5kRmlsbFR5cGUiOjAsIk1hcmdpbiI6eyIkcmVmIjoiNzkifSwiUGFkZGluZyI6eyIkcmVmIjoiODAifSwiQmFja2dyb3VuZCI6eyIkcmVmIjoiODEifSwiSXNWaXNpYmxlIjpmYWxzZSwiV2lkdGgiOjAuMCwiSGVpZ2h0IjowLjAsIkJvcmRlclN0eWxlIjp7IiRpZCI6IjE2OSIsIkxpbmVDb2xvciI6bnVsbCwiTGluZVdlaWdodCI6MC4wLCJMaW5lVHlwZSI6MCwiUGFyZW50U3R5bGUiOm51bGx9LCJQYXJlbnRTdHlsZSI6bnVsbH0sIkRhdGVGb3JtYXQiOnsiJHJlZiI6IjgyIn0sIklzVmlzaWJsZSI6dHJ1ZSwiUGFyZW50U3R5bGUiOm51bGx9LCJJbmRleCI6OSwiUGVyY2VudGFnZUNvbXBsZXRlIjpudWxsLCJQb3NpdGlvbiI6eyJSYXRpbyI6MC4xMDg0NDUyMDI4NjI3NzQ4OCwiSXNDdXN0b20iOmZhbHNlfSwiRGF0ZUZvcm1hdCI6eyIkcmVmIjoiODIifSwiSWQiOiI4MWY1OWQ4MS01ZGFmLTQyMjctYTZmMC1hYzQxNTI5YmY3MTUiLCJJbXBvcnRJZCI6bnVsbCwiVGl0bGUiOiJNb3RpdmUgLSBGdWxsIExhdW5jaCIsIk5vdGUiOm51bGwsIkh5cGVybGluayI6bnVsbCwiSXNDaGFuZ2VkIjpmYWxzZSwiSXNOZXciOmZhbHNlfSx7IiRpZCI6IjE3MCIsIkRhdGUiOiIyMDIwLTA2LTE1VDAwOjAwOjAwIiwiU3R5bGUiOnsiJGlkIjoiMTcxIiwiU2hhcGUiOjIsIkNvbm5lY3Rvck1hcmdpbiI6eyIkaWQiOiIxNzIiLCJUb3AiOjAsIkxlZnQiOjIsIlJpZ2h0IjoyLCJCb3R0b20iOjB9LCJDb25uZWN0b3JTdHlsZSI6eyIkaWQiOiIxNzMiLCJMaW5lQ29sb3IiOnsiJGlkIjoiMTc0IiwiJHR5cGUiOiJOTFJFLkNvbW1vbi5Eb20uU29saWRDb2xvckJydXNoLCBOTFJFLkNvbW1vbiIsIkNvbG9yIjp7IiRpZCI6IjE3NSIsIkEiOjEyNywiUiI6NjgsIkciOjg0LCJCIjoxMDZ9fSwiTGluZVdlaWdodCI6MS4wLCJMaW5lVHlwZSI6MCwiUGFyZW50U3R5bGUiOm51bGx9LCJJc0JlbG93VGltZWJhbmQiOmZhbHNlLCJIaWRlRGF0ZSI6ZmFsc2UsIlNoYXBlU2l6ZSI6MSwiU3BhY2luZyI6Mi4wLCJQYWRkaW5nIjp7IiRpZCI6IjE3NiIsIlRvcCI6NywiTGVmdCI6MywiUmlnaHQiOjAsIkJvdHRvbSI6Mn0sIlNoYXBlU3R5bGUiOnsiJGlkIjoiMTc3IiwiTWFyZ2luIjp7IiRpZCI6IjE3OCIsIlRvcCI6MCwiTGVmdCI6MCwiUmlnaHQiOjAsIkJvdHRvbSI6MH0sIlBhZGRpbmciOnsiJGlkIjoiMTc5IiwiVG9wIjowLCJMZWZ0IjowLCJSaWdodCI6MCwiQm90dG9tIjowfSwiQmFja2dyb3VuZCI6eyIkaWQiOiIxODAiLCJDb2xvciI6eyIkaWQiOiIxODEiLCJBIjoyNTUsIlIiOjY4LCJHIjo4NCwiQiI6MTA2fX0sIklzVmlzaWJsZSI6dHJ1ZSwiV2lkdGgiOjEzLjAsIkhlaWdodCI6MTMuMCwiQm9yZGVyU3R5bGUiOnsiJGlkIjoiMTgyIiwiTGluZUNvbG9yIjp7IiRyZWYiOiI2NiJ9LCJMaW5lV2VpZ2h0IjowLjAsIkxpbmVUeXBlIjowLCJQYXJlbnRTdHlsZSI6bnVsbH0sIlBhcmVudFN0eWxlIjpudWxsfSwiVGl0bGVTdHlsZSI6eyIkaWQiOiIxODMiLCJGb250U2V0dGluZ3MiOnsiJGlkIjoiMTg0IiwiRm9udFNpemUiOjEyLCJGb250TmFtZSI6IkNhbGlicmkiLCJJc0JvbGQiOmZhbHNlLCJJc0l0YWxpYyI6ZmFsc2UsIklzVW5kZXJsaW5lZCI6ZmFsc2UsIlBhcmVudFN0eWxlIjpudWxsfSwiQXV0b1NpemUiOjAsIkZvcmVncm91bmQiOnsiJGlkIjoiMTg1IiwiQ29sb3IiOnsiJGlkIjoiMTg2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4NyIsIlRvcCI6MCwiTGVmdCI6MCwiUmlnaHQiOjAsIkJvdHRvbSI6MH0sIlBhZGRpbmciOnsiJGlkIjoiMTg4IiwiVG9wIjowLCJMZWZ0IjowLCJSaWdodCI6MCwiQm90dG9tIjowfSwiQmFja2dyb3VuZCI6eyIkcmVmIjoiNzQifSwiSXNWaXNpYmxlIjp0cnVlLCJXaWR0aCI6MC4wLCJIZWlnaHQiOjAuMCwiQm9yZGVyU3R5bGUiOnsiJGlkIjoiMTg5IiwiTGluZUNvbG9yIjpudWxsLCJMaW5lV2VpZ2h0IjowLjAsIkxpbmVUeXBlIjowLCJQYXJlbnRTdHlsZSI6bnVsbH0sIlBhcmVudFN0eWxlIjpudWxsfSwiRGF0ZVN0eWxlIjp7IiRpZCI6IjE5MCIsIkZvbnRTZXR0aW5ncyI6eyIkaWQiOiIxOTEiLCJGb250U2l6ZSI6MTAsIkZvbnROYW1lIjoiQ2FsaWJyaSIsIklzQm9sZCI6ZmFsc2UsIklzSXRhbGljIjpmYWxzZSwiSXNVbmRlcmxpbmVkIjpmYWxzZSwiUGFyZW50U3R5bGUiOm51bGx9LCJBdXRvU2l6ZSI6MCwiRm9yZWdyb3VuZCI6eyIkcmVmIjoiNzcifSwiTWF4V2lkdGgiOjIwMC4wLCJNYXhIZWlnaHQiOiJJbmZpbml0eSIsIlNtYXJ0Rm9yZWdyb3VuZElzQWN0aXZlIjpmYWxzZSwiSG9yaXpvbnRhbEFsaWdubWVudCI6MCwiVmVydGljYWxBbGlnbm1lbnQiOjAsIlNtYXJ0Rm9yZWdyb3VuZCI6bnVsbCwiQmFja2dyb3VuZEZpbGxUeXBlIjowLCJNYXJnaW4iOnsiJGlkIjoiMTkyIiwiVG9wIjowLCJMZWZ0IjowLCJSaWdodCI6MCwiQm90dG9tIjowfSwiUGFkZGluZyI6eyIkaWQiOiIxOTMiLCJUb3AiOjAsIkxlZnQiOjAsIlJpZ2h0IjowLCJCb3R0b20iOjB9LCJCYWNrZ3JvdW5kIjp7IiRyZWYiOiI4MSJ9LCJJc1Zpc2libGUiOmZhbHNlLCJXaWR0aCI6MC4wLCJIZWlnaHQiOjAuMCwiQm9yZGVyU3R5bGUiOnsiJGlkIjoiMTk0IiwiTGluZUNvbG9yIjpudWxsLCJMaW5lV2VpZ2h0IjowLjAsIkxpbmVUeXBlIjowLCJQYXJlbnRTdHlsZSI6bnVsbH0sIlBhcmVudFN0eWxlIjpudWxsfSwiRGF0ZUZvcm1hdCI6eyIkaWQiOiIxOTU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x9LCJJbmRleCI6MTAsIlBlcmNlbnRhZ2VDb21wbGV0ZSI6bnVsbCwiUG9zaXRpb24iOnsiUmF0aW8iOjAuMjkyNDA4ODc0ODg4NDc5LCJJc0N1c3RvbSI6ZmFsc2V9LCJEYXRlRm9ybWF0Ijp7IiRyZWYiOiIxOTUifSwiSWQiOiI0Y2VhNDQ1Mi1kYmZiLTQ3YjUtYmQxMS01ZDVjMmFjMWExYmEiLCJJbXBvcnRJZCI6bnVsbCwiVGl0bGUiOiJQZXJzb25hbCAtICBGcmllbmRzIGFuZCBGYW1pbHkgTGF1bmNoIiwiTm90ZSI6bnVsbCwiSHlwZXJsaW5rIjpudWxsLCJJc0NoYW5nZWQiOmZhbHNlLCJJc05ldyI6ZmFsc2V9LHsiJGlkIjoiMTk2IiwiRGF0ZSI6IjIwMjAtMDctMjBUMDA6MDA6MDAiLCJTdHlsZSI6eyIkaWQiOiIxOTciLCJTaGFwZSI6MiwiQ29ubmVjdG9yTWFyZ2luIjp7IiRpZCI6IjE5OCIsIlRvcCI6MCwiTGVmdCI6MiwiUmlnaHQiOjIsIkJvdHRvbSI6MH0sIkNvbm5lY3RvclN0eWxlIjp7IiRpZCI6IjE5OSIsIkxpbmVDb2xvciI6eyIkaWQiOiIyMDAiLCIkdHlwZSI6Ik5MUkUuQ29tbW9uLkRvbS5Tb2xpZENvbG9yQnJ1c2gsIE5MUkUuQ29tbW9uIiwiQ29sb3IiOnsiJGlkIjoiMjAxIiwiQSI6MTI3LCJSIjo2OCwiRyI6ODQsIkIiOjEwNn19LCJMaW5lV2VpZ2h0IjoxLjAsIkxpbmVUeXBlIjowLCJQYXJlbnRTdHlsZSI6bnVsbH0sIklzQmVsb3dUaW1lYmFuZCI6ZmFsc2UsIkhpZGVEYXRlIjpmYWxzZSwiU2hhcGVTaXplIjoxLCJTcGFjaW5nIjoyLjAsIlBhZGRpbmciOnsiJGlkIjoiMjAyIiwiVG9wIjo3LCJMZWZ0IjozLCJSaWdodCI6MCwiQm90dG9tIjoyfSwiU2hhcGVTdHlsZSI6eyIkaWQiOiIyMDMiLCJNYXJnaW4iOnsiJGlkIjoiMjA0IiwiVG9wIjowLCJMZWZ0IjowLCJSaWdodCI6MCwiQm90dG9tIjowfSwiUGFkZGluZyI6eyIkaWQiOiIyMDUiLCJUb3AiOjAsIkxlZnQiOjAsIlJpZ2h0IjowLCJCb3R0b20iOjB9LCJCYWNrZ3JvdW5kIjp7IiRpZCI6IjIwNiIsIkNvbG9yIjp7IiRpZCI6IjIwNyIsIkEiOjI1NSwiUiI6NjgsIkciOjg0LCJCIjoxMDZ9fSwiSXNWaXNpYmxlIjp0cnVlLCJXaWR0aCI6MTMuMCwiSGVpZ2h0IjoxMy4wLCJCb3JkZXJTdHlsZSI6eyIkaWQiOiIyMDgiLCJMaW5lQ29sb3IiOnsiJHJlZiI6IjY2In0sIkxpbmVXZWlnaHQiOjAuMCwiTGluZVR5cGUiOjAsIlBhcmVudFN0eWxlIjpudWxsfSwiUGFyZW50U3R5bGUiOm51bGx9LCJUaXRsZVN0eWxlIjp7IiRpZCI6IjIwOSIsIkZvbnRTZXR0aW5ncyI6eyIkaWQiOiIyMTAiLCJGb250U2l6ZSI6MTIsIkZvbnROYW1lIjoiQ2FsaWJyaSIsIklzQm9sZCI6ZmFsc2UsIklzSXRhbGljIjpmYWxzZSwiSXNVbmRlcmxpbmVkIjpmYWxzZSwiUGFyZW50U3R5bGUiOm51bGx9LCJBdXRvU2l6ZSI6MCwiRm9yZWdyb3VuZCI6eyIkaWQiOiIyMTEiLCJDb2xvciI6eyIkaWQiOiIyMTI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jEzIiwiVG9wIjowLCJMZWZ0IjowLCJSaWdodCI6MCwiQm90dG9tIjowfSwiUGFkZGluZyI6eyIkaWQiOiIyMTQiLCJUb3AiOjAsIkxlZnQiOjAsIlJpZ2h0IjowLCJCb3R0b20iOjB9LCJCYWNrZ3JvdW5kIjp7IiRyZWYiOiI3NCJ9LCJJc1Zpc2libGUiOnRydWUsIldpZHRoIjowLjAsIkhlaWdodCI6MC4wLCJCb3JkZXJTdHlsZSI6eyIkaWQiOiIyMTUiLCJMaW5lQ29sb3IiOm51bGwsIkxpbmVXZWlnaHQiOjAuMCwiTGluZVR5cGUiOjAsIlBhcmVudFN0eWxlIjpudWxsfSwiUGFyZW50U3R5bGUiOm51bGx9LCJEYXRlU3R5bGUiOnsiJGlkIjoiMjE2IiwiRm9udFNldHRpbmdzIjp7IiRpZCI6IjIxNyIsIkZvbnRTaXplIjoxMCwiRm9udE5hbWUiOiJDYWxpYnJpIiwiSXNCb2xkIjpmYWxzZSwiSXNJdGFsaWMiOmZhbHNlLCJJc1VuZGVybGluZWQiOmZhbHNlLCJQYXJlbnRTdHlsZSI6bnVsbH0sIkF1dG9TaXplIjowLCJGb3JlZ3JvdW5kIjp7IiRyZWYiOiI3NyJ9LCJNYXhXaWR0aCI6MjAwLjAsIk1heEhlaWdodCI6IkluZmluaXR5IiwiU21hcnRGb3JlZ3JvdW5kSXNBY3RpdmUiOmZhbHNlLCJIb3Jpem9udGFsQWxpZ25tZW50IjowLCJWZXJ0aWNhbEFsaWdubWVudCI6MCwiU21hcnRGb3JlZ3JvdW5kIjpudWxsLCJCYWNrZ3JvdW5kRmlsbFR5cGUiOjAsIk1hcmdpbiI6eyIkaWQiOiIyMTgiLCJUb3AiOjAsIkxlZnQiOjAsIlJpZ2h0IjowLCJCb3R0b20iOjB9LCJQYWRkaW5nIjp7IiRpZCI6IjIxOSIsIlRvcCI6MCwiTGVmdCI6MCwiUmlnaHQiOjAsIkJvdHRvbSI6MH0sIkJhY2tncm91bmQiOnsiJHJlZiI6IjgxIn0sIklzVmlzaWJsZSI6ZmFsc2UsIldpZHRoIjowLjAsIkhlaWdodCI6MC4wLCJCb3JkZXJTdHlsZSI6eyIkaWQiOiIyMjAiLCJMaW5lQ29sb3IiOm51bGwsIkxpbmVXZWlnaHQiOjAuMCwiTGluZVR5cGUiOjAsIlBhcmVudFN0eWxlIjpudWxsfSwiUGFyZW50U3R5bGUiOm51bGx9LCJEYXRlRm9ybWF0Ijp7IiRpZCI6IjIy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luZGV4IjoxMSwiUGVyY2VudGFnZUNvbXBsZXRlIjpudWxsLCJQb3NpdGlvbiI6eyJSYXRpbyI6MC4xMDg0NDUyMDI4NjI3NzQ4OCwiSXNDdXN0b20iOmZhbHNlfSwiRGF0ZUZvcm1hdCI6eyIkcmVmIjoiMjIxIn0sIklkIjoiYjVhNzQwNmYtNmM1Ny00YTMwLTk5ZjctOGI4YjNkMjlkYzI1IiwiSW1wb3J0SWQiOm51bGwsIlRpdGxlIjoiUGVyc29uYWwgLSBGdWxsIExhdW5jaCIsIk5vdGUiOm51bGwsIkh5cGVybGluayI6bnVsbCwiSXNDaGFuZ2VkIjpmYWxzZSwiSXNOZXciOmZhbHNlfV0sIlRhc2tzIjpbeyIkaWQiOiIyMjIiLCJHcm91cE5hbWUiOm51bGwsIlN0YXJ0RGF0ZSI6IjIwMTktMTEtMThUMDA6MDA6MDBaIiwiRW5kRGF0ZSI6IjIwMjAtMDEtMDJUMjM6NTk6MDBaIiwiUGVyY2VudGFnZUNvbXBsZXRlIjpudWxsLCJTdHlsZSI6eyIkaWQiOiIyMjMiLCJTaGFwZSI6MSwiU2hhcGVUaGlja25lc3MiOjAsIkR1cmF0aW9uRm9ybWF0IjowLCJJbmNsdWRlTm9uV29ya2luZ0RheXNJbkR1cmF0aW9uIjpmYWxzZSwiUGVyY2VudGFnZUNvbXBsZXRlU3R5bGUiOnsiJGlkIjoiMjI0IiwiRm9udFNldHRpbmdzIjp7IiRpZCI6IjIyNSIsIkZvbnRTaXplIjoxMCwiRm9udE5hbWUiOiJDYWxpYnJpIiwiSXNCb2xkIjpmYWxzZSwiSXNJdGFsaWMiOmZhbHNlLCJJc1VuZGVybGluZWQiOmZhbHNlLCJQYXJlbnRTdHlsZSI6bnVsbH0sIkF1dG9TaXplIjowLCJGb3JlZ3JvdW5kIjp7IiRyZWYiOiI4NiJ9LCJNYXhXaWR0aCI6MjAwLjAsIk1heEhlaWdodCI6IkluZmluaXR5IiwiU21hcnRGb3JlZ3JvdW5kSXNBY3RpdmUiOmZhbHNlLCJIb3Jpem9udGFsQWxpZ25tZW50IjowLCJWZXJ0aWNhbEFsaWdubWVudCI6MCwiU21hcnRGb3JlZ3JvdW5kIjpudWxsLCJCYWNrZ3JvdW5kRmlsbFR5cGUiOjAsIk1hcmdpbiI6eyIkcmVmIjoiODgifSwiUGFkZGluZyI6eyIkcmVmIjoiODkifSwiQmFja2dyb3VuZCI6eyIkcmVmIjoiOTAifSwiSXNWaXNpYmxlIjp0cnVlLCJXaWR0aCI6MC4wLCJIZWlnaHQiOjAuMCwiQm9yZGVyU3R5bGUiOnsiJGlkIjoiMjI2IiwiTGluZUNvbG9yIjpudWxsLCJMaW5lV2VpZ2h0IjowLjAsIkxpbmVUeXBlIjowLCJQYXJlbnRTdHlsZSI6bnVsbH0sIlBhcmVudFN0eWxlIjpudWxsfSwiRHVyYXRpb25TdHlsZSI6eyIkaWQiOiIyMjciLCJGb250U2V0dGluZ3MiOnsiJGlkIjoiMjI4IiwiRm9udFNpemUiOjEwLCJGb250TmFtZSI6IkNhbGlicmkiLCJJc0JvbGQiOmZhbHNlLCJJc0l0YWxpYyI6ZmFsc2UsIklzVW5kZXJsaW5lZCI6ZmFsc2UsIlBhcmVudFN0eWxlIjpudWxsfSwiQXV0b1NpemUiOjAsIkZvcmVncm91bmQiOnsiJHJlZiI6IjkzIn0sIk1heFdpZHRoIjoyMDAuMCwiTWF4SGVpZ2h0IjoiSW5maW5pdHkiLCJTbWFydEZvcmVncm91bmRJc0FjdGl2ZSI6ZmFsc2UsIkhvcml6b250YWxBbGlnbm1lbnQiOjAsIlZlcnRpY2FsQWxpZ25tZW50IjowLCJTbWFydEZvcmVncm91bmQiOm51bGwsIkJhY2tncm91bmRGaWxsVHlwZSI6MCwiTWFyZ2luIjp7IiRyZWYiOiI5NSJ9LCJQYWRkaW5nIjp7IiRyZWYiOiI5NiJ9LCJCYWNrZ3JvdW5kIjp7IiRyZWYiOiI5NyJ9LCJJc1Zpc2libGUiOnRydWUsIldpZHRoIjowLjAsIkhlaWdodCI6MC4wLCJCb3JkZXJTdHlsZSI6eyIkaWQiOiIyMjkiLCJMaW5lQ29sb3IiOm51bGwsIkxpbmVXZWlnaHQiOjAuMCwiTGluZVR5cGUiOjAsIlBhcmVudFN0eWxlIjpudWxsfSwiUGFyZW50U3R5bGUiOm51bGx9LCJIb3Jpem9udGFsQ29ubmVjdG9yU3R5bGUiOnsiJGlkIjoiMjMwIiwiTGluZUNvbG9yIjp7IiRyZWYiOiI5OSJ9LCJMaW5lV2VpZ2h0IjoxLjAsIkxpbmVUeXBlIjowLCJQYXJlbnRTdHlsZSI6bnVsbH0sIlZlcnRpY2FsQ29ubmVjdG9yU3R5bGUiOnsiJGlkIjoiMjMxIiwiTGluZUNvbG9yIjp7IiRyZWYiOiIxMDIifSwiTGluZVdlaWdodCI6MC4wLCJMaW5lVHlwZSI6MCwiUGFyZW50U3R5bGUiOm51bGx9LCJNYXJnaW4iOm51bGwsIlN0YXJ0RGF0ZVBvc2l0aW9uIjo2LCJFbmREYXRlUG9zaXRpb24iOjYsIkRhdGVJc1Zpc2libGUiOmZhbHNlLCJUaXRsZVBvc2l0aW9uIjoxLCJEdXJhdGlvblBvc2l0aW9uIjo2LCJQZXJjZW50YWdlQ29tcGxldGVkUG9zaXRpb24iOjYsIlNwYWNpbmciOjUsIklzQmVsb3dUaW1lYmFuZCI6dHJ1ZSwiUGVyY2VudGFnZUNvbXBsZXRlU2hhcGVPcGFjaXR5IjozNSwiU2hhcGVTdHlsZSI6eyIkaWQiOiIyMzIiLCJNYXJnaW4iOnsiJHJlZiI6IjEwNSJ9LCJQYWRkaW5nIjp7IiRyZWYiOiIxMDYifSwiQmFja2dyb3VuZCI6eyIkaWQiOiIyMzMiLCJDb2xvciI6eyIkaWQiOiIyMzQiLCJBIjoyNTUsIlIiOjEzMiwiRyI6MTE3LCJCIjo3OH19LCJJc1Zpc2libGUiOnRydWUsIldpZHRoIjowLjAsIkhlaWdodCI6MTAuMCwiQm9yZGVyU3R5bGUiOnsiJGlkIjoiMjM1IiwiTGluZUNvbG9yIjp7IiRyZWYiOiIxMTAifSwiTGluZVdlaWdodCI6MC4wLCJMaW5lVHlwZSI6MCwiUGFyZW50U3R5bGUiOm51bGx9LCJQYXJlbnRTdHlsZSI6bnVsbH0sIlRpdGxlU3R5bGUiOnsiJGlkIjoiMjM2IiwiRm9udFNldHRpbmdzIjp7IiRpZCI6IjIzNyIsIkZvbnRTaXplIjoxNCwiRm9udE5hbWUiOiJDYWxpYnJpIiwiSXNCb2xkIjp0cnVlLCJJc0l0YWxpYyI6ZmFsc2UsIklzVW5kZXJsaW5lZCI6ZmFsc2UsIlBhcmVudFN0eWxlIjpudWxsfSwiQXV0b1NpemUiOjIsIkZvcmVncm91bmQiOnsiJGlkIjoiMjM4IiwiQ29sb3IiOnsiJGlkIjoiMjM5IiwiQSI6MjU1LCJSIjowLCJHIjowLCJCIjowfX0sIk1heFdpZHRoIjo5MC45MjU5ODcyNDM2NTIzNDQsIk1heEhlaWdodCI6IkluZmluaXR5IiwiU21hcnRGb3JlZ3JvdW5kSXNBY3RpdmUiOmZhbHNlLCJIb3Jpem9udGFsQWxpZ25tZW50IjowLCJWZXJ0aWNhbEFsaWdubWVudCI6MCwiU21hcnRGb3JlZ3JvdW5kIjpudWxsLCJCYWNrZ3JvdW5kRmlsbFR5cGUiOjAsIk1hcmdpbiI6eyIkcmVmIjoiMTE2In0sIlBhZGRpbmciOnsiJHJlZiI6IjExNyJ9LCJCYWNrZ3JvdW5kIjp7IiRyZWYiOiIxMTgifSwiSXNWaXNpYmxlIjp0cnVlLCJXaWR0aCI6MC4wLCJIZWlnaHQiOjAuMCwiQm9yZGVyU3R5bGUiOnsiJGlkIjoiMjQwIiwiTGluZUNvbG9yIjpudWxsLCJMaW5lV2VpZ2h0IjowLjAsIkxpbmVUeXBlIjowLCJQYXJlbnRTdHlsZSI6bnVsbH0sIlBhcmVudFN0eWxlIjpudWxsfSwiRGF0ZVN0eWxlIjp7IiRpZCI6IjI0MSIsIkZvbnRTZXR0aW5ncyI6eyIkaWQiOiIyNDIiLCJGb250U2l6ZSI6MTAsIkZvbnROYW1lIjoiQ2FsaWJyaSIsIklzQm9sZCI6ZmFsc2UsIklzSXRhbGljIjpmYWxzZSwiSXNVbmRlcmxpbmVkIjpmYWxzZSwiUGFyZW50U3R5bGUiOm51bGx9LCJBdXRvU2l6ZSI6MCwiRm9yZWdyb3VuZCI6eyIkcmVmIjoiMTIxIn0sIk1heFdpZHRoIjoyMDAuMCwiTWF4SGVpZ2h0IjoiSW5maW5pdHkiLCJTbWFydEZvcmVncm91bmRJc0FjdGl2ZSI6ZmFsc2UsIkhvcml6b250YWxBbGlnbm1lbnQiOjIsIlZlcnRpY2FsQWxpZ25tZW50IjowLCJTbWFydEZvcmVncm91bmQiOm51bGwsIkJhY2tncm91bmRGaWxsVHlwZSI6MCwiTWFyZ2luIjp7IiRyZWYiOiIxMjMifSwiUGFkZGluZyI6eyIkcmVmIjoiMTI0In0sIkJhY2tncm91bmQiOnsiJHJlZiI6IjEyNSJ9LCJJc1Zpc2libGUiOnRydWUsIldpZHRoIjowLjAsIkhlaWdodCI6MC4wLCJCb3JkZXJTdHlsZSI6eyIkaWQiOiIyNDMiLCJMaW5lQ29sb3IiOm51bGwsIkxpbmVXZWlnaHQiOjAuMCwiTGluZVR5cGUiOjAsIlBhcmVudFN0eWxlIjpudWxsfSwiUGFyZW50U3R5bGUiOm51bGx9LCJEYXRlRm9ybWF0Ijp7IiRyZWYiOiIxMjYifSwiSXNWaXNpYmxlIjp0cnVlLCJQYXJlbnRTdHlsZSI6bnVsbH0sIkluZGV4IjoxLCJTbWFydER1cmF0aW9uQWN0aXZhdGVkIjpmYWxzZSwiRGF0ZUZvcm1hdCI6eyIkcmVmIjoiMTI2In0sIklkIjoiZTMyYTE3NDAtMDljMS00MWRjLTlhNmUtNjJhOTZkY2Y2NzdjIiwiSW1wb3J0SWQiOm51bGwsIlRpdGxlIjoiU2NvcGUgQW5hbHlzaXMiLCJOb3RlIjpudWxsLCJIeXBlcmxpbmsiOm51bGwsIklzQ2hhbmdlZCI6ZmFsc2UsIklzTmV3IjpmYWxzZX0seyIkaWQiOiIyNDQiLCJHcm91cE5hbWUiOm51bGwsIlN0YXJ0RGF0ZSI6IjIwMTktMTItMDFUMDA6MDA6MDBaIiwiRW5kRGF0ZSI6IjIwMjAtMDEtMTdUMjM6NTk6MDBaIiwiUGVyY2VudGFnZUNvbXBsZXRlIjpudWxsLCJTdHlsZSI6eyIkaWQiOiIyNDUiLCJTaGFwZSI6MSwiU2hhcGVUaGlja25lc3MiOjAsIkR1cmF0aW9uRm9ybWF0IjowLCJJbmNsdWRlTm9uV29ya2luZ0RheXNJbkR1cmF0aW9uIjpmYWxzZSwiUGVyY2VudGFnZUNvbXBsZXRlU3R5bGUiOnsiJGlkIjoiMjQ2IiwiRm9udFNldHRpbmdzIjp7IiRpZCI6IjI0NyIsIkZvbnRTaXplIjoxMCwiRm9udE5hbWUiOiJDYWxpYnJpIiwiSXNCb2xkIjpmYWxzZSwiSXNJdGFsaWMiOmZhbHNlLCJJc1VuZGVybGluZWQiOmZhbHNlLCJQYXJlbnRTdHlsZSI6bnVsbH0sIkF1dG9TaXplIjowLCJGb3JlZ3JvdW5kIjp7IiRyZWYiOiI4NiJ9LCJNYXhXaWR0aCI6MjAwLjAsIk1heEhlaWdodCI6IkluZmluaXR5IiwiU21hcnRGb3JlZ3JvdW5kSXNBY3RpdmUiOmZhbHNlLCJIb3Jpem9udGFsQWxpZ25tZW50IjowLCJWZXJ0aWNhbEFsaWdubWVudCI6MCwiU21hcnRGb3JlZ3JvdW5kIjpudWxsLCJCYWNrZ3JvdW5kRmlsbFR5cGUiOjAsIk1hcmdpbiI6eyIkcmVmIjoiODgifSwiUGFkZGluZyI6eyIkcmVmIjoiODkifSwiQmFja2dyb3VuZCI6eyIkcmVmIjoiOTAifSwiSXNWaXNpYmxlIjp0cnVlLCJXaWR0aCI6MC4wLCJIZWlnaHQiOjAuMCwiQm9yZGVyU3R5bGUiOnsiJGlkIjoiMjQ4IiwiTGluZUNvbG9yIjpudWxsLCJMaW5lV2VpZ2h0IjowLjAsIkxpbmVUeXBlIjowLCJQYXJlbnRTdHlsZSI6bnVsbH0sIlBhcmVudFN0eWxlIjpudWxsfSwiRHVyYXRpb25TdHlsZSI6eyIkaWQiOiIyNDkiLCJGb250U2V0dGluZ3MiOnsiJGlkIjoiMjUwIiwiRm9udFNpemUiOjEwLCJGb250TmFtZSI6IkNhbGlicmkiLCJJc0JvbGQiOmZhbHNlLCJJc0l0YWxpYyI6ZmFsc2UsIklzVW5kZXJsaW5lZCI6ZmFsc2UsIlBhcmVudFN0eWxlIjpudWxsfSwiQXV0b1NpemUiOjAsIkZvcmVncm91bmQiOnsiJHJlZiI6IjkzIn0sIk1heFdpZHRoIjoyMDAuMCwiTWF4SGVpZ2h0IjoiSW5maW5pdHkiLCJTbWFydEZvcmVncm91bmRJc0FjdGl2ZSI6ZmFsc2UsIkhvcml6b250YWxBbGlnbm1lbnQiOjAsIlZlcnRpY2FsQWxpZ25tZW50IjowLCJTbWFydEZvcmVncm91bmQiOm51bGwsIkJhY2tncm91bmRGaWxsVHlwZSI6MCwiTWFyZ2luIjp7IiRyZWYiOiI5NSJ9LCJQYWRkaW5nIjp7IiRyZWYiOiI5NiJ9LCJCYWNrZ3JvdW5kIjp7IiRyZWYiOiI5NyJ9LCJJc1Zpc2libGUiOnRydWUsIldpZHRoIjowLjAsIkhlaWdodCI6MC4wLCJCb3JkZXJTdHlsZSI6eyIkaWQiOiIyNTEiLCJMaW5lQ29sb3IiOm51bGwsIkxpbmVXZWlnaHQiOjAuMCwiTGluZVR5cGUiOjAsIlBhcmVudFN0eWxlIjpudWxsfSwiUGFyZW50U3R5bGUiOm51bGx9LCJIb3Jpem9udGFsQ29ubmVjdG9yU3R5bGUiOnsiJGlkIjoiMjUyIiwiTGluZUNvbG9yIjp7IiRyZWYiOiI5OSJ9LCJMaW5lV2VpZ2h0IjoxLjAsIkxpbmVUeXBlIjowLCJQYXJlbnRTdHlsZSI6bnVsbH0sIlZlcnRpY2FsQ29ubmVjdG9yU3R5bGUiOnsiJGlkIjoiMjUzIiwiTGluZUNvbG9yIjp7IiRyZWYiOiIxMDIifSwiTGluZVdlaWdodCI6MC4wLCJMaW5lVHlwZSI6MCwiUGFyZW50U3R5bGUiOm51bGx9LCJNYXJnaW4iOm51bGwsIlN0YXJ0RGF0ZVBvc2l0aW9uIjo2LCJFbmREYXRlUG9zaXRpb24iOjYsIkRhdGVJc1Zpc2libGUiOmZhbHNlLCJUaXRsZVBvc2l0aW9uIjoxLCJEdXJhdGlvblBvc2l0aW9uIjo2LCJQZXJjZW50YWdlQ29tcGxldGVkUG9zaXRpb24iOjYsIlNwYWNpbmciOjUsIklzQmVsb3dUaW1lYmFuZCI6dHJ1ZSwiUGVyY2VudGFnZUNvbXBsZXRlU2hhcGVPcGFjaXR5IjozNSwiU2hhcGVTdHlsZSI6eyIkaWQiOiIyNTQiLCJNYXJnaW4iOnsiJHJlZiI6IjEwNSJ9LCJQYWRkaW5nIjp7IiRyZWYiOiIxMDYifSwiQmFja2dyb3VuZCI6eyIkaWQiOiIyNTUiLCJDb2xvciI6eyIkaWQiOiIyNTYiLCJBIjoyNTUsIlIiOjEzMSwiRyI6MTg3LCJCIjoyNDJ9fSwiSXNWaXNpYmxlIjp0cnVlLCJXaWR0aCI6MC4wLCJIZWlnaHQiOjEwLjAsIkJvcmRlclN0eWxlIjp7IiRpZCI6IjI1NyIsIkxpbmVDb2xvciI6eyIkcmVmIjoiMTEwIn0sIkxpbmVXZWlnaHQiOjAuMCwiTGluZVR5cGUiOjAsIlBhcmVudFN0eWxlIjpudWxsfSwiUGFyZW50U3R5bGUiOm51bGx9LCJUaXRsZVN0eWxlIjp7IiRpZCI6IjI1OCIsIkZvbnRTZXR0aW5ncyI6eyIkaWQiOiIyNTkiLCJGb250U2l6ZSI6MTQsIkZvbnROYW1lIjoiQ2FsaWJyaSIsIklzQm9sZCI6dHJ1ZSwiSXNJdGFsaWMiOmZhbHNlLCJJc1VuZGVybGluZWQiOmZhbHNlLCJQYXJlbnRTdHlsZSI6bnVsbH0sIkF1dG9TaXplIjowLCJGb3JlZ3JvdW5kIjp7IiRpZCI6IjI2MCIsIkNvbG9yIjp7IiRpZCI6IjI2MS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2In0sIlBhZGRpbmciOnsiJHJlZiI6IjExNyJ9LCJCYWNrZ3JvdW5kIjp7IiRyZWYiOiIxMTgifSwiSXNWaXNpYmxlIjp0cnVlLCJXaWR0aCI6MC4wLCJIZWlnaHQiOjAuMCwiQm9yZGVyU3R5bGUiOnsiJGlkIjoiMjYyIiwiTGluZUNvbG9yIjpudWxsLCJMaW5lV2VpZ2h0IjowLjAsIkxpbmVUeXBlIjowLCJQYXJlbnRTdHlsZSI6bnVsbH0sIlBhcmVudFN0eWxlIjpudWxsfSwiRGF0ZVN0eWxlIjp7IiRpZCI6IjI2MyIsIkZvbnRTZXR0aW5ncyI6eyIkaWQiOiIyNjQiLCJGb250U2l6ZSI6MTAsIkZvbnROYW1lIjoiQ2FsaWJyaSIsIklzQm9sZCI6ZmFsc2UsIklzSXRhbGljIjpmYWxzZSwiSXNVbmRlcmxpbmVkIjpmYWxzZSwiUGFyZW50U3R5bGUiOm51bGx9LCJBdXRvU2l6ZSI6MCwiRm9yZWdyb3VuZCI6eyIkcmVmIjoiMTIxIn0sIk1heFdpZHRoIjoyMDAuMCwiTWF4SGVpZ2h0IjoiSW5maW5pdHkiLCJTbWFydEZvcmVncm91bmRJc0FjdGl2ZSI6ZmFsc2UsIkhvcml6b250YWxBbGlnbm1lbnQiOjIsIlZlcnRpY2FsQWxpZ25tZW50IjowLCJTbWFydEZvcmVncm91bmQiOm51bGwsIkJhY2tncm91bmRGaWxsVHlwZSI6MCwiTWFyZ2luIjp7IiRyZWYiOiIxMjMifSwiUGFkZGluZyI6eyIkcmVmIjoiMTI0In0sIkJhY2tncm91bmQiOnsiJHJlZiI6IjEyNSJ9LCJJc1Zpc2libGUiOnRydWUsIldpZHRoIjowLjAsIkhlaWdodCI6MC4wLCJCb3JkZXJTdHlsZSI6eyIkaWQiOiIyNjUiLCJMaW5lQ29sb3IiOm51bGwsIkxpbmVXZWlnaHQiOjAuMCwiTGluZVR5cGUiOjAsIlBhcmVudFN0eWxlIjpudWxsfSwiUGFyZW50U3R5bGUiOm51bGx9LCJEYXRlRm9ybWF0Ijp7IiRyZWYiOiIxMjYifSwiSXNWaXNpYmxlIjp0cnVlLCJQYXJlbnRTdHlsZSI6bnVsbH0sIkluZGV4IjoyLCJTbWFydER1cmF0aW9uQWN0aXZhdGVkIjpmYWxzZSwiRGF0ZUZvcm1hdCI6eyIkcmVmIjoiMTI2In0sIklkIjoiZGEzZjFjM2EtZGYxMS00ZjNiLWIxOGQtZjgzYWFkMmM4OWQyIiwiSW1wb3J0SWQiOm51bGwsIlRpdGxlIjoiRGVzaWduL0J1aWxkL1VuaXQgVGVzdCIsIk5vdGUiOm51bGwsIkh5cGVybGluayI6bnVsbCwiSXNDaGFuZ2VkIjpmYWxzZSwiSXNOZXciOmZhbHNlfSx7IiRpZCI6IjI2NiIsIkdyb3VwTmFtZSI6bnVsbCwiU3RhcnREYXRlIjoiMjAxOS0xMi0xNVQwMDowMDowMFoiLCJFbmREYXRlIjoiMjAyMC0wMy0yMFQyMzo1OTowMFoiLCJQZXJjZW50YWdlQ29tcGxldGUiOm51bGwsIlN0eWxlIjp7IiRpZCI6IjI2NyIsIlNoYXBlIjoxLCJTaGFwZVRoaWNrbmVzcyI6MCwiRHVyYXRpb25Gb3JtYXQiOjAsIkluY2x1ZGVOb25Xb3JraW5nRGF5c0luRHVyYXRpb24iOmZhbHNlLCJQZXJjZW50YWdlQ29tcGxldGVTdHlsZSI6eyIkaWQiOiIyNjgiLCJGb250U2V0dGluZ3MiOnsiJGlkIjoiMjY5IiwiRm9udFNpemUiOjEwLCJGb250TmFtZSI6IkNhbGlicmkiLCJJc0JvbGQiOmZhbHNlLCJJc0l0YWxpYyI6ZmFsc2UsIklzVW5kZXJsaW5lZCI6ZmFsc2UsIlBhcmVudFN0eWxlIjpudWxsfSwiQXV0b1NpemUiOjAsIkZvcmVncm91bmQiOnsiJHJlZiI6Ijg2In0sIk1heFdpZHRoIjoyMDAuMCwiTWF4SGVpZ2h0IjoiSW5maW5pdHkiLCJTbWFydEZvcmVncm91bmRJc0FjdGl2ZSI6ZmFsc2UsIkhvcml6b250YWxBbGlnbm1lbnQiOjAsIlZlcnRpY2FsQWxpZ25tZW50IjowLCJTbWFydEZvcmVncm91bmQiOm51bGwsIkJhY2tncm91bmRGaWxsVHlwZSI6MCwiTWFyZ2luIjp7IiRyZWYiOiI4OCJ9LCJQYWRkaW5nIjp7IiRyZWYiOiI4OSJ9LCJCYWNrZ3JvdW5kIjp7IiRyZWYiOiI5MCJ9LCJJc1Zpc2libGUiOnRydWUsIldpZHRoIjowLjAsIkhlaWdodCI6MC4wLCJCb3JkZXJTdHlsZSI6eyIkaWQiOiIyNzAiLCJMaW5lQ29sb3IiOm51bGwsIkxpbmVXZWlnaHQiOjAuMCwiTGluZVR5cGUiOjAsIlBhcmVudFN0eWxlIjpudWxsfSwiUGFyZW50U3R5bGUiOm51bGx9LCJEdXJhdGlvblN0eWxlIjp7IiRpZCI6IjI3MSIsIkZvbnRTZXR0aW5ncyI6eyIkaWQiOiIyNzIiLCJGb250U2l6ZSI6MTAsIkZvbnROYW1lIjoiQ2FsaWJyaSIsIklzQm9sZCI6ZmFsc2UsIklzSXRhbGljIjpmYWxzZSwiSXNVbmRlcmxpbmVkIjpmYWxzZSwiUGFyZW50U3R5bGUiOm51bGx9LCJBdXRvU2l6ZSI6MCwiRm9yZWdyb3VuZCI6eyIkcmVmIjoiOTMifSwiTWF4V2lkdGgiOjIwMC4wLCJNYXhIZWlnaHQiOiJJbmZpbml0eSIsIlNtYXJ0Rm9yZWdyb3VuZElzQWN0aXZlIjpmYWxzZSwiSG9yaXpvbnRhbEFsaWdubWVudCI6MCwiVmVydGljYWxBbGlnbm1lbnQiOjAsIlNtYXJ0Rm9yZWdyb3VuZCI6bnVsbCwiQmFja2dyb3VuZEZpbGxUeXBlIjowLCJNYXJnaW4iOnsiJHJlZiI6Ijk1In0sIlBhZGRpbmciOnsiJHJlZiI6Ijk2In0sIkJhY2tncm91bmQiOnsiJHJlZiI6Ijk3In0sIklzVmlzaWJsZSI6dHJ1ZSwiV2lkdGgiOjAuMCwiSGVpZ2h0IjowLjAsIkJvcmRlclN0eWxlIjp7IiRpZCI6IjI3MyIsIkxpbmVDb2xvciI6bnVsbCwiTGluZVdlaWdodCI6MC4wLCJMaW5lVHlwZSI6MCwiUGFyZW50U3R5bGUiOm51bGx9LCJQYXJlbnRTdHlsZSI6bnVsbH0sIkhvcml6b250YWxDb25uZWN0b3JTdHlsZSI6eyIkaWQiOiIyNzQiLCJMaW5lQ29sb3IiOnsiJHJlZiI6Ijk5In0sIkxpbmVXZWlnaHQiOjEuMCwiTGluZVR5cGUiOjAsIlBhcmVudFN0eWxlIjpudWxsfSwiVmVydGljYWxDb25uZWN0b3JTdHlsZSI6eyIkaWQiOiIyNzUiLCJMaW5lQ29sb3IiOnsiJHJlZiI6IjEwMiJ9LCJMaW5lV2VpZ2h0IjowLjAsIkxpbmVUeXBlIjowLCJQYXJlbnRTdHlsZSI6bnVsbH0sIk1hcmdpbiI6bnVsbCwiU3RhcnREYXRlUG9zaXRpb24iOjYsIkVuZERhdGVQb3NpdGlvbiI6NiwiRGF0ZUlzVmlzaWJsZSI6ZmFsc2UsIlRpdGxlUG9zaXRpb24iOjEsIkR1cmF0aW9uUG9zaXRpb24iOjYsIlBlcmNlbnRhZ2VDb21wbGV0ZWRQb3NpdGlvbiI6NiwiU3BhY2luZyI6NSwiSXNCZWxvd1RpbWViYW5kIjp0cnVlLCJQZXJjZW50YWdlQ29tcGxldGVTaGFwZU9wYWNpdHkiOjM1LCJTaGFwZVN0eWxlIjp7IiRpZCI6IjI3NiIsIk1hcmdpbiI6eyIkcmVmIjoiMTA1In0sIlBhZGRpbmciOnsiJHJlZiI6IjEwNiJ9LCJCYWNrZ3JvdW5kIjp7IiRpZCI6IjI3NyIsIkNvbG9yIjp7IiRpZCI6IjI3OCIsIkEiOjI1NSwiUiI6MjM3LCJHIjoxMjUsIkIiOjQ5fX0sIklzVmlzaWJsZSI6dHJ1ZSwiV2lkdGgiOjAuMCwiSGVpZ2h0IjoxMC4wLCJCb3JkZXJTdHlsZSI6eyIkaWQiOiIyNzkiLCJMaW5lQ29sb3IiOnsiJHJlZiI6IjExMCJ9LCJMaW5lV2VpZ2h0IjowLjAsIkxpbmVUeXBlIjowLCJQYXJlbnRTdHlsZSI6bnVsbH0sIlBhcmVudFN0eWxlIjpudWxsfSwiVGl0bGVTdHlsZSI6eyIkaWQiOiIyODAiLCJGb250U2V0dGluZ3MiOnsiJGlkIjoiMjgxIiwiRm9udFNpemUiOjE0LCJGb250TmFtZSI6IkNhbGlicmkiLCJJc0JvbGQiOnRydWUsIklzSXRhbGljIjpmYWxzZSwiSXNVbmRlcmxpbmVkIjpmYWxzZSwiUGFyZW50U3R5bGUiOm51bGx9LCJBdXRvU2l6ZSI6MCwiRm9yZWdyb3VuZCI6eyIkaWQiOiIyODIiLCJDb2xvciI6eyIkaWQiOiIyODMiLCJBIjoyNTUsIlIiOjAsIkciOjAsIkIiOjB9fSwiTWF4V2lkdGgiOjcyMC4wLCJNYXhIZWlnaHQiOiJJbmZpbml0eSIsIlNtYXJ0Rm9yZWdyb3VuZElzQWN0aXZlIjpmYWxzZSwiSG9yaXpvbnRhbEFsaWdubWVudCI6MCwiVmVydGljYWxBbGlnbm1lbnQiOjAsIlNtYXJ0Rm9yZWdyb3VuZCI6bnVsbCwiQmFja2dyb3VuZEZpbGxUeXBlIjowLCJNYXJnaW4iOnsiJHJlZiI6IjExNiJ9LCJQYWRkaW5nIjp7IiRyZWYiOiIxMTcifSwiQmFja2dyb3VuZCI6eyIkcmVmIjoiMTE4In0sIklzVmlzaWJsZSI6dHJ1ZSwiV2lkdGgiOjAuMCwiSGVpZ2h0IjowLjAsIkJvcmRlclN0eWxlIjp7IiRpZCI6IjI4NCIsIkxpbmVDb2xvciI6bnVsbCwiTGluZVdlaWdodCI6MC4wLCJMaW5lVHlwZSI6MCwiUGFyZW50U3R5bGUiOm51bGx9LCJQYXJlbnRTdHlsZSI6bnVsbH0sIkRhdGVTdHlsZSI6eyIkaWQiOiIyODUiLCJGb250U2V0dGluZ3MiOnsiJGlkIjoiMjg2IiwiRm9udFNpemUiOjEwLCJGb250TmFtZSI6IkNhbGlicmkiLCJJc0JvbGQiOmZhbHNlLCJJc0l0YWxpYyI6ZmFsc2UsIklzVW5kZXJsaW5lZCI6ZmFsc2UsIlBhcmVudFN0eWxlIjpudWxsfSwiQXV0b1NpemUiOjAsIkZvcmVncm91bmQiOnsiJHJlZiI6IjEyMSJ9LCJNYXhXaWR0aCI6MjAwLjAsIk1heEhlaWdodCI6IkluZmluaXR5IiwiU21hcnRGb3JlZ3JvdW5kSXNBY3RpdmUiOmZhbHNlLCJIb3Jpem9udGFsQWxpZ25tZW50IjowLCJWZXJ0aWNhbEFsaWdubWVudCI6MCwiU21hcnRGb3JlZ3JvdW5kIjpudWxsLCJCYWNrZ3JvdW5kRmlsbFR5cGUiOjAsIk1hcmdpbiI6eyIkcmVmIjoiMTIzIn0sIlBhZGRpbmciOnsiJHJlZiI6IjEyNCJ9LCJCYWNrZ3JvdW5kIjp7IiRyZWYiOiIxMjUifSwiSXNWaXNpYmxlIjp0cnVlLCJXaWR0aCI6MC4wLCJIZWlnaHQiOjAuMCwiQm9yZGVyU3R5bGUiOnsiJGlkIjoiMjg3IiwiTGluZUNvbG9yIjpudWxsLCJMaW5lV2VpZ2h0IjowLjAsIkxpbmVUeXBlIjowLCJQYXJlbnRTdHlsZSI6bnVsbH0sIlBhcmVudFN0eWxlIjpudWxsfSwiRGF0ZUZvcm1hdCI6eyIkcmVmIjoiMTI2In0sIklzVmlzaWJsZSI6dHJ1ZSwiUGFyZW50U3R5bGUiOm51bGx9LCJJbmRleCI6MywiU21hcnREdXJhdGlvbkFjdGl2YXRlZCI6ZmFsc2UsIkRhdGVGb3JtYXQiOnsiJHJlZiI6IjEyNiJ9LCJJZCI6IjdkN2EzZjMzLWJiMDItNDAwNS05NTBkLTg4NzRlYzIyZThmOSIsIkltcG9ydElkIjpudWxsLCJUaXRsZSI6IlN5c3RlbSBJbnRlZ3JhdGlvbiBUZXN0aW5nIChBbGwgUGFydG5lcnMgLSBmdWxsIGVuZCB0byBlbmQpIiwiTm90ZSI6bnVsbCwiSHlwZXJsaW5rIjpudWxsLCJJc0NoYW5nZWQiOmZhbHNlLCJJc05ldyI6ZmFsc2V9LHsiJGlkIjoiMjg4IiwiR3JvdXBOYW1lIjpudWxsLCJTdGFydERhdGUiOiIyMDIwLTAzLTIzVDAwOjAwOjAwWiIsIkVuZERhdGUiOiIyMDIwLTA0LTE3VDIzOjU5OjAwWiIsIlBlcmNlbnRhZ2VDb21wbGV0ZSI6bnVsbCwiU3R5bGUiOnsiJGlkIjoiMjg5IiwiU2hhcGUiOjEsIlNoYXBlVGhpY2tuZXNzIjowLCJEdXJhdGlvbkZvcm1hdCI6MCwiSW5jbHVkZU5vbldvcmtpbmdEYXlzSW5EdXJhdGlvbiI6ZmFsc2UsIlBlcmNlbnRhZ2VDb21wbGV0ZVN0eWxlIjp7IiRpZCI6IjI5MCIsIkZvbnRTZXR0aW5ncyI6eyIkaWQiOiIyOTEiLCJGb250U2l6ZSI6MTAsIkZvbnROYW1lIjoiQ2FsaWJyaSIsIklzQm9sZCI6ZmFsc2UsIklzSXRhbGljIjpmYWxzZSwiSXNVbmRlcmxpbmVkIjpmYWxzZSwiUGFyZW50U3R5bGUiOm51bGx9LCJBdXRvU2l6ZSI6MCwiRm9yZWdyb3VuZCI6eyIkcmVmIjoiODYifSwiTWF4V2lkdGgiOjIwMC4wLCJNYXhIZWlnaHQiOiJJbmZpbml0eSIsIlNtYXJ0Rm9yZWdyb3VuZElzQWN0aXZlIjpmYWxzZSwiSG9yaXpvbnRhbEFsaWdubWVudCI6MCwiVmVydGljYWxBbGlnbm1lbnQiOjAsIlNtYXJ0Rm9yZWdyb3VuZCI6bnVsbCwiQmFja2dyb3VuZEZpbGxUeXBlIjowLCJNYXJnaW4iOnsiJHJlZiI6Ijg4In0sIlBhZGRpbmciOnsiJHJlZiI6Ijg5In0sIkJhY2tncm91bmQiOnsiJHJlZiI6IjkwIn0sIklzVmlzaWJsZSI6dHJ1ZSwiV2lkdGgiOjAuMCwiSGVpZ2h0IjowLjAsIkJvcmRlclN0eWxlIjp7IiRpZCI6IjI5MiIsIkxpbmVDb2xvciI6bnVsbCwiTGluZVdlaWdodCI6MC4wLCJMaW5lVHlwZSI6MCwiUGFyZW50U3R5bGUiOm51bGx9LCJQYXJlbnRTdHlsZSI6bnVsbH0sIkR1cmF0aW9uU3R5bGUiOnsiJGlkIjoiMjkzIiwiRm9udFNldHRpbmdzIjp7IiRpZCI6IjI5NCIsIkZvbnRTaXplIjoxMCwiRm9udE5hbWUiOiJDYWxpYnJpIiwiSXNCb2xkIjpmYWxzZSwiSXNJdGFsaWMiOmZhbHNlLCJJc1VuZGVybGluZWQiOmZhbHNlLCJQYXJlbnRTdHlsZSI6bnVsbH0sIkF1dG9TaXplIjowLCJGb3JlZ3JvdW5kIjp7IiRyZWYiOiI5MyJ9LCJNYXhXaWR0aCI6MjAwLjAsIk1heEhlaWdodCI6IkluZmluaXR5IiwiU21hcnRGb3JlZ3JvdW5kSXNBY3RpdmUiOmZhbHNlLCJIb3Jpem9udGFsQWxpZ25tZW50IjowLCJWZXJ0aWNhbEFsaWdubWVudCI6MCwiU21hcnRGb3JlZ3JvdW5kIjpudWxsLCJCYWNrZ3JvdW5kRmlsbFR5cGUiOjAsIk1hcmdpbiI6eyIkcmVmIjoiOTUifSwiUGFkZGluZyI6eyIkcmVmIjoiOTYifSwiQmFja2dyb3VuZCI6eyIkcmVmIjoiOTcifSwiSXNWaXNpYmxlIjp0cnVlLCJXaWR0aCI6MC4wLCJIZWlnaHQiOjAuMCwiQm9yZGVyU3R5bGUiOnsiJGlkIjoiMjk1IiwiTGluZUNvbG9yIjpudWxsLCJMaW5lV2VpZ2h0IjowLjAsIkxpbmVUeXBlIjowLCJQYXJlbnRTdHlsZSI6bnVsbH0sIlBhcmVudFN0eWxlIjpudWxsfSwiSG9yaXpvbnRhbENvbm5lY3RvclN0eWxlIjp7IiRpZCI6IjI5NiIsIkxpbmVDb2xvciI6eyIkcmVmIjoiOTkifSwiTGluZVdlaWdodCI6MS4wLCJMaW5lVHlwZSI6MCwiUGFyZW50U3R5bGUiOm51bGx9LCJWZXJ0aWNhbENvbm5lY3RvclN0eWxlIjp7IiRpZCI6IjI5NyIsIkxpbmVDb2xvciI6eyIkcmVmIjoiMTAyIn0sIkxpbmVXZWlnaHQiOjAuMCwiTGluZVR5cGUiOjAsIlBhcmVudFN0eWxlIjpudWxsfSwiTWFyZ2luIjpudWxsLCJTdGFydERhdGVQb3NpdGlvbiI6NiwiRW5kRGF0ZVBvc2l0aW9uIjo2LCJEYXRlSXNWaXNpYmxlIjpmYWxzZSwiVGl0bGVQb3NpdGlvbiI6MSwiRHVyYXRpb25Qb3NpdGlvbiI6NiwiUGVyY2VudGFnZUNvbXBsZXRlZFBvc2l0aW9uIjo2LCJTcGFjaW5nIjo1LCJJc0JlbG93VGltZWJhbmQiOnRydWUsIlBlcmNlbnRhZ2VDb21wbGV0ZVNoYXBlT3BhY2l0eSI6MzUsIlNoYXBlU3R5bGUiOnsiJGlkIjoiMjk4IiwiTWFyZ2luIjp7IiRyZWYiOiIxMDUifSwiUGFkZGluZyI6eyIkcmVmIjoiMTA2In0sIkJhY2tncm91bmQiOnsiJGlkIjoiMjk5IiwiQ29sb3IiOnsiJGlkIjoiMzAwIiwiQSI6MjU1LCJSIjoxMTIsIkciOjE3MywiQiI6NzF9fSwiSXNWaXNpYmxlIjp0cnVlLCJXaWR0aCI6MC4wLCJIZWlnaHQiOjEwLjAsIkJvcmRlclN0eWxlIjp7IiRpZCI6IjMwMSIsIkxpbmVDb2xvciI6eyIkcmVmIjoiMTEwIn0sIkxpbmVXZWlnaHQiOjAuMCwiTGluZVR5cGUiOjAsIlBhcmVudFN0eWxlIjpudWxsfSwiUGFyZW50U3R5bGUiOm51bGx9LCJUaXRsZVN0eWxlIjp7IiRpZCI6IjMwMiIsIkZvbnRTZXR0aW5ncyI6eyIkaWQiOiIzMDMiLCJGb250U2l6ZSI6MTQsIkZvbnROYW1lIjoiQ2FsaWJyaSIsIklzQm9sZCI6dHJ1ZSwiSXNJdGFsaWMiOmZhbHNlLCJJc1VuZGVybGluZWQiOmZhbHNlLCJQYXJlbnRTdHlsZSI6bnVsbH0sIkF1dG9TaXplIjowLCJGb3JlZ3JvdW5kIjp7IiRpZCI6IjMwNCIsIkNvbG9yIjp7IiRpZCI6IjMwNS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2In0sIlBhZGRpbmciOnsiJHJlZiI6IjExNyJ9LCJCYWNrZ3JvdW5kIjp7IiRyZWYiOiIxMTgifSwiSXNWaXNpYmxlIjp0cnVlLCJXaWR0aCI6MC4wLCJIZWlnaHQiOjAuMCwiQm9yZGVyU3R5bGUiOnsiJGlkIjoiMzA2IiwiTGluZUNvbG9yIjpudWxsLCJMaW5lV2VpZ2h0IjowLjAsIkxpbmVUeXBlIjowLCJQYXJlbnRTdHlsZSI6bnVsbH0sIlBhcmVudFN0eWxlIjpudWxsfSwiRGF0ZVN0eWxlIjp7IiRpZCI6IjMwNyIsIkZvbnRTZXR0aW5ncyI6eyIkaWQiOiIzMDgiLCJGb250U2l6ZSI6MTAsIkZvbnROYW1lIjoiQ2FsaWJyaSIsIklzQm9sZCI6ZmFsc2UsIklzSXRhbGljIjpmYWxzZSwiSXNVbmRlcmxpbmVkIjpmYWxzZSwiUGFyZW50U3R5bGUiOm51bGx9LCJBdXRvU2l6ZSI6MCwiRm9yZWdyb3VuZCI6eyIkcmVmIjoiMTIxIn0sIk1heFdpZHRoIjoyMDAuMCwiTWF4SGVpZ2h0IjoiSW5maW5pdHkiLCJTbWFydEZvcmVncm91bmRJc0FjdGl2ZSI6ZmFsc2UsIkhvcml6b250YWxBbGlnbm1lbnQiOjIsIlZlcnRpY2FsQWxpZ25tZW50IjowLCJTbWFydEZvcmVncm91bmQiOm51bGwsIkJhY2tncm91bmRGaWxsVHlwZSI6MCwiTWFyZ2luIjp7IiRyZWYiOiIxMjMifSwiUGFkZGluZyI6eyIkcmVmIjoiMTI0In0sIkJhY2tncm91bmQiOnsiJHJlZiI6IjEyNSJ9LCJJc1Zpc2libGUiOnRydWUsIldpZHRoIjowLjAsIkhlaWdodCI6MC4wLCJCb3JkZXJTdHlsZSI6eyIkaWQiOiIzMDkiLCJMaW5lQ29sb3IiOm51bGwsIkxpbmVXZWlnaHQiOjAuMCwiTGluZVR5cGUiOjAsIlBhcmVudFN0eWxlIjpudWxsfSwiUGFyZW50U3R5bGUiOm51bGx9LCJEYXRlRm9ybWF0Ijp7IiRyZWYiOiIxMjYifSwiSXNWaXNpYmxlIjp0cnVlLCJQYXJlbnRTdHlsZSI6bnVsbH0sIkluZGV4Ijo0LCJTbWFydER1cmF0aW9uQWN0aXZhdGVkIjpmYWxzZSwiRGF0ZUZvcm1hdCI6eyIkcmVmIjoiMTI2In0sIklkIjoiMGJlOTNjMTgtODFkMS00ZDJkLWEwOTctNDUzODdkNGU0NmM1IiwiSW1wb3J0SWQiOm51bGwsIlRpdGxlIjoiVXNlciBBY2NlcHRhbmNlIFRlc3RpbmciLCJOb3RlIjpudWxsLCJIeXBlcmxpbmsiOm51bGwsIklzQ2hhbmdlZCI6ZmFsc2UsIklzTmV3IjpmYWxzZX0seyIkaWQiOiIzMTAiLCJHcm91cE5hbWUiOm51bGwsIlN0YXJ0RGF0ZSI6IjIwMjAtMDEtMDJUMDA6MDA6MDBaIiwiRW5kRGF0ZSI6IjIwMjAtMDctMjBUMjM6NTk6MDBaIiwiUGVyY2VudGFnZUNvbXBsZXRlIjpudWxsLCJTdHlsZSI6eyIkaWQiOiIzMTEiLCJTaGFwZSI6MSwiU2hhcGVUaGlja25lc3MiOjAsIkR1cmF0aW9uRm9ybWF0IjowLCJJbmNsdWRlTm9uV29ya2luZ0RheXNJbkR1cmF0aW9uIjpmYWxzZSwiUGVyY2VudGFnZUNvbXBsZXRlU3R5bGUiOnsiJGlkIjoiMzEyIiwiRm9udFNldHRpbmdzIjp7IiRpZCI6IjMxMyIsIkZvbnRTaXplIjoxMCwiRm9udE5hbWUiOiJDYWxpYnJpIiwiSXNCb2xkIjpmYWxzZSwiSXNJdGFsaWMiOmZhbHNlLCJJc1VuZGVybGluZWQiOmZhbHNlLCJQYXJlbnRTdHlsZSI6bnVsbH0sIkF1dG9TaXplIjowLCJGb3JlZ3JvdW5kIjp7IiRyZWYiOiI4NiJ9LCJNYXhXaWR0aCI6MjAwLjAsIk1heEhlaWdodCI6IkluZmluaXR5IiwiU21hcnRGb3JlZ3JvdW5kSXNBY3RpdmUiOmZhbHNlLCJIb3Jpem9udGFsQWxpZ25tZW50IjowLCJWZXJ0aWNhbEFsaWdubWVudCI6MCwiU21hcnRGb3JlZ3JvdW5kIjpudWxsLCJCYWNrZ3JvdW5kRmlsbFR5cGUiOjAsIk1hcmdpbiI6eyIkcmVmIjoiODgifSwiUGFkZGluZyI6eyIkcmVmIjoiODkifSwiQmFja2dyb3VuZCI6eyIkcmVmIjoiOTAifSwiSXNWaXNpYmxlIjp0cnVlLCJXaWR0aCI6MC4wLCJIZWlnaHQiOjAuMCwiQm9yZGVyU3R5bGUiOnsiJGlkIjoiMzE0IiwiTGluZUNvbG9yIjpudWxsLCJMaW5lV2VpZ2h0IjowLjAsIkxpbmVUeXBlIjowLCJQYXJlbnRTdHlsZSI6bnVsbH0sIlBhcmVudFN0eWxlIjpudWxsfSwiRHVyYXRpb25TdHlsZSI6eyIkaWQiOiIzMTUiLCJGb250U2V0dGluZ3MiOnsiJGlkIjoiMzE2IiwiRm9udFNpemUiOjEwLCJGb250TmFtZSI6IkNhbGlicmkiLCJJc0JvbGQiOmZhbHNlLCJJc0l0YWxpYyI6ZmFsc2UsIklzVW5kZXJsaW5lZCI6ZmFsc2UsIlBhcmVudFN0eWxlIjpudWxsfSwiQXV0b1NpemUiOjAsIkZvcmVncm91bmQiOnsiJHJlZiI6IjkzIn0sIk1heFdpZHRoIjoyMDAuMCwiTWF4SGVpZ2h0IjoiSW5maW5pdHkiLCJTbWFydEZvcmVncm91bmRJc0FjdGl2ZSI6ZmFsc2UsIkhvcml6b250YWxBbGlnbm1lbnQiOjAsIlZlcnRpY2FsQWxpZ25tZW50IjowLCJTbWFydEZvcmVncm91bmQiOm51bGwsIkJhY2tncm91bmRGaWxsVHlwZSI6MCwiTWFyZ2luIjp7IiRyZWYiOiI5NSJ9LCJQYWRkaW5nIjp7IiRyZWYiOiI5NiJ9LCJCYWNrZ3JvdW5kIjp7IiRyZWYiOiI5NyJ9LCJJc1Zpc2libGUiOnRydWUsIldpZHRoIjowLjAsIkhlaWdodCI6MC4wLCJCb3JkZXJTdHlsZSI6eyIkaWQiOiIzMTciLCJMaW5lQ29sb3IiOm51bGwsIkxpbmVXZWlnaHQiOjAuMCwiTGluZVR5cGUiOjAsIlBhcmVudFN0eWxlIjpudWxsfSwiUGFyZW50U3R5bGUiOm51bGx9LCJIb3Jpem9udGFsQ29ubmVjdG9yU3R5bGUiOnsiJGlkIjoiMzE4IiwiTGluZUNvbG9yIjp7IiRyZWYiOiI5OSJ9LCJMaW5lV2VpZ2h0IjoxLjAsIkxpbmVUeXBlIjowLCJQYXJlbnRTdHlsZSI6bnVsbH0sIlZlcnRpY2FsQ29ubmVjdG9yU3R5bGUiOnsiJGlkIjoiMzE5IiwiTGluZUNvbG9yIjp7IiRyZWYiOiIxMDIifSwiTGluZVdlaWdodCI6MC4wLCJMaW5lVHlwZSI6MCwiUGFyZW50U3R5bGUiOm51bGx9LCJNYXJnaW4iOm51bGwsIlN0YXJ0RGF0ZVBvc2l0aW9uIjo2LCJFbmREYXRlUG9zaXRpb24iOjYsIkRhdGVJc1Zpc2libGUiOmZhbHNlLCJUaXRsZVBvc2l0aW9uIjoxLCJEdXJhdGlvblBvc2l0aW9uIjo2LCJQZXJjZW50YWdlQ29tcGxldGVkUG9zaXRpb24iOjYsIlNwYWNpbmciOjUsIklzQmVsb3dUaW1lYmFuZCI6dHJ1ZSwiUGVyY2VudGFnZUNvbXBsZXRlU2hhcGVPcGFjaXR5IjozNSwiU2hhcGVTdHlsZSI6eyIkaWQiOiIzMjAiLCJNYXJnaW4iOnsiJHJlZiI6IjEwNSJ9LCJQYWRkaW5nIjp7IiRyZWYiOiIxMDYifSwiQmFja2dyb3VuZCI6eyIkaWQiOiIzMjEiLCJDb2xvciI6eyIkaWQiOiIzMjIiLCJBIjoyNTUsIlIiOjQ3LCJHIjo1NCwiQiI6MTUzfX0sIklzVmlzaWJsZSI6dHJ1ZSwiV2lkdGgiOjAuMCwiSGVpZ2h0IjoxMC4wLCJCb3JkZXJTdHlsZSI6eyIkaWQiOiIzMjMiLCJMaW5lQ29sb3IiOnsiJHJlZiI6IjExMCJ9LCJMaW5lV2VpZ2h0IjowLjAsIkxpbmVUeXBlIjowLCJQYXJlbnRTdHlsZSI6bnVsbH0sIlBhcmVudFN0eWxlIjpudWxsfSwiVGl0bGVTdHlsZSI6eyIkaWQiOiIzMjQiLCJGb250U2V0dGluZ3MiOnsiJGlkIjoiMzI1IiwiRm9udFNpemUiOjE0LCJGb250TmFtZSI6IkNhbGlicmkiLCJJc0JvbGQiOnRydWUsIklzSXRhbGljIjpmYWxzZSwiSXNVbmRlcmxpbmVkIjpmYWxzZSwiUGFyZW50U3R5bGUiOm51bGx9LCJBdXRvU2l6ZSI6MCwiRm9yZWdyb3VuZCI6eyIkaWQiOiIzMjYiLCJDb2xvciI6eyIkaWQiOiIzMjciLCJBIjoyNTUsIlIiOjAsIkciOjAsIkIiOjB9fSwiTWF4V2lkdGgiOjcyMC4wLCJNYXhIZWlnaHQiOiJJbmZpbml0eSIsIlNtYXJ0Rm9yZWdyb3VuZElzQWN0aXZlIjpmYWxzZSwiSG9yaXpvbnRhbEFsaWdubWVudCI6MCwiVmVydGljYWxBbGlnbm1lbnQiOjAsIlNtYXJ0Rm9yZWdyb3VuZCI6bnVsbCwiQmFja2dyb3VuZEZpbGxUeXBlIjowLCJNYXJnaW4iOnsiJHJlZiI6IjExNiJ9LCJQYWRkaW5nIjp7IiRyZWYiOiIxMTcifSwiQmFja2dyb3VuZCI6eyIkcmVmIjoiMTE4In0sIklzVmlzaWJsZSI6dHJ1ZSwiV2lkdGgiOjAuMCwiSGVpZ2h0IjowLjAsIkJvcmRlclN0eWxlIjp7IiRpZCI6IjMyOCIsIkxpbmVDb2xvciI6bnVsbCwiTGluZVdlaWdodCI6MC4wLCJMaW5lVHlwZSI6MCwiUGFyZW50U3R5bGUiOm51bGx9LCJQYXJlbnRTdHlsZSI6bnVsbH0sIkRhdGVTdHlsZSI6eyIkaWQiOiIzMjkiLCJGb250U2V0dGluZ3MiOnsiJGlkIjoiMzMwIiwiRm9udFNpemUiOjEwLCJGb250TmFtZSI6IkNhbGlicmkiLCJJc0JvbGQiOmZhbHNlLCJJc0l0YWxpYyI6ZmFsc2UsIklzVW5kZXJsaW5lZCI6ZmFsc2UsIlBhcmVudFN0eWxlIjpudWxsfSwiQXV0b1NpemUiOjAsIkZvcmVncm91bmQiOnsiJHJlZiI6IjEyMSJ9LCJNYXhXaWR0aCI6MjAwLjAsIk1heEhlaWdodCI6IkluZmluaXR5IiwiU21hcnRGb3JlZ3JvdW5kSXNBY3RpdmUiOmZhbHNlLCJIb3Jpem9udGFsQWxpZ25tZW50IjowLCJWZXJ0aWNhbEFsaWdubWVudCI6MCwiU21hcnRGb3JlZ3JvdW5kIjpudWxsLCJCYWNrZ3JvdW5kRmlsbFR5cGUiOjAsIk1hcmdpbiI6eyIkcmVmIjoiMTIzIn0sIlBhZGRpbmciOnsiJHJlZiI6IjEyNCJ9LCJCYWNrZ3JvdW5kIjp7IiRyZWYiOiIxMjUifSwiSXNWaXNpYmxlIjp0cnVlLCJXaWR0aCI6MC4wLCJIZWlnaHQiOjAuMCwiQm9yZGVyU3R5bGUiOnsiJGlkIjoiMzMxIiwiTGluZUNvbG9yIjpudWxsLCJMaW5lV2VpZ2h0IjowLjAsIkxpbmVUeXBlIjowLCJQYXJlbnRTdHlsZSI6bnVsbH0sIlBhcmVudFN0eWxlIjpudWxsfSwiRGF0ZUZvcm1hdCI6eyIkcmVmIjoiMTI2In0sIklzVmlzaWJsZSI6dHJ1ZSwiUGFyZW50U3R5bGUiOm51bGx9LCJJbmRleCI6NSwiU21hcnREdXJhdGlvbkFjdGl2YXRlZCI6ZmFsc2UsIkRhdGVGb3JtYXQiOnsiJHJlZiI6IjEyNiJ9LCJJZCI6ImY3MWVhZjA4LTc2YzYtNDVmNC05MWRiLTVmMThiOWE0YWQ5ZiIsIkltcG9ydElkIjpudWxsLCJUaXRsZSI6Ik1hcmtldGluZyAtIE1vdGl2ZSAmIFBlcnNvbmFsIiwiTm90ZSI6bnVsbCwiSHlwZXJsaW5rIjpudWxsLCJJc0NoYW5nZWQiOmZhbHNlLCJJc05ldyI6ZmFsc2V9LHsiJGlkIjoiMzMyIiwiR3JvdXBOYW1lIjpudWxsLCJTdGFydERhdGUiOiIyMDE5LTEyLTAyVDAwOjAwOjAwWiIsIkVuZERhdGUiOiIyMDIwLTA3LTMxVDIzOjU5OjAwWiIsIlBlcmNlbnRhZ2VDb21wbGV0ZSI6bnVsbCwiU3R5bGUiOnsiJGlkIjoiMzMzIiwiU2hhcGUiOjEsIlNoYXBlVGhpY2tuZXNzIjowLCJEdXJhdGlvbkZvcm1hdCI6MCwiSW5jbHVkZU5vbldvcmtpbmdEYXlzSW5EdXJhdGlvbiI6ZmFsc2UsIlBlcmNlbnRhZ2VDb21wbGV0ZVN0eWxlIjp7IiRpZCI6IjMzNCIsIkZvbnRTZXR0aW5ncyI6eyIkaWQiOiIzMzUiLCJGb250U2l6ZSI6MTAsIkZvbnROYW1lIjoiQ2FsaWJyaSIsIklzQm9sZCI6ZmFsc2UsIklzSXRhbGljIjpmYWxzZSwiSXNVbmRlcmxpbmVkIjpmYWxzZSwiUGFyZW50U3R5bGUiOm51bGx9LCJBdXRvU2l6ZSI6MCwiRm9yZWdyb3VuZCI6eyIkcmVmIjoiODYifSwiTWF4V2lkdGgiOjIwMC4wLCJNYXhIZWlnaHQiOiJJbmZpbml0eSIsIlNtYXJ0Rm9yZWdyb3VuZElzQWN0aXZlIjpmYWxzZSwiSG9yaXpvbnRhbEFsaWdubWVudCI6MCwiVmVydGljYWxBbGlnbm1lbnQiOjAsIlNtYXJ0Rm9yZWdyb3VuZCI6bnVsbCwiQmFja2dyb3VuZEZpbGxUeXBlIjowLCJNYXJnaW4iOnsiJHJlZiI6Ijg4In0sIlBhZGRpbmciOnsiJHJlZiI6Ijg5In0sIkJhY2tncm91bmQiOnsiJHJlZiI6IjkwIn0sIklzVmlzaWJsZSI6dHJ1ZSwiV2lkdGgiOjAuMCwiSGVpZ2h0IjowLjAsIkJvcmRlclN0eWxlIjp7IiRpZCI6IjMzNiIsIkxpbmVDb2xvciI6bnVsbCwiTGluZVdlaWdodCI6MC4wLCJMaW5lVHlwZSI6MCwiUGFyZW50U3R5bGUiOm51bGx9LCJQYXJlbnRTdHlsZSI6bnVsbH0sIkR1cmF0aW9uU3R5bGUiOnsiJGlkIjoiMzM3IiwiRm9udFNldHRpbmdzIjp7IiRpZCI6IjMzOCIsIkZvbnRTaXplIjoxMCwiRm9udE5hbWUiOiJDYWxpYnJpIiwiSXNCb2xkIjpmYWxzZSwiSXNJdGFsaWMiOmZhbHNlLCJJc1VuZGVybGluZWQiOmZhbHNlLCJQYXJlbnRTdHlsZSI6bnVsbH0sIkF1dG9TaXplIjowLCJGb3JlZ3JvdW5kIjp7IiRyZWYiOiI5MyJ9LCJNYXhXaWR0aCI6MjAwLjAsIk1heEhlaWdodCI6IkluZmluaXR5IiwiU21hcnRGb3JlZ3JvdW5kSXNBY3RpdmUiOmZhbHNlLCJIb3Jpem9udGFsQWxpZ25tZW50IjowLCJWZXJ0aWNhbEFsaWdubWVudCI6MCwiU21hcnRGb3JlZ3JvdW5kIjpudWxsLCJCYWNrZ3JvdW5kRmlsbFR5cGUiOjAsIk1hcmdpbiI6eyIkcmVmIjoiOTUifSwiUGFkZGluZyI6eyIkcmVmIjoiOTYifSwiQmFja2dyb3VuZCI6eyIkcmVmIjoiOTcifSwiSXNWaXNpYmxlIjp0cnVlLCJXaWR0aCI6MC4wLCJIZWlnaHQiOjAuMCwiQm9yZGVyU3R5bGUiOnsiJGlkIjoiMzM5IiwiTGluZUNvbG9yIjpudWxsLCJMaW5lV2VpZ2h0IjowLjAsIkxpbmVUeXBlIjowLCJQYXJlbnRTdHlsZSI6bnVsbH0sIlBhcmVudFN0eWxlIjpudWxsfSwiSG9yaXpvbnRhbENvbm5lY3RvclN0eWxlIjp7IiRpZCI6IjM0MCIsIkxpbmVDb2xvciI6eyIkcmVmIjoiOTkifSwiTGluZVdlaWdodCI6MS4wLCJMaW5lVHlwZSI6MCwiUGFyZW50U3R5bGUiOm51bGx9LCJWZXJ0aWNhbENvbm5lY3RvclN0eWxlIjp7IiRpZCI6IjM0MSIsIkxpbmVDb2xvciI6eyIkcmVmIjoiMTAyIn0sIkxpbmVXZWlnaHQiOjAuMCwiTGluZVR5cGUiOjAsIlBhcmVudFN0eWxlIjpudWxsfSwiTWFyZ2luIjpudWxsLCJTdGFydERhdGVQb3NpdGlvbiI6NiwiRW5kRGF0ZVBvc2l0aW9uIjo2LCJEYXRlSXNWaXNpYmxlIjpmYWxzZSwiVGl0bGVQb3NpdGlvbiI6MSwiRHVyYXRpb25Qb3NpdGlvbiI6NiwiUGVyY2VudGFnZUNvbXBsZXRlZFBvc2l0aW9uIjo2LCJTcGFjaW5nIjo1LCJJc0JlbG93VGltZWJhbmQiOnRydWUsIlBlcmNlbnRhZ2VDb21wbGV0ZVNoYXBlT3BhY2l0eSI6MzUsIlNoYXBlU3R5bGUiOnsiJGlkIjoiMzQyIiwiTWFyZ2luIjp7IiRyZWYiOiIxMDUifSwiUGFkZGluZyI6eyIkcmVmIjoiMTA2In0sIkJhY2tncm91bmQiOnsiJGlkIjoiMzQzIiwiQ29sb3IiOnsiJGlkIjoiMzQ0IiwiQSI6MjU1LCJSIjo0NSwiRyI6MjA0LCJCIjoyMTF9fSwiSXNWaXNpYmxlIjp0cnVlLCJXaWR0aCI6MC4wLCJIZWlnaHQiOjEwLjAsIkJvcmRlclN0eWxlIjp7IiRpZCI6IjM0NSIsIkxpbmVDb2xvciI6eyIkcmVmIjoiMTEwIn0sIkxpbmVXZWlnaHQiOjAuMCwiTGluZVR5cGUiOjAsIlBhcmVudFN0eWxlIjpudWxsfSwiUGFyZW50U3R5bGUiOm51bGx9LCJUaXRsZVN0eWxlIjp7IiRpZCI6IjM0NiIsIkZvbnRTZXR0aW5ncyI6eyIkaWQiOiIzNDciLCJGb250U2l6ZSI6MTQsIkZvbnROYW1lIjoiQ2FsaWJyaSIsIklzQm9sZCI6dHJ1ZSwiSXNJdGFsaWMiOmZhbHNlLCJJc1VuZGVybGluZWQiOmZhbHNlLCJQYXJlbnRTdHlsZSI6bnVsbH0sIkF1dG9TaXplIjowLCJGb3JlZ3JvdW5kIjp7IiRpZCI6IjM0OCIsIkNvbG9yIjp7IiRpZCI6IjM0OS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2In0sIlBhZGRpbmciOnsiJHJlZiI6IjExNyJ9LCJCYWNrZ3JvdW5kIjp7IiRyZWYiOiIxMTgifSwiSXNWaXNpYmxlIjp0cnVlLCJXaWR0aCI6MC4wLCJIZWlnaHQiOjAuMCwiQm9yZGVyU3R5bGUiOnsiJGlkIjoiMzUwIiwiTGluZUNvbG9yIjpudWxsLCJMaW5lV2VpZ2h0IjowLjAsIkxpbmVUeXBlIjowLCJQYXJlbnRTdHlsZSI6bnVsbH0sIlBhcmVudFN0eWxlIjpudWxsfSwiRGF0ZVN0eWxlIjp7IiRpZCI6IjM1MSIsIkZvbnRTZXR0aW5ncyI6eyIkaWQiOiIzNTIiLCJGb250U2l6ZSI6MTAsIkZvbnROYW1lIjoiQ2FsaWJyaSIsIklzQm9sZCI6ZmFsc2UsIklzSXRhbGljIjpmYWxzZSwiSXNVbmRlcmxpbmVkIjpmYWxzZSwiUGFyZW50U3R5bGUiOm51bGx9LCJBdXRvU2l6ZSI6MCwiRm9yZWdyb3VuZCI6eyIkcmVmIjoiMTIxIn0sIk1heFdpZHRoIjoyMDAuMCwiTWF4SGVpZ2h0IjoiSW5maW5pdHkiLCJTbWFydEZvcmVncm91bmRJc0FjdGl2ZSI6ZmFsc2UsIkhvcml6b250YWxBbGlnbm1lbnQiOjAsIlZlcnRpY2FsQWxpZ25tZW50IjowLCJTbWFydEZvcmVncm91bmQiOm51bGwsIkJhY2tncm91bmRGaWxsVHlwZSI6MCwiTWFyZ2luIjp7IiRyZWYiOiIxMjMifSwiUGFkZGluZyI6eyIkcmVmIjoiMTI0In0sIkJhY2tncm91bmQiOnsiJHJlZiI6IjEyNSJ9LCJJc1Zpc2libGUiOnRydWUsIldpZHRoIjowLjAsIkhlaWdodCI6MC4wLCJCb3JkZXJTdHlsZSI6eyIkaWQiOiIzNTMiLCJMaW5lQ29sb3IiOm51bGwsIkxpbmVXZWlnaHQiOjAuMCwiTGluZVR5cGUiOjAsIlBhcmVudFN0eWxlIjpudWxsfSwiUGFyZW50U3R5bGUiOm51bGx9LCJEYXRlRm9ybWF0Ijp7IiRyZWYiOiIxMjYifSwiSXNWaXNpYmxlIjp0cnVlLCJQYXJlbnRTdHlsZSI6bnVsbH0sIkluZGV4Ijo2LCJTbWFydER1cmF0aW9uQWN0aXZhdGVkIjpmYWxzZSwiRGF0ZUZvcm1hdCI6eyIkcmVmIjoiMTI2In0sIklkIjoiMDFiMTIwMTgtYzA4Mi00MWU2LWI5NGQtZTBjYTQ3NmQ5ZTZiIiwiSW1wb3J0SWQiOm51bGwsIlRpdGxlIjoiUGVvcGxlIEZpcnN0IC0gQnVzaW5lc3MgUmVhZGluZXNzIGFuZCBTdXBwb3J0IFN0cnVjdHVyZXMiLCJOb3RlIjpudWxsLCJIeXBlcmxpbmsiOm51bGwsIklzQ2hhbmdlZCI6ZmFsc2UsIklzTmV3IjpmYWxzZX0seyIkaWQiOiIzNTQiLCJHcm91cE5hbWUiOm51bGwsIlN0YXJ0RGF0ZSI6IjIwMjAtMDQtMTRUMDA6MDA6MDBaIiwiRW5kRGF0ZSI6IjIwMjAtMDgtMDdUMjM6NTk6MDBaIiwiUGVyY2VudGFnZUNvbXBsZXRlIjpudWxsLCJTdHlsZSI6eyIkaWQiOiIzNTUiLCJTaGFwZSI6MSwiU2hhcGVUaGlja25lc3MiOjAsIkR1cmF0aW9uRm9ybWF0IjowLCJJbmNsdWRlTm9uV29ya2luZ0RheXNJbkR1cmF0aW9uIjpmYWxzZSwiUGVyY2VudGFnZUNvbXBsZXRlU3R5bGUiOnsiJGlkIjoiMzU2IiwiRm9udFNldHRpbmdzIjp7IiRpZCI6IjM1NyIsIkZvbnRTaXplIjoxMCwiRm9udE5hbWUiOiJDYWxpYnJpIiwiSXNCb2xkIjpmYWxzZSwiSXNJdGFsaWMiOmZhbHNlLCJJc1VuZGVybGluZWQiOmZhbHNlLCJQYXJlbnRTdHlsZSI6bnVsbH0sIkF1dG9TaXplIjowLCJGb3JlZ3JvdW5kIjp7IiRyZWYiOiI4NiJ9LCJNYXhXaWR0aCI6MjAwLjAsIk1heEhlaWdodCI6IkluZmluaXR5IiwiU21hcnRGb3JlZ3JvdW5kSXNBY3RpdmUiOmZhbHNlLCJIb3Jpem9udGFsQWxpZ25tZW50IjowLCJWZXJ0aWNhbEFsaWdubWVudCI6MCwiU21hcnRGb3JlZ3JvdW5kIjpudWxsLCJCYWNrZ3JvdW5kRmlsbFR5cGUiOjAsIk1hcmdpbiI6eyIkcmVmIjoiODgifSwiUGFkZGluZyI6eyIkcmVmIjoiODkifSwiQmFja2dyb3VuZCI6eyIkcmVmIjoiOTAifSwiSXNWaXNpYmxlIjp0cnVlLCJXaWR0aCI6MC4wLCJIZWlnaHQiOjAuMCwiQm9yZGVyU3R5bGUiOnsiJGlkIjoiMzU4IiwiTGluZUNvbG9yIjpudWxsLCJMaW5lV2VpZ2h0IjowLjAsIkxpbmVUeXBlIjowLCJQYXJlbnRTdHlsZSI6bnVsbH0sIlBhcmVudFN0eWxlIjpudWxsfSwiRHVyYXRpb25TdHlsZSI6eyIkaWQiOiIzNTkiLCJGb250U2V0dGluZ3MiOnsiJGlkIjoiMzYwIiwiRm9udFNpemUiOjEwLCJGb250TmFtZSI6IkNhbGlicmkiLCJJc0JvbGQiOmZhbHNlLCJJc0l0YWxpYyI6ZmFsc2UsIklzVW5kZXJsaW5lZCI6ZmFsc2UsIlBhcmVudFN0eWxlIjpudWxsfSwiQXV0b1NpemUiOjAsIkZvcmVncm91bmQiOnsiJHJlZiI6IjkzIn0sIk1heFdpZHRoIjoyMDAuMCwiTWF4SGVpZ2h0IjoiSW5maW5pdHkiLCJTbWFydEZvcmVncm91bmRJc0FjdGl2ZSI6ZmFsc2UsIkhvcml6b250YWxBbGlnbm1lbnQiOjAsIlZlcnRpY2FsQWxpZ25tZW50IjowLCJTbWFydEZvcmVncm91bmQiOm51bGwsIkJhY2tncm91bmRGaWxsVHlwZSI6MCwiTWFyZ2luIjp7IiRyZWYiOiI5NSJ9LCJQYWRkaW5nIjp7IiRyZWYiOiI5NiJ9LCJCYWNrZ3JvdW5kIjp7IiRyZWYiOiI5NyJ9LCJJc1Zpc2libGUiOnRydWUsIldpZHRoIjowLjAsIkhlaWdodCI6MC4wLCJCb3JkZXJTdHlsZSI6eyIkaWQiOiIzNjEiLCJMaW5lQ29sb3IiOm51bGwsIkxpbmVXZWlnaHQiOjAuMCwiTGluZVR5cGUiOjAsIlBhcmVudFN0eWxlIjpudWxsfSwiUGFyZW50U3R5bGUiOm51bGx9LCJIb3Jpem9udGFsQ29ubmVjdG9yU3R5bGUiOnsiJGlkIjoiMzYyIiwiTGluZUNvbG9yIjp7IiRyZWYiOiI5OSJ9LCJMaW5lV2VpZ2h0IjoxLjAsIkxpbmVUeXBlIjowLCJQYXJlbnRTdHlsZSI6bnVsbH0sIlZlcnRpY2FsQ29ubmVjdG9yU3R5bGUiOnsiJGlkIjoiMzYzIiwiTGluZUNvbG9yIjp7IiRyZWYiOiIxMDIifSwiTGluZVdlaWdodCI6MC4wLCJMaW5lVHlwZSI6MCwiUGFyZW50U3R5bGUiOm51bGx9LCJNYXJnaW4iOm51bGwsIlN0YXJ0RGF0ZVBvc2l0aW9uIjo2LCJFbmREYXRlUG9zaXRpb24iOjYsIkRhdGVJc1Zpc2libGUiOmZhbHNlLCJUaXRsZVBvc2l0aW9uIjoxLCJEdXJhdGlvblBvc2l0aW9uIjo2LCJQZXJjZW50YWdlQ29tcGxldGVkUG9zaXRpb24iOjYsIlNwYWNpbmciOjUsIklzQmVsb3dUaW1lYmFuZCI6dHJ1ZSwiUGVyY2VudGFnZUNvbXBsZXRlU2hhcGVPcGFjaXR5IjozNSwiU2hhcGVTdHlsZSI6eyIkaWQiOiIzNjQiLCJNYXJnaW4iOnsiJHJlZiI6IjEwNSJ9LCJQYWRkaW5nIjp7IiRyZWYiOiIxMDYifSwiQmFja2dyb3VuZCI6eyIkaWQiOiIzNjUiLCJDb2xvciI6eyIkaWQiOiIzNjYiLCJBIjoyNTUsIlIiOjI1NSwiRyI6MjEwLCJCIjowfX0sIklzVmlzaWJsZSI6dHJ1ZSwiV2lkdGgiOjAuMCwiSGVpZ2h0IjoxMC4wLCJCb3JkZXJTdHlsZSI6eyIkaWQiOiIzNjciLCJMaW5lQ29sb3IiOnsiJHJlZiI6IjExMCJ9LCJMaW5lV2VpZ2h0IjowLjAsIkxpbmVUeXBlIjowLCJQYXJlbnRTdHlsZSI6bnVsbH0sIlBhcmVudFN0eWxlIjpudWxsfSwiVGl0bGVTdHlsZSI6eyIkaWQiOiIzNjgiLCJGb250U2V0dGluZ3MiOnsiJGlkIjoiMzY5IiwiRm9udFNpemUiOjE0LCJGb250TmFtZSI6IkNhbGlicmkiLCJJc0JvbGQiOnRydWUsIklzSXRhbGljIjpmYWxzZSwiSXNVbmRlcmxpbmVkIjpmYWxzZSwiUGFyZW50U3R5bGUiOm51bGx9LCJBdXRvU2l6ZSI6MCwiRm9yZWdyb3VuZCI6eyIkaWQiOiIzNzAiLCJDb2xvciI6eyIkaWQiOiIzNzEiLCJBIjoyNTUsIlIiOjAsIkciOjAsIkIiOjB9fSwiTWF4V2lkdGgiOjcyMC4wLCJNYXhIZWlnaHQiOiJJbmZpbml0eSIsIlNtYXJ0Rm9yZWdyb3VuZElzQWN0aXZlIjpmYWxzZSwiSG9yaXpvbnRhbEFsaWdubWVudCI6MCwiVmVydGljYWxBbGlnbm1lbnQiOjAsIlNtYXJ0Rm9yZWdyb3VuZCI6bnVsbCwiQmFja2dyb3VuZEZpbGxUeXBlIjowLCJNYXJnaW4iOnsiJHJlZiI6IjExNiJ9LCJQYWRkaW5nIjp7IiRyZWYiOiIxMTcifSwiQmFja2dyb3VuZCI6eyIkcmVmIjoiMTE4In0sIklzVmlzaWJsZSI6dHJ1ZSwiV2lkdGgiOjAuMCwiSGVpZ2h0IjowLjAsIkJvcmRlclN0eWxlIjp7IiRpZCI6IjM3MiIsIkxpbmVDb2xvciI6bnVsbCwiTGluZVdlaWdodCI6MC4wLCJMaW5lVHlwZSI6MCwiUGFyZW50U3R5bGUiOm51bGx9LCJQYXJlbnRTdHlsZSI6bnVsbH0sIkRhdGVTdHlsZSI6eyIkaWQiOiIzNzMiLCJGb250U2V0dGluZ3MiOnsiJGlkIjoiMzc0IiwiRm9udFNpemUiOjEwLCJGb250TmFtZSI6IkNhbGlicmkiLCJJc0JvbGQiOmZhbHNlLCJJc0l0YWxpYyI6ZmFsc2UsIklzVW5kZXJsaW5lZCI6ZmFsc2UsIlBhcmVudFN0eWxlIjpudWxsfSwiQXV0b1NpemUiOjAsIkZvcmVncm91bmQiOnsiJHJlZiI6IjEyMSJ9LCJNYXhXaWR0aCI6MjAwLjAsIk1heEhlaWdodCI6IkluZmluaXR5IiwiU21hcnRGb3JlZ3JvdW5kSXNBY3RpdmUiOmZhbHNlLCJIb3Jpem9udGFsQWxpZ25tZW50IjowLCJWZXJ0aWNhbEFsaWdubWVudCI6MCwiU21hcnRGb3JlZ3JvdW5kIjpudWxsLCJCYWNrZ3JvdW5kRmlsbFR5cGUiOjAsIk1hcmdpbiI6eyIkcmVmIjoiMTIzIn0sIlBhZGRpbmciOnsiJHJlZiI6IjEyNCJ9LCJCYWNrZ3JvdW5kIjp7IiRyZWYiOiIxMjUifSwiSXNWaXNpYmxlIjp0cnVlLCJXaWR0aCI6MC4wLCJIZWlnaHQiOjAuMCwiQm9yZGVyU3R5bGUiOnsiJGlkIjoiMzc1IiwiTGluZUNvbG9yIjpudWxsLCJMaW5lV2VpZ2h0IjowLjAsIkxpbmVUeXBlIjowLCJQYXJlbnRTdHlsZSI6bnVsbH0sIlBhcmVudFN0eWxlIjpudWxsfSwiRGF0ZUZvcm1hdCI6eyIkcmVmIjoiMTI2In0sIklzVmlzaWJsZSI6dHJ1ZSwiUGFyZW50U3R5bGUiOm51bGx9LCJJbmRleCI6NywiU21hcnREdXJhdGlvbkFjdGl2YXRlZCI6ZmFsc2UsIkRhdGVGb3JtYXQiOnsiJHJlZiI6IjEyNiJ9LCJJZCI6IjdkYTQyNzRhLWYzZDUtNDIwYS1hZGY0LWFhY2VkODYxYWNhYyIsIkltcG9ydElkIjpudWxsLCJUaXRsZSI6IlN0YWJpbGl6YXRpb24gYW5kIENsb3N1cmUiLCJOb3RlIjpudWxsLCJIeXBlcmxpbmsiOm51bGwsIklzQ2hhbmdlZCI6ZmFsc2UsIklzTmV3IjpmYWxzZX1dLCJNc1Byb2plY3RJdGVtc1RyZWUiOnsiJGlkIjoiMzc2IiwiUm9vdCI6eyJJbXBvcnRJZCI6bnVsbCwiSXNJbXBvcnRlZCI6ZmFsc2UsIkNoaWxkcmVuIjpbXX19LCJNZXRhZGF0YSI6eyIkaWQiOiIzNzciLCJSZWNlbnRDb2xvcnNDb2xsZWN0aW9uIjoiW1wiI0ZGRkZEMjAwXCIsXCIjRkY2RjMxOThcIixcIiNGRjJEQ0NEM1wiLFwiI0ZGODQ3NTRFXCIsXCIjRkZGRjgyMDBcIixcIiNGRjgzQkJGMlwiLFwiI0ZGNDQ1NDZBXCIsXCIjRkZFRDdEMzFcIl0ifSwiU2V0dGluZ3MiOnsiJGlkIjoiMzc4IiwiSW1wYU9wdGlvbnMiOnsiJGlkIjoiMzc5IiwiTGVmdFRvUmlnaHQiOmZhbHNlLCJQYXlsb2FkT3B0aW9ucyI6Mn0sIlVzZUNvbXByZXNzaW9uIjpmYWxzZSwiQ29tcHJlc2lvblBlcmNlbnRhZ2UiOjUwLjAsIkluYWN0aXZlSW50ZXJ2YWxXaWR0aFRocmVzaG9sZCI6MzAuMCwiSW5hY3RpdmVJbnRlcnZhbFdpZHRoIjoxLjAsIlNwbGl0VGFza3MiOmZhbHNlLCJVc2VDbHVzdGVyIjpmYWxzZSwiRXBzaWxvbiI6MC4wLCJNaW5Qb2ludHNUb0Zvcm1BQ2x1c3RlciI6MiwiR2VuZXJhdGVJbnZpc2libGVTaGFwZXMiOmZhbHNlLCJTbWFydFRpbWVsaW5lVGFza1BlcmNlbnRhZ2VGaXQiOmZhbHNlfSwiSXNOZXciOnRydWUsIkltcG9ydFR5cGUiOjAsIkZpbGVQYXRoIjpudWxsLCJUaW1lQ29uZmlndXJhdGlvbiI6eyIkaWQiOiIzODAiLCJVc2VUaW1lIjpmYWxzZSwiV29ya0RheVN0YXJ0IjoiMDA6MDA6MDAiLCJXb3JrRGF5RW5kIjoiMjM6NTk6MDAifSwiTGFzdFVzZWRUZW1wbGF0ZUlkIjoiY2MyNmY4NjMtMjdjZS00ODBlLWE1ODktYjNmMTJmMmQ2ZWIwIn0="/>
  <p:tag name="__MASTER" val="__part_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Q3VsdHVyZUluZm9OYW1lIjoiZW4tVVMiLCJTdHlsZU5hbWUiOm51bGwsIlZlcnNpb24iOnsiJGlkIjoiMiIsIlZlcnNpb24iOiIzLjEuMyIsIk9yaWdpbmFsQXNzZW1ibHlWZXJzaW9uIjoiMy42Mi4xMS4wMCIsIkVkaXRpb24iOiJQbHVzIiwiSXNQbHVzRWRpdGlvbiI6dHJ1ZX0sIkVmZmVjdCI6MSwiU3R5bGUiOnsiJGlkIjoiMyIsIlRpbWViYW5kU3R5bGUiOnsiJGlkIjoiNCIsIlNjYWxlTWFya2luZyI6MSwiU2hhcGUiOjEwLCJTaGFwZVN0eWxlIjp7IiRpZCI6IjUiLCJNYXJnaW4iOnsiJGlkIjoiNiIsIlRvcCI6MCwiTGVmdCI6MTAsIlJpZ2h0IjoxMCwiQm90dG9tIjowfSwiUGFkZGluZyI6eyIkaWQiOiI3IiwiVG9wIjozLCJMZWZ0IjowLCJSaWdodCI6MCwiQm90dG9tIjozfSwiQmFja2dyb3VuZCI6eyIkaWQiOiI4IiwiQ29sb3IiOnsiJGlkIjoiOSIsIkEiOjI1NSwiUiI6MCwiRyI6MTUxLCJCIjoxNjl9fSwiSXNWaXNpYmxlIjp0cnVlLCJXaWR0aCI6ODU4LjAsIkhlaWdodCI6MjAuMCwiQm9yZGVyU3R5bGUiOnsiJGlkIjoiMTAiLCJMaW5lQ29sb3IiOnsiJGlkIjoiMTEiLCIkdHlwZSI6Ik5MUkUuQ29tbW9uLkRvbS5Tb2xpZENvbG9yQnJ1c2gsIE5MUkUuQ29tbW9uIiwiQ29sb3IiOnsiJGlkIjoiMTIiLCJBIjoyNTUsIlIiOjI1NSwiRyI6MCwiQiI6MH19LCJMaW5lV2VpZ2h0IjowLjAsIkxpbmVUeXBlIjowLCJQYXJlbnRTdHlsZSI6bnVsbH0sIlBhcmVudFN0eWxlIjpudWxsfSwiUmlnaHRFbmRDYXBzU3R5bGUiOnsiJGlkIjoiMTMiLCJGb250U2V0dGluZ3MiOnsiJGlkIjoiMTQiLCJGb250U2l6ZSI6MTgsIkZvbnROYW1lIjoiQ2FsaWJyaSIsIklzQm9sZCI6dHJ1ZSwiSXNJdGFsaWMiOmZhbHNlLCJJc1VuZGVybGluZWQiOmZhbHNlLCJQYXJlbnRTdHlsZSI6bnVsbH0sIkF1dG9TaXplIjowLCJGb3JlZ3JvdW5kIjp7IiRpZCI6IjE1IiwiQ29sb3IiOnsiJGlkIjoiMTY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E3IiwiVG9wIjowLCJMZWZ0IjowLCJSaWdodCI6MjAsIkJvdHRvbSI6MH0sIlBhZGRpbmciOnsiJGlkIjoiMTgiLCJUb3AiOjAsIkxlZnQiOjAsIlJpZ2h0IjowLCJCb3R0b20iOjB9LCJCYWNrZ3JvdW5kIjp7IiRpZCI6IjE5IiwiQ29sb3IiOnsiJGlkIjoiMjAiLCJBIjoyNTUsIlIiOjI1NSwiRyI6MjU1LCJCIjoyNTV9fSwiSXNWaXNpYmxlIjpmYWxzZSwiV2lkdGgiOjAuMCwiSGVpZ2h0IjowLjAsIkJvcmRlclN0eWxlIjpudWxsLCJQYXJlbnRTdHlsZSI6bnVsbH0sIkxlZnRFbmRDYXBzU3R5bGUiOnsiJGlkIjoiMjEiLCJGb250U2V0dGluZ3MiOnsiJGlkIjoiMjIiLCJGb250U2l6ZSI6MTgsIkZvbnROYW1lIjoiQ2FsaWJyaSIsIklzQm9sZCI6dHJ1ZSwiSXNJdGFsaWMiOmZhbHNlLCJJc1VuZGVybGluZWQiOmZhbHNlLCJQYXJlbnRTdHlsZSI6bnVsbH0sIkF1dG9TaXplIjowLCJGb3JlZ3JvdW5kIjp7IiRpZCI6IjIzIiwiQ29sb3IiOnsiJGlkIjoiMjQ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I1IiwiVG9wIjowLCJMZWZ0IjoyMCwiUmlnaHQiOjAsIkJvdHRvbSI6MH0sIlBhZGRpbmciOnsiJGlkIjoiMjYiLCJUb3AiOjAsIkxlZnQiOjAsIlJpZ2h0IjowLCJCb3R0b20iOjB9LCJCYWNrZ3JvdW5kIjp7IiRpZCI6IjI3IiwiQ29sb3IiOnsiJGlkIjoiMjgiLCJBIjo4OSwiUiI6MCwiRyI6MCwiQiI6MH19LCJJc1Zpc2libGUiOmZhbHNlLCJXaWR0aCI6MC4wLCJIZWlnaHQiOjAuMCwiQm9yZGVyU3R5bGUiOm51bGwsIlBhcmVudFN0eWxlIjpudWxsfSwiVG9kYXlUZXh0U3R5bGUiOnsiJGlkIjoiMjkiLCJGb250U2V0dGluZ3MiOnsiJGlkIjoiMzAiLCJGb250U2l6ZSI6MTIsIkZvbnROYW1lIjoiQ2FsaWJyaSIsIklzQm9sZCI6ZmFsc2UsIklzSXRhbGljIjpmYWxzZSwiSXNVbmRlcmxpbmVkIjpmYWxzZSwiUGFyZW50U3R5bGUiOm51bGx9LCJBdXRvU2l6ZSI6MCwiRm9yZWdyb3VuZCI6eyIkaWQiOiIzMSIsIkNvbG9yIjp7IiRpZCI6IjMy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MzIiwiVG9wIjowLCJMZWZ0IjowLCJSaWdodCI6MCwiQm90dG9tIjowfSwiUGFkZGluZyI6eyIkaWQiOiIzNCIsIlRvcCI6MCwiTGVmdCI6MCwiUmlnaHQiOjAsIkJvdHRvbSI6MH0sIkJhY2tncm91bmQiOnsiJGlkIjoiMzUiLCJDb2xvciI6eyIkcmVmIjoiMjgifX0sIklzVmlzaWJsZSI6dHJ1ZSwiV2lkdGgiOjAuMCwiSGVpZ2h0IjowLjAsIkJvcmRlclN0eWxlIjpudWxsLCJQYXJlbnRTdHlsZSI6bnVsbH0sIlRvZGF5TWFya2VyU3R5bGUiOnsiJGlkIjoiMzYiLCJNYXJnaW4iOnsiJGlkIjoiMzciLCJUb3AiOjAsIkxlZnQiOjAsIlJpZ2h0IjowLCJCb3R0b20iOjB9LCJQYWRkaW5nIjp7IiRpZCI6IjM4IiwiVG9wIjowLCJMZWZ0IjowLCJSaWdodCI6MCwiQm90dG9tIjowfSwiQmFja2dyb3VuZCI6eyIkaWQiOiIzOSIsIkNvbG9yIjp7IiRpZCI6IjQwIiwiQSI6MjU1LCJSIjoyNTUsIkciOjAsIkIiOjB9fSwiSXNWaXNpYmxlIjp0cnVlLCJXaWR0aCI6MC4wLCJIZWlnaHQiOjAuMCwiQm9yZGVyU3R5bGUiOm51bGwsIlBhcmVudFN0eWxlIjpudWxsfSwiU2NhbGVTdHlsZSI6eyIkaWQiOiI0MSIsIlNob3dTZWdtZW50U2VwYXJhdG9ycyI6ZmFsc2UsIlNlZ21lbnRTZXBhcmF0b3JPcGFjaXR5IjozMCwiRm9udFNldHRpbmdzIjp7IiRpZCI6IjQyIiwiRm9udFNpemUiOjE0LCJGb250TmFtZSI6IkNhbGlicmkiLCJJc0JvbGQiOmZhbHNlLCJJc0l0YWxpYyI6ZmFsc2UsIklzVW5kZXJsaW5lZCI6ZmFsc2UsIlBhcmVudFN0eWxlIjpudWxsfSwiQXV0b1NpemUiOjAsIkZvcmVncm91bmQiOnsiJGlkIjoiNDMiLCJDb2xvciI6eyIkaWQiOiI0NC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0NSIsIlRvcCI6MCwiTGVmdCI6NSwiUmlnaHQiOjAsIkJvdHRvbSI6MH0sIlBhZGRpbmciOnsiJGlkIjoiNDYiLCJUb3AiOjAsIkxlZnQiOjAsIlJpZ2h0IjowLCJCb3R0b20iOjB9LCJCYWNrZ3JvdW5kIjp7IiRpZCI6IjQ3IiwiQ29sb3IiOnsiJHJlZiI6IjI4In19LCJJc1Zpc2libGUiOnRydWUsIldpZHRoIjowLjAsIkhlaWdodCI6MC4wLCJCb3JkZXJTdHlsZSI6bnVsbCwiUGFyZW50U3R5bGUiOm51bGx9LCJFbGFwc2VkVGltZUJhY2tncm91bmQiOnsiJGlkIjoiNDgiLCJDb2xvciI6eyIkaWQiOiI0OSIsIkEiOjE5MSwiUiI6MjU1LCJHIjowLCJCIjowfX0sIkFwcGVuZFllYXJPblllYXJDaGFuZ2UiOmZhbHNlLCJFbGFwc2VkVGltZUZvcm1hdCI6MCwiVG9kYXlNYXJrZXJQb3NpdGlvbiI6MCwiUXVpY2tQb3NpdGlvbiI6MywiQWJzb2x1dGVQb3NpdGlvbiI6MTIzLjA4MzYyNiwiTWFyZ2luIjp7IiRpZCI6IjUwIiwiVG9wIjowLCJMZWZ0IjoxMCwiUmlnaHQiOjEwLCJCb3R0b20iOjB9LCJQYWRkaW5nIjp7IiRpZCI6IjUxIiwiVG9wIjowLCJMZWZ0IjowLCJSaWdodCI6MCwiQm90dG9tIjowfSwiQmFja2dyb3VuZCI6eyIkaWQiOiI1MiIsIkNvbG9yIjp7IiRpZCI6IjUzIiwiQSI6MjU1LCJSIjo0NywiRyI6NTQsIkIiOjE1M319LCJJc1Zpc2libGUiOnRydWUsIldpZHRoIjowLjAsIkhlaWdodCI6MC4wLCJCb3JkZXJTdHlsZSI6bnVsbCwiUGFyZW50U3R5bGUiOm51bGx9LCJEZWZhdWx0TWlsZXN0b25lU3R5bGUiOnsiJGlkIjoiNTQiLCJTaGFwZSI6MiwiQ29ubmVjdG9yTWFyZ2luIjp7IiRpZCI6IjU1IiwiVG9wIjowLCJMZWZ0IjoyLCJSaWdodCI6MiwiQm90dG9tIjowfSwiQ29ubmVjdG9yU3R5bGUiOnsiJGlkIjoiNTYiLCJMaW5lQ29sb3IiOnsiJGlkIjoiNTciLCIkdHlwZSI6Ik5MUkUuQ29tbW9uLkRvbS5Tb2xpZENvbG9yQnJ1c2gsIE5MUkUuQ29tbW9uIiwiQ29sb3IiOnsiJGlkIjoiNTgiLCJBIjoxMjcsIlIiOjY4LCJHIjo4NCwiQiI6MTA2fX0sIkxpbmVXZWlnaHQiOjEuMCwiTGluZVR5cGUiOjAsIlBhcmVudFN0eWxlIjpudWxsfSwiSXNCZWxvd1RpbWViYW5kIjpmYWxzZSwiSGlkZURhdGUiOmZhbHNlLCJTaGFwZVNpemUiOjEsIlNwYWNpbmciOjIuMCwiUGFkZGluZyI6eyIkaWQiOiI1OSIsIlRvcCI6NywiTGVmdCI6MywiUmlnaHQiOjAsIkJvdHRvbSI6Mn0sIlNoYXBlU3R5bGUiOnsiJGlkIjoiNjAiLCJNYXJnaW4iOnsiJGlkIjoiNjEiLCJUb3AiOjAsIkxlZnQiOjAsIlJpZ2h0IjowLCJCb3R0b20iOjB9LCJQYWRkaW5nIjp7IiRpZCI6IjYyIiwiVG9wIjowLCJMZWZ0IjowLCJSaWdodCI6MCwiQm90dG9tIjowfSwiQmFja2dyb3VuZCI6eyIkaWQiOiI2MyIsIkNvbG9yIjp7IiRpZCI6IjY0IiwiQSI6MjU1LCJSIjo2OCwiRyI6ODQsIkIiOjEwNn19LCJJc1Zpc2libGUiOnRydWUsIldpZHRoIjoxMy4wLCJIZWlnaHQiOjEzLjAsIkJvcmRlclN0eWxlIjp7IiRpZCI6IjY1IiwiTGluZUNvbG9yIjp7IiRpZCI6IjY2IiwiJHR5cGUiOiJOTFJFLkNvbW1vbi5Eb20uU29saWRDb2xvckJydXNoLCBOTFJFLkNvbW1vbiIsIkNvbG9yIjp7IiRpZCI6IjY3IiwiQSI6MjU1LCJSIjoyNTUsIkciOjAsIkIiOjB9fSwiTGluZVdlaWdodCI6MC4wLCJMaW5lVHlwZSI6MCwiUGFyZW50U3R5bGUiOm51bGx9LCJQYXJlbnRTdHlsZSI6bnVsbH0sIlRpdGxlU3R5bGUiOnsiJGlkIjoiNjgiLCJGb250U2V0dGluZ3MiOnsiJGlkIjoiNjkiLCJGb250U2l6ZSI6MTIsIkZvbnROYW1lIjoiQ2FsaWJyaSIsIklzQm9sZCI6ZmFsc2UsIklzSXRhbGljIjpmYWxzZSwiSXNVbmRlcmxpbmVkIjpmYWxzZSwiUGFyZW50U3R5bGUiOm51bGx9LCJBdXRvU2l6ZSI6MCwiRm9yZWdyb3VuZCI6eyIkaWQiOiI3MCIsIkNvbG9yIjp7IiRpZCI6Ijcx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cyIiwiVG9wIjowLCJMZWZ0IjowLCJSaWdodCI6MCwiQm90dG9tIjowfSwiUGFkZGluZyI6eyIkaWQiOiI3MyIsIlRvcCI6MCwiTGVmdCI6MCwiUmlnaHQiOjAsIkJvdHRvbSI6MH0sIkJhY2tncm91bmQiOnsiJGlkIjoiNzQiLCJDb2xvciI6eyIkcmVmIjoiMjgifX0sIklzVmlzaWJsZSI6dHJ1ZSwiV2lkdGgiOjAuMCwiSGVpZ2h0IjowLjAsIkJvcmRlclN0eWxlIjpudWxsLCJQYXJlbnRTdHlsZSI6bnVsbH0sIkRhdGVTdHlsZSI6eyIkaWQiOiI3NSIsIkZvbnRTZXR0aW5ncyI6eyIkaWQiOiI3NiIsIkZvbnRTaXplIjoxMCwiRm9udE5hbWUiOiJDYWxpYnJpIiwiSXNCb2xkIjpmYWxzZSwiSXNJdGFsaWMiOmZhbHNlLCJJc1VuZGVybGluZWQiOmZhbHNlLCJQYXJlbnRTdHlsZSI6bnVsbH0sIkF1dG9TaXplIjowLCJGb3JlZ3JvdW5kIjp7IiRpZCI6Ijc3IiwiQ29sb3IiOnsiJGlkIjoiNzg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c5IiwiVG9wIjowLCJMZWZ0IjowLCJSaWdodCI6MCwiQm90dG9tIjowfSwiUGFkZGluZyI6eyIkaWQiOiI4MCIsIlRvcCI6MCwiTGVmdCI6MCwiUmlnaHQiOjAsIkJvdHRvbSI6MH0sIkJhY2tncm91bmQiOnsiJGlkIjoiODEiLCJDb2xvciI6eyIkcmVmIjoiMjgifX0sIklzVmlzaWJsZSI6ZmFsc2UsIldpZHRoIjowLjAsIkhlaWdodCI6MC4wLCJCb3JkZXJTdHlsZSI6bnVsbCwiUGFyZW50U3R5bGUiOm51bGx9LCJEYXRlRm9ybWF0Ijp7IiRpZCI6Ijg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Jc1Zpc2libGUiOnRydWUsIlBhcmVudFN0eWxlIjpudWxsfSwiRGVmYXVsdFRhc2tTdHlsZSI6eyIkaWQiOiI4MyIsIlNoYXBlIjoxLCJTaGFwZVRoaWNrbmVzcyI6MCwiRHVyYXRpb25Gb3JtYXQiOjAsIkluY2x1ZGVOb25Xb3JraW5nRGF5c0luRHVyYXRpb24iOmZhbHNlLCJQZXJjZW50YWdlQ29tcGxldGVTdHlsZSI6eyIkaWQiOiI4NCIsIkZvbnRTZXR0aW5ncyI6eyIkaWQiOiI4NSIsIkZvbnRTaXplIjoxMCwiRm9udE5hbWUiOiJDYWxpYnJpIiwiSXNCb2xkIjpmYWxzZSwiSXNJdGFsaWMiOmZhbHNlLCJJc1VuZGVybGluZWQiOmZhbHNlLCJQYXJlbnRTdHlsZSI6bnVsbH0sIkF1dG9TaXplIjowLCJGb3JlZ3JvdW5kIjp7IiRpZCI6Ijg2IiwiQ29sb3IiOnsiJGlkIjoiODc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4OCIsIlRvcCI6MCwiTGVmdCI6MCwiUmlnaHQiOjAsIkJvdHRvbSI6MH0sIlBhZGRpbmciOnsiJGlkIjoiODkiLCJUb3AiOjAsIkxlZnQiOjAsIlJpZ2h0IjowLCJCb3R0b20iOjB9LCJCYWNrZ3JvdW5kIjp7IiRpZCI6IjkwIiwiQ29sb3IiOnsiJHJlZiI6IjI4In19LCJJc1Zpc2libGUiOnRydWUsIldpZHRoIjowLjAsIkhlaWdodCI6MC4wLCJCb3JkZXJTdHlsZSI6bnVsbCwiUGFyZW50U3R5bGUiOm51bGx9LCJEdXJhdGlvblN0eWxlIjp7IiRpZCI6IjkxIiwiRm9udFNldHRpbmdzIjp7IiRpZCI6IjkyIiwiRm9udFNpemUiOjEwLCJGb250TmFtZSI6IkNhbGlicmkiLCJJc0JvbGQiOmZhbHNlLCJJc0l0YWxpYyI6ZmFsc2UsIklzVW5kZXJsaW5lZCI6ZmFsc2UsIlBhcmVudFN0eWxlIjpudWxsfSwiQXV0b1NpemUiOjAsIkZvcmVncm91bmQiOnsiJGlkIjoiOTMiLCJDb2xvciI6eyIkaWQiOiI5N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k1IiwiVG9wIjowLCJMZWZ0IjowLCJSaWdodCI6MCwiQm90dG9tIjowfSwiUGFkZGluZyI6eyIkaWQiOiI5NiIsIlRvcCI6MCwiTGVmdCI6MCwiUmlnaHQiOjAsIkJvdHRvbSI6MH0sIkJhY2tncm91bmQiOnsiJGlkIjoiOTciLCJDb2xvciI6eyIkcmVmIjoiMjgifX0sIklzVmlzaWJsZSI6dHJ1ZSwiV2lkdGgiOjAuMCwiSGVpZ2h0IjowLjAsIkJvcmRlclN0eWxlIjpudWxsLCJQYXJlbnRTdHlsZSI6bnVsbH0sIkhvcml6b250YWxDb25uZWN0b3JTdHlsZSI6eyIkaWQiOiI5OCIsIkxpbmVDb2xvciI6eyIkaWQiOiI5OSIsIiR0eXBlIjoiTkxSRS5Db21tb24uRG9tLlNvbGlkQ29sb3JCcnVzaCwgTkxSRS5Db21tb24iLCJDb2xvciI6eyIkaWQiOiIxMDAiLCJBIjoyNTUsIlIiOjIwNCwiRyI6MjA0LCJCIjoyMDR9fSwiTGluZVdlaWdodCI6MS4wLCJMaW5lVHlwZSI6MCwiUGFyZW50U3R5bGUiOm51bGx9LCJWZXJ0aWNhbENvbm5lY3RvclN0eWxlIjp7IiRpZCI6IjEwMSIsIkxpbmVDb2xvciI6eyIkaWQiOiIxMDIiLCIkdHlwZSI6Ik5MUkUuQ29tbW9uLkRvbS5Tb2xpZENvbG9yQnJ1c2gsIE5MUkUuQ29tbW9uIiwiQ29sb3IiOnsiJGlkIjoiMTAzIiwiQSI6MjU1LCJSIjoyMDQsIkciOjIwNCwiQiI6MjA0fX0sIkxpbmVXZWlnaHQiOjAuMCwiTGluZVR5cGUiOjAsIlBhcmVudFN0eWxlIjpudWxsfSwiTWFyZ2luIjpudWxsLCJTdGFydERhdGVQb3NpdGlvbiI6NiwiRW5kRGF0ZVBvc2l0aW9uIjo2LCJEYXRlSXNWaXNpYmxlIjpmYWxzZSwiVGl0bGVQb3NpdGlvbiI6NCwiRHVyYXRpb25Qb3NpdGlvbiI6NiwiUGVyY2VudGFnZUNvbXBsZXRlZFBvc2l0aW9uIjo2LCJTcGFjaW5nIjo1LCJJc0JlbG93VGltZWJhbmQiOnRydWUsIlBlcmNlbnRhZ2VDb21wbGV0ZVNoYXBlT3BhY2l0eSI6MzUsIlNoYXBlU3R5bGUiOnsiJGlkIjoiMTA0IiwiTWFyZ2luIjp7IiRpZCI6IjEwNSIsIlRvcCI6MCwiTGVmdCI6NCwiUmlnaHQiOjQsIkJvdHRvbSI6MH0sIlBhZGRpbmciOnsiJGlkIjoiMTA2IiwiVG9wIjowLCJMZWZ0IjowLCJSaWdodCI6MCwiQm90dG9tIjowfSwiQmFja2dyb3VuZCI6eyIkaWQiOiIxMDciLCJDb2xvciI6eyIkaWQiOiIxMDgiLCJBIjoyNTUsIlIiOjAsIkciOjExNCwiQiI6MTg4fX0sIklzVmlzaWJsZSI6dHJ1ZSwiV2lkdGgiOjAuMCwiSGVpZ2h0IjoxMC4wLCJCb3JkZXJTdHlsZSI6eyIkaWQiOiIxMDkiLCJMaW5lQ29sb3IiOnsiJGlkIjoiMTEwIiwiJHR5cGUiOiJOTFJFLkNvbW1vbi5Eb20uU29saWRDb2xvckJydXNoLCBOTFJFLkNvbW1vbiIsIkNvbG9yIjp7IiRpZCI6IjExMSIsIkEiOjI1NSwiUiI6MjU1LCJHIjowLCJCIjowfX0sIkxpbmVXZWlnaHQiOjAuMCwiTGluZVR5cGUiOjAsIlBhcmVudFN0eWxlIjpudWxsfSwiUGFyZW50U3R5bGUiOm51bGx9LCJUaXRsZVN0eWxlIjp7IiRpZCI6IjExMiIsIkZvbnRTZXR0aW5ncyI6eyIkaWQiOiIxMTMiLCJGb250U2l6ZSI6MTQsIkZvbnROYW1lIjoiQ2FsaWJyaSIsIklzQm9sZCI6dHJ1ZSwiSXNJdGFsaWMiOmZhbHNlLCJJc1VuZGVybGluZWQiOmZhbHNlLCJQYXJlbnRTdHlsZSI6bnVsbH0sIkF1dG9TaXplIjowLCJGb3JlZ3JvdW5kIjp7IiRpZCI6IjExNCIsIkNvbG9yIjp7IiRpZCI6IjExNS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xMTYiLCJUb3AiOjAsIkxlZnQiOjAsIlJpZ2h0IjowLCJCb3R0b20iOjB9LCJQYWRkaW5nIjp7IiRpZCI6IjExNyIsIlRvcCI6MCwiTGVmdCI6MCwiUmlnaHQiOjAsIkJvdHRvbSI6MH0sIkJhY2tncm91bmQiOnsiJGlkIjoiMTE4IiwiQ29sb3IiOnsiJHJlZiI6IjI4In19LCJJc1Zpc2libGUiOnRydWUsIldpZHRoIjowLjAsIkhlaWdodCI6MC4wLCJCb3JkZXJTdHlsZSI6bnVsbCwiUGFyZW50U3R5bGUiOm51bGx9LCJEYXRlU3R5bGUiOnsiJGlkIjoiMTE5IiwiRm9udFNldHRpbmdzIjp7IiRpZCI6IjEyMCIsIkZvbnRTaXplIjoxMCwiRm9udE5hbWUiOiJDYWxpYnJpIiwiSXNCb2xkIjpmYWxzZSwiSXNJdGFsaWMiOmZhbHNlLCJJc1VuZGVybGluZWQiOmZhbHNlLCJQYXJlbnRTdHlsZSI6bnVsbH0sIkF1dG9TaXplIjowLCJGb3JlZ3JvdW5kIjp7IiRpZCI6IjEyMSIsIkNvbG9yIjp7IiRpZCI6IjEy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IzIiwiVG9wIjowLCJMZWZ0IjowLCJSaWdodCI6MCwiQm90dG9tIjowfSwiUGFkZGluZyI6eyIkaWQiOiIxMjQiLCJUb3AiOjAsIkxlZnQiOjAsIlJpZ2h0IjowLCJCb3R0b20iOjB9LCJCYWNrZ3JvdW5kIjp7IiRpZCI6IjEyNSIsIkNvbG9yIjp7IiRyZWYiOiIyOCJ9fSwiSXNWaXNpYmxlIjp0cnVlLCJXaWR0aCI6MC4wLCJIZWlnaHQiOjAuMCwiQm9yZGVyU3R5bGUiOm51bGwsIlBhcmVudFN0eWxlIjpudWxsfSwiRGF0ZUZvcm1hdCI6eyIkaWQiOiIxMjY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wsIl9leHBsaWNpdGx5U2V0Ijp7IiRpZCI6IjEyNy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Jc1Zpc2libGUiOmZhbHNlfX0sIlNob3dFbGFwc2VkVGltZUdyYWRpZW50U3R5bGUiOmZhbHNlfSwiU2NhbGUiOnsiJGlkIjoiMTI4IiwiU3RhcnREYXRlIjoiMDAwMS0wMS0wMVQwMDowMDowMCIsIkVuZERhdGUiOiIyMDIxLTExLTMwVDAwOjAwOjAwIiwiRm9ybWF0IjoiTU1NIiwiVHlwZSI6MiwiQXV0b0RhdGVSYW5nZSI6dHJ1ZSwiV29ya2luZ0RheXMiOjMxLCJUb2RheU1hcmtlclRleHQiOiJUb2RheSIsIkF1dG9TY2FsZVR5cGUiOnRydWV9LCJNaWxlc3RvbmVzIjpbeyIkaWQiOiIxMjkiLCJEYXRlIjoiMjAyMC0xMi0wN1QwMDowMDowMCIsIlN0eWxlIjp7IiRpZCI6IjEzMCIsIlNoYXBlIjoyLCJDb25uZWN0b3JNYXJnaW4iOnsiJGlkIjoiMTMxIiwiVG9wIjowLCJMZWZ0IjoyLCJSaWdodCI6MiwiQm90dG9tIjowfSwiQ29ubmVjdG9yU3R5bGUiOnsiJGlkIjoiMTMyIiwiTGluZUNvbG9yIjp7IiRpZCI6IjEzMyIsIiR0eXBlIjoiTkxSRS5Db21tb24uRG9tLlNvbGlkQ29sb3JCcnVzaCwgTkxSRS5Db21tb24iLCJDb2xvciI6eyIkaWQiOiIxMzQiLCJBIjoxMjcsIlIiOjc5LCJHIjoxMjksIkIiOjE4OX19LCJMaW5lV2VpZ2h0IjoxLjAsIkxpbmVUeXBlIjowLCJQYXJlbnRTdHlsZSI6bnVsbH0sIklzQmVsb3dUaW1lYmFuZCI6ZmFsc2UsIkhpZGVEYXRlIjpmYWxzZSwiU2hhcGVTaXplIjoxLCJTcGFjaW5nIjoyLjAsIlBhZGRpbmciOnsiJGlkIjoiMTM1IiwiVG9wIjo3LCJMZWZ0IjozLCJSaWdodCI6MCwiQm90dG9tIjoyfSwiU2hhcGVTdHlsZSI6eyIkaWQiOiIxMzYiLCJNYXJnaW4iOnsiJGlkIjoiMTM3IiwiVG9wIjowLCJMZWZ0IjowLCJSaWdodCI6MCwiQm90dG9tIjowfSwiUGFkZGluZyI6eyIkaWQiOiIxMzgiLCJUb3AiOjAsIkxlZnQiOjAsIlJpZ2h0IjowLCJCb3R0b20iOjB9LCJCYWNrZ3JvdW5kIjp7IiRpZCI6IjEzOSIsIkNvbG9yIjp7IiRpZCI6IjE0MCIsIkEiOjI1NSwiUiI6NjgsIkciOjg0LCJCIjoxMDZ9fSwiSXNWaXNpYmxlIjp0cnVlLCJXaWR0aCI6MTMuMCwiSGVpZ2h0IjoxMy4wLCJCb3JkZXJTdHlsZSI6eyIkaWQiOiIxNDEiLCJMaW5lQ29sb3IiOnsiJHJlZiI6IjY2In0sIkxpbmVXZWlnaHQiOjAuMCwiTGluZVR5cGUiOjAsIlBhcmVudFN0eWxlIjpudWxsfSwiUGFyZW50U3R5bGUiOm51bGx9LCJUaXRsZVN0eWxlIjp7IiRpZCI6IjE0MiIsIkZvbnRTZXR0aW5ncyI6eyIkaWQiOiIxNDMiLCJGb250U2l6ZSI6MTIsIkZvbnROYW1lIjoiQ2FsaWJyaSIsIklzQm9sZCI6ZmFsc2UsIklzSXRhbGljIjpmYWxzZSwiSXNVbmRlcmxpbmVkIjpmYWxzZSwiUGFyZW50U3R5bGUiOm51bGx9LCJBdXRvU2l6ZSI6MCwiRm9yZWdyb3VuZCI6eyIkaWQiOiIxNDQiLCJDb2xvciI6eyIkaWQiOiIxNDU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TQ2IiwiVG9wIjowLCJMZWZ0IjowLCJSaWdodCI6MCwiQm90dG9tIjowfSwiUGFkZGluZyI6eyIkaWQiOiIxNDciLCJUb3AiOjAsIkxlZnQiOjAsIlJpZ2h0IjowLCJCb3R0b20iOjB9LCJCYWNrZ3JvdW5kIjp7IiRyZWYiOiI3NCJ9LCJJc1Zpc2libGUiOnRydWUsIldpZHRoIjowLjAsIkhlaWdodCI6MC4wLCJCb3JkZXJTdHlsZSI6eyIkaWQiOiIxNDgiLCJMaW5lQ29sb3IiOm51bGwsIkxpbmVXZWlnaHQiOjAuMCwiTGluZVR5cGUiOjAsIlBhcmVudFN0eWxlIjpudWxsfSwiUGFyZW50U3R5bGUiOm51bGx9LCJEYXRlU3R5bGUiOnsiJGlkIjoiMTQ5IiwiRm9udFNldHRpbmdzIjp7IiRpZCI6IjE1MCIsIkZvbnRTaXplIjoxMCwiRm9udE5hbWUiOiJDYWxpYnJpIiwiSXNCb2xkIjpmYWxzZSwiSXNJdGFsaWMiOmZhbHNlLCJJc1VuZGVybGluZWQiOmZhbHNlLCJQYXJlbnRTdHlsZSI6bnVsbH0sIkF1dG9TaXplIjowLCJGb3JlZ3JvdW5kIjp7IiRyZWYiOiI3NyJ9LCJNYXhXaWR0aCI6MjAwLjAsIk1heEhlaWdodCI6IkluZmluaXR5IiwiU21hcnRGb3JlZ3JvdW5kSXNBY3RpdmUiOmZhbHNlLCJIb3Jpem9udGFsQWxpZ25tZW50IjowLCJWZXJ0aWNhbEFsaWdubWVudCI6MCwiU21hcnRGb3JlZ3JvdW5kIjpudWxsLCJCYWNrZ3JvdW5kRmlsbFR5cGUiOjAsIk1hcmdpbiI6eyIkaWQiOiIxNTEiLCJUb3AiOjAsIkxlZnQiOjAsIlJpZ2h0IjowLCJCb3R0b20iOjB9LCJQYWRkaW5nIjp7IiRpZCI6IjE1MiIsIlRvcCI6MCwiTGVmdCI6MCwiUmlnaHQiOjAsIkJvdHRvbSI6MH0sIkJhY2tncm91bmQiOnsiJHJlZiI6IjgxIn0sIklzVmlzaWJsZSI6ZmFsc2UsIldpZHRoIjowLjAsIkhlaWdodCI6MC4wLCJCb3JkZXJTdHlsZSI6eyIkaWQiOiIxNTMiLCJMaW5lQ29sb3IiOm51bGwsIkxpbmVXZWlnaHQiOjAuMCwiTGluZVR5cGUiOjAsIlBhcmVudFN0eWxlIjpudWxsfSwiUGFyZW50U3R5bGUiOm51bGx9LCJEYXRlRm9ybWF0Ijp7IiRpZCI6IjE1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luZGV4Ijo4LCJQZXJjZW50YWdlQ29tcGxldGUiOm51bGwsIlBvc2l0aW9uIjp7IlJhdGlvIjowLjE2NzcwMTc2ODI4NjQzNDIxLCJJc0N1c3RvbSI6ZmFsc2V9LCJEYXRlRm9ybWF0Ijp7IiRyZWYiOiIxNTQifSwiSWQiOiI3YmZiOGEzOC0yYTk5LTQ0MzgtOTM3NS1kYmYyNDYwMTNiZjciLCJJbXBvcnRJZCI6bnVsbCwiVGl0bGUiOiJGcmllbmRzICYgRmFtaWx5IExhdW5jaCIsIk5vdGUiOm51bGwsIkh5cGVybGluayI6bnVsbCwiSXNDaGFuZ2VkIjpmYWxzZSwiSXNOZXciOmZhbHNlfSx7IiRpZCI6IjE1NSIsIkRhdGUiOiIyMDIxLTAxLTEwVDAwOjAwOjAwIiwiU3R5bGUiOnsiJGlkIjoiMTU2IiwiU2hhcGUiOjIsIkNvbm5lY3Rvck1hcmdpbiI6eyIkcmVmIjoiNTUifSwiQ29ubmVjdG9yU3R5bGUiOnsiJGlkIjoiMTU3IiwiTGluZUNvbG9yIjp7IiRyZWYiOiI1NyJ9LCJMaW5lV2VpZ2h0IjoxLjAsIkxpbmVUeXBlIjowLCJQYXJlbnRTdHlsZSI6bnVsbH0sIklzQmVsb3dUaW1lYmFuZCI6ZmFsc2UsIkhpZGVEYXRlIjpmYWxzZSwiU2hhcGVTaXplIjoxLCJTcGFjaW5nIjoyLjAsIlBhZGRpbmciOnsiJHJlZiI6IjU5In0sIlNoYXBlU3R5bGUiOnsiJGlkIjoiMTU4IiwiTWFyZ2luIjp7IiRyZWYiOiI2MSJ9LCJQYWRkaW5nIjp7IiRyZWYiOiI2MiJ9LCJCYWNrZ3JvdW5kIjp7IiRpZCI6IjE1OSIsIkNvbG9yIjp7IiRpZCI6IjE2MCIsIkEiOjI1NSwiUiI6NjgsIkciOjg0LCJCIjoxMDZ9fSwiSXNWaXNpYmxlIjp0cnVlLCJXaWR0aCI6MTMuMCwiSGVpZ2h0IjoxMy4wLCJCb3JkZXJTdHlsZSI6eyIkaWQiOiIxNjEiLCJMaW5lQ29sb3IiOnsiJHJlZiI6IjY2In0sIkxpbmVXZWlnaHQiOjAuMCwiTGluZVR5cGUiOjAsIlBhcmVudFN0eWxlIjpudWxsfSwiUGFyZW50U3R5bGUiOm51bGx9LCJUaXRsZVN0eWxlIjp7IiRpZCI6IjE2MiIsIkZvbnRTZXR0aW5ncyI6eyIkaWQiOiIxNjMiLCJGb250U2l6ZSI6MTIsIkZvbnROYW1lIjoiQ2FsaWJyaSIsIklzQm9sZCI6ZmFsc2UsIklzSXRhbGljIjpmYWxzZSwiSXNVbmRlcmxpbmVkIjpmYWxzZSwiUGFyZW50U3R5bGUiOm51bGx9LCJBdXRvU2l6ZSI6MCwiRm9yZWdyb3VuZCI6eyIkaWQiOiIxNjQiLCJDb2xvciI6eyIkaWQiOiIxNjUiLCJBIjoyNTUsIlIiOjAsIkciOjAsIkIiOjB9fSwiTWF4V2lkdGgiOjIwMC4wLCJNYXhIZWlnaHQiOiJJbmZpbml0eSIsIlNtYXJ0Rm9yZWdyb3VuZElzQWN0aXZlIjpmYWxzZSwiSG9yaXpvbnRhbEFsaWdubWVudCI6MCwiVmVydGljYWxBbGlnbm1lbnQiOjAsIlNtYXJ0Rm9yZWdyb3VuZCI6bnVsbCwiQmFja2dyb3VuZEZpbGxUeXBlIjowLCJNYXJnaW4iOnsiJHJlZiI6IjcyIn0sIlBhZGRpbmciOnsiJHJlZiI6IjczIn0sIkJhY2tncm91bmQiOnsiJHJlZiI6Ijc0In0sIklzVmlzaWJsZSI6dHJ1ZSwiV2lkdGgiOjAuMCwiSGVpZ2h0IjowLjAsIkJvcmRlclN0eWxlIjp7IiRpZCI6IjE2NiIsIkxpbmVDb2xvciI6bnVsbCwiTGluZVdlaWdodCI6MC4wLCJMaW5lVHlwZSI6MCwiUGFyZW50U3R5bGUiOm51bGx9LCJQYXJlbnRTdHlsZSI6bnVsbH0sIkRhdGVTdHlsZSI6eyIkaWQiOiIxNjciLCJGb250U2V0dGluZ3MiOnsiJGlkIjoiMTY4IiwiRm9udFNpemUiOjEwLCJGb250TmFtZSI6IkNhbGlicmkiLCJJc0JvbGQiOmZhbHNlLCJJc0l0YWxpYyI6ZmFsc2UsIklzVW5kZXJsaW5lZCI6ZmFsc2UsIlBhcmVudFN0eWxlIjpudWxsfSwiQXV0b1NpemUiOjAsIkZvcmVncm91bmQiOnsiJHJlZiI6Ijc3In0sIk1heFdpZHRoIjoyMDAuMCwiTWF4SGVpZ2h0IjoiSW5maW5pdHkiLCJTbWFydEZvcmVncm91bmRJc0FjdGl2ZSI6ZmFsc2UsIkhvcml6b250YWxBbGlnbm1lbnQiOjAsIlZlcnRpY2FsQWxpZ25tZW50IjowLCJTbWFydEZvcmVncm91bmQiOm51bGwsIkJhY2tncm91bmRGaWxsVHlwZSI6MCwiTWFyZ2luIjp7IiRyZWYiOiI3OSJ9LCJQYWRkaW5nIjp7IiRyZWYiOiI4MCJ9LCJCYWNrZ3JvdW5kIjp7IiRyZWYiOiI4MSJ9LCJJc1Zpc2libGUiOmZhbHNlLCJXaWR0aCI6MC4wLCJIZWlnaHQiOjAuMCwiQm9yZGVyU3R5bGUiOnsiJGlkIjoiMTY5IiwiTGluZUNvbG9yIjpudWxsLCJMaW5lV2VpZ2h0IjowLjAsIkxpbmVUeXBlIjowLCJQYXJlbnRTdHlsZSI6bnVsbH0sIlBhcmVudFN0eWxlIjpudWxsfSwiRGF0ZUZvcm1hdCI6eyIkcmVmIjoiODIifSwiSXNWaXNpYmxlIjp0cnVlLCJQYXJlbnRTdHlsZSI6bnVsbH0sIkluZGV4Ijo5LCJQZXJjZW50YWdlQ29tcGxldGUiOm51bGwsIlBvc2l0aW9uIjp7IlJhdGlvIjowLjEwODQ0NTIwMjg2Mjc3NDg4LCJJc0N1c3RvbSI6ZmFsc2V9LCJEYXRlRm9ybWF0Ijp7IiRyZWYiOiI4MiJ9LCJJZCI6IjgxZjU5ZDgxLTVkYWYtNDIyNy1hNmYwLWFjNDE1MjliZjcxNSIsIkltcG9ydElkIjpudWxsLCJUaXRsZSI6IkZ1bGwgTGF1bmNoIiwiTm90ZSI6bnVsbCwiSHlwZXJsaW5rIjpudWxsLCJJc0NoYW5nZWQiOmZhbHNlLCJJc05ldyI6ZmFsc2V9XSwiVGFza3MiOlt7IiRpZCI6IjE3MCIsIkdyb3VwTmFtZSI6bnVsbCwiU3RhcnREYXRlIjoiMjAyMC0wMS0wMlQwMDowMDowMFoiLCJFbmREYXRlIjoiMjAyMC0wMi0yOFQyMzo1OTowMFoiLCJQZXJjZW50YWdlQ29tcGxldGUiOm51bGwsIlN0eWxlIjp7IiRpZCI6IjE3MSIsIlNoYXBlIjoxLCJTaGFwZVRoaWNrbmVzcyI6MCwiRHVyYXRpb25Gb3JtYXQiOjAsIkluY2x1ZGVOb25Xb3JraW5nRGF5c0luRHVyYXRpb24iOmZhbHNlLCJQZXJjZW50YWdlQ29tcGxldGVTdHlsZSI6eyIkaWQiOiIxNzIiLCJGb250U2V0dGluZ3MiOnsiJGlkIjoiMTczIiwiRm9udFNpemUiOjEwLCJGb250TmFtZSI6IkNhbGlicmkiLCJJc0JvbGQiOmZhbHNlLCJJc0l0YWxpYyI6ZmFsc2UsIklzVW5kZXJsaW5lZCI6ZmFsc2UsIlBhcmVudFN0eWxlIjpudWxsfSwiQXV0b1NpemUiOjAsIkZvcmVncm91bmQiOnsiJHJlZiI6Ijg2In0sIk1heFdpZHRoIjoyMDAuMCwiTWF4SGVpZ2h0IjoiSW5maW5pdHkiLCJTbWFydEZvcmVncm91bmRJc0FjdGl2ZSI6ZmFsc2UsIkhvcml6b250YWxBbGlnbm1lbnQiOjAsIlZlcnRpY2FsQWxpZ25tZW50IjowLCJTbWFydEZvcmVncm91bmQiOm51bGwsIkJhY2tncm91bmRGaWxsVHlwZSI6MCwiTWFyZ2luIjp7IiRyZWYiOiI4OCJ9LCJQYWRkaW5nIjp7IiRyZWYiOiI4OSJ9LCJCYWNrZ3JvdW5kIjp7IiRyZWYiOiI5MCJ9LCJJc1Zpc2libGUiOnRydWUsIldpZHRoIjowLjAsIkhlaWdodCI6MC4wLCJCb3JkZXJTdHlsZSI6eyIkaWQiOiIxNzQiLCJMaW5lQ29sb3IiOm51bGwsIkxpbmVXZWlnaHQiOjAuMCwiTGluZVR5cGUiOjAsIlBhcmVudFN0eWxlIjpudWxsfSwiUGFyZW50U3R5bGUiOm51bGx9LCJEdXJhdGlvblN0eWxlIjp7IiRpZCI6IjE3NSIsIkZvbnRTZXR0aW5ncyI6eyIkaWQiOiIxNzYiLCJGb250U2l6ZSI6MTAsIkZvbnROYW1lIjoiQ2FsaWJyaSIsIklzQm9sZCI6ZmFsc2UsIklzSXRhbGljIjpmYWxzZSwiSXNVbmRlcmxpbmVkIjpmYWxzZSwiUGFyZW50U3R5bGUiOm51bGx9LCJBdXRvU2l6ZSI6MCwiRm9yZWdyb3VuZCI6eyIkcmVmIjoiOTMifSwiTWF4V2lkdGgiOjIwMC4wLCJNYXhIZWlnaHQiOiJJbmZpbml0eSIsIlNtYXJ0Rm9yZWdyb3VuZElzQWN0aXZlIjpmYWxzZSwiSG9yaXpvbnRhbEFsaWdubWVudCI6MCwiVmVydGljYWxBbGlnbm1lbnQiOjAsIlNtYXJ0Rm9yZWdyb3VuZCI6bnVsbCwiQmFja2dyb3VuZEZpbGxUeXBlIjowLCJNYXJnaW4iOnsiJHJlZiI6Ijk1In0sIlBhZGRpbmciOnsiJHJlZiI6Ijk2In0sIkJhY2tncm91bmQiOnsiJHJlZiI6Ijk3In0sIklzVmlzaWJsZSI6dHJ1ZSwiV2lkdGgiOjAuMCwiSGVpZ2h0IjowLjAsIkJvcmRlclN0eWxlIjp7IiRpZCI6IjE3NyIsIkxpbmVDb2xvciI6bnVsbCwiTGluZVdlaWdodCI6MC4wLCJMaW5lVHlwZSI6MCwiUGFyZW50U3R5bGUiOm51bGx9LCJQYXJlbnRTdHlsZSI6bnVsbH0sIkhvcml6b250YWxDb25uZWN0b3JTdHlsZSI6eyIkaWQiOiIxNzgiLCJMaW5lQ29sb3IiOnsiJHJlZiI6Ijk5In0sIkxpbmVXZWlnaHQiOjEuMCwiTGluZVR5cGUiOjAsIlBhcmVudFN0eWxlIjpudWxsfSwiVmVydGljYWxDb25uZWN0b3JTdHlsZSI6eyIkaWQiOiIxNzkiLCJMaW5lQ29sb3IiOnsiJHJlZiI6IjEwMiJ9LCJMaW5lV2VpZ2h0IjowLjAsIkxpbmVUeXBlIjowLCJQYXJlbnRTdHlsZSI6bnVsbH0sIk1hcmdpbiI6bnVsbCwiU3RhcnREYXRlUG9zaXRpb24iOjYsIkVuZERhdGVQb3NpdGlvbiI6NiwiRGF0ZUlzVmlzaWJsZSI6ZmFsc2UsIlRpdGxlUG9zaXRpb24iOjEsIkR1cmF0aW9uUG9zaXRpb24iOjYsIlBlcmNlbnRhZ2VDb21wbGV0ZWRQb3NpdGlvbiI6NiwiU3BhY2luZyI6NSwiSXNCZWxvd1RpbWViYW5kIjp0cnVlLCJQZXJjZW50YWdlQ29tcGxldGVTaGFwZU9wYWNpdHkiOjM1LCJTaGFwZVN0eWxlIjp7IiRpZCI6IjE4MCIsIk1hcmdpbiI6eyIkcmVmIjoiMTA1In0sIlBhZGRpbmciOnsiJHJlZiI6IjEwNiJ9LCJCYWNrZ3JvdW5kIjp7IiRpZCI6IjE4MSIsIkNvbG9yIjp7IiRpZCI6IjE4MiIsIkEiOjI1NSwiUiI6MTMyLCJHIjoxMTcsIkIiOjc4fX0sIklzVmlzaWJsZSI6dHJ1ZSwiV2lkdGgiOjAuMCwiSGVpZ2h0IjoxMC4wLCJCb3JkZXJTdHlsZSI6eyIkaWQiOiIxODMiLCJMaW5lQ29sb3IiOnsiJHJlZiI6IjExMCJ9LCJMaW5lV2VpZ2h0IjowLjAsIkxpbmVUeXBlIjowLCJQYXJlbnRTdHlsZSI6bnVsbH0sIlBhcmVudFN0eWxlIjpudWxsfSwiVGl0bGVTdHlsZSI6eyIkaWQiOiIxODQiLCJGb250U2V0dGluZ3MiOnsiJGlkIjoiMTg1IiwiRm9udFNpemUiOjE0LCJGb250TmFtZSI6IkNhbGlicmkiLCJJc0JvbGQiOnRydWUsIklzSXRhbGljIjpmYWxzZSwiSXNVbmRlcmxpbmVkIjpmYWxzZSwiUGFyZW50U3R5bGUiOm51bGx9LCJBdXRvU2l6ZSI6MiwiRm9yZWdyb3VuZCI6eyIkaWQiOiIxODYiLCJDb2xvciI6eyIkaWQiOiIxODciLCJBIjoyNTUsIlIiOjAsIkciOjAsIkIiOjB9fSwiTWF4V2lkdGgiOjkwLjkyNTk4NzI0MzY1MjM0NCwiTWF4SGVpZ2h0IjoiSW5maW5pdHkiLCJTbWFydEZvcmVncm91bmRJc0FjdGl2ZSI6ZmFsc2UsIkhvcml6b250YWxBbGlnbm1lbnQiOjAsIlZlcnRpY2FsQWxpZ25tZW50IjowLCJTbWFydEZvcmVncm91bmQiOm51bGwsIkJhY2tncm91bmRGaWxsVHlwZSI6MCwiTWFyZ2luIjp7IiRyZWYiOiIxMTYifSwiUGFkZGluZyI6eyIkcmVmIjoiMTE3In0sIkJhY2tncm91bmQiOnsiJHJlZiI6IjExOCJ9LCJJc1Zpc2libGUiOnRydWUsIldpZHRoIjowLjAsIkhlaWdodCI6MC4wLCJCb3JkZXJTdHlsZSI6eyIkaWQiOiIxODgiLCJMaW5lQ29sb3IiOm51bGwsIkxpbmVXZWlnaHQiOjAuMCwiTGluZVR5cGUiOjAsIlBhcmVudFN0eWxlIjpudWxsfSwiUGFyZW50U3R5bGUiOm51bGx9LCJEYXRlU3R5bGUiOnsiJGlkIjoiMTg5IiwiRm9udFNldHRpbmdzIjp7IiRpZCI6IjE5MCIsIkZvbnRTaXplIjoxMCwiRm9udE5hbWUiOiJDYWxpYnJpIiwiSXNCb2xkIjpmYWxzZSwiSXNJdGFsaWMiOmZhbHNlLCJJc1VuZGVybGluZWQiOmZhbHNlLCJQYXJlbnRTdHlsZSI6bnVsbH0sIkF1dG9TaXplIjowLCJGb3JlZ3JvdW5kIjp7IiRyZWYiOiIxMjEifSwiTWF4V2lkdGgiOjIwMC4wLCJNYXhIZWlnaHQiOiJJbmZpbml0eSIsIlNtYXJ0Rm9yZWdyb3VuZElzQWN0aXZlIjpmYWxzZSwiSG9yaXpvbnRhbEFsaWdubWVudCI6MiwiVmVydGljYWxBbGlnbm1lbnQiOjAsIlNtYXJ0Rm9yZWdyb3VuZCI6bnVsbCwiQmFja2dyb3VuZEZpbGxUeXBlIjowLCJNYXJnaW4iOnsiJHJlZiI6IjEyMyJ9LCJQYWRkaW5nIjp7IiRyZWYiOiIxMjQifSwiQmFja2dyb3VuZCI6eyIkcmVmIjoiMTI1In0sIklzVmlzaWJsZSI6dHJ1ZSwiV2lkdGgiOjAuMCwiSGVpZ2h0IjowLjAsIkJvcmRlclN0eWxlIjp7IiRpZCI6IjE5MSIsIkxpbmVDb2xvciI6bnVsbCwiTGluZVdlaWdodCI6MC4wLCJMaW5lVHlwZSI6MCwiUGFyZW50U3R5bGUiOm51bGx9LCJQYXJlbnRTdHlsZSI6bnVsbH0sIkRhdGVGb3JtYXQiOnsiJHJlZiI6IjEyNiJ9LCJJc1Zpc2libGUiOnRydWUsIlBhcmVudFN0eWxlIjpudWxsfSwiSW5kZXgiOjEsIlNtYXJ0RHVyYXRpb25BY3RpdmF0ZWQiOmZhbHNlLCJEYXRlRm9ybWF0Ijp7IiRyZWYiOiIxMjYifSwiSWQiOiJlMzJhMTc0MC0wOWMxLTQxZGMtOWE2ZS02MmE5NmRjZjY3N2MiLCJJbXBvcnRJZCI6bnVsbCwiVGl0bGUiOiJTY29wZSBBbmFseXNpcyIsIk5vdGUiOm51bGwsIkh5cGVybGluayI6bnVsbCwiSXNDaGFuZ2VkIjpmYWxzZSwiSXNOZXciOmZhbHNlfSx7IiRpZCI6IjE5MiIsIkdyb3VwTmFtZSI6bnVsbCwiU3RhcnREYXRlIjoiMjAyMC0wMi0wOVQwMDowMDowMFoiLCJFbmREYXRlIjoiMjAyMC0wNy0xN1QyMzo1OTowMFoiLCJQZXJjZW50YWdlQ29tcGxldGUiOm51bGwsIlN0eWxlIjp7IiRpZCI6IjE5MyIsIlNoYXBlIjoxLCJTaGFwZVRoaWNrbmVzcyI6MCwiRHVyYXRpb25Gb3JtYXQiOjAsIkluY2x1ZGVOb25Xb3JraW5nRGF5c0luRHVyYXRpb24iOmZhbHNlLCJQZXJjZW50YWdlQ29tcGxldGVTdHlsZSI6eyIkaWQiOiIxOTQiLCJGb250U2V0dGluZ3MiOnsiJGlkIjoiMTk1IiwiRm9udFNpemUiOjEwLCJGb250TmFtZSI6IkNhbGlicmkiLCJJc0JvbGQiOmZhbHNlLCJJc0l0YWxpYyI6ZmFsc2UsIklzVW5kZXJsaW5lZCI6ZmFsc2UsIlBhcmVudFN0eWxlIjpudWxsfSwiQXV0b1NpemUiOjAsIkZvcmVncm91bmQiOnsiJHJlZiI6Ijg2In0sIk1heFdpZHRoIjoyMDAuMCwiTWF4SGVpZ2h0IjoiSW5maW5pdHkiLCJTbWFydEZvcmVncm91bmRJc0FjdGl2ZSI6ZmFsc2UsIkhvcml6b250YWxBbGlnbm1lbnQiOjAsIlZlcnRpY2FsQWxpZ25tZW50IjowLCJTbWFydEZvcmVncm91bmQiOm51bGwsIkJhY2tncm91bmRGaWxsVHlwZSI6MCwiTWFyZ2luIjp7IiRyZWYiOiI4OCJ9LCJQYWRkaW5nIjp7IiRyZWYiOiI4OSJ9LCJCYWNrZ3JvdW5kIjp7IiRyZWYiOiI5MCJ9LCJJc1Zpc2libGUiOnRydWUsIldpZHRoIjowLjAsIkhlaWdodCI6MC4wLCJCb3JkZXJTdHlsZSI6eyIkaWQiOiIxOTYiLCJMaW5lQ29sb3IiOm51bGwsIkxpbmVXZWlnaHQiOjAuMCwiTGluZVR5cGUiOjAsIlBhcmVudFN0eWxlIjpudWxsfSwiUGFyZW50U3R5bGUiOm51bGx9LCJEdXJhdGlvblN0eWxlIjp7IiRpZCI6IjE5NyIsIkZvbnRTZXR0aW5ncyI6eyIkaWQiOiIxOTgiLCJGb250U2l6ZSI6MTAsIkZvbnROYW1lIjoiQ2FsaWJyaSIsIklzQm9sZCI6ZmFsc2UsIklzSXRhbGljIjpmYWxzZSwiSXNVbmRlcmxpbmVkIjpmYWxzZSwiUGFyZW50U3R5bGUiOm51bGx9LCJBdXRvU2l6ZSI6MCwiRm9yZWdyb3VuZCI6eyIkcmVmIjoiOTMifSwiTWF4V2lkdGgiOjIwMC4wLCJNYXhIZWlnaHQiOiJJbmZpbml0eSIsIlNtYXJ0Rm9yZWdyb3VuZElzQWN0aXZlIjpmYWxzZSwiSG9yaXpvbnRhbEFsaWdubWVudCI6MCwiVmVydGljYWxBbGlnbm1lbnQiOjAsIlNtYXJ0Rm9yZWdyb3VuZCI6bnVsbCwiQmFja2dyb3VuZEZpbGxUeXBlIjowLCJNYXJnaW4iOnsiJHJlZiI6Ijk1In0sIlBhZGRpbmciOnsiJHJlZiI6Ijk2In0sIkJhY2tncm91bmQiOnsiJHJlZiI6Ijk3In0sIklzVmlzaWJsZSI6dHJ1ZSwiV2lkdGgiOjAuMCwiSGVpZ2h0IjowLjAsIkJvcmRlclN0eWxlIjp7IiRpZCI6IjE5OSIsIkxpbmVDb2xvciI6bnVsbCwiTGluZVdlaWdodCI6MC4wLCJMaW5lVHlwZSI6MCwiUGFyZW50U3R5bGUiOm51bGx9LCJQYXJlbnRTdHlsZSI6bnVsbH0sIkhvcml6b250YWxDb25uZWN0b3JTdHlsZSI6eyIkaWQiOiIyMDAiLCJMaW5lQ29sb3IiOnsiJHJlZiI6Ijk5In0sIkxpbmVXZWlnaHQiOjEuMCwiTGluZVR5cGUiOjAsIlBhcmVudFN0eWxlIjpudWxsfSwiVmVydGljYWxDb25uZWN0b3JTdHlsZSI6eyIkaWQiOiIyMDEiLCJMaW5lQ29sb3IiOnsiJHJlZiI6IjEwMiJ9LCJMaW5lV2VpZ2h0IjowLjAsIkxpbmVUeXBlIjowLCJQYXJlbnRTdHlsZSI6bnVsbH0sIk1hcmdpbiI6bnVsbCwiU3RhcnREYXRlUG9zaXRpb24iOjYsIkVuZERhdGVQb3NpdGlvbiI6NiwiRGF0ZUlzVmlzaWJsZSI6ZmFsc2UsIlRpdGxlUG9zaXRpb24iOjEsIkR1cmF0aW9uUG9zaXRpb24iOjYsIlBlcmNlbnRhZ2VDb21wbGV0ZWRQb3NpdGlvbiI6NiwiU3BhY2luZyI6NSwiSXNCZWxvd1RpbWViYW5kIjp0cnVlLCJQZXJjZW50YWdlQ29tcGxldGVTaGFwZU9wYWNpdHkiOjM1LCJTaGFwZVN0eWxlIjp7IiRpZCI6IjIwMiIsIk1hcmdpbiI6eyIkcmVmIjoiMTA1In0sIlBhZGRpbmciOnsiJHJlZiI6IjEwNiJ9LCJCYWNrZ3JvdW5kIjp7IiRpZCI6IjIwMyIsIkNvbG9yIjp7IiRpZCI6IjIwNCIsIkEiOjI1NSwiUiI6MTMxLCJHIjoxODcsIkIiOjI0Mn19LCJJc1Zpc2libGUiOnRydWUsIldpZHRoIjowLjAsIkhlaWdodCI6MTAuMCwiQm9yZGVyU3R5bGUiOnsiJGlkIjoiMjA1IiwiTGluZUNvbG9yIjp7IiRyZWYiOiIxMTAifSwiTGluZVdlaWdodCI6MC4wLCJMaW5lVHlwZSI6MCwiUGFyZW50U3R5bGUiOm51bGx9LCJQYXJlbnRTdHlsZSI6bnVsbH0sIlRpdGxlU3R5bGUiOnsiJGlkIjoiMjA2IiwiRm9udFNldHRpbmdzIjp7IiRpZCI6IjIwNyIsIkZvbnRTaXplIjoxNCwiRm9udE5hbWUiOiJDYWxpYnJpIiwiSXNCb2xkIjp0cnVlLCJJc0l0YWxpYyI6ZmFsc2UsIklzVW5kZXJsaW5lZCI6ZmFsc2UsIlBhcmVudFN0eWxlIjpudWxsfSwiQXV0b1NpemUiOjAsIkZvcmVncm91bmQiOnsiJGlkIjoiMjA4IiwiQ29sb3IiOnsiJGlkIjoiMjA5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YifSwiUGFkZGluZyI6eyIkcmVmIjoiMTE3In0sIkJhY2tncm91bmQiOnsiJHJlZiI6IjExOCJ9LCJJc1Zpc2libGUiOnRydWUsIldpZHRoIjowLjAsIkhlaWdodCI6MC4wLCJCb3JkZXJTdHlsZSI6eyIkaWQiOiIyMTAiLCJMaW5lQ29sb3IiOm51bGwsIkxpbmVXZWlnaHQiOjAuMCwiTGluZVR5cGUiOjAsIlBhcmVudFN0eWxlIjpudWxsfSwiUGFyZW50U3R5bGUiOm51bGx9LCJEYXRlU3R5bGUiOnsiJGlkIjoiMjExIiwiRm9udFNldHRpbmdzIjp7IiRpZCI6IjIxMiIsIkZvbnRTaXplIjoxMCwiRm9udE5hbWUiOiJDYWxpYnJpIiwiSXNCb2xkIjpmYWxzZSwiSXNJdGFsaWMiOmZhbHNlLCJJc1VuZGVybGluZWQiOmZhbHNlLCJQYXJlbnRTdHlsZSI6bnVsbH0sIkF1dG9TaXplIjowLCJGb3JlZ3JvdW5kIjp7IiRyZWYiOiIxMjEifSwiTWF4V2lkdGgiOjIwMC4wLCJNYXhIZWlnaHQiOiJJbmZpbml0eSIsIlNtYXJ0Rm9yZWdyb3VuZElzQWN0aXZlIjpmYWxzZSwiSG9yaXpvbnRhbEFsaWdubWVudCI6MiwiVmVydGljYWxBbGlnbm1lbnQiOjAsIlNtYXJ0Rm9yZWdyb3VuZCI6bnVsbCwiQmFja2dyb3VuZEZpbGxUeXBlIjowLCJNYXJnaW4iOnsiJHJlZiI6IjEyMyJ9LCJQYWRkaW5nIjp7IiRyZWYiOiIxMjQifSwiQmFja2dyb3VuZCI6eyIkcmVmIjoiMTI1In0sIklzVmlzaWJsZSI6dHJ1ZSwiV2lkdGgiOjAuMCwiSGVpZ2h0IjowLjAsIkJvcmRlclN0eWxlIjp7IiRpZCI6IjIxMyIsIkxpbmVDb2xvciI6bnVsbCwiTGluZVdlaWdodCI6MC4wLCJMaW5lVHlwZSI6MCwiUGFyZW50U3R5bGUiOm51bGx9LCJQYXJlbnRTdHlsZSI6bnVsbH0sIkRhdGVGb3JtYXQiOnsiJHJlZiI6IjEyNiJ9LCJJc1Zpc2libGUiOnRydWUsIlBhcmVudFN0eWxlIjpudWxsfSwiSW5kZXgiOjIsIlNtYXJ0RHVyYXRpb25BY3RpdmF0ZWQiOmZhbHNlLCJEYXRlRm9ybWF0Ijp7IiRyZWYiOiIxMjYifSwiSWQiOiJkYTNmMWMzYS1kZjExLTRmM2ItYjE4ZC1mODNhYWQyYzg5ZDIiLCJJbXBvcnRJZCI6bnVsbCwiVGl0bGUiOiJEZXNpZ24vQnVpbGQvVW5pdCBUZXN0IiwiTm90ZSI6bnVsbCwiSHlwZXJsaW5rIjpudWxsLCJJc0NoYW5nZWQiOmZhbHNlLCJJc05ldyI6ZmFsc2V9LHsiJGlkIjoiMjE0IiwiR3JvdXBOYW1lIjpudWxsLCJTdGFydERhdGUiOiIyMDIwLTAzLTE1VDAwOjAwOjAwWiIsIkVuZERhdGUiOiIyMDIwLTA5LTA0VDIzOjU5OjAwWiIsIlBlcmNlbnRhZ2VDb21wbGV0ZSI6bnVsbCwiU3R5bGUiOnsiJGlkIjoiMjE1IiwiU2hhcGUiOjEsIlNoYXBlVGhpY2tuZXNzIjowLCJEdXJhdGlvbkZvcm1hdCI6MCwiSW5jbHVkZU5vbldvcmtpbmdEYXlzSW5EdXJhdGlvbiI6ZmFsc2UsIlBlcmNlbnRhZ2VDb21wbGV0ZVN0eWxlIjp7IiRpZCI6IjIxNiIsIkZvbnRTZXR0aW5ncyI6eyIkaWQiOiIyMTciLCJGb250U2l6ZSI6MTAsIkZvbnROYW1lIjoiQ2FsaWJyaSIsIklzQm9sZCI6ZmFsc2UsIklzSXRhbGljIjpmYWxzZSwiSXNVbmRlcmxpbmVkIjpmYWxzZSwiUGFyZW50U3R5bGUiOm51bGx9LCJBdXRvU2l6ZSI6MCwiRm9yZWdyb3VuZCI6eyIkcmVmIjoiODYifSwiTWF4V2lkdGgiOjIwMC4wLCJNYXhIZWlnaHQiOiJJbmZpbml0eSIsIlNtYXJ0Rm9yZWdyb3VuZElzQWN0aXZlIjpmYWxzZSwiSG9yaXpvbnRhbEFsaWdubWVudCI6MCwiVmVydGljYWxBbGlnbm1lbnQiOjAsIlNtYXJ0Rm9yZWdyb3VuZCI6bnVsbCwiQmFja2dyb3VuZEZpbGxUeXBlIjowLCJNYXJnaW4iOnsiJHJlZiI6Ijg4In0sIlBhZGRpbmciOnsiJHJlZiI6Ijg5In0sIkJhY2tncm91bmQiOnsiJHJlZiI6IjkwIn0sIklzVmlzaWJsZSI6dHJ1ZSwiV2lkdGgiOjAuMCwiSGVpZ2h0IjowLjAsIkJvcmRlclN0eWxlIjp7IiRpZCI6IjIxOCIsIkxpbmVDb2xvciI6bnVsbCwiTGluZVdlaWdodCI6MC4wLCJMaW5lVHlwZSI6MCwiUGFyZW50U3R5bGUiOm51bGx9LCJQYXJlbnRTdHlsZSI6bnVsbH0sIkR1cmF0aW9uU3R5bGUiOnsiJGlkIjoiMjE5IiwiRm9udFNldHRpbmdzIjp7IiRpZCI6IjIyMCIsIkZvbnRTaXplIjoxMCwiRm9udE5hbWUiOiJDYWxpYnJpIiwiSXNCb2xkIjpmYWxzZSwiSXNJdGFsaWMiOmZhbHNlLCJJc1VuZGVybGluZWQiOmZhbHNlLCJQYXJlbnRTdHlsZSI6bnVsbH0sIkF1dG9TaXplIjowLCJGb3JlZ3JvdW5kIjp7IiRyZWYiOiI5MyJ9LCJNYXhXaWR0aCI6MjAwLjAsIk1heEhlaWdodCI6IkluZmluaXR5IiwiU21hcnRGb3JlZ3JvdW5kSXNBY3RpdmUiOmZhbHNlLCJIb3Jpem9udGFsQWxpZ25tZW50IjowLCJWZXJ0aWNhbEFsaWdubWVudCI6MCwiU21hcnRGb3JlZ3JvdW5kIjpudWxsLCJCYWNrZ3JvdW5kRmlsbFR5cGUiOjAsIk1hcmdpbiI6eyIkcmVmIjoiOTUifSwiUGFkZGluZyI6eyIkcmVmIjoiOTYifSwiQmFja2dyb3VuZCI6eyIkcmVmIjoiOTcifSwiSXNWaXNpYmxlIjp0cnVlLCJXaWR0aCI6MC4wLCJIZWlnaHQiOjAuMCwiQm9yZGVyU3R5bGUiOnsiJGlkIjoiMjIxIiwiTGluZUNvbG9yIjpudWxsLCJMaW5lV2VpZ2h0IjowLjAsIkxpbmVUeXBlIjowLCJQYXJlbnRTdHlsZSI6bnVsbH0sIlBhcmVudFN0eWxlIjpudWxsfSwiSG9yaXpvbnRhbENvbm5lY3RvclN0eWxlIjp7IiRpZCI6IjIyMiIsIkxpbmVDb2xvciI6eyIkcmVmIjoiOTkifSwiTGluZVdlaWdodCI6MS4wLCJMaW5lVHlwZSI6MCwiUGFyZW50U3R5bGUiOm51bGx9LCJWZXJ0aWNhbENvbm5lY3RvclN0eWxlIjp7IiRpZCI6IjIyMyIsIkxpbmVDb2xvciI6eyIkcmVmIjoiMTAyIn0sIkxpbmVXZWlnaHQiOjAuMCwiTGluZVR5cGUiOjAsIlBhcmVudFN0eWxlIjpudWxsfSwiTWFyZ2luIjpudWxsLCJTdGFydERhdGVQb3NpdGlvbiI6NiwiRW5kRGF0ZVBvc2l0aW9uIjo2LCJEYXRlSXNWaXNpYmxlIjpmYWxzZSwiVGl0bGVQb3NpdGlvbiI6MSwiRHVyYXRpb25Qb3NpdGlvbiI6NiwiUGVyY2VudGFnZUNvbXBsZXRlZFBvc2l0aW9uIjo2LCJTcGFjaW5nIjo1LCJJc0JlbG93VGltZWJhbmQiOnRydWUsIlBlcmNlbnRhZ2VDb21wbGV0ZVNoYXBlT3BhY2l0eSI6MzUsIlNoYXBlU3R5bGUiOnsiJGlkIjoiMjI0IiwiTWFyZ2luIjp7IiRyZWYiOiIxMDUifSwiUGFkZGluZyI6eyIkcmVmIjoiMTA2In0sIkJhY2tncm91bmQiOnsiJGlkIjoiMjI1IiwiQ29sb3IiOnsiJGlkIjoiMjI2IiwiQSI6MjU1LCJSIjoyMzcsIkciOjEyNSwiQiI6NDl9fSwiSXNWaXNpYmxlIjp0cnVlLCJXaWR0aCI6MC4wLCJIZWlnaHQiOjEwLjAsIkJvcmRlclN0eWxlIjp7IiRpZCI6IjIyNyIsIkxpbmVDb2xvciI6eyIkcmVmIjoiMTEwIn0sIkxpbmVXZWlnaHQiOjAuMCwiTGluZVR5cGUiOjAsIlBhcmVudFN0eWxlIjpudWxsfSwiUGFyZW50U3R5bGUiOm51bGx9LCJUaXRsZVN0eWxlIjp7IiRpZCI6IjIyOCIsIkZvbnRTZXR0aW5ncyI6eyIkaWQiOiIyMjkiLCJGb250U2l6ZSI6MTQsIkZvbnROYW1lIjoiQ2FsaWJyaSIsIklzQm9sZCI6dHJ1ZSwiSXNJdGFsaWMiOmZhbHNlLCJJc1VuZGVybGluZWQiOmZhbHNlLCJQYXJlbnRTdHlsZSI6bnVsbH0sIkF1dG9TaXplIjowLCJGb3JlZ3JvdW5kIjp7IiRpZCI6IjIzMCIsIkNvbG9yIjp7IiRpZCI6IjIzMS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2In0sIlBhZGRpbmciOnsiJHJlZiI6IjExNyJ9LCJCYWNrZ3JvdW5kIjp7IiRyZWYiOiIxMTgifSwiSXNWaXNpYmxlIjp0cnVlLCJXaWR0aCI6MC4wLCJIZWlnaHQiOjAuMCwiQm9yZGVyU3R5bGUiOnsiJGlkIjoiMjMyIiwiTGluZUNvbG9yIjpudWxsLCJMaW5lV2VpZ2h0IjowLjAsIkxpbmVUeXBlIjowLCJQYXJlbnRTdHlsZSI6bnVsbH0sIlBhcmVudFN0eWxlIjpudWxsfSwiRGF0ZVN0eWxlIjp7IiRpZCI6IjIzMyIsIkZvbnRTZXR0aW5ncyI6eyIkaWQiOiIyMzQiLCJGb250U2l6ZSI6MTAsIkZvbnROYW1lIjoiQ2FsaWJyaSIsIklzQm9sZCI6ZmFsc2UsIklzSXRhbGljIjpmYWxzZSwiSXNVbmRlcmxpbmVkIjpmYWxzZSwiUGFyZW50U3R5bGUiOm51bGx9LCJBdXRvU2l6ZSI6MCwiRm9yZWdyb3VuZCI6eyIkcmVmIjoiMTIxIn0sIk1heFdpZHRoIjoyMDAuMCwiTWF4SGVpZ2h0IjoiSW5maW5pdHkiLCJTbWFydEZvcmVncm91bmRJc0FjdGl2ZSI6ZmFsc2UsIkhvcml6b250YWxBbGlnbm1lbnQiOjAsIlZlcnRpY2FsQWxpZ25tZW50IjowLCJTbWFydEZvcmVncm91bmQiOm51bGwsIkJhY2tncm91bmRGaWxsVHlwZSI6MCwiTWFyZ2luIjp7IiRyZWYiOiIxMjMifSwiUGFkZGluZyI6eyIkcmVmIjoiMTI0In0sIkJhY2tncm91bmQiOnsiJHJlZiI6IjEyNSJ9LCJJc1Zpc2libGUiOnRydWUsIldpZHRoIjowLjAsIkhlaWdodCI6MC4wLCJCb3JkZXJTdHlsZSI6eyIkaWQiOiIyMzUiLCJMaW5lQ29sb3IiOm51bGwsIkxpbmVXZWlnaHQiOjAuMCwiTGluZVR5cGUiOjAsIlBhcmVudFN0eWxlIjpudWxsfSwiUGFyZW50U3R5bGUiOm51bGx9LCJEYXRlRm9ybWF0Ijp7IiRyZWYiOiIxMjYifSwiSXNWaXNpYmxlIjp0cnVlLCJQYXJlbnRTdHlsZSI6bnVsbH0sIkluZGV4IjozLCJTbWFydER1cmF0aW9uQWN0aXZhdGVkIjpmYWxzZSwiRGF0ZUZvcm1hdCI6eyIkcmVmIjoiMTI2In0sIklkIjoiN2Q3YTNmMzMtYmIwMi00MDA1LTk1MGQtODg3NGVjMjJlOGY5IiwiSW1wb3J0SWQiOm51bGwsIlRpdGxlIjoiU3lzdGVtIEludGVncmF0aW9uIFRlc3RpbmcgKEFsbCBQYXJ0bmVycyAtIGZ1bGwgZW5kIHRvIGVuZCkiLCJOb3RlIjpudWxsLCJIeXBlcmxpbmsiOm51bGwsIklzQ2hhbmdlZCI6ZmFsc2UsIklzTmV3IjpmYWxzZX0seyIkaWQiOiIyMzYiLCJHcm91cE5hbWUiOm51bGwsIlN0YXJ0RGF0ZSI6IjIwMjAtMDktMDdUMDA6MDA6MDBaIiwiRW5kRGF0ZSI6IjIwMjAtMTEtMjdUMjM6NTk6MDBaIiwiUGVyY2VudGFnZUNvbXBsZXRlIjpudWxsLCJTdHlsZSI6eyIkaWQiOiIyMzciLCJTaGFwZSI6MSwiU2hhcGVUaGlja25lc3MiOjAsIkR1cmF0aW9uRm9ybWF0IjowLCJJbmNsdWRlTm9uV29ya2luZ0RheXNJbkR1cmF0aW9uIjpmYWxzZSwiUGVyY2VudGFnZUNvbXBsZXRlU3R5bGUiOnsiJGlkIjoiMjM4IiwiRm9udFNldHRpbmdzIjp7IiRpZCI6IjIzOSIsIkZvbnRTaXplIjoxMCwiRm9udE5hbWUiOiJDYWxpYnJpIiwiSXNCb2xkIjpmYWxzZSwiSXNJdGFsaWMiOmZhbHNlLCJJc1VuZGVybGluZWQiOmZhbHNlLCJQYXJlbnRTdHlsZSI6bnVsbH0sIkF1dG9TaXplIjowLCJGb3JlZ3JvdW5kIjp7IiRyZWYiOiI4NiJ9LCJNYXhXaWR0aCI6MjAwLjAsIk1heEhlaWdodCI6IkluZmluaXR5IiwiU21hcnRGb3JlZ3JvdW5kSXNBY3RpdmUiOmZhbHNlLCJIb3Jpem9udGFsQWxpZ25tZW50IjowLCJWZXJ0aWNhbEFsaWdubWVudCI6MCwiU21hcnRGb3JlZ3JvdW5kIjpudWxsLCJCYWNrZ3JvdW5kRmlsbFR5cGUiOjAsIk1hcmdpbiI6eyIkcmVmIjoiODgifSwiUGFkZGluZyI6eyIkcmVmIjoiODkifSwiQmFja2dyb3VuZCI6eyIkcmVmIjoiOTAifSwiSXNWaXNpYmxlIjp0cnVlLCJXaWR0aCI6MC4wLCJIZWlnaHQiOjAuMCwiQm9yZGVyU3R5bGUiOnsiJGlkIjoiMjQwIiwiTGluZUNvbG9yIjpudWxsLCJMaW5lV2VpZ2h0IjowLjAsIkxpbmVUeXBlIjowLCJQYXJlbnRTdHlsZSI6bnVsbH0sIlBhcmVudFN0eWxlIjpudWxsfSwiRHVyYXRpb25TdHlsZSI6eyIkaWQiOiIyNDEiLCJGb250U2V0dGluZ3MiOnsiJGlkIjoiMjQyIiwiRm9udFNpemUiOjEwLCJGb250TmFtZSI6IkNhbGlicmkiLCJJc0JvbGQiOmZhbHNlLCJJc0l0YWxpYyI6ZmFsc2UsIklzVW5kZXJsaW5lZCI6ZmFsc2UsIlBhcmVudFN0eWxlIjpudWxsfSwiQXV0b1NpemUiOjAsIkZvcmVncm91bmQiOnsiJHJlZiI6IjkzIn0sIk1heFdpZHRoIjoyMDAuMCwiTWF4SGVpZ2h0IjoiSW5maW5pdHkiLCJTbWFydEZvcmVncm91bmRJc0FjdGl2ZSI6ZmFsc2UsIkhvcml6b250YWxBbGlnbm1lbnQiOjAsIlZlcnRpY2FsQWxpZ25tZW50IjowLCJTbWFydEZvcmVncm91bmQiOm51bGwsIkJhY2tncm91bmRGaWxsVHlwZSI6MCwiTWFyZ2luIjp7IiRyZWYiOiI5NSJ9LCJQYWRkaW5nIjp7IiRyZWYiOiI5NiJ9LCJCYWNrZ3JvdW5kIjp7IiRyZWYiOiI5NyJ9LCJJc1Zpc2libGUiOnRydWUsIldpZHRoIjowLjAsIkhlaWdodCI6MC4wLCJCb3JkZXJTdHlsZSI6eyIkaWQiOiIyNDMiLCJMaW5lQ29sb3IiOm51bGwsIkxpbmVXZWlnaHQiOjAuMCwiTGluZVR5cGUiOjAsIlBhcmVudFN0eWxlIjpudWxsfSwiUGFyZW50U3R5bGUiOm51bGx9LCJIb3Jpem9udGFsQ29ubmVjdG9yU3R5bGUiOnsiJGlkIjoiMjQ0IiwiTGluZUNvbG9yIjp7IiRyZWYiOiI5OSJ9LCJMaW5lV2VpZ2h0IjoxLjAsIkxpbmVUeXBlIjowLCJQYXJlbnRTdHlsZSI6bnVsbH0sIlZlcnRpY2FsQ29ubmVjdG9yU3R5bGUiOnsiJGlkIjoiMjQ1IiwiTGluZUNvbG9yIjp7IiRyZWYiOiIxMDIifSwiTGluZVdlaWdodCI6MC4wLCJMaW5lVHlwZSI6MCwiUGFyZW50U3R5bGUiOm51bGx9LCJNYXJnaW4iOm51bGwsIlN0YXJ0RGF0ZVBvc2l0aW9uIjo2LCJFbmREYXRlUG9zaXRpb24iOjYsIkRhdGVJc1Zpc2libGUiOmZhbHNlLCJUaXRsZVBvc2l0aW9uIjoxLCJEdXJhdGlvblBvc2l0aW9uIjo2LCJQZXJjZW50YWdlQ29tcGxldGVkUG9zaXRpb24iOjYsIlNwYWNpbmciOjUsIklzQmVsb3dUaW1lYmFuZCI6dHJ1ZSwiUGVyY2VudGFnZUNvbXBsZXRlU2hhcGVPcGFjaXR5IjozNSwiU2hhcGVTdHlsZSI6eyIkaWQiOiIyNDYiLCJNYXJnaW4iOnsiJHJlZiI6IjEwNSJ9LCJQYWRkaW5nIjp7IiRyZWYiOiIxMDYifSwiQmFja2dyb3VuZCI6eyIkaWQiOiIyNDciLCJDb2xvciI6eyIkaWQiOiIyNDgiLCJBIjoyNTUsIlIiOjExMiwiRyI6MTczLCJCIjo3MX19LCJJc1Zpc2libGUiOnRydWUsIldpZHRoIjowLjAsIkhlaWdodCI6MTAuMCwiQm9yZGVyU3R5bGUiOnsiJGlkIjoiMjQ5IiwiTGluZUNvbG9yIjp7IiRyZWYiOiIxMTAifSwiTGluZVdlaWdodCI6MC4wLCJMaW5lVHlwZSI6MCwiUGFyZW50U3R5bGUiOm51bGx9LCJQYXJlbnRTdHlsZSI6bnVsbH0sIlRpdGxlU3R5bGUiOnsiJGlkIjoiMjUwIiwiRm9udFNldHRpbmdzIjp7IiRpZCI6IjI1MSIsIkZvbnRTaXplIjoxNCwiRm9udE5hbWUiOiJDYWxpYnJpIiwiSXNCb2xkIjp0cnVlLCJJc0l0YWxpYyI6ZmFsc2UsIklzVW5kZXJsaW5lZCI6ZmFsc2UsIlBhcmVudFN0eWxlIjpudWxsfSwiQXV0b1NpemUiOjAsIkZvcmVncm91bmQiOnsiJGlkIjoiMjUyIiwiQ29sb3IiOnsiJGlkIjoiMjUz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YifSwiUGFkZGluZyI6eyIkcmVmIjoiMTE3In0sIkJhY2tncm91bmQiOnsiJHJlZiI6IjExOCJ9LCJJc1Zpc2libGUiOnRydWUsIldpZHRoIjowLjAsIkhlaWdodCI6MC4wLCJCb3JkZXJTdHlsZSI6eyIkaWQiOiIyNTQiLCJMaW5lQ29sb3IiOm51bGwsIkxpbmVXZWlnaHQiOjAuMCwiTGluZVR5cGUiOjAsIlBhcmVudFN0eWxlIjpudWxsfSwiUGFyZW50U3R5bGUiOm51bGx9LCJEYXRlU3R5bGUiOnsiJGlkIjoiMjU1IiwiRm9udFNldHRpbmdzIjp7IiRpZCI6IjI1NiIsIkZvbnRTaXplIjoxMCwiRm9udE5hbWUiOiJDYWxpYnJpIiwiSXNCb2xkIjpmYWxzZSwiSXNJdGFsaWMiOmZhbHNlLCJJc1VuZGVybGluZWQiOmZhbHNlLCJQYXJlbnRTdHlsZSI6bnVsbH0sIkF1dG9TaXplIjowLCJGb3JlZ3JvdW5kIjp7IiRyZWYiOiIxMjEifSwiTWF4V2lkdGgiOjIwMC4wLCJNYXhIZWlnaHQiOiJJbmZpbml0eSIsIlNtYXJ0Rm9yZWdyb3VuZElzQWN0aXZlIjpmYWxzZSwiSG9yaXpvbnRhbEFsaWdubWVudCI6MiwiVmVydGljYWxBbGlnbm1lbnQiOjAsIlNtYXJ0Rm9yZWdyb3VuZCI6bnVsbCwiQmFja2dyb3VuZEZpbGxUeXBlIjowLCJNYXJnaW4iOnsiJHJlZiI6IjEyMyJ9LCJQYWRkaW5nIjp7IiRyZWYiOiIxMjQifSwiQmFja2dyb3VuZCI6eyIkcmVmIjoiMTI1In0sIklzVmlzaWJsZSI6dHJ1ZSwiV2lkdGgiOjAuMCwiSGVpZ2h0IjowLjAsIkJvcmRlclN0eWxlIjp7IiRpZCI6IjI1NyIsIkxpbmVDb2xvciI6bnVsbCwiTGluZVdlaWdodCI6MC4wLCJMaW5lVHlwZSI6MCwiUGFyZW50U3R5bGUiOm51bGx9LCJQYXJlbnRTdHlsZSI6bnVsbH0sIkRhdGVGb3JtYXQiOnsiJHJlZiI6IjEyNiJ9LCJJc1Zpc2libGUiOnRydWUsIlBhcmVudFN0eWxlIjpudWxsfSwiSW5kZXgiOjQsIlNtYXJ0RHVyYXRpb25BY3RpdmF0ZWQiOmZhbHNlLCJEYXRlRm9ybWF0Ijp7IiRyZWYiOiIxMjYifSwiSWQiOiIwYmU5M2MxOC04MWQxLTRkMmQtYTA5Ny00NTM4N2Q0ZTQ2YzUiLCJJbXBvcnRJZCI6bnVsbCwiVGl0bGUiOiJVc2VyIEFjY2VwdGFuY2UgVGVzdGluZyIsIk5vdGUiOm51bGwsIkh5cGVybGluayI6bnVsbCwiSXNDaGFuZ2VkIjpmYWxzZSwiSXNOZXciOmZhbHNlfSx7IiRpZCI6IjI1OCIsIkdyb3VwTmFtZSI6bnVsbCwiU3RhcnREYXRlIjoiMjAyMC0wNi0wMlQwMDowMDowMFoiLCJFbmREYXRlIjoiMjAyMS0wMS0yOVQyMzo1OTowMFoiLCJQZXJjZW50YWdlQ29tcGxldGUiOm51bGwsIlN0eWxlIjp7IiRpZCI6IjI1OSIsIlNoYXBlIjoxLCJTaGFwZVRoaWNrbmVzcyI6MCwiRHVyYXRpb25Gb3JtYXQiOjAsIkluY2x1ZGVOb25Xb3JraW5nRGF5c0luRHVyYXRpb24iOmZhbHNlLCJQZXJjZW50YWdlQ29tcGxldGVTdHlsZSI6eyIkaWQiOiIyNjAiLCJGb250U2V0dGluZ3MiOnsiJGlkIjoiMjYxIiwiRm9udFNpemUiOjEwLCJGb250TmFtZSI6IkNhbGlicmkiLCJJc0JvbGQiOmZhbHNlLCJJc0l0YWxpYyI6ZmFsc2UsIklzVW5kZXJsaW5lZCI6ZmFsc2UsIlBhcmVudFN0eWxlIjpudWxsfSwiQXV0b1NpemUiOjAsIkZvcmVncm91bmQiOnsiJHJlZiI6Ijg2In0sIk1heFdpZHRoIjoyMDAuMCwiTWF4SGVpZ2h0IjoiSW5maW5pdHkiLCJTbWFydEZvcmVncm91bmRJc0FjdGl2ZSI6ZmFsc2UsIkhvcml6b250YWxBbGlnbm1lbnQiOjAsIlZlcnRpY2FsQWxpZ25tZW50IjowLCJTbWFydEZvcmVncm91bmQiOm51bGwsIkJhY2tncm91bmRGaWxsVHlwZSI6MCwiTWFyZ2luIjp7IiRyZWYiOiI4OCJ9LCJQYWRkaW5nIjp7IiRyZWYiOiI4OSJ9LCJCYWNrZ3JvdW5kIjp7IiRyZWYiOiI5MCJ9LCJJc1Zpc2libGUiOnRydWUsIldpZHRoIjowLjAsIkhlaWdodCI6MC4wLCJCb3JkZXJTdHlsZSI6eyIkaWQiOiIyNjIiLCJMaW5lQ29sb3IiOm51bGwsIkxpbmVXZWlnaHQiOjAuMCwiTGluZVR5cGUiOjAsIlBhcmVudFN0eWxlIjpudWxsfSwiUGFyZW50U3R5bGUiOm51bGx9LCJEdXJhdGlvblN0eWxlIjp7IiRpZCI6IjI2MyIsIkZvbnRTZXR0aW5ncyI6eyIkaWQiOiIyNjQiLCJGb250U2l6ZSI6MTAsIkZvbnROYW1lIjoiQ2FsaWJyaSIsIklzQm9sZCI6ZmFsc2UsIklzSXRhbGljIjpmYWxzZSwiSXNVbmRlcmxpbmVkIjpmYWxzZSwiUGFyZW50U3R5bGUiOm51bGx9LCJBdXRvU2l6ZSI6MCwiRm9yZWdyb3VuZCI6eyIkcmVmIjoiOTMifSwiTWF4V2lkdGgiOjIwMC4wLCJNYXhIZWlnaHQiOiJJbmZpbml0eSIsIlNtYXJ0Rm9yZWdyb3VuZElzQWN0aXZlIjpmYWxzZSwiSG9yaXpvbnRhbEFsaWdubWVudCI6MCwiVmVydGljYWxBbGlnbm1lbnQiOjAsIlNtYXJ0Rm9yZWdyb3VuZCI6bnVsbCwiQmFja2dyb3VuZEZpbGxUeXBlIjowLCJNYXJnaW4iOnsiJHJlZiI6Ijk1In0sIlBhZGRpbmciOnsiJHJlZiI6Ijk2In0sIkJhY2tncm91bmQiOnsiJHJlZiI6Ijk3In0sIklzVmlzaWJsZSI6dHJ1ZSwiV2lkdGgiOjAuMCwiSGVpZ2h0IjowLjAsIkJvcmRlclN0eWxlIjp7IiRpZCI6IjI2NSIsIkxpbmVDb2xvciI6bnVsbCwiTGluZVdlaWdodCI6MC4wLCJMaW5lVHlwZSI6MCwiUGFyZW50U3R5bGUiOm51bGx9LCJQYXJlbnRTdHlsZSI6bnVsbH0sIkhvcml6b250YWxDb25uZWN0b3JTdHlsZSI6eyIkaWQiOiIyNjYiLCJMaW5lQ29sb3IiOnsiJHJlZiI6Ijk5In0sIkxpbmVXZWlnaHQiOjEuMCwiTGluZVR5cGUiOjAsIlBhcmVudFN0eWxlIjpudWxsfSwiVmVydGljYWxDb25uZWN0b3JTdHlsZSI6eyIkaWQiOiIyNjciLCJMaW5lQ29sb3IiOnsiJHJlZiI6IjEwMiJ9LCJMaW5lV2VpZ2h0IjowLjAsIkxpbmVUeXBlIjowLCJQYXJlbnRTdHlsZSI6bnVsbH0sIk1hcmdpbiI6bnVsbCwiU3RhcnREYXRlUG9zaXRpb24iOjYsIkVuZERhdGVQb3NpdGlvbiI6NiwiRGF0ZUlzVmlzaWJsZSI6ZmFsc2UsIlRpdGxlUG9zaXRpb24iOjEsIkR1cmF0aW9uUG9zaXRpb24iOjYsIlBlcmNlbnRhZ2VDb21wbGV0ZWRQb3NpdGlvbiI6NiwiU3BhY2luZyI6NSwiSXNCZWxvd1RpbWViYW5kIjp0cnVlLCJQZXJjZW50YWdlQ29tcGxldGVTaGFwZU9wYWNpdHkiOjM1LCJTaGFwZVN0eWxlIjp7IiRpZCI6IjI2OCIsIk1hcmdpbiI6eyIkcmVmIjoiMTA1In0sIlBhZGRpbmciOnsiJHJlZiI6IjEwNiJ9LCJCYWNrZ3JvdW5kIjp7IiRpZCI6IjI2OSIsIkNvbG9yIjp7IiRpZCI6IjI3MCIsIkEiOjI1NSwiUiI6NDcsIkciOjU0LCJCIjoxNTN9fSwiSXNWaXNpYmxlIjp0cnVlLCJXaWR0aCI6MC4wLCJIZWlnaHQiOjEwLjAsIkJvcmRlclN0eWxlIjp7IiRpZCI6IjI3MSIsIkxpbmVDb2xvciI6eyIkcmVmIjoiMTEwIn0sIkxpbmVXZWlnaHQiOjAuMCwiTGluZVR5cGUiOjAsIlBhcmVudFN0eWxlIjpudWxsfSwiUGFyZW50U3R5bGUiOm51bGx9LCJUaXRsZVN0eWxlIjp7IiRpZCI6IjI3MiIsIkZvbnRTZXR0aW5ncyI6eyIkaWQiOiIyNzMiLCJGb250U2l6ZSI6MTQsIkZvbnROYW1lIjoiQ2FsaWJyaSIsIklzQm9sZCI6dHJ1ZSwiSXNJdGFsaWMiOmZhbHNlLCJJc1VuZGVybGluZWQiOmZhbHNlLCJQYXJlbnRTdHlsZSI6bnVsbH0sIkF1dG9TaXplIjowLCJGb3JlZ3JvdW5kIjp7IiRpZCI6IjI3NCIsIkNvbG9yIjp7IiRpZCI6IjI3NS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2In0sIlBhZGRpbmciOnsiJHJlZiI6IjExNyJ9LCJCYWNrZ3JvdW5kIjp7IiRyZWYiOiIxMTgifSwiSXNWaXNpYmxlIjp0cnVlLCJXaWR0aCI6MC4wLCJIZWlnaHQiOjAuMCwiQm9yZGVyU3R5bGUiOnsiJGlkIjoiMjc2IiwiTGluZUNvbG9yIjpudWxsLCJMaW5lV2VpZ2h0IjowLjAsIkxpbmVUeXBlIjowLCJQYXJlbnRTdHlsZSI6bnVsbH0sIlBhcmVudFN0eWxlIjpudWxsfSwiRGF0ZVN0eWxlIjp7IiRpZCI6IjI3NyIsIkZvbnRTZXR0aW5ncyI6eyIkaWQiOiIyNzgiLCJGb250U2l6ZSI6MTAsIkZvbnROYW1lIjoiQ2FsaWJyaSIsIklzQm9sZCI6ZmFsc2UsIklzSXRhbGljIjpmYWxzZSwiSXNVbmRlcmxpbmVkIjpmYWxzZSwiUGFyZW50U3R5bGUiOm51bGx9LCJBdXRvU2l6ZSI6MCwiRm9yZWdyb3VuZCI6eyIkcmVmIjoiMTIxIn0sIk1heFdpZHRoIjoyMDAuMCwiTWF4SGVpZ2h0IjoiSW5maW5pdHkiLCJTbWFydEZvcmVncm91bmRJc0FjdGl2ZSI6ZmFsc2UsIkhvcml6b250YWxBbGlnbm1lbnQiOjAsIlZlcnRpY2FsQWxpZ25tZW50IjowLCJTbWFydEZvcmVncm91bmQiOm51bGwsIkJhY2tncm91bmRGaWxsVHlwZSI6MCwiTWFyZ2luIjp7IiRyZWYiOiIxMjMifSwiUGFkZGluZyI6eyIkcmVmIjoiMTI0In0sIkJhY2tncm91bmQiOnsiJHJlZiI6IjEyNSJ9LCJJc1Zpc2libGUiOnRydWUsIldpZHRoIjowLjAsIkhlaWdodCI6MC4wLCJCb3JkZXJTdHlsZSI6eyIkaWQiOiIyNzkiLCJMaW5lQ29sb3IiOm51bGwsIkxpbmVXZWlnaHQiOjAuMCwiTGluZVR5cGUiOjAsIlBhcmVudFN0eWxlIjpudWxsfSwiUGFyZW50U3R5bGUiOm51bGx9LCJEYXRlRm9ybWF0Ijp7IiRyZWYiOiIxMjYifSwiSXNWaXNpYmxlIjp0cnVlLCJQYXJlbnRTdHlsZSI6bnVsbH0sIkluZGV4Ijo1LCJTbWFydER1cmF0aW9uQWN0aXZhdGVkIjpmYWxzZSwiRGF0ZUZvcm1hdCI6eyIkcmVmIjoiMTI2In0sIklkIjoiZjcxZWFmMDgtNzZjNi00NWY0LTkxZGItNWYxOGI5YTRhZDlmIiwiSW1wb3J0SWQiOm51bGwsIlRpdGxlIjoiTWFya2V0aW5nIC0gU21hbGwgQnVzaW5lc3MiLCJOb3RlIjpudWxsLCJIeXBlcmxpbmsiOm51bGwsIklzQ2hhbmdlZCI6ZmFsc2UsIklzTmV3IjpmYWxzZX0seyIkaWQiOiIyODAiLCJHcm91cE5hbWUiOm51bGwsIlN0YXJ0RGF0ZSI6IjIwMjAtMDItMTZUMDA6MDA6MDBaIiwiRW5kRGF0ZSI6IjIwMjEtMDItMTJUMjM6NTk6MDBaIiwiUGVyY2VudGFnZUNvbXBsZXRlIjpudWxsLCJTdHlsZSI6eyIkaWQiOiIyODEiLCJTaGFwZSI6MSwiU2hhcGVUaGlja25lc3MiOjAsIkR1cmF0aW9uRm9ybWF0IjowLCJJbmNsdWRlTm9uV29ya2luZ0RheXNJbkR1cmF0aW9uIjpmYWxzZSwiUGVyY2VudGFnZUNvbXBsZXRlU3R5bGUiOnsiJGlkIjoiMjgyIiwiRm9udFNldHRpbmdzIjp7IiRpZCI6IjI4MyIsIkZvbnRTaXplIjoxMCwiRm9udE5hbWUiOiJDYWxpYnJpIiwiSXNCb2xkIjpmYWxzZSwiSXNJdGFsaWMiOmZhbHNlLCJJc1VuZGVybGluZWQiOmZhbHNlLCJQYXJlbnRTdHlsZSI6bnVsbH0sIkF1dG9TaXplIjowLCJGb3JlZ3JvdW5kIjp7IiRyZWYiOiI4NiJ9LCJNYXhXaWR0aCI6MjAwLjAsIk1heEhlaWdodCI6IkluZmluaXR5IiwiU21hcnRGb3JlZ3JvdW5kSXNBY3RpdmUiOmZhbHNlLCJIb3Jpem9udGFsQWxpZ25tZW50IjowLCJWZXJ0aWNhbEFsaWdubWVudCI6MCwiU21hcnRGb3JlZ3JvdW5kIjpudWxsLCJCYWNrZ3JvdW5kRmlsbFR5cGUiOjAsIk1hcmdpbiI6eyIkcmVmIjoiODgifSwiUGFkZGluZyI6eyIkcmVmIjoiODkifSwiQmFja2dyb3VuZCI6eyIkcmVmIjoiOTAifSwiSXNWaXNpYmxlIjp0cnVlLCJXaWR0aCI6MC4wLCJIZWlnaHQiOjAuMCwiQm9yZGVyU3R5bGUiOnsiJGlkIjoiMjg0IiwiTGluZUNvbG9yIjpudWxsLCJMaW5lV2VpZ2h0IjowLjAsIkxpbmVUeXBlIjowLCJQYXJlbnRTdHlsZSI6bnVsbH0sIlBhcmVudFN0eWxlIjpudWxsfSwiRHVyYXRpb25TdHlsZSI6eyIkaWQiOiIyODUiLCJGb250U2V0dGluZ3MiOnsiJGlkIjoiMjg2IiwiRm9udFNpemUiOjEwLCJGb250TmFtZSI6IkNhbGlicmkiLCJJc0JvbGQiOmZhbHNlLCJJc0l0YWxpYyI6ZmFsc2UsIklzVW5kZXJsaW5lZCI6ZmFsc2UsIlBhcmVudFN0eWxlIjpudWxsfSwiQXV0b1NpemUiOjAsIkZvcmVncm91bmQiOnsiJHJlZiI6IjkzIn0sIk1heFdpZHRoIjoyMDAuMCwiTWF4SGVpZ2h0IjoiSW5maW5pdHkiLCJTbWFydEZvcmVncm91bmRJc0FjdGl2ZSI6ZmFsc2UsIkhvcml6b250YWxBbGlnbm1lbnQiOjAsIlZlcnRpY2FsQWxpZ25tZW50IjowLCJTbWFydEZvcmVncm91bmQiOm51bGwsIkJhY2tncm91bmRGaWxsVHlwZSI6MCwiTWFyZ2luIjp7IiRyZWYiOiI5NSJ9LCJQYWRkaW5nIjp7IiRyZWYiOiI5NiJ9LCJCYWNrZ3JvdW5kIjp7IiRyZWYiOiI5NyJ9LCJJc1Zpc2libGUiOnRydWUsIldpZHRoIjowLjAsIkhlaWdodCI6MC4wLCJCb3JkZXJTdHlsZSI6eyIkaWQiOiIyODciLCJMaW5lQ29sb3IiOm51bGwsIkxpbmVXZWlnaHQiOjAuMCwiTGluZVR5cGUiOjAsIlBhcmVudFN0eWxlIjpudWxsfSwiUGFyZW50U3R5bGUiOm51bGx9LCJIb3Jpem9udGFsQ29ubmVjdG9yU3R5bGUiOnsiJGlkIjoiMjg4IiwiTGluZUNvbG9yIjp7IiRyZWYiOiI5OSJ9LCJMaW5lV2VpZ2h0IjoxLjAsIkxpbmVUeXBlIjowLCJQYXJlbnRTdHlsZSI6bnVsbH0sIlZlcnRpY2FsQ29ubmVjdG9yU3R5bGUiOnsiJGlkIjoiMjg5IiwiTGluZUNvbG9yIjp7IiRyZWYiOiIxMDIifSwiTGluZVdlaWdodCI6MC4wLCJMaW5lVHlwZSI6MCwiUGFyZW50U3R5bGUiOm51bGx9LCJNYXJnaW4iOm51bGwsIlN0YXJ0RGF0ZVBvc2l0aW9uIjo2LCJFbmREYXRlUG9zaXRpb24iOjYsIkRhdGVJc1Zpc2libGUiOmZhbHNlLCJUaXRsZVBvc2l0aW9uIjoxLCJEdXJhdGlvblBvc2l0aW9uIjo2LCJQZXJjZW50YWdlQ29tcGxldGVkUG9zaXRpb24iOjYsIlNwYWNpbmciOjUsIklzQmVsb3dUaW1lYmFuZCI6dHJ1ZSwiUGVyY2VudGFnZUNvbXBsZXRlU2hhcGVPcGFjaXR5IjozNSwiU2hhcGVTdHlsZSI6eyIkaWQiOiIyOTAiLCJNYXJnaW4iOnsiJHJlZiI6IjEwNSJ9LCJQYWRkaW5nIjp7IiRyZWYiOiIxMDYifSwiQmFja2dyb3VuZCI6eyIkaWQiOiIyOTEiLCJDb2xvciI6eyIkaWQiOiIyOTIiLCJBIjoyNTUsIlIiOjQ1LCJHIjoyMDQsIkIiOjIxMX19LCJJc1Zpc2libGUiOnRydWUsIldpZHRoIjowLjAsIkhlaWdodCI6MTAuMCwiQm9yZGVyU3R5bGUiOnsiJGlkIjoiMjkzIiwiTGluZUNvbG9yIjp7IiRyZWYiOiIxMTAifSwiTGluZVdlaWdodCI6MC4wLCJMaW5lVHlwZSI6MCwiUGFyZW50U3R5bGUiOm51bGx9LCJQYXJlbnRTdHlsZSI6bnVsbH0sIlRpdGxlU3R5bGUiOnsiJGlkIjoiMjk0IiwiRm9udFNldHRpbmdzIjp7IiRpZCI6IjI5NSIsIkZvbnRTaXplIjoxNCwiRm9udE5hbWUiOiJDYWxpYnJpIiwiSXNCb2xkIjp0cnVlLCJJc0l0YWxpYyI6ZmFsc2UsIklzVW5kZXJsaW5lZCI6ZmFsc2UsIlBhcmVudFN0eWxlIjpudWxsfSwiQXV0b1NpemUiOjAsIkZvcmVncm91bmQiOnsiJGlkIjoiMjk2IiwiQ29sb3IiOnsiJGlkIjoiMjk3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YifSwiUGFkZGluZyI6eyIkcmVmIjoiMTE3In0sIkJhY2tncm91bmQiOnsiJHJlZiI6IjExOCJ9LCJJc1Zpc2libGUiOnRydWUsIldpZHRoIjowLjAsIkhlaWdodCI6MC4wLCJCb3JkZXJTdHlsZSI6eyIkaWQiOiIyOTgiLCJMaW5lQ29sb3IiOm51bGwsIkxpbmVXZWlnaHQiOjAuMCwiTGluZVR5cGUiOjAsIlBhcmVudFN0eWxlIjpudWxsfSwiUGFyZW50U3R5bGUiOm51bGx9LCJEYXRlU3R5bGUiOnsiJGlkIjoiMjk5IiwiRm9udFNldHRpbmdzIjp7IiRpZCI6IjMwMCIsIkZvbnRTaXplIjoxMCwiRm9udE5hbWUiOiJDYWxpYnJpIiwiSXNCb2xkIjpmYWxzZSwiSXNJdGFsaWMiOmZhbHNlLCJJc1VuZGVybGluZWQiOmZhbHNlLCJQYXJlbnRTdHlsZSI6bnVsbH0sIkF1dG9TaXplIjowLCJGb3JlZ3JvdW5kIjp7IiRyZWYiOiIxMjEifSwiTWF4V2lkdGgiOjIwMC4wLCJNYXhIZWlnaHQiOiJJbmZpbml0eSIsIlNtYXJ0Rm9yZWdyb3VuZElzQWN0aXZlIjpmYWxzZSwiSG9yaXpvbnRhbEFsaWdubWVudCI6MCwiVmVydGljYWxBbGlnbm1lbnQiOjAsIlNtYXJ0Rm9yZWdyb3VuZCI6bnVsbCwiQmFja2dyb3VuZEZpbGxUeXBlIjowLCJNYXJnaW4iOnsiJHJlZiI6IjEyMyJ9LCJQYWRkaW5nIjp7IiRyZWYiOiIxMjQifSwiQmFja2dyb3VuZCI6eyIkcmVmIjoiMTI1In0sIklzVmlzaWJsZSI6dHJ1ZSwiV2lkdGgiOjAuMCwiSGVpZ2h0IjowLjAsIkJvcmRlclN0eWxlIjp7IiRpZCI6IjMwMSIsIkxpbmVDb2xvciI6bnVsbCwiTGluZVdlaWdodCI6MC4wLCJMaW5lVHlwZSI6MCwiUGFyZW50U3R5bGUiOm51bGx9LCJQYXJlbnRTdHlsZSI6bnVsbH0sIkRhdGVGb3JtYXQiOnsiJHJlZiI6IjEyNiJ9LCJJc1Zpc2libGUiOnRydWUsIlBhcmVudFN0eWxlIjpudWxsfSwiSW5kZXgiOjYsIlNtYXJ0RHVyYXRpb25BY3RpdmF0ZWQiOmZhbHNlLCJEYXRlRm9ybWF0Ijp7IiRyZWYiOiIxMjYifSwiSWQiOiIwMWIxMjAxOC1jMDgyLTQxZTYtYjk0ZC1lMGNhNDc2ZDllNmIiLCJJbXBvcnRJZCI6bnVsbCwiVGl0bGUiOiJQZW9wbGUgRmlyc3QgLSBCdXNpbmVzcyBSZWFkaW5lc3MgYW5kIFN1cHBvcnQgU3RydWN0dXJlcyIsIk5vdGUiOm51bGwsIkh5cGVybGluayI6bnVsbCwiSXNDaGFuZ2VkIjpmYWxzZSwiSXNOZXciOmZhbHNlfSx7IiRpZCI6IjMwMiIsIkdyb3VwTmFtZSI6bnVsbCwiU3RhcnREYXRlIjoiMjAyMC0xMi0wN1QwMDowMDowMFoiLCJFbmREYXRlIjoiMjAyMS0wMi0xMlQyMzo1OTowMFoiLCJQZXJjZW50YWdlQ29tcGxldGUiOm51bGwsIlN0eWxlIjp7IiRpZCI6IjMwMyIsIlNoYXBlIjoxLCJTaGFwZVRoaWNrbmVzcyI6MCwiRHVyYXRpb25Gb3JtYXQiOjAsIkluY2x1ZGVOb25Xb3JraW5nRGF5c0luRHVyYXRpb24iOmZhbHNlLCJQZXJjZW50YWdlQ29tcGxldGVTdHlsZSI6eyIkaWQiOiIzMDQiLCJGb250U2V0dGluZ3MiOnsiJGlkIjoiMzA1IiwiRm9udFNpemUiOjEwLCJGb250TmFtZSI6IkNhbGlicmkiLCJJc0JvbGQiOmZhbHNlLCJJc0l0YWxpYyI6ZmFsc2UsIklzVW5kZXJsaW5lZCI6ZmFsc2UsIlBhcmVudFN0eWxlIjpudWxsfSwiQXV0b1NpemUiOjAsIkZvcmVncm91bmQiOnsiJHJlZiI6Ijg2In0sIk1heFdpZHRoIjoyMDAuMCwiTWF4SGVpZ2h0IjoiSW5maW5pdHkiLCJTbWFydEZvcmVncm91bmRJc0FjdGl2ZSI6ZmFsc2UsIkhvcml6b250YWxBbGlnbm1lbnQiOjAsIlZlcnRpY2FsQWxpZ25tZW50IjowLCJTbWFydEZvcmVncm91bmQiOm51bGwsIkJhY2tncm91bmRGaWxsVHlwZSI6MCwiTWFyZ2luIjp7IiRyZWYiOiI4OCJ9LCJQYWRkaW5nIjp7IiRyZWYiOiI4OSJ9LCJCYWNrZ3JvdW5kIjp7IiRyZWYiOiI5MCJ9LCJJc1Zpc2libGUiOnRydWUsIldpZHRoIjowLjAsIkhlaWdodCI6MC4wLCJCb3JkZXJTdHlsZSI6eyIkaWQiOiIzMDYiLCJMaW5lQ29sb3IiOm51bGwsIkxpbmVXZWlnaHQiOjAuMCwiTGluZVR5cGUiOjAsIlBhcmVudFN0eWxlIjpudWxsfSwiUGFyZW50U3R5bGUiOm51bGx9LCJEdXJhdGlvblN0eWxlIjp7IiRpZCI6IjMwNyIsIkZvbnRTZXR0aW5ncyI6eyIkaWQiOiIzMDgiLCJGb250U2l6ZSI6MTAsIkZvbnROYW1lIjoiQ2FsaWJyaSIsIklzQm9sZCI6ZmFsc2UsIklzSXRhbGljIjpmYWxzZSwiSXNVbmRlcmxpbmVkIjpmYWxzZSwiUGFyZW50U3R5bGUiOm51bGx9LCJBdXRvU2l6ZSI6MCwiRm9yZWdyb3VuZCI6eyIkcmVmIjoiOTMifSwiTWF4V2lkdGgiOjIwMC4wLCJNYXhIZWlnaHQiOiJJbmZpbml0eSIsIlNtYXJ0Rm9yZWdyb3VuZElzQWN0aXZlIjpmYWxzZSwiSG9yaXpvbnRhbEFsaWdubWVudCI6MCwiVmVydGljYWxBbGlnbm1lbnQiOjAsIlNtYXJ0Rm9yZWdyb3VuZCI6bnVsbCwiQmFja2dyb3VuZEZpbGxUeXBlIjowLCJNYXJnaW4iOnsiJHJlZiI6Ijk1In0sIlBhZGRpbmciOnsiJHJlZiI6Ijk2In0sIkJhY2tncm91bmQiOnsiJHJlZiI6Ijk3In0sIklzVmlzaWJsZSI6dHJ1ZSwiV2lkdGgiOjAuMCwiSGVpZ2h0IjowLjAsIkJvcmRlclN0eWxlIjp7IiRpZCI6IjMwOSIsIkxpbmVDb2xvciI6bnVsbCwiTGluZVdlaWdodCI6MC4wLCJMaW5lVHlwZSI6MCwiUGFyZW50U3R5bGUiOm51bGx9LCJQYXJlbnRTdHlsZSI6bnVsbH0sIkhvcml6b250YWxDb25uZWN0b3JTdHlsZSI6eyIkaWQiOiIzMTAiLCJMaW5lQ29sb3IiOnsiJHJlZiI6Ijk5In0sIkxpbmVXZWlnaHQiOjEuMCwiTGluZVR5cGUiOjAsIlBhcmVudFN0eWxlIjpudWxsfSwiVmVydGljYWxDb25uZWN0b3JTdHlsZSI6eyIkaWQiOiIzMTEiLCJMaW5lQ29sb3IiOnsiJHJlZiI6IjEwMiJ9LCJMaW5lV2VpZ2h0IjowLjAsIkxpbmVUeXBlIjowLCJQYXJlbnRTdHlsZSI6bnVsbH0sIk1hcmdpbiI6bnVsbCwiU3RhcnREYXRlUG9zaXRpb24iOjYsIkVuZERhdGVQb3NpdGlvbiI6NiwiRGF0ZUlzVmlzaWJsZSI6ZmFsc2UsIlRpdGxlUG9zaXRpb24iOjEsIkR1cmF0aW9uUG9zaXRpb24iOjYsIlBlcmNlbnRhZ2VDb21wbGV0ZWRQb3NpdGlvbiI6NiwiU3BhY2luZyI6NSwiSXNCZWxvd1RpbWViYW5kIjp0cnVlLCJQZXJjZW50YWdlQ29tcGxldGVTaGFwZU9wYWNpdHkiOjM1LCJTaGFwZVN0eWxlIjp7IiRpZCI6IjMxMiIsIk1hcmdpbiI6eyIkcmVmIjoiMTA1In0sIlBhZGRpbmciOnsiJHJlZiI6IjEwNiJ9LCJCYWNrZ3JvdW5kIjp7IiRpZCI6IjMxMyIsIkNvbG9yIjp7IiRpZCI6IjMxNCIsIkEiOjI1NSwiUiI6MjU1LCJHIjoyMTAsIkIiOjB9fSwiSXNWaXNpYmxlIjp0cnVlLCJXaWR0aCI6MC4wLCJIZWlnaHQiOjEwLjAsIkJvcmRlclN0eWxlIjp7IiRpZCI6IjMxNSIsIkxpbmVDb2xvciI6eyIkcmVmIjoiMTEwIn0sIkxpbmVXZWlnaHQiOjAuMCwiTGluZVR5cGUiOjAsIlBhcmVudFN0eWxlIjpudWxsfSwiUGFyZW50U3R5bGUiOm51bGx9LCJUaXRsZVN0eWxlIjp7IiRpZCI6IjMxNiIsIkZvbnRTZXR0aW5ncyI6eyIkaWQiOiIzMTciLCJGb250U2l6ZSI6MTQsIkZvbnROYW1lIjoiQ2FsaWJyaSIsIklzQm9sZCI6dHJ1ZSwiSXNJdGFsaWMiOmZhbHNlLCJJc1VuZGVybGluZWQiOmZhbHNlLCJQYXJlbnRTdHlsZSI6bnVsbH0sIkF1dG9TaXplIjowLCJGb3JlZ3JvdW5kIjp7IiRpZCI6IjMxOCIsIkNvbG9yIjp7IiRpZCI6IjMxOS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2In0sIlBhZGRpbmciOnsiJHJlZiI6IjExNyJ9LCJCYWNrZ3JvdW5kIjp7IiRyZWYiOiIxMTgifSwiSXNWaXNpYmxlIjp0cnVlLCJXaWR0aCI6MC4wLCJIZWlnaHQiOjAuMCwiQm9yZGVyU3R5bGUiOnsiJGlkIjoiMzIwIiwiTGluZUNvbG9yIjpudWxsLCJMaW5lV2VpZ2h0IjowLjAsIkxpbmVUeXBlIjowLCJQYXJlbnRTdHlsZSI6bnVsbH0sIlBhcmVudFN0eWxlIjpudWxsfSwiRGF0ZVN0eWxlIjp7IiRpZCI6IjMyMSIsIkZvbnRTZXR0aW5ncyI6eyIkaWQiOiIzMjIiLCJGb250U2l6ZSI6MTAsIkZvbnROYW1lIjoiQ2FsaWJyaSIsIklzQm9sZCI6ZmFsc2UsIklzSXRhbGljIjpmYWxzZSwiSXNVbmRlcmxpbmVkIjpmYWxzZSwiUGFyZW50U3R5bGUiOm51bGx9LCJBdXRvU2l6ZSI6MCwiRm9yZWdyb3VuZCI6eyIkcmVmIjoiMTIxIn0sIk1heFdpZHRoIjoyMDAuMCwiTWF4SGVpZ2h0IjoiSW5maW5pdHkiLCJTbWFydEZvcmVncm91bmRJc0FjdGl2ZSI6ZmFsc2UsIkhvcml6b250YWxBbGlnbm1lbnQiOjAsIlZlcnRpY2FsQWxpZ25tZW50IjowLCJTbWFydEZvcmVncm91bmQiOm51bGwsIkJhY2tncm91bmRGaWxsVHlwZSI6MCwiTWFyZ2luIjp7IiRyZWYiOiIxMjMifSwiUGFkZGluZyI6eyIkcmVmIjoiMTI0In0sIkJhY2tncm91bmQiOnsiJHJlZiI6IjEyNSJ9LCJJc1Zpc2libGUiOnRydWUsIldpZHRoIjowLjAsIkhlaWdodCI6MC4wLCJCb3JkZXJTdHlsZSI6eyIkaWQiOiIzMjMiLCJMaW5lQ29sb3IiOm51bGwsIkxpbmVXZWlnaHQiOjAuMCwiTGluZVR5cGUiOjAsIlBhcmVudFN0eWxlIjpudWxsfSwiUGFyZW50U3R5bGUiOm51bGx9LCJEYXRlRm9ybWF0Ijp7IiRyZWYiOiIxMjYifSwiSXNWaXNpYmxlIjp0cnVlLCJQYXJlbnRTdHlsZSI6bnVsbH0sIkluZGV4Ijo3LCJTbWFydER1cmF0aW9uQWN0aXZhdGVkIjpmYWxzZSwiRGF0ZUZvcm1hdCI6eyIkcmVmIjoiMTI2In0sIklkIjoiN2RhNDI3NGEtZjNkNS00MjBhLWFkZjQtYWFjZWQ4NjFhY2FjIiwiSW1wb3J0SWQiOm51bGwsIlRpdGxlIjoiU3RhYmlsaXphdGlvbiBhbmQgQ2xvc3VyZSIsIk5vdGUiOm51bGwsIkh5cGVybGluayI6bnVsbCwiSXNDaGFuZ2VkIjpmYWxzZSwiSXNOZXciOmZhbHNlfV0sIk1zUHJvamVjdEl0ZW1zVHJlZSI6eyIkaWQiOiIzMjQiLCJSb290Ijp7IkltcG9ydElkIjpudWxsLCJJc0ltcG9ydGVkIjpmYWxzZSwiQ2hpbGRyZW4iOltdfX0sIk1ldGFkYXRhIjp7IiRpZCI6IjMyNSIsIlJlY2VudENvbG9yc0NvbGxlY3Rpb24iOiJbXCIjRkZGRkQyMDBcIixcIiNGRjZGMzE5OFwiLFwiI0ZGMkRDQ0QzXCIsXCIjRkY4NDc1NEVcIixcIiNGRkZGODIwMFwiLFwiI0ZGODNCQkYyXCIsXCIjRkY0NDU0NkFcIixcIiNGRkVEN0QzMVwiXSJ9LCJTZXR0aW5ncyI6eyIkaWQiOiIzMjYiLCJJbXBhT3B0aW9ucyI6eyIkaWQiOiIzMjciLCJMZWZ0VG9SaWdodCI6ZmFsc2UsIlBheWxvYWRPcHRpb25zIjoyfSwiVXNlQ29tcHJlc3Npb24iOmZhbHNlLCJDb21wcmVzaW9uUGVyY2VudGFnZSI6NTAuMCwiSW5hY3RpdmVJbnRlcnZhbFdpZHRoVGhyZXNob2xkIjozMC4wLCJJbmFjdGl2ZUludGVydmFsV2lkdGgiOjEuMCwiU3BsaXRUYXNrcyI6ZmFsc2UsIlVzZUNsdXN0ZXIiOmZhbHNlLCJFcHNpbG9uIjowLjAsIk1pblBvaW50c1RvRm9ybUFDbHVzdGVyIjoyLCJHZW5lcmF0ZUludmlzaWJsZVNoYXBlcyI6ZmFsc2UsIlNtYXJ0VGltZWxpbmVUYXNrUGVyY2VudGFnZUZpdCI6ZmFsc2V9LCJJc05ldyI6dHJ1ZSwiSW1wb3J0VHlwZSI6MCwiRmlsZVBhdGgiOm51bGwsIlRpbWVDb25maWd1cmF0aW9uIjp7IiRpZCI6IjMyOCIsIlVzZVRpbWUiOmZhbHNlLCJXb3JrRGF5U3RhcnQiOiIwMDowMDowMCIsIldvcmtEYXlFbmQiOiIyMzo1OTowMCJ9LCJMYXN0VXNlZFRlbXBsYXRlSWQiOiJjYzI2Zjg2My0yN2NlLTQ4MGUtYTU4OS1iM2YxMmYyZDZlYjAifQ=="/>
  <p:tag name="__MASTER" val="__part_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Title Slide Option 1">
  <a:themeElements>
    <a:clrScheme name="CWBG Corporate Colours">
      <a:dk1>
        <a:srgbClr val="111111"/>
      </a:dk1>
      <a:lt1>
        <a:srgbClr val="FFFFFF"/>
      </a:lt1>
      <a:dk2>
        <a:srgbClr val="77777A"/>
      </a:dk2>
      <a:lt2>
        <a:srgbClr val="FFFFFF"/>
      </a:lt2>
      <a:accent1>
        <a:srgbClr val="009AA6"/>
      </a:accent1>
      <a:accent2>
        <a:srgbClr val="937A46"/>
      </a:accent2>
      <a:accent3>
        <a:srgbClr val="5AB7B2"/>
      </a:accent3>
      <a:accent4>
        <a:srgbClr val="FFC843"/>
      </a:accent4>
      <a:accent5>
        <a:srgbClr val="A9ACA0"/>
      </a:accent5>
      <a:accent6>
        <a:srgbClr val="356195"/>
      </a:accent6>
      <a:hlink>
        <a:srgbClr val="009AA6"/>
      </a:hlink>
      <a:folHlink>
        <a:srgbClr val="9BD3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7E8815E5-CA63-4FB7-87A6-6CDDAA026923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AFFC32FA-3CF9-41ED-8902-57C1207CEBA2}"/>
    </a:ext>
  </a:extLst>
</a:theme>
</file>

<file path=ppt/theme/theme3.xml><?xml version="1.0" encoding="utf-8"?>
<a:theme xmlns:a="http://schemas.openxmlformats.org/drawingml/2006/main" name="1 Primary Gold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6F595E1B-48F7-4866-8CD3-2FF272826443}"/>
    </a:ext>
  </a:extLst>
</a:theme>
</file>

<file path=ppt/theme/theme4.xml><?xml version="1.0" encoding="utf-8"?>
<a:theme xmlns:a="http://schemas.openxmlformats.org/drawingml/2006/main" name="1 Primary Gold - Section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30561B8F-A223-4C90-AF26-CAC113BC1661}"/>
    </a:ext>
  </a:extLst>
</a:theme>
</file>

<file path=ppt/theme/theme5.xml><?xml version="1.0" encoding="utf-8"?>
<a:theme xmlns:a="http://schemas.openxmlformats.org/drawingml/2006/main" name="2 Primary Teal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A1EC64B9-2DCC-44E8-88E6-2E2C1FD5F64D}"/>
    </a:ext>
  </a:extLst>
</a:theme>
</file>

<file path=ppt/theme/theme6.xml><?xml version="1.0" encoding="utf-8"?>
<a:theme xmlns:a="http://schemas.openxmlformats.org/drawingml/2006/main" name="2 Primary Gold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9CE1E473-DF07-47CB-8773-FAE2A69A5346}"/>
    </a:ext>
  </a:extLst>
</a:theme>
</file>

<file path=ppt/theme/theme7.xml><?xml version="1.0" encoding="utf-8"?>
<a:theme xmlns:a="http://schemas.openxmlformats.org/drawingml/2006/main" name="2 Primary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835D080A-3A1C-4C94-B807-05181462BCF2}"/>
    </a:ext>
  </a:extLst>
</a:theme>
</file>

<file path=ppt/theme/theme8.xml><?xml version="1.0" encoding="utf-8"?>
<a:theme xmlns:a="http://schemas.openxmlformats.org/drawingml/2006/main" name="3 Navy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D7D753B9-3033-4AE9-977A-3630F1EEA671}"/>
    </a:ext>
  </a:extLst>
</a:theme>
</file>

<file path=ppt/theme/theme9.xml><?xml version="1.0" encoding="utf-8"?>
<a:theme xmlns:a="http://schemas.openxmlformats.org/drawingml/2006/main" name="3 Navy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45E4F62F-B122-4274-AA1B-3B94A3A42C46}"/>
    </a:ext>
  </a:extLst>
</a:theme>
</file>

<file path=ppt/theme/theme10.xml><?xml version="1.0" encoding="utf-8"?>
<a:theme xmlns:a="http://schemas.openxmlformats.org/drawingml/2006/main" name="3 Navy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B998A1DF-8287-4BA4-A893-BA211001F5EF}"/>
    </a:ext>
  </a:extLst>
</a:theme>
</file>

<file path=ppt/theme/theme11.xml><?xml version="1.0" encoding="utf-8"?>
<a:theme xmlns:a="http://schemas.openxmlformats.org/drawingml/2006/main" name="4 Light Teal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E65D8729-05C8-479E-8AF6-9BDB5B865786}"/>
    </a:ext>
  </a:extLst>
</a:theme>
</file>

<file path=ppt/theme/theme12.xml><?xml version="1.0" encoding="utf-8"?>
<a:theme xmlns:a="http://schemas.openxmlformats.org/drawingml/2006/main" name="4 Light Teal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F511EBDF-FDE9-4C2B-A29C-BCBA3A7F7DF4}"/>
    </a:ext>
  </a:extLst>
</a:theme>
</file>

<file path=ppt/theme/theme13.xml><?xml version="1.0" encoding="utf-8"?>
<a:theme xmlns:a="http://schemas.openxmlformats.org/drawingml/2006/main" name="4 Light Teal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21F07EE1-9923-4B74-8B9F-DFBDAF8BAFD3}"/>
    </a:ext>
  </a:extLst>
</a:theme>
</file>

<file path=ppt/theme/theme14.xml><?xml version="1.0" encoding="utf-8"?>
<a:theme xmlns:a="http://schemas.openxmlformats.org/drawingml/2006/main" name="6 Dark Gold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E5A06807-39A0-4E57-89E0-9DBC6D67A921}"/>
    </a:ext>
  </a:extLst>
</a:theme>
</file>

<file path=ppt/theme/theme15.xml><?xml version="1.0" encoding="utf-8"?>
<a:theme xmlns:a="http://schemas.openxmlformats.org/drawingml/2006/main" name="6 Dark Gold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54647542-15F9-4F78-83A8-29E066D45CB4}"/>
    </a:ext>
  </a:extLst>
</a:theme>
</file>

<file path=ppt/theme/theme16.xml><?xml version="1.0" encoding="utf-8"?>
<a:theme xmlns:a="http://schemas.openxmlformats.org/drawingml/2006/main" name="6 Dark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719C9F3D-ED5E-4AF4-B0AF-C95002611559}"/>
    </a:ext>
  </a:extLst>
</a:theme>
</file>

<file path=ppt/theme/theme17.xml><?xml version="1.0" encoding="utf-8"?>
<a:theme xmlns:a="http://schemas.openxmlformats.org/drawingml/2006/main" name="7 Orange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0560C50E-6632-4FE7-9D78-599FAA257B74}"/>
    </a:ext>
  </a:extLst>
</a:theme>
</file>

<file path=ppt/theme/theme18.xml><?xml version="1.0" encoding="utf-8"?>
<a:theme xmlns:a="http://schemas.openxmlformats.org/drawingml/2006/main" name="7 Orange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89CEFB3A-4A5C-4B1D-91EB-D62E9BFAA955}"/>
    </a:ext>
  </a:extLst>
</a:theme>
</file>

<file path=ppt/theme/theme19.xml><?xml version="1.0" encoding="utf-8"?>
<a:theme xmlns:a="http://schemas.openxmlformats.org/drawingml/2006/main" name="7 Orange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C11D73AD-5315-4486-94D2-E64FA5E1DB9A}"/>
    </a:ext>
  </a:extLst>
</a:theme>
</file>

<file path=ppt/theme/theme20.xml><?xml version="1.0" encoding="utf-8"?>
<a:theme xmlns:a="http://schemas.openxmlformats.org/drawingml/2006/main" name="8 Grey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BFEFCC51-2D2A-469B-89F5-0C692C1A4DC2}"/>
    </a:ext>
  </a:extLst>
</a:theme>
</file>

<file path=ppt/theme/theme21.xml><?xml version="1.0" encoding="utf-8"?>
<a:theme xmlns:a="http://schemas.openxmlformats.org/drawingml/2006/main" name="8 Grey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148D378B-638E-400B-947E-5A5843F4BDC0}"/>
    </a:ext>
  </a:extLst>
</a:theme>
</file>

<file path=ppt/theme/theme22.xml><?xml version="1.0" encoding="utf-8"?>
<a:theme xmlns:a="http://schemas.openxmlformats.org/drawingml/2006/main" name="8 Grey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B11517A5-955C-407B-946D-F82AE420A6A6}"/>
    </a:ext>
  </a:extLst>
</a:theme>
</file>

<file path=ppt/theme/theme23.xml><?xml version="1.0" encoding="utf-8"?>
<a:theme xmlns:a="http://schemas.openxmlformats.org/drawingml/2006/main" name="Section Title -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50B547C6-07E2-4AC4-BD59-A67AAD8A2944}"/>
    </a:ext>
  </a:extLst>
</a:theme>
</file>

<file path=ppt/theme/theme24.xml><?xml version="1.0" encoding="utf-8"?>
<a:theme xmlns:a="http://schemas.openxmlformats.org/drawingml/2006/main" name="1_Section Title -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23F58467-4976-428F-B5D9-3C9112269D62}"/>
    </a:ext>
  </a:extLst>
</a:theme>
</file>

<file path=ppt/theme/theme25.xml><?xml version="1.0" encoding="utf-8"?>
<a:theme xmlns:a="http://schemas.openxmlformats.org/drawingml/2006/main" name="2_Section Title -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79267145-6C3F-45DC-9F13-5264C553C788}"/>
    </a:ext>
  </a:extLst>
</a:theme>
</file>

<file path=ppt/theme/theme26.xml><?xml version="1.0" encoding="utf-8"?>
<a:theme xmlns:a="http://schemas.openxmlformats.org/drawingml/2006/main" name="Quote - Teal Lad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F9EC8069-171E-4ADE-B526-D208324FBB58}"/>
    </a:ext>
  </a:extLst>
</a:theme>
</file>

<file path=ppt/theme/theme27.xml><?xml version="1.0" encoding="utf-8"?>
<a:theme xmlns:a="http://schemas.openxmlformats.org/drawingml/2006/main" name="Quote - Navy Pat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6120AEB7-75A6-4DFE-886D-C65605ABADA7}"/>
    </a:ext>
  </a:extLst>
</a:theme>
</file>

<file path=ppt/theme/theme28.xml><?xml version="1.0" encoding="utf-8"?>
<a:theme xmlns:a="http://schemas.openxmlformats.org/drawingml/2006/main" name="1_Quote - Navy Pat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Bank Presentation 16x9" id="{67B570B4-D408-4BE5-8E41-CC240DD36237}" vid="{1E2EC6B8-1999-467C-BD83-E30657CD27A6}"/>
    </a:ext>
  </a:extLst>
</a:theme>
</file>

<file path=ppt/theme/theme2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834B33-BF80-4D25-954D-2F955A971A38}"/>
</file>

<file path=customXml/itemProps2.xml><?xml version="1.0" encoding="utf-8"?>
<ds:datastoreItem xmlns:ds="http://schemas.openxmlformats.org/officeDocument/2006/customXml" ds:itemID="{F55774D5-83B0-4FAF-9F64-6766F7EE06DA}"/>
</file>

<file path=customXml/itemProps3.xml><?xml version="1.0" encoding="utf-8"?>
<ds:datastoreItem xmlns:ds="http://schemas.openxmlformats.org/officeDocument/2006/customXml" ds:itemID="{23A70F82-97D9-4672-9CAE-73F082430EA3}"/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CWBank Presentation 16x9</Template>
  <TotalTime>885</TotalTime>
  <Words>2041</Words>
  <Application>Microsoft Office PowerPoint</Application>
  <PresentationFormat>On-screen Show (16:9)</PresentationFormat>
  <Paragraphs>484</Paragraphs>
  <Slides>27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28</vt:i4>
      </vt:variant>
      <vt:variant>
        <vt:lpstr>Slide Titles</vt:lpstr>
      </vt:variant>
      <vt:variant>
        <vt:i4>27</vt:i4>
      </vt:variant>
    </vt:vector>
  </HeadingPairs>
  <TitlesOfParts>
    <vt:vector size="60" baseType="lpstr">
      <vt:lpstr>Arial</vt:lpstr>
      <vt:lpstr>Calibri</vt:lpstr>
      <vt:lpstr>Frutiger LT Std 57 Cn</vt:lpstr>
      <vt:lpstr>Helvetica Light</vt:lpstr>
      <vt:lpstr>Wingdings</vt:lpstr>
      <vt:lpstr>Title Slide Option 1</vt:lpstr>
      <vt:lpstr>Custom Design</vt:lpstr>
      <vt:lpstr>1 Primary Gold - Section Title</vt:lpstr>
      <vt:lpstr>1 Primary Gold - Section Content</vt:lpstr>
      <vt:lpstr>2 Primary Teal - Section Title</vt:lpstr>
      <vt:lpstr>2 Primary Gold - Section Content</vt:lpstr>
      <vt:lpstr>2 Primary Gold - Content</vt:lpstr>
      <vt:lpstr>3 Navy - Section Title</vt:lpstr>
      <vt:lpstr>3 Navy - Section Content</vt:lpstr>
      <vt:lpstr>3 Navy - Content</vt:lpstr>
      <vt:lpstr>4 Light Teal - Section Title</vt:lpstr>
      <vt:lpstr>4 Light Teal - Section Content</vt:lpstr>
      <vt:lpstr>4 Light Teal - Content</vt:lpstr>
      <vt:lpstr>6 Dark Gold - Section Title</vt:lpstr>
      <vt:lpstr>6 Dark Gold - Section Content</vt:lpstr>
      <vt:lpstr>6 Dark Gold - Content</vt:lpstr>
      <vt:lpstr>7 Orange - Section Title</vt:lpstr>
      <vt:lpstr>7 Orange - Section Content</vt:lpstr>
      <vt:lpstr>7 Orange - Content</vt:lpstr>
      <vt:lpstr>8 Grey - Section Title</vt:lpstr>
      <vt:lpstr>8 Grey - Section Content</vt:lpstr>
      <vt:lpstr>8 Grey - Content</vt:lpstr>
      <vt:lpstr>Section Title - Photo</vt:lpstr>
      <vt:lpstr>1_Section Title - Photo</vt:lpstr>
      <vt:lpstr>2_Section Title - Photo</vt:lpstr>
      <vt:lpstr>Quote - Teal Ladder</vt:lpstr>
      <vt:lpstr>Quote - Navy Path</vt:lpstr>
      <vt:lpstr>1_Quote - Navy Path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  <vt:lpstr>PowerPoint Presentation</vt:lpstr>
      <vt:lpstr>PowerPoint Presentation</vt:lpstr>
      <vt:lpstr>PowerPoint Presentation</vt:lpstr>
    </vt:vector>
  </TitlesOfParts>
  <Company>Canadian Western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Madeleine Dery</dc:creator>
  <cp:lastModifiedBy>Kenneth Mastaller</cp:lastModifiedBy>
  <cp:revision>80</cp:revision>
  <cp:lastPrinted>2014-01-17T22:29:57Z</cp:lastPrinted>
  <dcterms:created xsi:type="dcterms:W3CDTF">2019-11-08T21:04:57Z</dcterms:created>
  <dcterms:modified xsi:type="dcterms:W3CDTF">2019-11-18T19:41:41Z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MediaServiceImageTags">
    <vt:lpwstr/>
  </property>
  <property fmtid="{D5CDD505-2E9C-101B-9397-08002B2CF9AE}" pid="4" name="URL">
    <vt:lpwstr/>
  </property>
</Properties>
</file>