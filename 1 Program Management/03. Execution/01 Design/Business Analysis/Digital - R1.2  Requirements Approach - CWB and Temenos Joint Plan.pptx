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4.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4" r:id="rId4"/>
    <p:sldMasterId id="2147483711" r:id="rId5"/>
    <p:sldMasterId id="2147483848" r:id="rId6"/>
    <p:sldMasterId id="2147483850" r:id="rId7"/>
    <p:sldMasterId id="2147483859" r:id="rId8"/>
  </p:sldMasterIdLst>
  <p:notesMasterIdLst>
    <p:notesMasterId r:id="rId23"/>
  </p:notesMasterIdLst>
  <p:handoutMasterIdLst>
    <p:handoutMasterId r:id="rId24"/>
  </p:handoutMasterIdLst>
  <p:sldIdLst>
    <p:sldId id="403" r:id="rId9"/>
    <p:sldId id="431" r:id="rId10"/>
    <p:sldId id="437" r:id="rId11"/>
    <p:sldId id="439" r:id="rId12"/>
    <p:sldId id="433" r:id="rId13"/>
    <p:sldId id="2823" r:id="rId14"/>
    <p:sldId id="2827" r:id="rId15"/>
    <p:sldId id="2831" r:id="rId16"/>
    <p:sldId id="2828" r:id="rId17"/>
    <p:sldId id="2829" r:id="rId18"/>
    <p:sldId id="2830" r:id="rId19"/>
    <p:sldId id="2832" r:id="rId20"/>
    <p:sldId id="2833" r:id="rId21"/>
    <p:sldId id="2834" r:id="rId22"/>
  </p:sldIdLst>
  <p:sldSz cx="9144000" cy="5143500" type="screen16x9"/>
  <p:notesSz cx="7315200" cy="96012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7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1V>
      <a:tcStyle>
        <a:tcBdr>
          <a:top>
            <a:lnRef idx="1">
              <a:schemeClr val="accent3"/>
            </a:lnRef>
          </a:top>
          <a:bottom>
            <a:lnRef idx="1">
              <a:schemeClr val="accent3"/>
            </a:lnRef>
          </a:bottom>
        </a:tcBdr>
        <a:fill>
          <a:solidFill>
            <a:schemeClr val="accent3">
              <a:alpha val="40000"/>
            </a:schemeClr>
          </a:solidFill>
        </a:fill>
      </a:tcStyle>
    </a:band1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1V>
      <a:tcStyle>
        <a:tcBdr>
          <a:top>
            <a:lnRef idx="1">
              <a:schemeClr val="accent4"/>
            </a:lnRef>
          </a:top>
          <a:bottom>
            <a:lnRef idx="1">
              <a:schemeClr val="accent4"/>
            </a:lnRef>
          </a:bottom>
        </a:tcBdr>
        <a:fill>
          <a:solidFill>
            <a:schemeClr val="accent4">
              <a:alpha val="40000"/>
            </a:schemeClr>
          </a:solidFill>
        </a:fill>
      </a:tcStyle>
    </a:band1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58" autoAdjust="0"/>
  </p:normalViewPr>
  <p:slideViewPr>
    <p:cSldViewPr snapToGrid="0">
      <p:cViewPr varScale="1">
        <p:scale>
          <a:sx n="147" d="100"/>
          <a:sy n="147" d="100"/>
        </p:scale>
        <p:origin x="546" y="126"/>
      </p:cViewPr>
      <p:guideLst>
        <p:guide orient="horz" pos="1620"/>
        <p:guide pos="287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7" d="100"/>
          <a:sy n="77" d="100"/>
        </p:scale>
        <p:origin x="2892" y="10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mela Pucci" userId="0c9af46f-c92f-4b86-9c78-cc17fffb3e94" providerId="ADAL" clId="{CB05A125-FF37-436C-9BC5-29F0255828A3}"/>
    <pc:docChg chg="modSld delMainMaster">
      <pc:chgData name="Carmela Pucci" userId="0c9af46f-c92f-4b86-9c78-cc17fffb3e94" providerId="ADAL" clId="{CB05A125-FF37-436C-9BC5-29F0255828A3}" dt="2025-07-29T01:08:02.900" v="1"/>
      <pc:docMkLst>
        <pc:docMk/>
      </pc:docMkLst>
      <pc:sldChg chg="modSp mod">
        <pc:chgData name="Carmela Pucci" userId="0c9af46f-c92f-4b86-9c78-cc17fffb3e94" providerId="ADAL" clId="{CB05A125-FF37-436C-9BC5-29F0255828A3}" dt="2025-07-29T01:07:51.642" v="0" actId="14734"/>
        <pc:sldMkLst>
          <pc:docMk/>
          <pc:sldMk cId="702744384" sldId="433"/>
        </pc:sldMkLst>
        <pc:graphicFrameChg chg="modGraphic">
          <ac:chgData name="Carmela Pucci" userId="0c9af46f-c92f-4b86-9c78-cc17fffb3e94" providerId="ADAL" clId="{CB05A125-FF37-436C-9BC5-29F0255828A3}" dt="2025-07-29T01:07:51.642" v="0" actId="14734"/>
          <ac:graphicFrameMkLst>
            <pc:docMk/>
            <pc:sldMk cId="702744384" sldId="433"/>
            <ac:graphicFrameMk id="9" creationId="{51052AB4-D6C0-452D-8F73-63B8DBA478AF}"/>
          </ac:graphicFrameMkLst>
        </pc:graphicFrameChg>
      </pc:sldChg>
      <pc:sldMasterChg chg="del delSldLayout">
        <pc:chgData name="Carmela Pucci" userId="0c9af46f-c92f-4b86-9c78-cc17fffb3e94" providerId="ADAL" clId="{CB05A125-FF37-436C-9BC5-29F0255828A3}" dt="2025-07-29T01:08:02.900" v="1"/>
        <pc:sldMasterMkLst>
          <pc:docMk/>
          <pc:sldMasterMk cId="3470278093" sldId="2147483699"/>
        </pc:sldMasterMkLst>
        <pc:sldLayoutChg chg="del">
          <pc:chgData name="Carmela Pucci" userId="0c9af46f-c92f-4b86-9c78-cc17fffb3e94" providerId="ADAL" clId="{CB05A125-FF37-436C-9BC5-29F0255828A3}" dt="2025-07-29T01:08:02.900" v="1"/>
          <pc:sldLayoutMkLst>
            <pc:docMk/>
            <pc:sldMasterMk cId="3470278093" sldId="2147483699"/>
            <pc:sldLayoutMk cId="3549609729" sldId="2147483700"/>
          </pc:sldLayoutMkLst>
        </pc:sldLayoutChg>
      </pc:sldMasterChg>
      <pc:sldMasterChg chg="del delSldLayout">
        <pc:chgData name="Carmela Pucci" userId="0c9af46f-c92f-4b86-9c78-cc17fffb3e94" providerId="ADAL" clId="{CB05A125-FF37-436C-9BC5-29F0255828A3}" dt="2025-07-29T01:08:02.900" v="1"/>
        <pc:sldMasterMkLst>
          <pc:docMk/>
          <pc:sldMasterMk cId="237546065" sldId="2147483701"/>
        </pc:sldMasterMkLst>
        <pc:sldLayoutChg chg="del">
          <pc:chgData name="Carmela Pucci" userId="0c9af46f-c92f-4b86-9c78-cc17fffb3e94" providerId="ADAL" clId="{CB05A125-FF37-436C-9BC5-29F0255828A3}" dt="2025-07-29T01:08:02.900" v="1"/>
          <pc:sldLayoutMkLst>
            <pc:docMk/>
            <pc:sldMasterMk cId="237546065" sldId="2147483701"/>
            <pc:sldLayoutMk cId="135439191" sldId="2147483702"/>
          </pc:sldLayoutMkLst>
        </pc:sldLayoutChg>
      </pc:sldMasterChg>
      <pc:sldMasterChg chg="del delSldLayout">
        <pc:chgData name="Carmela Pucci" userId="0c9af46f-c92f-4b86-9c78-cc17fffb3e94" providerId="ADAL" clId="{CB05A125-FF37-436C-9BC5-29F0255828A3}" dt="2025-07-29T01:08:02.900" v="1"/>
        <pc:sldMasterMkLst>
          <pc:docMk/>
          <pc:sldMasterMk cId="1897024473" sldId="2147483707"/>
        </pc:sldMasterMkLst>
        <pc:sldLayoutChg chg="del">
          <pc:chgData name="Carmela Pucci" userId="0c9af46f-c92f-4b86-9c78-cc17fffb3e94" providerId="ADAL" clId="{CB05A125-FF37-436C-9BC5-29F0255828A3}" dt="2025-07-29T01:08:02.900" v="1"/>
          <pc:sldLayoutMkLst>
            <pc:docMk/>
            <pc:sldMasterMk cId="1897024473" sldId="2147483707"/>
            <pc:sldLayoutMk cId="4024506591" sldId="2147483708"/>
          </pc:sldLayoutMkLst>
        </pc:sldLayoutChg>
      </pc:sldMasterChg>
      <pc:sldMasterChg chg="del delSldLayout">
        <pc:chgData name="Carmela Pucci" userId="0c9af46f-c92f-4b86-9c78-cc17fffb3e94" providerId="ADAL" clId="{CB05A125-FF37-436C-9BC5-29F0255828A3}" dt="2025-07-29T01:08:02.900" v="1"/>
        <pc:sldMasterMkLst>
          <pc:docMk/>
          <pc:sldMasterMk cId="573354188" sldId="2147483709"/>
        </pc:sldMasterMkLst>
        <pc:sldLayoutChg chg="del">
          <pc:chgData name="Carmela Pucci" userId="0c9af46f-c92f-4b86-9c78-cc17fffb3e94" providerId="ADAL" clId="{CB05A125-FF37-436C-9BC5-29F0255828A3}" dt="2025-07-29T01:08:02.900" v="1"/>
          <pc:sldLayoutMkLst>
            <pc:docMk/>
            <pc:sldMasterMk cId="573354188" sldId="2147483709"/>
            <pc:sldLayoutMk cId="1552885" sldId="2147483710"/>
          </pc:sldLayoutMkLst>
        </pc:sldLayoutChg>
      </pc:sldMasterChg>
      <pc:sldMasterChg chg="del delSldLayout">
        <pc:chgData name="Carmela Pucci" userId="0c9af46f-c92f-4b86-9c78-cc17fffb3e94" providerId="ADAL" clId="{CB05A125-FF37-436C-9BC5-29F0255828A3}" dt="2025-07-29T01:08:02.900" v="1"/>
        <pc:sldMasterMkLst>
          <pc:docMk/>
          <pc:sldMasterMk cId="532821706" sldId="2147483713"/>
        </pc:sldMasterMkLst>
        <pc:sldLayoutChg chg="del">
          <pc:chgData name="Carmela Pucci" userId="0c9af46f-c92f-4b86-9c78-cc17fffb3e94" providerId="ADAL" clId="{CB05A125-FF37-436C-9BC5-29F0255828A3}" dt="2025-07-29T01:08:02.900" v="1"/>
          <pc:sldLayoutMkLst>
            <pc:docMk/>
            <pc:sldMasterMk cId="532821706" sldId="2147483713"/>
            <pc:sldLayoutMk cId="3054247339" sldId="2147483714"/>
          </pc:sldLayoutMkLst>
        </pc:sldLayoutChg>
      </pc:sldMasterChg>
      <pc:sldMasterChg chg="del delSldLayout">
        <pc:chgData name="Carmela Pucci" userId="0c9af46f-c92f-4b86-9c78-cc17fffb3e94" providerId="ADAL" clId="{CB05A125-FF37-436C-9BC5-29F0255828A3}" dt="2025-07-29T01:08:02.900" v="1"/>
        <pc:sldMasterMkLst>
          <pc:docMk/>
          <pc:sldMasterMk cId="2153101462" sldId="2147483715"/>
        </pc:sldMasterMkLst>
        <pc:sldLayoutChg chg="del">
          <pc:chgData name="Carmela Pucci" userId="0c9af46f-c92f-4b86-9c78-cc17fffb3e94" providerId="ADAL" clId="{CB05A125-FF37-436C-9BC5-29F0255828A3}" dt="2025-07-29T01:08:02.900" v="1"/>
          <pc:sldLayoutMkLst>
            <pc:docMk/>
            <pc:sldMasterMk cId="2153101462" sldId="2147483715"/>
            <pc:sldLayoutMk cId="80493241" sldId="2147483716"/>
          </pc:sldLayoutMkLst>
        </pc:sldLayoutChg>
      </pc:sldMasterChg>
      <pc:sldMasterChg chg="del delSldLayout">
        <pc:chgData name="Carmela Pucci" userId="0c9af46f-c92f-4b86-9c78-cc17fffb3e94" providerId="ADAL" clId="{CB05A125-FF37-436C-9BC5-29F0255828A3}" dt="2025-07-29T01:08:02.900" v="1"/>
        <pc:sldMasterMkLst>
          <pc:docMk/>
          <pc:sldMasterMk cId="1887820131" sldId="2147483717"/>
        </pc:sldMasterMkLst>
        <pc:sldLayoutChg chg="del">
          <pc:chgData name="Carmela Pucci" userId="0c9af46f-c92f-4b86-9c78-cc17fffb3e94" providerId="ADAL" clId="{CB05A125-FF37-436C-9BC5-29F0255828A3}" dt="2025-07-29T01:08:02.900" v="1"/>
          <pc:sldLayoutMkLst>
            <pc:docMk/>
            <pc:sldMasterMk cId="1887820131" sldId="2147483717"/>
            <pc:sldLayoutMk cId="1394877654" sldId="2147483718"/>
          </pc:sldLayoutMkLst>
        </pc:sldLayoutChg>
      </pc:sldMasterChg>
      <pc:sldMasterChg chg="del delSldLayout">
        <pc:chgData name="Carmela Pucci" userId="0c9af46f-c92f-4b86-9c78-cc17fffb3e94" providerId="ADAL" clId="{CB05A125-FF37-436C-9BC5-29F0255828A3}" dt="2025-07-29T01:08:02.900" v="1"/>
        <pc:sldMasterMkLst>
          <pc:docMk/>
          <pc:sldMasterMk cId="935047417" sldId="2147483719"/>
        </pc:sldMasterMkLst>
        <pc:sldLayoutChg chg="del">
          <pc:chgData name="Carmela Pucci" userId="0c9af46f-c92f-4b86-9c78-cc17fffb3e94" providerId="ADAL" clId="{CB05A125-FF37-436C-9BC5-29F0255828A3}" dt="2025-07-29T01:08:02.900" v="1"/>
          <pc:sldLayoutMkLst>
            <pc:docMk/>
            <pc:sldMasterMk cId="935047417" sldId="2147483719"/>
            <pc:sldLayoutMk cId="1903863610" sldId="2147483720"/>
          </pc:sldLayoutMkLst>
        </pc:sldLayoutChg>
      </pc:sldMasterChg>
      <pc:sldMasterChg chg="del delSldLayout">
        <pc:chgData name="Carmela Pucci" userId="0c9af46f-c92f-4b86-9c78-cc17fffb3e94" providerId="ADAL" clId="{CB05A125-FF37-436C-9BC5-29F0255828A3}" dt="2025-07-29T01:08:02.900" v="1"/>
        <pc:sldMasterMkLst>
          <pc:docMk/>
          <pc:sldMasterMk cId="1558766615" sldId="2147483725"/>
        </pc:sldMasterMkLst>
        <pc:sldLayoutChg chg="del">
          <pc:chgData name="Carmela Pucci" userId="0c9af46f-c92f-4b86-9c78-cc17fffb3e94" providerId="ADAL" clId="{CB05A125-FF37-436C-9BC5-29F0255828A3}" dt="2025-07-29T01:08:02.900" v="1"/>
          <pc:sldLayoutMkLst>
            <pc:docMk/>
            <pc:sldMasterMk cId="1558766615" sldId="2147483725"/>
            <pc:sldLayoutMk cId="961612208" sldId="2147483726"/>
          </pc:sldLayoutMkLst>
        </pc:sldLayoutChg>
      </pc:sldMasterChg>
      <pc:sldMasterChg chg="del delSldLayout">
        <pc:chgData name="Carmela Pucci" userId="0c9af46f-c92f-4b86-9c78-cc17fffb3e94" providerId="ADAL" clId="{CB05A125-FF37-436C-9BC5-29F0255828A3}" dt="2025-07-29T01:08:02.900" v="1"/>
        <pc:sldMasterMkLst>
          <pc:docMk/>
          <pc:sldMasterMk cId="1575127727" sldId="2147483727"/>
        </pc:sldMasterMkLst>
        <pc:sldLayoutChg chg="del">
          <pc:chgData name="Carmela Pucci" userId="0c9af46f-c92f-4b86-9c78-cc17fffb3e94" providerId="ADAL" clId="{CB05A125-FF37-436C-9BC5-29F0255828A3}" dt="2025-07-29T01:08:02.900" v="1"/>
          <pc:sldLayoutMkLst>
            <pc:docMk/>
            <pc:sldMasterMk cId="1575127727" sldId="2147483727"/>
            <pc:sldLayoutMk cId="3143298180" sldId="2147483728"/>
          </pc:sldLayoutMkLst>
        </pc:sldLayoutChg>
      </pc:sldMasterChg>
      <pc:sldMasterChg chg="del delSldLayout">
        <pc:chgData name="Carmela Pucci" userId="0c9af46f-c92f-4b86-9c78-cc17fffb3e94" providerId="ADAL" clId="{CB05A125-FF37-436C-9BC5-29F0255828A3}" dt="2025-07-29T01:08:02.900" v="1"/>
        <pc:sldMasterMkLst>
          <pc:docMk/>
          <pc:sldMasterMk cId="3780771605" sldId="2147483729"/>
        </pc:sldMasterMkLst>
        <pc:sldLayoutChg chg="del">
          <pc:chgData name="Carmela Pucci" userId="0c9af46f-c92f-4b86-9c78-cc17fffb3e94" providerId="ADAL" clId="{CB05A125-FF37-436C-9BC5-29F0255828A3}" dt="2025-07-29T01:08:02.900" v="1"/>
          <pc:sldLayoutMkLst>
            <pc:docMk/>
            <pc:sldMasterMk cId="3780771605" sldId="2147483729"/>
            <pc:sldLayoutMk cId="2450088395" sldId="2147483730"/>
          </pc:sldLayoutMkLst>
        </pc:sldLayoutChg>
      </pc:sldMasterChg>
      <pc:sldMasterChg chg="del delSldLayout">
        <pc:chgData name="Carmela Pucci" userId="0c9af46f-c92f-4b86-9c78-cc17fffb3e94" providerId="ADAL" clId="{CB05A125-FF37-436C-9BC5-29F0255828A3}" dt="2025-07-29T01:08:02.900" v="1"/>
        <pc:sldMasterMkLst>
          <pc:docMk/>
          <pc:sldMasterMk cId="1308744423" sldId="2147483758"/>
        </pc:sldMasterMkLst>
        <pc:sldLayoutChg chg="del">
          <pc:chgData name="Carmela Pucci" userId="0c9af46f-c92f-4b86-9c78-cc17fffb3e94" providerId="ADAL" clId="{CB05A125-FF37-436C-9BC5-29F0255828A3}" dt="2025-07-29T01:08:02.900" v="1"/>
          <pc:sldLayoutMkLst>
            <pc:docMk/>
            <pc:sldMasterMk cId="1308744423" sldId="2147483758"/>
            <pc:sldLayoutMk cId="4149322195" sldId="2147483759"/>
          </pc:sldLayoutMkLst>
        </pc:sldLayoutChg>
      </pc:sldMasterChg>
      <pc:sldMasterChg chg="del delSldLayout">
        <pc:chgData name="Carmela Pucci" userId="0c9af46f-c92f-4b86-9c78-cc17fffb3e94" providerId="ADAL" clId="{CB05A125-FF37-436C-9BC5-29F0255828A3}" dt="2025-07-29T01:08:02.900" v="1"/>
        <pc:sldMasterMkLst>
          <pc:docMk/>
          <pc:sldMasterMk cId="4032063736" sldId="2147483763"/>
        </pc:sldMasterMkLst>
        <pc:sldLayoutChg chg="del">
          <pc:chgData name="Carmela Pucci" userId="0c9af46f-c92f-4b86-9c78-cc17fffb3e94" providerId="ADAL" clId="{CB05A125-FF37-436C-9BC5-29F0255828A3}" dt="2025-07-29T01:08:02.900" v="1"/>
          <pc:sldLayoutMkLst>
            <pc:docMk/>
            <pc:sldMasterMk cId="4032063736" sldId="2147483763"/>
            <pc:sldLayoutMk cId="863961546" sldId="2147483764"/>
          </pc:sldLayoutMkLst>
        </pc:sldLayoutChg>
      </pc:sldMasterChg>
      <pc:sldMasterChg chg="del delSldLayout">
        <pc:chgData name="Carmela Pucci" userId="0c9af46f-c92f-4b86-9c78-cc17fffb3e94" providerId="ADAL" clId="{CB05A125-FF37-436C-9BC5-29F0255828A3}" dt="2025-07-29T01:08:02.900" v="1"/>
        <pc:sldMasterMkLst>
          <pc:docMk/>
          <pc:sldMasterMk cId="2583993187" sldId="2147483773"/>
        </pc:sldMasterMkLst>
        <pc:sldLayoutChg chg="del">
          <pc:chgData name="Carmela Pucci" userId="0c9af46f-c92f-4b86-9c78-cc17fffb3e94" providerId="ADAL" clId="{CB05A125-FF37-436C-9BC5-29F0255828A3}" dt="2025-07-29T01:08:02.900" v="1"/>
          <pc:sldLayoutMkLst>
            <pc:docMk/>
            <pc:sldMasterMk cId="2583993187" sldId="2147483773"/>
            <pc:sldLayoutMk cId="1302556131" sldId="2147483774"/>
          </pc:sldLayoutMkLst>
        </pc:sldLayoutChg>
      </pc:sldMasterChg>
      <pc:sldMasterChg chg="del delSldLayout">
        <pc:chgData name="Carmela Pucci" userId="0c9af46f-c92f-4b86-9c78-cc17fffb3e94" providerId="ADAL" clId="{CB05A125-FF37-436C-9BC5-29F0255828A3}" dt="2025-07-29T01:08:02.900" v="1"/>
        <pc:sldMasterMkLst>
          <pc:docMk/>
          <pc:sldMasterMk cId="330707009" sldId="2147483783"/>
        </pc:sldMasterMkLst>
        <pc:sldLayoutChg chg="del">
          <pc:chgData name="Carmela Pucci" userId="0c9af46f-c92f-4b86-9c78-cc17fffb3e94" providerId="ADAL" clId="{CB05A125-FF37-436C-9BC5-29F0255828A3}" dt="2025-07-29T01:08:02.900" v="1"/>
          <pc:sldLayoutMkLst>
            <pc:docMk/>
            <pc:sldMasterMk cId="330707009" sldId="2147483783"/>
            <pc:sldLayoutMk cId="3988545723" sldId="2147483784"/>
          </pc:sldLayoutMkLst>
        </pc:sldLayoutChg>
      </pc:sldMasterChg>
      <pc:sldMasterChg chg="del delSldLayout">
        <pc:chgData name="Carmela Pucci" userId="0c9af46f-c92f-4b86-9c78-cc17fffb3e94" providerId="ADAL" clId="{CB05A125-FF37-436C-9BC5-29F0255828A3}" dt="2025-07-29T01:08:02.900" v="1"/>
        <pc:sldMasterMkLst>
          <pc:docMk/>
          <pc:sldMasterMk cId="1916460356" sldId="2147483785"/>
        </pc:sldMasterMkLst>
        <pc:sldLayoutChg chg="del">
          <pc:chgData name="Carmela Pucci" userId="0c9af46f-c92f-4b86-9c78-cc17fffb3e94" providerId="ADAL" clId="{CB05A125-FF37-436C-9BC5-29F0255828A3}" dt="2025-07-29T01:08:02.900" v="1"/>
          <pc:sldLayoutMkLst>
            <pc:docMk/>
            <pc:sldMasterMk cId="1916460356" sldId="2147483785"/>
            <pc:sldLayoutMk cId="1420550849" sldId="2147483786"/>
          </pc:sldLayoutMkLst>
        </pc:sldLayoutChg>
      </pc:sldMasterChg>
      <pc:sldMasterChg chg="del delSldLayout">
        <pc:chgData name="Carmela Pucci" userId="0c9af46f-c92f-4b86-9c78-cc17fffb3e94" providerId="ADAL" clId="{CB05A125-FF37-436C-9BC5-29F0255828A3}" dt="2025-07-29T01:08:02.900" v="1"/>
        <pc:sldMasterMkLst>
          <pc:docMk/>
          <pc:sldMasterMk cId="973352500" sldId="2147483796"/>
        </pc:sldMasterMkLst>
        <pc:sldLayoutChg chg="del">
          <pc:chgData name="Carmela Pucci" userId="0c9af46f-c92f-4b86-9c78-cc17fffb3e94" providerId="ADAL" clId="{CB05A125-FF37-436C-9BC5-29F0255828A3}" dt="2025-07-29T01:08:02.900" v="1"/>
          <pc:sldLayoutMkLst>
            <pc:docMk/>
            <pc:sldMasterMk cId="973352500" sldId="2147483796"/>
            <pc:sldLayoutMk cId="4055599425" sldId="2147483797"/>
          </pc:sldLayoutMkLst>
        </pc:sldLayoutChg>
      </pc:sldMasterChg>
      <pc:sldMasterChg chg="del delSldLayout">
        <pc:chgData name="Carmela Pucci" userId="0c9af46f-c92f-4b86-9c78-cc17fffb3e94" providerId="ADAL" clId="{CB05A125-FF37-436C-9BC5-29F0255828A3}" dt="2025-07-29T01:08:02.900" v="1"/>
        <pc:sldMasterMkLst>
          <pc:docMk/>
          <pc:sldMasterMk cId="199060870" sldId="2147483798"/>
        </pc:sldMasterMkLst>
        <pc:sldLayoutChg chg="del">
          <pc:chgData name="Carmela Pucci" userId="0c9af46f-c92f-4b86-9c78-cc17fffb3e94" providerId="ADAL" clId="{CB05A125-FF37-436C-9BC5-29F0255828A3}" dt="2025-07-29T01:08:02.900" v="1"/>
          <pc:sldLayoutMkLst>
            <pc:docMk/>
            <pc:sldMasterMk cId="199060870" sldId="2147483798"/>
            <pc:sldLayoutMk cId="258253377" sldId="2147483799"/>
          </pc:sldLayoutMkLst>
        </pc:sldLayoutChg>
      </pc:sldMasterChg>
      <pc:sldMasterChg chg="del delSldLayout">
        <pc:chgData name="Carmela Pucci" userId="0c9af46f-c92f-4b86-9c78-cc17fffb3e94" providerId="ADAL" clId="{CB05A125-FF37-436C-9BC5-29F0255828A3}" dt="2025-07-29T01:08:02.900" v="1"/>
        <pc:sldMasterMkLst>
          <pc:docMk/>
          <pc:sldMasterMk cId="672272116" sldId="2147483800"/>
        </pc:sldMasterMkLst>
        <pc:sldLayoutChg chg="del">
          <pc:chgData name="Carmela Pucci" userId="0c9af46f-c92f-4b86-9c78-cc17fffb3e94" providerId="ADAL" clId="{CB05A125-FF37-436C-9BC5-29F0255828A3}" dt="2025-07-29T01:08:02.900" v="1"/>
          <pc:sldLayoutMkLst>
            <pc:docMk/>
            <pc:sldMasterMk cId="672272116" sldId="2147483800"/>
            <pc:sldLayoutMk cId="4116695511" sldId="2147483801"/>
          </pc:sldLayoutMkLst>
        </pc:sldLayoutChg>
        <pc:sldLayoutChg chg="del">
          <pc:chgData name="Carmela Pucci" userId="0c9af46f-c92f-4b86-9c78-cc17fffb3e94" providerId="ADAL" clId="{CB05A125-FF37-436C-9BC5-29F0255828A3}" dt="2025-07-29T01:08:02.900" v="1"/>
          <pc:sldLayoutMkLst>
            <pc:docMk/>
            <pc:sldMasterMk cId="672272116" sldId="2147483800"/>
            <pc:sldLayoutMk cId="1119194023" sldId="2147483802"/>
          </pc:sldLayoutMkLst>
        </pc:sldLayoutChg>
        <pc:sldLayoutChg chg="del">
          <pc:chgData name="Carmela Pucci" userId="0c9af46f-c92f-4b86-9c78-cc17fffb3e94" providerId="ADAL" clId="{CB05A125-FF37-436C-9BC5-29F0255828A3}" dt="2025-07-29T01:08:02.900" v="1"/>
          <pc:sldLayoutMkLst>
            <pc:docMk/>
            <pc:sldMasterMk cId="672272116" sldId="2147483800"/>
            <pc:sldLayoutMk cId="3830157508" sldId="2147483803"/>
          </pc:sldLayoutMkLst>
        </pc:sldLayoutChg>
        <pc:sldLayoutChg chg="del">
          <pc:chgData name="Carmela Pucci" userId="0c9af46f-c92f-4b86-9c78-cc17fffb3e94" providerId="ADAL" clId="{CB05A125-FF37-436C-9BC5-29F0255828A3}" dt="2025-07-29T01:08:02.900" v="1"/>
          <pc:sldLayoutMkLst>
            <pc:docMk/>
            <pc:sldMasterMk cId="672272116" sldId="2147483800"/>
            <pc:sldLayoutMk cId="2566482103" sldId="2147483804"/>
          </pc:sldLayoutMkLst>
        </pc:sldLayoutChg>
        <pc:sldLayoutChg chg="del">
          <pc:chgData name="Carmela Pucci" userId="0c9af46f-c92f-4b86-9c78-cc17fffb3e94" providerId="ADAL" clId="{CB05A125-FF37-436C-9BC5-29F0255828A3}" dt="2025-07-29T01:08:02.900" v="1"/>
          <pc:sldLayoutMkLst>
            <pc:docMk/>
            <pc:sldMasterMk cId="672272116" sldId="2147483800"/>
            <pc:sldLayoutMk cId="499952371" sldId="2147483805"/>
          </pc:sldLayoutMkLst>
        </pc:sldLayoutChg>
        <pc:sldLayoutChg chg="del">
          <pc:chgData name="Carmela Pucci" userId="0c9af46f-c92f-4b86-9c78-cc17fffb3e94" providerId="ADAL" clId="{CB05A125-FF37-436C-9BC5-29F0255828A3}" dt="2025-07-29T01:08:02.900" v="1"/>
          <pc:sldLayoutMkLst>
            <pc:docMk/>
            <pc:sldMasterMk cId="672272116" sldId="2147483800"/>
            <pc:sldLayoutMk cId="1948676261" sldId="2147483806"/>
          </pc:sldLayoutMkLst>
        </pc:sldLayoutChg>
      </pc:sldMasterChg>
      <pc:sldMasterChg chg="del delSldLayout">
        <pc:chgData name="Carmela Pucci" userId="0c9af46f-c92f-4b86-9c78-cc17fffb3e94" providerId="ADAL" clId="{CB05A125-FF37-436C-9BC5-29F0255828A3}" dt="2025-07-29T01:08:02.900" v="1"/>
        <pc:sldMasterMkLst>
          <pc:docMk/>
          <pc:sldMasterMk cId="744586973" sldId="2147483808"/>
        </pc:sldMasterMkLst>
        <pc:sldLayoutChg chg="del">
          <pc:chgData name="Carmela Pucci" userId="0c9af46f-c92f-4b86-9c78-cc17fffb3e94" providerId="ADAL" clId="{CB05A125-FF37-436C-9BC5-29F0255828A3}" dt="2025-07-29T01:08:02.900" v="1"/>
          <pc:sldLayoutMkLst>
            <pc:docMk/>
            <pc:sldMasterMk cId="744586973" sldId="2147483808"/>
            <pc:sldLayoutMk cId="1436551675" sldId="2147483809"/>
          </pc:sldLayoutMkLst>
        </pc:sldLayoutChg>
        <pc:sldLayoutChg chg="del">
          <pc:chgData name="Carmela Pucci" userId="0c9af46f-c92f-4b86-9c78-cc17fffb3e94" providerId="ADAL" clId="{CB05A125-FF37-436C-9BC5-29F0255828A3}" dt="2025-07-29T01:08:02.900" v="1"/>
          <pc:sldLayoutMkLst>
            <pc:docMk/>
            <pc:sldMasterMk cId="744586973" sldId="2147483808"/>
            <pc:sldLayoutMk cId="1705319843" sldId="2147483810"/>
          </pc:sldLayoutMkLst>
        </pc:sldLayoutChg>
        <pc:sldLayoutChg chg="del">
          <pc:chgData name="Carmela Pucci" userId="0c9af46f-c92f-4b86-9c78-cc17fffb3e94" providerId="ADAL" clId="{CB05A125-FF37-436C-9BC5-29F0255828A3}" dt="2025-07-29T01:08:02.900" v="1"/>
          <pc:sldLayoutMkLst>
            <pc:docMk/>
            <pc:sldMasterMk cId="744586973" sldId="2147483808"/>
            <pc:sldLayoutMk cId="1578816839" sldId="2147483811"/>
          </pc:sldLayoutMkLst>
        </pc:sldLayoutChg>
        <pc:sldLayoutChg chg="del">
          <pc:chgData name="Carmela Pucci" userId="0c9af46f-c92f-4b86-9c78-cc17fffb3e94" providerId="ADAL" clId="{CB05A125-FF37-436C-9BC5-29F0255828A3}" dt="2025-07-29T01:08:02.900" v="1"/>
          <pc:sldLayoutMkLst>
            <pc:docMk/>
            <pc:sldMasterMk cId="744586973" sldId="2147483808"/>
            <pc:sldLayoutMk cId="3462974846" sldId="2147483812"/>
          </pc:sldLayoutMkLst>
        </pc:sldLayoutChg>
        <pc:sldLayoutChg chg="del">
          <pc:chgData name="Carmela Pucci" userId="0c9af46f-c92f-4b86-9c78-cc17fffb3e94" providerId="ADAL" clId="{CB05A125-FF37-436C-9BC5-29F0255828A3}" dt="2025-07-29T01:08:02.900" v="1"/>
          <pc:sldLayoutMkLst>
            <pc:docMk/>
            <pc:sldMasterMk cId="744586973" sldId="2147483808"/>
            <pc:sldLayoutMk cId="3303480610" sldId="2147483813"/>
          </pc:sldLayoutMkLst>
        </pc:sldLayoutChg>
        <pc:sldLayoutChg chg="del">
          <pc:chgData name="Carmela Pucci" userId="0c9af46f-c92f-4b86-9c78-cc17fffb3e94" providerId="ADAL" clId="{CB05A125-FF37-436C-9BC5-29F0255828A3}" dt="2025-07-29T01:08:02.900" v="1"/>
          <pc:sldLayoutMkLst>
            <pc:docMk/>
            <pc:sldMasterMk cId="744586973" sldId="2147483808"/>
            <pc:sldLayoutMk cId="65227931" sldId="2147483814"/>
          </pc:sldLayoutMkLst>
        </pc:sldLayoutChg>
      </pc:sldMasterChg>
      <pc:sldMasterChg chg="del delSldLayout">
        <pc:chgData name="Carmela Pucci" userId="0c9af46f-c92f-4b86-9c78-cc17fffb3e94" providerId="ADAL" clId="{CB05A125-FF37-436C-9BC5-29F0255828A3}" dt="2025-07-29T01:08:02.900" v="1"/>
        <pc:sldMasterMkLst>
          <pc:docMk/>
          <pc:sldMasterMk cId="559599566" sldId="2147483816"/>
        </pc:sldMasterMkLst>
        <pc:sldLayoutChg chg="del">
          <pc:chgData name="Carmela Pucci" userId="0c9af46f-c92f-4b86-9c78-cc17fffb3e94" providerId="ADAL" clId="{CB05A125-FF37-436C-9BC5-29F0255828A3}" dt="2025-07-29T01:08:02.900" v="1"/>
          <pc:sldLayoutMkLst>
            <pc:docMk/>
            <pc:sldMasterMk cId="559599566" sldId="2147483816"/>
            <pc:sldLayoutMk cId="3866521085" sldId="2147483817"/>
          </pc:sldLayoutMkLst>
        </pc:sldLayoutChg>
        <pc:sldLayoutChg chg="del">
          <pc:chgData name="Carmela Pucci" userId="0c9af46f-c92f-4b86-9c78-cc17fffb3e94" providerId="ADAL" clId="{CB05A125-FF37-436C-9BC5-29F0255828A3}" dt="2025-07-29T01:08:02.900" v="1"/>
          <pc:sldLayoutMkLst>
            <pc:docMk/>
            <pc:sldMasterMk cId="559599566" sldId="2147483816"/>
            <pc:sldLayoutMk cId="1516387069" sldId="2147483818"/>
          </pc:sldLayoutMkLst>
        </pc:sldLayoutChg>
        <pc:sldLayoutChg chg="del">
          <pc:chgData name="Carmela Pucci" userId="0c9af46f-c92f-4b86-9c78-cc17fffb3e94" providerId="ADAL" clId="{CB05A125-FF37-436C-9BC5-29F0255828A3}" dt="2025-07-29T01:08:02.900" v="1"/>
          <pc:sldLayoutMkLst>
            <pc:docMk/>
            <pc:sldMasterMk cId="559599566" sldId="2147483816"/>
            <pc:sldLayoutMk cId="1885126746" sldId="2147483819"/>
          </pc:sldLayoutMkLst>
        </pc:sldLayoutChg>
        <pc:sldLayoutChg chg="del">
          <pc:chgData name="Carmela Pucci" userId="0c9af46f-c92f-4b86-9c78-cc17fffb3e94" providerId="ADAL" clId="{CB05A125-FF37-436C-9BC5-29F0255828A3}" dt="2025-07-29T01:08:02.900" v="1"/>
          <pc:sldLayoutMkLst>
            <pc:docMk/>
            <pc:sldMasterMk cId="559599566" sldId="2147483816"/>
            <pc:sldLayoutMk cId="4144683753" sldId="2147483820"/>
          </pc:sldLayoutMkLst>
        </pc:sldLayoutChg>
        <pc:sldLayoutChg chg="del">
          <pc:chgData name="Carmela Pucci" userId="0c9af46f-c92f-4b86-9c78-cc17fffb3e94" providerId="ADAL" clId="{CB05A125-FF37-436C-9BC5-29F0255828A3}" dt="2025-07-29T01:08:02.900" v="1"/>
          <pc:sldLayoutMkLst>
            <pc:docMk/>
            <pc:sldMasterMk cId="559599566" sldId="2147483816"/>
            <pc:sldLayoutMk cId="2812960170" sldId="2147483821"/>
          </pc:sldLayoutMkLst>
        </pc:sldLayoutChg>
        <pc:sldLayoutChg chg="del">
          <pc:chgData name="Carmela Pucci" userId="0c9af46f-c92f-4b86-9c78-cc17fffb3e94" providerId="ADAL" clId="{CB05A125-FF37-436C-9BC5-29F0255828A3}" dt="2025-07-29T01:08:02.900" v="1"/>
          <pc:sldLayoutMkLst>
            <pc:docMk/>
            <pc:sldMasterMk cId="559599566" sldId="2147483816"/>
            <pc:sldLayoutMk cId="2673295411" sldId="2147483822"/>
          </pc:sldLayoutMkLst>
        </pc:sldLayoutChg>
      </pc:sldMasterChg>
      <pc:sldMasterChg chg="del delSldLayout">
        <pc:chgData name="Carmela Pucci" userId="0c9af46f-c92f-4b86-9c78-cc17fffb3e94" providerId="ADAL" clId="{CB05A125-FF37-436C-9BC5-29F0255828A3}" dt="2025-07-29T01:08:02.900" v="1"/>
        <pc:sldMasterMkLst>
          <pc:docMk/>
          <pc:sldMasterMk cId="2058317394" sldId="2147483823"/>
        </pc:sldMasterMkLst>
        <pc:sldLayoutChg chg="del">
          <pc:chgData name="Carmela Pucci" userId="0c9af46f-c92f-4b86-9c78-cc17fffb3e94" providerId="ADAL" clId="{CB05A125-FF37-436C-9BC5-29F0255828A3}" dt="2025-07-29T01:08:02.900" v="1"/>
          <pc:sldLayoutMkLst>
            <pc:docMk/>
            <pc:sldMasterMk cId="2058317394" sldId="2147483823"/>
            <pc:sldLayoutMk cId="1663284807" sldId="2147483824"/>
          </pc:sldLayoutMkLst>
        </pc:sldLayoutChg>
        <pc:sldLayoutChg chg="del">
          <pc:chgData name="Carmela Pucci" userId="0c9af46f-c92f-4b86-9c78-cc17fffb3e94" providerId="ADAL" clId="{CB05A125-FF37-436C-9BC5-29F0255828A3}" dt="2025-07-29T01:08:02.900" v="1"/>
          <pc:sldLayoutMkLst>
            <pc:docMk/>
            <pc:sldMasterMk cId="2058317394" sldId="2147483823"/>
            <pc:sldLayoutMk cId="894991171" sldId="2147483825"/>
          </pc:sldLayoutMkLst>
        </pc:sldLayoutChg>
        <pc:sldLayoutChg chg="del">
          <pc:chgData name="Carmela Pucci" userId="0c9af46f-c92f-4b86-9c78-cc17fffb3e94" providerId="ADAL" clId="{CB05A125-FF37-436C-9BC5-29F0255828A3}" dt="2025-07-29T01:08:02.900" v="1"/>
          <pc:sldLayoutMkLst>
            <pc:docMk/>
            <pc:sldMasterMk cId="2058317394" sldId="2147483823"/>
            <pc:sldLayoutMk cId="240499159" sldId="2147483826"/>
          </pc:sldLayoutMkLst>
        </pc:sldLayoutChg>
        <pc:sldLayoutChg chg="del">
          <pc:chgData name="Carmela Pucci" userId="0c9af46f-c92f-4b86-9c78-cc17fffb3e94" providerId="ADAL" clId="{CB05A125-FF37-436C-9BC5-29F0255828A3}" dt="2025-07-29T01:08:02.900" v="1"/>
          <pc:sldLayoutMkLst>
            <pc:docMk/>
            <pc:sldMasterMk cId="2058317394" sldId="2147483823"/>
            <pc:sldLayoutMk cId="3800380593" sldId="2147483827"/>
          </pc:sldLayoutMkLst>
        </pc:sldLayoutChg>
        <pc:sldLayoutChg chg="del">
          <pc:chgData name="Carmela Pucci" userId="0c9af46f-c92f-4b86-9c78-cc17fffb3e94" providerId="ADAL" clId="{CB05A125-FF37-436C-9BC5-29F0255828A3}" dt="2025-07-29T01:08:02.900" v="1"/>
          <pc:sldLayoutMkLst>
            <pc:docMk/>
            <pc:sldMasterMk cId="2058317394" sldId="2147483823"/>
            <pc:sldLayoutMk cId="4284798816" sldId="2147483828"/>
          </pc:sldLayoutMkLst>
        </pc:sldLayoutChg>
        <pc:sldLayoutChg chg="del">
          <pc:chgData name="Carmela Pucci" userId="0c9af46f-c92f-4b86-9c78-cc17fffb3e94" providerId="ADAL" clId="{CB05A125-FF37-436C-9BC5-29F0255828A3}" dt="2025-07-29T01:08:02.900" v="1"/>
          <pc:sldLayoutMkLst>
            <pc:docMk/>
            <pc:sldMasterMk cId="2058317394" sldId="2147483823"/>
            <pc:sldLayoutMk cId="574599695" sldId="2147483829"/>
          </pc:sldLayoutMkLst>
        </pc:sldLayoutChg>
      </pc:sldMasterChg>
      <pc:sldMasterChg chg="del delSldLayout">
        <pc:chgData name="Carmela Pucci" userId="0c9af46f-c92f-4b86-9c78-cc17fffb3e94" providerId="ADAL" clId="{CB05A125-FF37-436C-9BC5-29F0255828A3}" dt="2025-07-29T01:08:02.900" v="1"/>
        <pc:sldMasterMkLst>
          <pc:docMk/>
          <pc:sldMasterMk cId="4036069523" sldId="2147483830"/>
        </pc:sldMasterMkLst>
        <pc:sldLayoutChg chg="del">
          <pc:chgData name="Carmela Pucci" userId="0c9af46f-c92f-4b86-9c78-cc17fffb3e94" providerId="ADAL" clId="{CB05A125-FF37-436C-9BC5-29F0255828A3}" dt="2025-07-29T01:08:02.900" v="1"/>
          <pc:sldLayoutMkLst>
            <pc:docMk/>
            <pc:sldMasterMk cId="4036069523" sldId="2147483830"/>
            <pc:sldLayoutMk cId="1424529132" sldId="2147483831"/>
          </pc:sldLayoutMkLst>
        </pc:sldLayoutChg>
        <pc:sldLayoutChg chg="del">
          <pc:chgData name="Carmela Pucci" userId="0c9af46f-c92f-4b86-9c78-cc17fffb3e94" providerId="ADAL" clId="{CB05A125-FF37-436C-9BC5-29F0255828A3}" dt="2025-07-29T01:08:02.900" v="1"/>
          <pc:sldLayoutMkLst>
            <pc:docMk/>
            <pc:sldMasterMk cId="4036069523" sldId="2147483830"/>
            <pc:sldLayoutMk cId="3874632909" sldId="2147483832"/>
          </pc:sldLayoutMkLst>
        </pc:sldLayoutChg>
        <pc:sldLayoutChg chg="del">
          <pc:chgData name="Carmela Pucci" userId="0c9af46f-c92f-4b86-9c78-cc17fffb3e94" providerId="ADAL" clId="{CB05A125-FF37-436C-9BC5-29F0255828A3}" dt="2025-07-29T01:08:02.900" v="1"/>
          <pc:sldLayoutMkLst>
            <pc:docMk/>
            <pc:sldMasterMk cId="4036069523" sldId="2147483830"/>
            <pc:sldLayoutMk cId="2046336842" sldId="2147483833"/>
          </pc:sldLayoutMkLst>
        </pc:sldLayoutChg>
        <pc:sldLayoutChg chg="del">
          <pc:chgData name="Carmela Pucci" userId="0c9af46f-c92f-4b86-9c78-cc17fffb3e94" providerId="ADAL" clId="{CB05A125-FF37-436C-9BC5-29F0255828A3}" dt="2025-07-29T01:08:02.900" v="1"/>
          <pc:sldLayoutMkLst>
            <pc:docMk/>
            <pc:sldMasterMk cId="4036069523" sldId="2147483830"/>
            <pc:sldLayoutMk cId="659578247" sldId="2147483834"/>
          </pc:sldLayoutMkLst>
        </pc:sldLayoutChg>
        <pc:sldLayoutChg chg="del">
          <pc:chgData name="Carmela Pucci" userId="0c9af46f-c92f-4b86-9c78-cc17fffb3e94" providerId="ADAL" clId="{CB05A125-FF37-436C-9BC5-29F0255828A3}" dt="2025-07-29T01:08:02.900" v="1"/>
          <pc:sldLayoutMkLst>
            <pc:docMk/>
            <pc:sldMasterMk cId="4036069523" sldId="2147483830"/>
            <pc:sldLayoutMk cId="3986752294" sldId="2147483835"/>
          </pc:sldLayoutMkLst>
        </pc:sldLayoutChg>
        <pc:sldLayoutChg chg="del">
          <pc:chgData name="Carmela Pucci" userId="0c9af46f-c92f-4b86-9c78-cc17fffb3e94" providerId="ADAL" clId="{CB05A125-FF37-436C-9BC5-29F0255828A3}" dt="2025-07-29T01:08:02.900" v="1"/>
          <pc:sldLayoutMkLst>
            <pc:docMk/>
            <pc:sldMasterMk cId="4036069523" sldId="2147483830"/>
            <pc:sldLayoutMk cId="3374922914" sldId="2147483836"/>
          </pc:sldLayoutMkLst>
        </pc:sldLayoutChg>
      </pc:sldMasterChg>
      <pc:sldMasterChg chg="del delSldLayout">
        <pc:chgData name="Carmela Pucci" userId="0c9af46f-c92f-4b86-9c78-cc17fffb3e94" providerId="ADAL" clId="{CB05A125-FF37-436C-9BC5-29F0255828A3}" dt="2025-07-29T01:08:02.900" v="1"/>
        <pc:sldMasterMkLst>
          <pc:docMk/>
          <pc:sldMasterMk cId="687765783" sldId="2147483837"/>
        </pc:sldMasterMkLst>
        <pc:sldLayoutChg chg="del">
          <pc:chgData name="Carmela Pucci" userId="0c9af46f-c92f-4b86-9c78-cc17fffb3e94" providerId="ADAL" clId="{CB05A125-FF37-436C-9BC5-29F0255828A3}" dt="2025-07-29T01:08:02.900" v="1"/>
          <pc:sldLayoutMkLst>
            <pc:docMk/>
            <pc:sldMasterMk cId="687765783" sldId="2147483837"/>
            <pc:sldLayoutMk cId="2540814675" sldId="2147483838"/>
          </pc:sldLayoutMkLst>
        </pc:sldLayoutChg>
        <pc:sldLayoutChg chg="del">
          <pc:chgData name="Carmela Pucci" userId="0c9af46f-c92f-4b86-9c78-cc17fffb3e94" providerId="ADAL" clId="{CB05A125-FF37-436C-9BC5-29F0255828A3}" dt="2025-07-29T01:08:02.900" v="1"/>
          <pc:sldLayoutMkLst>
            <pc:docMk/>
            <pc:sldMasterMk cId="687765783" sldId="2147483837"/>
            <pc:sldLayoutMk cId="1562267021" sldId="2147483839"/>
          </pc:sldLayoutMkLst>
        </pc:sldLayoutChg>
        <pc:sldLayoutChg chg="del">
          <pc:chgData name="Carmela Pucci" userId="0c9af46f-c92f-4b86-9c78-cc17fffb3e94" providerId="ADAL" clId="{CB05A125-FF37-436C-9BC5-29F0255828A3}" dt="2025-07-29T01:08:02.900" v="1"/>
          <pc:sldLayoutMkLst>
            <pc:docMk/>
            <pc:sldMasterMk cId="687765783" sldId="2147483837"/>
            <pc:sldLayoutMk cId="1438177066" sldId="2147483840"/>
          </pc:sldLayoutMkLst>
        </pc:sldLayoutChg>
        <pc:sldLayoutChg chg="del">
          <pc:chgData name="Carmela Pucci" userId="0c9af46f-c92f-4b86-9c78-cc17fffb3e94" providerId="ADAL" clId="{CB05A125-FF37-436C-9BC5-29F0255828A3}" dt="2025-07-29T01:08:02.900" v="1"/>
          <pc:sldLayoutMkLst>
            <pc:docMk/>
            <pc:sldMasterMk cId="687765783" sldId="2147483837"/>
            <pc:sldLayoutMk cId="3161849436" sldId="2147483841"/>
          </pc:sldLayoutMkLst>
        </pc:sldLayoutChg>
        <pc:sldLayoutChg chg="del">
          <pc:chgData name="Carmela Pucci" userId="0c9af46f-c92f-4b86-9c78-cc17fffb3e94" providerId="ADAL" clId="{CB05A125-FF37-436C-9BC5-29F0255828A3}" dt="2025-07-29T01:08:02.900" v="1"/>
          <pc:sldLayoutMkLst>
            <pc:docMk/>
            <pc:sldMasterMk cId="687765783" sldId="2147483837"/>
            <pc:sldLayoutMk cId="1433022769" sldId="2147483842"/>
          </pc:sldLayoutMkLst>
        </pc:sldLayoutChg>
        <pc:sldLayoutChg chg="del">
          <pc:chgData name="Carmela Pucci" userId="0c9af46f-c92f-4b86-9c78-cc17fffb3e94" providerId="ADAL" clId="{CB05A125-FF37-436C-9BC5-29F0255828A3}" dt="2025-07-29T01:08:02.900" v="1"/>
          <pc:sldLayoutMkLst>
            <pc:docMk/>
            <pc:sldMasterMk cId="687765783" sldId="2147483837"/>
            <pc:sldLayoutMk cId="1699153721" sldId="2147483843"/>
          </pc:sldLayoutMkLst>
        </pc:sldLayoutChg>
      </pc:sldMasterChg>
      <pc:sldMasterChg chg="del delSldLayout">
        <pc:chgData name="Carmela Pucci" userId="0c9af46f-c92f-4b86-9c78-cc17fffb3e94" providerId="ADAL" clId="{CB05A125-FF37-436C-9BC5-29F0255828A3}" dt="2025-07-29T01:08:02.900" v="1"/>
        <pc:sldMasterMkLst>
          <pc:docMk/>
          <pc:sldMasterMk cId="1119643481" sldId="2147483846"/>
        </pc:sldMasterMkLst>
        <pc:sldLayoutChg chg="del">
          <pc:chgData name="Carmela Pucci" userId="0c9af46f-c92f-4b86-9c78-cc17fffb3e94" providerId="ADAL" clId="{CB05A125-FF37-436C-9BC5-29F0255828A3}" dt="2025-07-29T01:08:02.900" v="1"/>
          <pc:sldLayoutMkLst>
            <pc:docMk/>
            <pc:sldMasterMk cId="1119643481" sldId="2147483846"/>
            <pc:sldLayoutMk cId="2455608701" sldId="2147483847"/>
          </pc:sldLayoutMkLst>
        </pc:sldLayoutChg>
      </pc:sldMasterChg>
      <pc:sldMasterChg chg="del delSldLayout">
        <pc:chgData name="Carmela Pucci" userId="0c9af46f-c92f-4b86-9c78-cc17fffb3e94" providerId="ADAL" clId="{CB05A125-FF37-436C-9BC5-29F0255828A3}" dt="2025-07-29T01:08:02.900" v="1"/>
        <pc:sldMasterMkLst>
          <pc:docMk/>
          <pc:sldMasterMk cId="3791156267" sldId="2147483857"/>
        </pc:sldMasterMkLst>
        <pc:sldLayoutChg chg="del">
          <pc:chgData name="Carmela Pucci" userId="0c9af46f-c92f-4b86-9c78-cc17fffb3e94" providerId="ADAL" clId="{CB05A125-FF37-436C-9BC5-29F0255828A3}" dt="2025-07-29T01:08:02.900" v="1"/>
          <pc:sldLayoutMkLst>
            <pc:docMk/>
            <pc:sldMasterMk cId="3791156267" sldId="2147483857"/>
            <pc:sldLayoutMk cId="766486743" sldId="2147483858"/>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7F320C92-5B60-47CE-AF8E-33393E468A4F}" type="datetimeFigureOut">
              <a:rPr lang="en-CA" smtClean="0"/>
              <a:t>07/28/2025</a:t>
            </a:fld>
            <a:endParaRPr lang="en-CA"/>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D932885D-FA4E-45F3-9C34-9BE667995CEE}" type="slidenum">
              <a:rPr lang="en-CA" smtClean="0"/>
              <a:t>‹#›</a:t>
            </a:fld>
            <a:endParaRPr lang="en-CA"/>
          </a:p>
        </p:txBody>
      </p:sp>
    </p:spTree>
    <p:extLst>
      <p:ext uri="{BB962C8B-B14F-4D97-AF65-F5344CB8AC3E}">
        <p14:creationId xmlns:p14="http://schemas.microsoft.com/office/powerpoint/2010/main" val="5429650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B0CF9F78-B7FC-4D34-B5E9-CFFF0660210F}" type="datetimeFigureOut">
              <a:rPr lang="en-CA" smtClean="0"/>
              <a:t>07/28/2025</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761EB8C7-5EFC-4FA9-BA9E-FFC3022A4650}" type="slidenum">
              <a:rPr lang="en-CA" smtClean="0"/>
              <a:t>‹#›</a:t>
            </a:fld>
            <a:endParaRPr lang="en-CA"/>
          </a:p>
        </p:txBody>
      </p:sp>
    </p:spTree>
    <p:extLst>
      <p:ext uri="{BB962C8B-B14F-4D97-AF65-F5344CB8AC3E}">
        <p14:creationId xmlns:p14="http://schemas.microsoft.com/office/powerpoint/2010/main" val="114102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eriod"/>
            </a:pPr>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defRPr/>
            </a:pPr>
            <a:fld id="{4F7AFD3F-87DF-4FD1-9340-42C647996A78}"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ct val="0"/>
                </a:spcBef>
                <a:spcAft>
                  <a:spcPct val="0"/>
                </a:spcAft>
                <a:buClrTx/>
                <a:buSzTx/>
                <a:buFontTx/>
                <a:buNone/>
                <a:defRPr/>
              </a:pPr>
              <a:t>7</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4728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tretch>
            <a:fillRect/>
          </a:stretch>
        </a:blipFill>
        <a:effectLst/>
      </p:bgPr>
    </p:bg>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7826" y="2851689"/>
            <a:ext cx="6362700" cy="398089"/>
          </a:xfrm>
          <a:prstGeom prst="rect">
            <a:avLst/>
          </a:prstGeom>
        </p:spPr>
        <p:txBody>
          <a:bodyPr lIns="0" tIns="0" rIns="0" bIns="0"/>
          <a:lstStyle>
            <a:lvl1pPr marL="0" marR="0" indent="0" algn="l" defTabSz="914400" rtl="0" eaLnBrk="1" fontAlgn="auto" latinLnBrk="0" hangingPunct="1">
              <a:lnSpc>
                <a:spcPts val="2000"/>
              </a:lnSpc>
              <a:spcBef>
                <a:spcPct val="0"/>
              </a:spcBef>
              <a:spcAft>
                <a:spcPct val="0"/>
              </a:spcAft>
              <a:buClrTx/>
              <a:buSzTx/>
              <a:buFont typeface="Arial" panose="020B0604020202020204" pitchFamily="34" charset="0"/>
              <a:buNone/>
              <a:defRPr sz="1400" baseline="0">
                <a:solidFill>
                  <a:schemeClr val="bg1"/>
                </a:solidFill>
                <a:latin typeface="+mn-lt"/>
                <a:cs typeface="Arial" panose="020B0604020202020204" pitchFamily="34" charset="0"/>
              </a:defRPr>
            </a:lvl1pPr>
          </a:lstStyle>
          <a:p>
            <a:r>
              <a:rPr lang="en-CA"/>
              <a:t>Additional text…</a:t>
            </a:r>
          </a:p>
        </p:txBody>
      </p:sp>
      <p:sp>
        <p:nvSpPr>
          <p:cNvPr id="8" name="Text Placeholder 9"/>
          <p:cNvSpPr>
            <a:spLocks noGrp="1"/>
          </p:cNvSpPr>
          <p:nvPr>
            <p:ph type="body" sz="quarter" idx="12" hasCustomPrompt="1"/>
          </p:nvPr>
        </p:nvSpPr>
        <p:spPr>
          <a:xfrm>
            <a:off x="377826" y="2239233"/>
            <a:ext cx="8331201" cy="457199"/>
          </a:xfrm>
          <a:prstGeom prst="rect">
            <a:avLst/>
          </a:prstGeom>
        </p:spPr>
        <p:txBody>
          <a:bodyPr lIns="0" tIns="0" rIns="0" bIns="0"/>
          <a:lstStyle>
            <a:lvl1pPr marL="0" marR="0" indent="0" algn="l" defTabSz="914400" rtl="0" eaLnBrk="1" fontAlgn="auto" latinLnBrk="0" hangingPunct="1">
              <a:lnSpc>
                <a:spcPts val="4000"/>
              </a:lnSpc>
              <a:spcBef>
                <a:spcPct val="0"/>
              </a:spcBef>
              <a:spcAft>
                <a:spcPct val="0"/>
              </a:spcAft>
              <a:buClrTx/>
              <a:buSzTx/>
              <a:buFont typeface="Arial" panose="020B0604020202020204" pitchFamily="34" charset="0"/>
              <a:buNone/>
              <a:defRPr sz="3200" spc="-100" baseline="0">
                <a:solidFill>
                  <a:schemeClr val="bg1"/>
                </a:solidFill>
                <a:latin typeface="+mn-lt"/>
                <a:cs typeface="Arial" panose="020B0604020202020204" pitchFamily="34" charset="0"/>
              </a:defRPr>
            </a:lvl1pPr>
          </a:lstStyle>
          <a:p>
            <a:pPr marL="0" marR="0" lvl="0" indent="0" algn="l" defTabSz="914400" rtl="0" eaLnBrk="1" fontAlgn="auto" latinLnBrk="0" hangingPunct="1">
              <a:lnSpc>
                <a:spcPts val="4000"/>
              </a:lnSpc>
              <a:spcBef>
                <a:spcPct val="0"/>
              </a:spcBef>
              <a:spcAft>
                <a:spcPct val="0"/>
              </a:spcAft>
              <a:buClrTx/>
              <a:buSzTx/>
              <a:buFont typeface="Arial" panose="020B0604020202020204" pitchFamily="34" charset="0"/>
              <a:buNone/>
              <a:defRPr/>
            </a:pPr>
            <a:r>
              <a:rPr lang="en-CA"/>
              <a:t>Subtitle</a:t>
            </a:r>
          </a:p>
        </p:txBody>
      </p:sp>
      <p:sp>
        <p:nvSpPr>
          <p:cNvPr id="9" name="Text Placeholder 4"/>
          <p:cNvSpPr>
            <a:spLocks noGrp="1"/>
          </p:cNvSpPr>
          <p:nvPr>
            <p:ph type="body" sz="quarter" idx="14" hasCustomPrompt="1"/>
          </p:nvPr>
        </p:nvSpPr>
        <p:spPr>
          <a:xfrm>
            <a:off x="377826" y="1492530"/>
            <a:ext cx="8350249" cy="528638"/>
          </a:xfrm>
          <a:prstGeom prst="rect">
            <a:avLst/>
          </a:prstGeom>
        </p:spPr>
        <p:txBody>
          <a:bodyPr lIns="0" tIns="0" rIns="0" bIns="0"/>
          <a:lstStyle>
            <a:lvl1pPr marL="0" indent="0">
              <a:lnSpc>
                <a:spcPts val="5800"/>
              </a:lnSpc>
              <a:spcBef>
                <a:spcPct val="0"/>
              </a:spcBef>
              <a:buNone/>
              <a:defRPr sz="4800" spc="-100" baseline="0">
                <a:solidFill>
                  <a:schemeClr val="bg1"/>
                </a:solidFill>
                <a:latin typeface="+mn-lt"/>
                <a:cs typeface="Arial" panose="020B0604020202020204" pitchFamily="34" charset="0"/>
              </a:defRPr>
            </a:lvl1pPr>
          </a:lstStyle>
          <a:p>
            <a:pPr lvl="0"/>
            <a:r>
              <a:rPr lang="en-US"/>
              <a:t>Title</a:t>
            </a:r>
            <a:endParaRPr lang="en-CA"/>
          </a:p>
        </p:txBody>
      </p:sp>
    </p:spTree>
    <p:extLst>
      <p:ext uri="{BB962C8B-B14F-4D97-AF65-F5344CB8AC3E}">
        <p14:creationId xmlns:p14="http://schemas.microsoft.com/office/powerpoint/2010/main" val="55142403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ext Placeholder 3"/>
          <p:cNvSpPr>
            <a:spLocks noGrp="1"/>
          </p:cNvSpPr>
          <p:nvPr>
            <p:ph type="body" sz="quarter" idx="13" hasCustomPrompt="1"/>
          </p:nvPr>
        </p:nvSpPr>
        <p:spPr>
          <a:xfrm>
            <a:off x="3749040" y="1870102"/>
            <a:ext cx="4931609" cy="2536467"/>
          </a:xfrm>
          <a:prstGeom prst="rect">
            <a:avLst/>
          </a:prstGeom>
          <a:noFill/>
        </p:spPr>
        <p:txBody>
          <a:bodyPr/>
          <a:lstStyle>
            <a:lvl1pPr>
              <a:defRPr sz="1800" baseline="0">
                <a:solidFill>
                  <a:schemeClr val="tx1">
                    <a:lumMod val="50000"/>
                    <a:lumOff val="50000"/>
                  </a:schemeClr>
                </a:solidFill>
                <a:latin typeface="+mn-lt"/>
                <a:cs typeface="Arial" panose="020B0604020202020204" pitchFamily="34" charset="0"/>
              </a:defRPr>
            </a:lvl1pPr>
            <a:lvl2pPr>
              <a:defRPr sz="1600">
                <a:solidFill>
                  <a:schemeClr val="tx1">
                    <a:lumMod val="50000"/>
                    <a:lumOff val="50000"/>
                  </a:schemeClr>
                </a:solidFill>
                <a:latin typeface="+mn-lt"/>
                <a:cs typeface="Arial" panose="020B0604020202020204" pitchFamily="34" charset="0"/>
              </a:defRPr>
            </a:lvl2pPr>
            <a:lvl3pPr marL="1143000" indent="-228600">
              <a:buFont typeface="Wingdings" panose="05000000000000000000" pitchFamily="2" charset="2"/>
              <a:buChar char="s"/>
              <a:defRPr sz="1400">
                <a:solidFill>
                  <a:schemeClr val="tx1">
                    <a:lumMod val="50000"/>
                    <a:lumOff val="50000"/>
                  </a:schemeClr>
                </a:solidFill>
                <a:latin typeface="+mn-lt"/>
                <a:cs typeface="Arial" panose="020B0604020202020204" pitchFamily="34" charset="0"/>
              </a:defRPr>
            </a:lvl3pPr>
          </a:lstStyle>
          <a:p>
            <a:pPr lvl="0"/>
            <a:r>
              <a:rPr lang="en-CA"/>
              <a:t>Bullet</a:t>
            </a:r>
          </a:p>
          <a:p>
            <a:pPr lvl="1"/>
            <a:r>
              <a:rPr lang="en-US"/>
              <a:t>Second Level</a:t>
            </a:r>
          </a:p>
          <a:p>
            <a:pPr lvl="2"/>
            <a:r>
              <a:rPr lang="en-US"/>
              <a:t>Third level</a:t>
            </a:r>
            <a:endParaRPr lang="en-CA"/>
          </a:p>
          <a:p>
            <a:pPr lvl="0"/>
            <a:r>
              <a:rPr lang="en-CA"/>
              <a:t>Bullet</a:t>
            </a:r>
          </a:p>
          <a:p>
            <a:pPr lvl="0"/>
            <a:r>
              <a:rPr lang="en-CA"/>
              <a:t>Bullet</a:t>
            </a:r>
          </a:p>
          <a:p>
            <a:pPr lvl="0"/>
            <a:r>
              <a:rPr lang="en-CA"/>
              <a:t>Bullet</a:t>
            </a:r>
          </a:p>
        </p:txBody>
      </p:sp>
      <p:sp>
        <p:nvSpPr>
          <p:cNvPr id="11" name="Text Placeholder 9"/>
          <p:cNvSpPr>
            <a:spLocks noGrp="1"/>
          </p:cNvSpPr>
          <p:nvPr>
            <p:ph type="body" sz="quarter" idx="12" hasCustomPrompt="1"/>
          </p:nvPr>
        </p:nvSpPr>
        <p:spPr>
          <a:xfrm>
            <a:off x="406203" y="399966"/>
            <a:ext cx="2832297" cy="1009734"/>
          </a:xfrm>
          <a:prstGeom prst="rect">
            <a:avLst/>
          </a:prstGeom>
        </p:spPr>
        <p:txBody>
          <a:bodyPr lIns="0" tIns="0" rIns="0" bIns="0"/>
          <a:lstStyle>
            <a:lvl1pPr marL="0" indent="0">
              <a:lnSpc>
                <a:spcPts val="3400"/>
              </a:lnSpc>
              <a:spcBef>
                <a:spcPct val="0"/>
              </a:spcBef>
              <a:buNone/>
              <a:defRPr sz="3200" b="0" spc="-100" baseline="0">
                <a:solidFill>
                  <a:schemeClr val="bg1"/>
                </a:solidFill>
                <a:latin typeface="+mn-lt"/>
                <a:cs typeface="Arial" panose="020B0604020202020204" pitchFamily="34" charset="0"/>
              </a:defRPr>
            </a:lvl1pPr>
          </a:lstStyle>
          <a:p>
            <a:pPr lvl="0"/>
            <a:r>
              <a:rPr lang="en-CA"/>
              <a:t>Title</a:t>
            </a:r>
          </a:p>
        </p:txBody>
      </p:sp>
      <p:sp>
        <p:nvSpPr>
          <p:cNvPr id="15" name="Text Placeholder 9"/>
          <p:cNvSpPr>
            <a:spLocks noGrp="1"/>
          </p:cNvSpPr>
          <p:nvPr>
            <p:ph type="body" sz="quarter" idx="14" hasCustomPrompt="1"/>
          </p:nvPr>
        </p:nvSpPr>
        <p:spPr>
          <a:xfrm>
            <a:off x="406203" y="1618602"/>
            <a:ext cx="2321757" cy="1208417"/>
          </a:xfrm>
          <a:prstGeom prst="rect">
            <a:avLst/>
          </a:prstGeom>
        </p:spPr>
        <p:txBody>
          <a:bodyPr lIns="0" tIns="0" rIns="0" bIns="0"/>
          <a:lstStyle>
            <a:lvl1pPr marL="0" indent="0">
              <a:lnSpc>
                <a:spcPts val="2200"/>
              </a:lnSpc>
              <a:spcBef>
                <a:spcPct val="0"/>
              </a:spcBef>
              <a:buNone/>
              <a:defRPr sz="2000" b="0" spc="0" baseline="0">
                <a:solidFill>
                  <a:schemeClr val="bg1"/>
                </a:solidFill>
                <a:latin typeface="+mn-lt"/>
                <a:cs typeface="Arial" panose="020B0604020202020204" pitchFamily="34" charset="0"/>
              </a:defRPr>
            </a:lvl1pPr>
          </a:lstStyle>
          <a:p>
            <a:pPr lvl="0"/>
            <a:r>
              <a:rPr lang="en-CA"/>
              <a:t>Subtitle</a:t>
            </a:r>
          </a:p>
        </p:txBody>
      </p:sp>
      <p:cxnSp>
        <p:nvCxnSpPr>
          <p:cNvPr id="16" name="Straight Connector 15"/>
          <p:cNvCxnSpPr/>
          <p:nvPr userDrawn="1"/>
        </p:nvCxnSpPr>
        <p:spPr>
          <a:xfrm>
            <a:off x="406203" y="1501140"/>
            <a:ext cx="262655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rgbClr val="BAC5B9"/>
                </a:solidFill>
                <a:latin typeface="+mn-lt"/>
              </a:rPr>
              <a:t>‹#›</a:t>
            </a:fld>
            <a:endParaRPr lang="en-CA" sz="900">
              <a:solidFill>
                <a:srgbClr val="BAC5B9"/>
              </a:solidFill>
              <a:latin typeface="+mn-lt"/>
            </a:endParaRPr>
          </a:p>
        </p:txBody>
      </p:sp>
      <p:sp>
        <p:nvSpPr>
          <p:cNvPr id="18" name="TextBox 17"/>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a:solidFill>
                  <a:srgbClr val="BAC5B9"/>
                </a:solidFill>
                <a:latin typeface="+mn-lt"/>
                <a:cs typeface="Arial" panose="020B0604020202020204" pitchFamily="34" charset="0"/>
              </a:rPr>
              <a:t>CWB Financial Group</a:t>
            </a:r>
            <a:endParaRPr lang="en-CA" sz="1000" b="1" i="0">
              <a:solidFill>
                <a:srgbClr val="BAC5B9"/>
              </a:solidFill>
              <a:latin typeface="+mn-lt"/>
              <a:cs typeface="Arial" panose="020B0604020202020204" pitchFamily="34" charset="0"/>
            </a:endParaRPr>
          </a:p>
        </p:txBody>
      </p:sp>
    </p:spTree>
    <p:extLst>
      <p:ext uri="{BB962C8B-B14F-4D97-AF65-F5344CB8AC3E}">
        <p14:creationId xmlns:p14="http://schemas.microsoft.com/office/powerpoint/2010/main" val="16598858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tretch>
            <a:fillRect/>
          </a:stretch>
        </a:blipFill>
        <a:effectLst/>
      </p:bgPr>
    </p:bg>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77826" y="2851689"/>
            <a:ext cx="6362700" cy="398089"/>
          </a:xfrm>
          <a:prstGeom prst="rect">
            <a:avLst/>
          </a:prstGeom>
        </p:spPr>
        <p:txBody>
          <a:bodyPr lIns="0" tIns="0" rIns="0" bIns="0"/>
          <a:lstStyle>
            <a:lvl1pPr marL="0" marR="0" indent="0" algn="l" defTabSz="914400" rtl="0" eaLnBrk="1" fontAlgn="auto" latinLnBrk="0" hangingPunct="1">
              <a:lnSpc>
                <a:spcPts val="2000"/>
              </a:lnSpc>
              <a:spcBef>
                <a:spcPct val="0"/>
              </a:spcBef>
              <a:spcAft>
                <a:spcPct val="0"/>
              </a:spcAft>
              <a:buClrTx/>
              <a:buSzTx/>
              <a:buFont typeface="Arial" panose="020B0604020202020204" pitchFamily="34" charset="0"/>
              <a:buNone/>
              <a:defRPr sz="1400" baseline="0">
                <a:solidFill>
                  <a:schemeClr val="bg1"/>
                </a:solidFill>
                <a:latin typeface="+mn-lt"/>
                <a:cs typeface="Arial" panose="020B0604020202020204" pitchFamily="34" charset="0"/>
              </a:defRPr>
            </a:lvl1pPr>
          </a:lstStyle>
          <a:p>
            <a:r>
              <a:rPr lang="en-CA"/>
              <a:t>Additional text…</a:t>
            </a:r>
          </a:p>
        </p:txBody>
      </p:sp>
      <p:sp>
        <p:nvSpPr>
          <p:cNvPr id="8" name="Text Placeholder 9"/>
          <p:cNvSpPr>
            <a:spLocks noGrp="1"/>
          </p:cNvSpPr>
          <p:nvPr>
            <p:ph type="body" sz="quarter" idx="12" hasCustomPrompt="1"/>
          </p:nvPr>
        </p:nvSpPr>
        <p:spPr>
          <a:xfrm>
            <a:off x="377826" y="2239233"/>
            <a:ext cx="8331201" cy="457199"/>
          </a:xfrm>
          <a:prstGeom prst="rect">
            <a:avLst/>
          </a:prstGeom>
        </p:spPr>
        <p:txBody>
          <a:bodyPr lIns="0" tIns="0" rIns="0" bIns="0"/>
          <a:lstStyle>
            <a:lvl1pPr marL="0" marR="0" indent="0" algn="l" defTabSz="914400" rtl="0" eaLnBrk="1" fontAlgn="auto" latinLnBrk="0" hangingPunct="1">
              <a:lnSpc>
                <a:spcPts val="4000"/>
              </a:lnSpc>
              <a:spcBef>
                <a:spcPct val="0"/>
              </a:spcBef>
              <a:spcAft>
                <a:spcPct val="0"/>
              </a:spcAft>
              <a:buClrTx/>
              <a:buSzTx/>
              <a:buFont typeface="Arial" panose="020B0604020202020204" pitchFamily="34" charset="0"/>
              <a:buNone/>
              <a:defRPr sz="3200" spc="-100" baseline="0">
                <a:solidFill>
                  <a:schemeClr val="bg1"/>
                </a:solidFill>
                <a:latin typeface="+mn-lt"/>
                <a:cs typeface="Arial" panose="020B0604020202020204" pitchFamily="34" charset="0"/>
              </a:defRPr>
            </a:lvl1pPr>
          </a:lstStyle>
          <a:p>
            <a:pPr marL="0" marR="0" lvl="0" indent="0" algn="l" defTabSz="914400" rtl="0" eaLnBrk="1" fontAlgn="auto" latinLnBrk="0" hangingPunct="1">
              <a:lnSpc>
                <a:spcPts val="4000"/>
              </a:lnSpc>
              <a:spcBef>
                <a:spcPct val="0"/>
              </a:spcBef>
              <a:spcAft>
                <a:spcPct val="0"/>
              </a:spcAft>
              <a:buClrTx/>
              <a:buSzTx/>
              <a:buFont typeface="Arial" panose="020B0604020202020204" pitchFamily="34" charset="0"/>
              <a:buNone/>
              <a:defRPr/>
            </a:pPr>
            <a:r>
              <a:rPr lang="en-CA"/>
              <a:t>Subtitle</a:t>
            </a:r>
          </a:p>
        </p:txBody>
      </p:sp>
      <p:sp>
        <p:nvSpPr>
          <p:cNvPr id="9" name="Text Placeholder 4"/>
          <p:cNvSpPr>
            <a:spLocks noGrp="1"/>
          </p:cNvSpPr>
          <p:nvPr>
            <p:ph type="body" sz="quarter" idx="14" hasCustomPrompt="1"/>
          </p:nvPr>
        </p:nvSpPr>
        <p:spPr>
          <a:xfrm>
            <a:off x="377826" y="1492530"/>
            <a:ext cx="8350249" cy="528638"/>
          </a:xfrm>
          <a:prstGeom prst="rect">
            <a:avLst/>
          </a:prstGeom>
        </p:spPr>
        <p:txBody>
          <a:bodyPr lIns="0" tIns="0" rIns="0" bIns="0"/>
          <a:lstStyle>
            <a:lvl1pPr marL="0" indent="0">
              <a:lnSpc>
                <a:spcPts val="5800"/>
              </a:lnSpc>
              <a:spcBef>
                <a:spcPct val="0"/>
              </a:spcBef>
              <a:buNone/>
              <a:defRPr sz="4800" spc="-100" baseline="0">
                <a:solidFill>
                  <a:schemeClr val="bg1"/>
                </a:solidFill>
                <a:latin typeface="+mn-lt"/>
                <a:cs typeface="Arial" panose="020B0604020202020204" pitchFamily="34" charset="0"/>
              </a:defRPr>
            </a:lvl1pPr>
          </a:lstStyle>
          <a:p>
            <a:pPr lvl="0"/>
            <a:r>
              <a:rPr lang="en-US"/>
              <a:t>Title</a:t>
            </a:r>
            <a:endParaRPr lang="en-CA"/>
          </a:p>
        </p:txBody>
      </p:sp>
    </p:spTree>
    <p:extLst>
      <p:ext uri="{BB962C8B-B14F-4D97-AF65-F5344CB8AC3E}">
        <p14:creationId xmlns:p14="http://schemas.microsoft.com/office/powerpoint/2010/main" val="15031565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476087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w Title">
    <p:spTree>
      <p:nvGrpSpPr>
        <p:cNvPr id="1" name=""/>
        <p:cNvGrpSpPr/>
        <p:nvPr/>
      </p:nvGrpSpPr>
      <p:grpSpPr>
        <a:xfrm>
          <a:off x="0" y="0"/>
          <a:ext cx="0" cy="0"/>
          <a:chOff x="0" y="0"/>
          <a:chExt cx="0" cy="0"/>
        </a:xfrm>
      </p:grpSpPr>
      <p:sp>
        <p:nvSpPr>
          <p:cNvPr id="7" name="Text Placeholder 3"/>
          <p:cNvSpPr>
            <a:spLocks noGrp="1"/>
          </p:cNvSpPr>
          <p:nvPr>
            <p:ph type="body" sz="quarter" idx="10" hasCustomPrompt="1"/>
          </p:nvPr>
        </p:nvSpPr>
        <p:spPr>
          <a:xfrm>
            <a:off x="4579683" y="4407694"/>
            <a:ext cx="4112747" cy="242886"/>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a:t>Photo Caption</a:t>
            </a:r>
          </a:p>
        </p:txBody>
      </p:sp>
      <p:sp>
        <p:nvSpPr>
          <p:cNvPr id="8" name="Text Placeholder 9"/>
          <p:cNvSpPr>
            <a:spLocks noGrp="1"/>
          </p:cNvSpPr>
          <p:nvPr>
            <p:ph type="body" sz="quarter" idx="12" hasCustomPrompt="1"/>
          </p:nvPr>
        </p:nvSpPr>
        <p:spPr>
          <a:xfrm>
            <a:off x="406203" y="701040"/>
            <a:ext cx="3715741" cy="397483"/>
          </a:xfrm>
          <a:prstGeom prst="rect">
            <a:avLst/>
          </a:prstGeom>
        </p:spPr>
        <p:txBody>
          <a:bodyPr lIns="0" tIns="0" rIns="0" bIns="0"/>
          <a:lstStyle>
            <a:lvl1pPr marL="0" indent="0">
              <a:lnSpc>
                <a:spcPts val="3400"/>
              </a:lnSpc>
              <a:spcBef>
                <a:spcPct val="0"/>
              </a:spcBef>
              <a:buNone/>
              <a:defRPr sz="3200" spc="-100" baseline="0">
                <a:solidFill>
                  <a:srgbClr val="0097A9"/>
                </a:solidFill>
                <a:latin typeface="+mn-lt"/>
                <a:cs typeface="Arial" panose="020B0604020202020204" pitchFamily="34" charset="0"/>
              </a:defRPr>
            </a:lvl1pPr>
          </a:lstStyle>
          <a:p>
            <a:pPr lvl="0"/>
            <a:r>
              <a:rPr lang="en-CA"/>
              <a:t>Title</a:t>
            </a:r>
          </a:p>
        </p:txBody>
      </p:sp>
      <p:sp>
        <p:nvSpPr>
          <p:cNvPr id="9" name="Text Placeholder 9"/>
          <p:cNvSpPr>
            <a:spLocks noGrp="1"/>
          </p:cNvSpPr>
          <p:nvPr>
            <p:ph type="body" sz="quarter" idx="14" hasCustomPrompt="1"/>
          </p:nvPr>
        </p:nvSpPr>
        <p:spPr>
          <a:xfrm>
            <a:off x="406203" y="1157677"/>
            <a:ext cx="3715741" cy="238208"/>
          </a:xfrm>
          <a:prstGeom prst="rect">
            <a:avLst/>
          </a:prstGeom>
        </p:spPr>
        <p:txBody>
          <a:bodyPr lIns="0" tIns="0" rIns="0" bIns="0"/>
          <a:lstStyle>
            <a:lvl1pPr marL="0" indent="0">
              <a:lnSpc>
                <a:spcPts val="2200"/>
              </a:lnSpc>
              <a:spcBef>
                <a:spcPct val="0"/>
              </a:spcBef>
              <a:buNone/>
              <a:defRPr sz="1800" b="0" spc="0" baseline="0">
                <a:solidFill>
                  <a:srgbClr val="DAAA00"/>
                </a:solidFill>
                <a:latin typeface="+mn-lt"/>
                <a:cs typeface="Arial" panose="020B0604020202020204" pitchFamily="34" charset="0"/>
              </a:defRPr>
            </a:lvl1pPr>
          </a:lstStyle>
          <a:p>
            <a:pPr lvl="0"/>
            <a:r>
              <a:rPr lang="en-CA"/>
              <a:t>Subtitle</a:t>
            </a:r>
          </a:p>
        </p:txBody>
      </p:sp>
      <p:sp>
        <p:nvSpPr>
          <p:cNvPr id="10" name="Text Placeholder 3"/>
          <p:cNvSpPr>
            <a:spLocks noGrp="1"/>
          </p:cNvSpPr>
          <p:nvPr>
            <p:ph type="body" sz="quarter" idx="13" hasCustomPrompt="1"/>
          </p:nvPr>
        </p:nvSpPr>
        <p:spPr>
          <a:xfrm>
            <a:off x="406203" y="1744980"/>
            <a:ext cx="3715741" cy="2419825"/>
          </a:xfrm>
          <a:prstGeom prst="rect">
            <a:avLst/>
          </a:prstGeom>
          <a:noFill/>
        </p:spPr>
        <p:txBody>
          <a:bodyPr/>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a:t>Bullet</a:t>
            </a:r>
          </a:p>
          <a:p>
            <a:pPr lvl="1"/>
            <a:r>
              <a:rPr lang="en-US"/>
              <a:t>Second Level</a:t>
            </a:r>
          </a:p>
          <a:p>
            <a:pPr lvl="2"/>
            <a:r>
              <a:rPr lang="en-US"/>
              <a:t>Third level</a:t>
            </a:r>
            <a:endParaRPr lang="en-CA"/>
          </a:p>
          <a:p>
            <a:pPr lvl="0"/>
            <a:r>
              <a:rPr lang="en-CA"/>
              <a:t>Bullet</a:t>
            </a:r>
          </a:p>
          <a:p>
            <a:pPr lvl="0"/>
            <a:r>
              <a:rPr lang="en-CA"/>
              <a:t>Bullet</a:t>
            </a:r>
          </a:p>
          <a:p>
            <a:pPr lvl="0"/>
            <a:r>
              <a:rPr lang="en-CA"/>
              <a:t>Bullet</a:t>
            </a:r>
          </a:p>
        </p:txBody>
      </p:sp>
    </p:spTree>
    <p:extLst>
      <p:ext uri="{BB962C8B-B14F-4D97-AF65-F5344CB8AC3E}">
        <p14:creationId xmlns:p14="http://schemas.microsoft.com/office/powerpoint/2010/main" val="105474849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406203" y="1744981"/>
            <a:ext cx="8280401" cy="2681022"/>
          </a:xfrm>
          <a:prstGeom prst="rect">
            <a:avLst/>
          </a:prstGeom>
          <a:noFill/>
        </p:spPr>
        <p:txBody>
          <a:bodyPr numCol="2" spcCol="144000"/>
          <a:lstStyle>
            <a:lvl1pPr>
              <a:defRPr sz="1500" baseline="0">
                <a:solidFill>
                  <a:schemeClr val="tx1"/>
                </a:solidFill>
                <a:latin typeface="+mn-lt"/>
                <a:cs typeface="Arial" panose="020B0604020202020204" pitchFamily="34" charset="0"/>
              </a:defRPr>
            </a:lvl1pPr>
            <a:lvl2pPr>
              <a:defRPr sz="1400">
                <a:solidFill>
                  <a:schemeClr val="tx1"/>
                </a:solidFill>
                <a:latin typeface="+mn-lt"/>
                <a:cs typeface="Arial" panose="020B0604020202020204" pitchFamily="34" charset="0"/>
              </a:defRPr>
            </a:lvl2pPr>
            <a:lvl3pPr marL="1143000" indent="-228600">
              <a:buFont typeface="Wingdings" panose="05000000000000000000" pitchFamily="2" charset="2"/>
              <a:buChar char="s"/>
              <a:defRPr sz="1200">
                <a:solidFill>
                  <a:schemeClr val="tx1"/>
                </a:solidFill>
                <a:latin typeface="+mn-lt"/>
                <a:cs typeface="Arial" panose="020B0604020202020204" pitchFamily="34" charset="0"/>
              </a:defRPr>
            </a:lvl3pPr>
          </a:lstStyle>
          <a:p>
            <a:pPr lvl="0"/>
            <a:r>
              <a:rPr lang="en-CA"/>
              <a:t>Bullet</a:t>
            </a:r>
          </a:p>
          <a:p>
            <a:pPr lvl="1"/>
            <a:r>
              <a:rPr lang="en-US"/>
              <a:t>Second Level</a:t>
            </a:r>
          </a:p>
          <a:p>
            <a:pPr lvl="2"/>
            <a:r>
              <a:rPr lang="en-US"/>
              <a:t>Third level</a:t>
            </a:r>
            <a:endParaRPr lang="en-CA"/>
          </a:p>
          <a:p>
            <a:pPr lvl="0"/>
            <a:r>
              <a:rPr lang="en-CA"/>
              <a:t>Bullet</a:t>
            </a:r>
          </a:p>
          <a:p>
            <a:pPr lvl="0"/>
            <a:r>
              <a:rPr lang="en-CA"/>
              <a:t>Bullet</a:t>
            </a:r>
          </a:p>
          <a:p>
            <a:pPr lvl="0"/>
            <a:r>
              <a:rPr lang="en-CA"/>
              <a:t>Bullet</a:t>
            </a:r>
          </a:p>
          <a:p>
            <a:pPr lvl="0"/>
            <a:r>
              <a:rPr lang="en-CA"/>
              <a:t>Bullet</a:t>
            </a:r>
          </a:p>
          <a:p>
            <a:pPr lvl="1"/>
            <a:r>
              <a:rPr lang="en-US"/>
              <a:t>Second Level</a:t>
            </a:r>
          </a:p>
          <a:p>
            <a:pPr lvl="2"/>
            <a:r>
              <a:rPr lang="en-US"/>
              <a:t>Third level</a:t>
            </a:r>
            <a:endParaRPr lang="en-CA"/>
          </a:p>
          <a:p>
            <a:pPr lvl="0"/>
            <a:endParaRPr lang="en-CA"/>
          </a:p>
          <a:p>
            <a:pPr lvl="0"/>
            <a:r>
              <a:rPr lang="en-CA"/>
              <a:t>Bullet</a:t>
            </a:r>
          </a:p>
          <a:p>
            <a:pPr lvl="0"/>
            <a:r>
              <a:rPr lang="en-CA"/>
              <a:t>Bullet</a:t>
            </a:r>
          </a:p>
          <a:p>
            <a:pPr lvl="0"/>
            <a:r>
              <a:rPr lang="en-CA"/>
              <a:t>Bullet</a:t>
            </a:r>
          </a:p>
          <a:p>
            <a:pPr lvl="0"/>
            <a:r>
              <a:rPr lang="en-CA"/>
              <a:t>Bullet</a:t>
            </a:r>
          </a:p>
          <a:p>
            <a:pPr lvl="1"/>
            <a:r>
              <a:rPr lang="en-US"/>
              <a:t>Second Level</a:t>
            </a:r>
          </a:p>
          <a:p>
            <a:pPr lvl="2"/>
            <a:r>
              <a:rPr lang="en-US"/>
              <a:t>Third level</a:t>
            </a:r>
            <a:endParaRPr lang="en-CA"/>
          </a:p>
          <a:p>
            <a:pPr lvl="0"/>
            <a:r>
              <a:rPr lang="en-CA"/>
              <a:t>Bullet</a:t>
            </a:r>
          </a:p>
          <a:p>
            <a:pPr lvl="0"/>
            <a:r>
              <a:rPr lang="en-CA"/>
              <a:t>Bullet</a:t>
            </a:r>
          </a:p>
          <a:p>
            <a:pPr lvl="0"/>
            <a:r>
              <a:rPr lang="en-CA"/>
              <a:t>Bullet</a:t>
            </a:r>
          </a:p>
          <a:p>
            <a:pPr lvl="0"/>
            <a:endParaRPr lang="en-CA"/>
          </a:p>
        </p:txBody>
      </p:sp>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ct val="0"/>
              </a:spcBef>
              <a:buNone/>
              <a:defRPr sz="3200" spc="-100" baseline="0">
                <a:solidFill>
                  <a:srgbClr val="0097A9"/>
                </a:solidFill>
                <a:latin typeface="+mn-lt"/>
                <a:cs typeface="Arial" panose="020B0604020202020204" pitchFamily="34" charset="0"/>
              </a:defRPr>
            </a:lvl1pPr>
          </a:lstStyle>
          <a:p>
            <a:pPr lvl="0"/>
            <a:r>
              <a:rPr lang="en-CA"/>
              <a:t>Title</a:t>
            </a:r>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ct val="0"/>
              </a:spcBef>
              <a:buNone/>
              <a:defRPr sz="1800" b="0" spc="0" baseline="0">
                <a:solidFill>
                  <a:srgbClr val="DAAA00"/>
                </a:solidFill>
                <a:latin typeface="+mn-lt"/>
                <a:cs typeface="Arial" panose="020B0604020202020204" pitchFamily="34" charset="0"/>
              </a:defRPr>
            </a:lvl1pPr>
          </a:lstStyle>
          <a:p>
            <a:pPr lvl="0"/>
            <a:r>
              <a:rPr lang="en-CA"/>
              <a:t>Subtitle</a:t>
            </a:r>
          </a:p>
        </p:txBody>
      </p:sp>
    </p:spTree>
    <p:extLst>
      <p:ext uri="{BB962C8B-B14F-4D97-AF65-F5344CB8AC3E}">
        <p14:creationId xmlns:p14="http://schemas.microsoft.com/office/powerpoint/2010/main" val="273198085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 Column">
    <p:spTree>
      <p:nvGrpSpPr>
        <p:cNvPr id="1" name=""/>
        <p:cNvGrpSpPr/>
        <p:nvPr/>
      </p:nvGrpSpPr>
      <p:grpSpPr>
        <a:xfrm>
          <a:off x="0" y="0"/>
          <a:ext cx="0" cy="0"/>
          <a:chOff x="0" y="0"/>
          <a:chExt cx="0" cy="0"/>
        </a:xfrm>
      </p:grpSpPr>
      <p:sp>
        <p:nvSpPr>
          <p:cNvPr id="5" name="Text Placeholder 9"/>
          <p:cNvSpPr>
            <a:spLocks noGrp="1"/>
          </p:cNvSpPr>
          <p:nvPr>
            <p:ph type="body" sz="quarter" idx="12" hasCustomPrompt="1"/>
          </p:nvPr>
        </p:nvSpPr>
        <p:spPr>
          <a:xfrm>
            <a:off x="406203" y="701040"/>
            <a:ext cx="8280401" cy="397483"/>
          </a:xfrm>
          <a:prstGeom prst="rect">
            <a:avLst/>
          </a:prstGeom>
        </p:spPr>
        <p:txBody>
          <a:bodyPr lIns="0" tIns="0" rIns="0" bIns="0"/>
          <a:lstStyle>
            <a:lvl1pPr marL="0" indent="0">
              <a:lnSpc>
                <a:spcPts val="3400"/>
              </a:lnSpc>
              <a:spcBef>
                <a:spcPct val="0"/>
              </a:spcBef>
              <a:buNone/>
              <a:defRPr sz="3200" spc="-100" baseline="0">
                <a:solidFill>
                  <a:srgbClr val="0097A9"/>
                </a:solidFill>
                <a:latin typeface="+mn-lt"/>
                <a:cs typeface="Arial" panose="020B0604020202020204" pitchFamily="34" charset="0"/>
              </a:defRPr>
            </a:lvl1pPr>
          </a:lstStyle>
          <a:p>
            <a:pPr lvl="0"/>
            <a:r>
              <a:rPr lang="en-CA"/>
              <a:t>Title</a:t>
            </a:r>
          </a:p>
        </p:txBody>
      </p:sp>
      <p:sp>
        <p:nvSpPr>
          <p:cNvPr id="6" name="Text Placeholder 9"/>
          <p:cNvSpPr>
            <a:spLocks noGrp="1"/>
          </p:cNvSpPr>
          <p:nvPr>
            <p:ph type="body" sz="quarter" idx="14" hasCustomPrompt="1"/>
          </p:nvPr>
        </p:nvSpPr>
        <p:spPr>
          <a:xfrm>
            <a:off x="406203" y="1157677"/>
            <a:ext cx="8280401" cy="238208"/>
          </a:xfrm>
          <a:prstGeom prst="rect">
            <a:avLst/>
          </a:prstGeom>
        </p:spPr>
        <p:txBody>
          <a:bodyPr lIns="0" tIns="0" rIns="0" bIns="0"/>
          <a:lstStyle>
            <a:lvl1pPr marL="0" indent="0">
              <a:lnSpc>
                <a:spcPts val="2200"/>
              </a:lnSpc>
              <a:spcBef>
                <a:spcPct val="0"/>
              </a:spcBef>
              <a:buNone/>
              <a:defRPr sz="1800" b="0" spc="0" baseline="0">
                <a:solidFill>
                  <a:srgbClr val="DAAA00"/>
                </a:solidFill>
                <a:latin typeface="+mn-lt"/>
                <a:cs typeface="Arial" panose="020B0604020202020204" pitchFamily="34" charset="0"/>
              </a:defRPr>
            </a:lvl1pPr>
          </a:lstStyle>
          <a:p>
            <a:pPr lvl="0"/>
            <a:r>
              <a:rPr lang="en-CA"/>
              <a:t>Subtitle</a:t>
            </a:r>
          </a:p>
        </p:txBody>
      </p:sp>
      <p:sp>
        <p:nvSpPr>
          <p:cNvPr id="7" name="Text Placeholder 6"/>
          <p:cNvSpPr>
            <a:spLocks noGrp="1"/>
          </p:cNvSpPr>
          <p:nvPr>
            <p:ph type="body" sz="quarter" idx="15" hasCustomPrompt="1"/>
          </p:nvPr>
        </p:nvSpPr>
        <p:spPr>
          <a:xfrm>
            <a:off x="406400" y="1636713"/>
            <a:ext cx="8280400" cy="2743200"/>
          </a:xfrm>
          <a:prstGeom prst="rect">
            <a:avLst/>
          </a:prstGeom>
        </p:spPr>
        <p:txBody>
          <a:bodyPr lIns="0" rIns="0"/>
          <a:lstStyle>
            <a:lvl1pPr marL="0" marR="0" indent="0" algn="l" defTabSz="914400" rtl="0" eaLnBrk="1" fontAlgn="auto" latinLnBrk="0" hangingPunct="1">
              <a:lnSpc>
                <a:spcPct val="100000"/>
              </a:lnSpc>
              <a:spcBef>
                <a:spcPct val="20000"/>
              </a:spcBef>
              <a:spcAft>
                <a:spcPct val="0"/>
              </a:spcAft>
              <a:buClrTx/>
              <a:buSzTx/>
              <a:buFont typeface="Arial" panose="020B0604020202020204" pitchFamily="34" charset="0"/>
              <a:buNone/>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ct val="0"/>
              </a:spcAft>
              <a:buClrTx/>
              <a:buSzTx/>
              <a:buFont typeface="Arial" panose="020B0604020202020204" pitchFamily="34" charset="0"/>
              <a:buNone/>
              <a:defRPr/>
            </a:pPr>
            <a:r>
              <a:rPr lang="en-US"/>
              <a:t>Click to add text. Body placeholder text goes here. Aperchil inus, ullabo. Otat. Bissecto occust, to dolupta turbos consequidi aut eos aut dolesequam commole ntotas se volum est aut veliatuint fuga. Sunt volupta tiuntem inulparum et fugioto cusa net aut colossus. Evelegndigim qui ommodiao exceaswum enus as deerro consedi rerum et il est qui cus aut et secsaill to cid et poreupudam unti, uptodemsd blacsccsuam reprio endes autem quie prem aditas discus magnihilibus cusiccs eatumse luptaquie dolum Aperchil inus, ullabo. Otat. Bissecto occust, to dolupta turbos consequidi aut eos aut dolesequam commole ntotas se volum est aut veliatuint fuga. Sunt volupta tiuntem inulparum et fugioto cusa net aut colossus. Evelegndigim qui ommodiao exceaswum enus as deerro consedi rerum et il est qui cus aut et secsaill to cid et poreupudam unti, uptodemsd blacsccsuam reprio.</a:t>
            </a:r>
          </a:p>
        </p:txBody>
      </p:sp>
    </p:spTree>
    <p:extLst>
      <p:ext uri="{BB962C8B-B14F-4D97-AF65-F5344CB8AC3E}">
        <p14:creationId xmlns:p14="http://schemas.microsoft.com/office/powerpoint/2010/main" val="73005624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1 Column">
    <p:spTree>
      <p:nvGrpSpPr>
        <p:cNvPr id="1" name=""/>
        <p:cNvGrpSpPr/>
        <p:nvPr/>
      </p:nvGrpSpPr>
      <p:grpSpPr>
        <a:xfrm>
          <a:off x="0" y="0"/>
          <a:ext cx="0" cy="0"/>
          <a:chOff x="0" y="0"/>
          <a:chExt cx="0" cy="0"/>
        </a:xfrm>
      </p:grpSpPr>
      <p:sp>
        <p:nvSpPr>
          <p:cNvPr id="9" name="Text Placeholder 9"/>
          <p:cNvSpPr>
            <a:spLocks noGrp="1"/>
          </p:cNvSpPr>
          <p:nvPr>
            <p:ph type="body" sz="quarter" idx="12" hasCustomPrompt="1"/>
          </p:nvPr>
        </p:nvSpPr>
        <p:spPr>
          <a:xfrm>
            <a:off x="406203" y="701040"/>
            <a:ext cx="8280597" cy="397483"/>
          </a:xfrm>
          <a:prstGeom prst="rect">
            <a:avLst/>
          </a:prstGeom>
        </p:spPr>
        <p:txBody>
          <a:bodyPr lIns="0" tIns="0" rIns="0" bIns="0"/>
          <a:lstStyle>
            <a:lvl1pPr marL="0" indent="0">
              <a:lnSpc>
                <a:spcPts val="3400"/>
              </a:lnSpc>
              <a:spcBef>
                <a:spcPct val="0"/>
              </a:spcBef>
              <a:buNone/>
              <a:defRPr sz="3200" spc="-100" baseline="0">
                <a:solidFill>
                  <a:srgbClr val="0097A9"/>
                </a:solidFill>
                <a:latin typeface="+mn-lt"/>
                <a:cs typeface="Arial" panose="020B0604020202020204" pitchFamily="34" charset="0"/>
              </a:defRPr>
            </a:lvl1pPr>
          </a:lstStyle>
          <a:p>
            <a:pPr lvl="0"/>
            <a:r>
              <a:rPr lang="en-CA"/>
              <a:t>Title</a:t>
            </a:r>
          </a:p>
        </p:txBody>
      </p:sp>
      <p:sp>
        <p:nvSpPr>
          <p:cNvPr id="10" name="Text Placeholder 9"/>
          <p:cNvSpPr>
            <a:spLocks noGrp="1"/>
          </p:cNvSpPr>
          <p:nvPr>
            <p:ph type="body" sz="quarter" idx="14" hasCustomPrompt="1"/>
          </p:nvPr>
        </p:nvSpPr>
        <p:spPr>
          <a:xfrm>
            <a:off x="406203" y="1157677"/>
            <a:ext cx="8280597" cy="238208"/>
          </a:xfrm>
          <a:prstGeom prst="rect">
            <a:avLst/>
          </a:prstGeom>
        </p:spPr>
        <p:txBody>
          <a:bodyPr lIns="0" tIns="0" rIns="0" bIns="0"/>
          <a:lstStyle>
            <a:lvl1pPr marL="0" indent="0">
              <a:lnSpc>
                <a:spcPts val="2200"/>
              </a:lnSpc>
              <a:spcBef>
                <a:spcPct val="0"/>
              </a:spcBef>
              <a:buNone/>
              <a:defRPr sz="1800" b="0" spc="0" baseline="0">
                <a:solidFill>
                  <a:srgbClr val="DAAA00"/>
                </a:solidFill>
                <a:latin typeface="+mn-lt"/>
                <a:cs typeface="Arial" panose="020B0604020202020204" pitchFamily="34" charset="0"/>
              </a:defRPr>
            </a:lvl1pPr>
          </a:lstStyle>
          <a:p>
            <a:pPr lvl="0"/>
            <a:r>
              <a:rPr lang="en-CA"/>
              <a:t>Subtitle</a:t>
            </a:r>
          </a:p>
        </p:txBody>
      </p:sp>
      <p:sp>
        <p:nvSpPr>
          <p:cNvPr id="6" name="Text Placeholder 6"/>
          <p:cNvSpPr>
            <a:spLocks noGrp="1"/>
          </p:cNvSpPr>
          <p:nvPr>
            <p:ph type="body" sz="quarter" idx="15" hasCustomPrompt="1"/>
          </p:nvPr>
        </p:nvSpPr>
        <p:spPr>
          <a:xfrm>
            <a:off x="406400" y="1636713"/>
            <a:ext cx="8280400" cy="2743200"/>
          </a:xfrm>
          <a:prstGeom prst="rect">
            <a:avLst/>
          </a:prstGeom>
        </p:spPr>
        <p:txBody>
          <a:bodyPr lIns="0" tIns="36000" rIns="0" numCol="2" spcCol="288000"/>
          <a:lstStyle>
            <a:lvl1pPr marL="0" marR="0" indent="0" algn="l" defTabSz="914400" rtl="0" eaLnBrk="1" fontAlgn="auto" latinLnBrk="0" hangingPunct="1">
              <a:lnSpc>
                <a:spcPct val="100000"/>
              </a:lnSpc>
              <a:spcBef>
                <a:spcPct val="20000"/>
              </a:spcBef>
              <a:spcAft>
                <a:spcPct val="0"/>
              </a:spcAft>
              <a:buClrTx/>
              <a:buSzTx/>
              <a:buFont typeface="Arial" panose="020B0604020202020204" pitchFamily="34" charset="0"/>
              <a:buNone/>
              <a:defRPr lang="en-US" sz="1600" b="0" i="0" u="none" strike="noStrike" baseline="0" smtClean="0">
                <a:solidFill>
                  <a:schemeClr val="tx1"/>
                </a:solidFill>
              </a:defRPr>
            </a:lvl1pPr>
            <a:lvl2pPr marL="457200" indent="0">
              <a:buNone/>
              <a:defRPr sz="1600">
                <a:solidFill>
                  <a:schemeClr val="tx1">
                    <a:lumMod val="50000"/>
                    <a:lumOff val="50000"/>
                  </a:schemeClr>
                </a:solidFill>
              </a:defRPr>
            </a:lvl2pPr>
            <a:lvl3pPr marL="914400" indent="0">
              <a:buNone/>
              <a:defRPr sz="1600">
                <a:solidFill>
                  <a:schemeClr val="tx1">
                    <a:lumMod val="50000"/>
                    <a:lumOff val="50000"/>
                  </a:schemeClr>
                </a:solidFill>
              </a:defRPr>
            </a:lvl3pPr>
            <a:lvl4pPr marL="1371600" indent="0">
              <a:buNone/>
              <a:defRPr sz="1600">
                <a:solidFill>
                  <a:schemeClr val="tx1">
                    <a:lumMod val="50000"/>
                    <a:lumOff val="50000"/>
                  </a:schemeClr>
                </a:solidFill>
              </a:defRPr>
            </a:lvl4pPr>
            <a:lvl5pPr marL="1828800" indent="0">
              <a:buNone/>
              <a:defRPr sz="1600">
                <a:solidFill>
                  <a:schemeClr val="tx1">
                    <a:lumMod val="50000"/>
                    <a:lumOff val="50000"/>
                  </a:schemeClr>
                </a:solidFill>
              </a:defRPr>
            </a:lvl5pPr>
          </a:lstStyle>
          <a:p>
            <a:pPr marL="0" marR="0" lvl="0" indent="0" algn="l" defTabSz="914400" rtl="0" eaLnBrk="1" fontAlgn="auto" latinLnBrk="0" hangingPunct="1">
              <a:lnSpc>
                <a:spcPct val="100000"/>
              </a:lnSpc>
              <a:spcBef>
                <a:spcPct val="20000"/>
              </a:spcBef>
              <a:spcAft>
                <a:spcPct val="0"/>
              </a:spcAft>
              <a:buClrTx/>
              <a:buSzTx/>
              <a:buFont typeface="Arial" panose="020B0604020202020204" pitchFamily="34" charset="0"/>
              <a:buNone/>
              <a:defRPr/>
            </a:pPr>
            <a:r>
              <a:rPr lang="en-US"/>
              <a:t>Click to add text. Body placeholder text goes here. Aperchil inus, ullabo. Otat. Bissecto occust, to dolupta turbos consequidi aut eos aut dolesequam aut colossus. </a:t>
            </a:r>
          </a:p>
          <a:p>
            <a:pPr marL="0" marR="0" lvl="0" indent="0" algn="l" defTabSz="914400" rtl="0" eaLnBrk="1" fontAlgn="auto" latinLnBrk="0" hangingPunct="1">
              <a:lnSpc>
                <a:spcPct val="100000"/>
              </a:lnSpc>
              <a:spcBef>
                <a:spcPct val="20000"/>
              </a:spcBef>
              <a:spcAft>
                <a:spcPct val="0"/>
              </a:spcAft>
              <a:buClrTx/>
              <a:buSzTx/>
              <a:buFont typeface="Arial" panose="020B0604020202020204" pitchFamily="34" charset="0"/>
              <a:buNone/>
              <a:defRPr/>
            </a:pPr>
            <a:r>
              <a:rPr lang="en-US" err="1"/>
              <a:t>Evelegndigim enus as deerro consedi rerum et il est qui cus aut et secsaill to cid et poreupudam unti, uptodemsd blacsccsuam reprio endes autem quie prem aditas discus.</a:t>
            </a:r>
          </a:p>
          <a:p>
            <a:pPr marL="0" marR="0" lvl="0" indent="0" algn="l" defTabSz="914400" rtl="0" eaLnBrk="1" fontAlgn="auto" latinLnBrk="0" hangingPunct="1">
              <a:lnSpc>
                <a:spcPct val="100000"/>
              </a:lnSpc>
              <a:spcBef>
                <a:spcPct val="20000"/>
              </a:spcBef>
              <a:spcAft>
                <a:spcPct val="0"/>
              </a:spcAft>
              <a:buClrTx/>
              <a:buSzTx/>
              <a:buFont typeface="Arial" panose="020B0604020202020204" pitchFamily="34" charset="0"/>
              <a:buNone/>
              <a:defRPr/>
            </a:pPr>
            <a:r>
              <a:rPr lang="en-US" err="1"/>
              <a:t>Aperchil inus, ullabo. Otat. Bissecto occust, to Dolupta turbos consequidi aut eos aut. est aut veliatuint fuga. Sunt volupta tiuntem inulparum et fugioto cusa net aut colossus. </a:t>
            </a:r>
          </a:p>
          <a:p>
            <a:pPr marL="0" marR="0" lvl="0" indent="0" algn="l" defTabSz="914400" rtl="0" eaLnBrk="1" fontAlgn="auto" latinLnBrk="0" hangingPunct="1">
              <a:lnSpc>
                <a:spcPct val="100000"/>
              </a:lnSpc>
              <a:spcBef>
                <a:spcPct val="20000"/>
              </a:spcBef>
              <a:spcAft>
                <a:spcPct val="0"/>
              </a:spcAft>
              <a:buClrTx/>
              <a:buSzTx/>
              <a:buFont typeface="Arial" panose="020B0604020202020204" pitchFamily="34" charset="0"/>
              <a:buNone/>
              <a:defRPr/>
            </a:pPr>
            <a:r>
              <a:rPr lang="en-US" err="1"/>
              <a:t>Evelegndigim qui ommodiao exceaswum enus as deerro consedi rerum et il Aperchil inus, ullabo. Otat. </a:t>
            </a:r>
          </a:p>
          <a:p>
            <a:pPr marL="0" marR="0" lvl="0" indent="0" algn="l" defTabSz="914400" rtl="0" eaLnBrk="1" fontAlgn="auto" latinLnBrk="0" hangingPunct="1">
              <a:lnSpc>
                <a:spcPct val="100000"/>
              </a:lnSpc>
              <a:spcBef>
                <a:spcPct val="20000"/>
              </a:spcBef>
              <a:spcAft>
                <a:spcPct val="0"/>
              </a:spcAft>
              <a:buClrTx/>
              <a:buSzTx/>
              <a:buFont typeface="Arial" panose="020B0604020202020204" pitchFamily="34" charset="0"/>
              <a:buNone/>
              <a:defRPr/>
            </a:pPr>
            <a:r>
              <a:rPr lang="en-US" err="1"/>
              <a:t>Bissecto occust, to dolupta turbos consequidi aut eos aut dolesequam commole</a:t>
            </a:r>
            <a:endParaRPr lang="en-US"/>
          </a:p>
          <a:p>
            <a:pPr marL="0" marR="0" lvl="0" indent="0" algn="l" defTabSz="914400" rtl="0" eaLnBrk="1" fontAlgn="auto" latinLnBrk="0" hangingPunct="1">
              <a:lnSpc>
                <a:spcPct val="100000"/>
              </a:lnSpc>
              <a:spcBef>
                <a:spcPct val="20000"/>
              </a:spcBef>
              <a:spcAft>
                <a:spcPct val="0"/>
              </a:spcAft>
              <a:buClrTx/>
              <a:buSzTx/>
              <a:buFont typeface="Arial" panose="020B0604020202020204" pitchFamily="34" charset="0"/>
              <a:buNone/>
              <a:defRPr/>
            </a:pPr>
            <a:r>
              <a:rPr lang="en-US" err="1"/>
              <a:t>Evelegndigim qui ommodiao exceaswum enus as deerro consedi rerum et il est qui cus aut et secsaill to.</a:t>
            </a:r>
          </a:p>
        </p:txBody>
      </p:sp>
    </p:spTree>
    <p:extLst>
      <p:ext uri="{BB962C8B-B14F-4D97-AF65-F5344CB8AC3E}">
        <p14:creationId xmlns:p14="http://schemas.microsoft.com/office/powerpoint/2010/main" val="200267105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Photo w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7286624" y="371475"/>
            <a:ext cx="1373281" cy="4000501"/>
          </a:xfrm>
          <a:prstGeom prst="rect">
            <a:avLst/>
          </a:prstGeom>
        </p:spPr>
        <p:txBody>
          <a:bodyPr lIns="0" tIns="0" rIns="0" bIns="0"/>
          <a:lstStyle>
            <a:lvl1pPr marL="0" indent="0">
              <a:buNone/>
              <a:defRPr sz="1200" b="0">
                <a:solidFill>
                  <a:schemeClr val="tx1"/>
                </a:solidFill>
                <a:latin typeface="+mn-lt"/>
                <a:cs typeface="Arial" panose="020B0604020202020204" pitchFamily="34" charset="0"/>
              </a:defRPr>
            </a:lvl1pPr>
          </a:lstStyle>
          <a:p>
            <a:pPr lvl="0"/>
            <a:r>
              <a:rPr lang="en-US"/>
              <a:t>Photo Caption goes here</a:t>
            </a:r>
          </a:p>
        </p:txBody>
      </p:sp>
    </p:spTree>
    <p:extLst>
      <p:ext uri="{BB962C8B-B14F-4D97-AF65-F5344CB8AC3E}">
        <p14:creationId xmlns:p14="http://schemas.microsoft.com/office/powerpoint/2010/main" val="126265000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03_Title Page-03">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457200" y="2899969"/>
            <a:ext cx="8229600" cy="830997"/>
          </a:xfrm>
          <a:blipFill dpi="0" rotWithShape="1">
            <a:blip r:embed="rId2">
              <a:extLst>
                <a:ext uri="{28A0092B-C50C-407E-A947-70E740481C1C}">
                  <a14:useLocalDpi xmlns:a14="http://schemas.microsoft.com/office/drawing/2010/main" val="0"/>
                </a:ext>
              </a:extLst>
            </a:blip>
            <a:stretch>
              <a:fillRect/>
            </a:stretch>
          </a:blipFill>
        </p:spPr>
        <p:txBody>
          <a:bodyPr/>
          <a:lstStyle>
            <a:lvl1pPr>
              <a:defRPr sz="2700" b="0"/>
            </a:lvl1pPr>
          </a:lstStyle>
          <a:p>
            <a:r>
              <a:rPr lang="en-US"/>
              <a:t>Generic presentation</a:t>
            </a:r>
            <a:br>
              <a:rPr lang="en-US"/>
            </a:br>
            <a:r>
              <a:rPr lang="en-US"/>
              <a:t>title-preset image v03</a:t>
            </a: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5" y="-47625"/>
            <a:ext cx="9142670" cy="2619375"/>
          </a:xfrm>
          <a:prstGeom prst="rect">
            <a:avLst/>
          </a:prstGeom>
        </p:spPr>
      </p:pic>
      <p:sp>
        <p:nvSpPr>
          <p:cNvPr id="8" name="Text Placeholder 3"/>
          <p:cNvSpPr>
            <a:spLocks noGrp="1"/>
          </p:cNvSpPr>
          <p:nvPr>
            <p:ph type="body" sz="quarter" idx="14" hasCustomPrompt="1"/>
          </p:nvPr>
        </p:nvSpPr>
        <p:spPr>
          <a:xfrm>
            <a:off x="400048" y="4377280"/>
            <a:ext cx="5543552" cy="388793"/>
          </a:xfrm>
        </p:spPr>
        <p:txBody>
          <a:bodyPr>
            <a:normAutofit/>
          </a:bodyPr>
          <a:lstStyle>
            <a:lvl1pPr>
              <a:lnSpc>
                <a:spcPct val="100000"/>
              </a:lnSpc>
              <a:defRPr sz="1350">
                <a:solidFill>
                  <a:schemeClr val="tx2"/>
                </a:solidFill>
              </a:defRPr>
            </a:lvl1pPr>
          </a:lstStyle>
          <a:p>
            <a:pPr lvl="0"/>
            <a:r>
              <a:rPr lang="en-US"/>
              <a:t>Type date</a:t>
            </a:r>
          </a:p>
        </p:txBody>
      </p:sp>
      <p:sp>
        <p:nvSpPr>
          <p:cNvPr id="14" name="Text Placeholder 5"/>
          <p:cNvSpPr>
            <a:spLocks noGrp="1"/>
          </p:cNvSpPr>
          <p:nvPr>
            <p:ph type="body" sz="quarter" idx="15" hasCustomPrompt="1"/>
          </p:nvPr>
        </p:nvSpPr>
        <p:spPr>
          <a:xfrm>
            <a:off x="400048" y="3956989"/>
            <a:ext cx="5543552" cy="420290"/>
          </a:xfrm>
        </p:spPr>
        <p:txBody>
          <a:bodyPr>
            <a:normAutofit/>
          </a:bodyPr>
          <a:lstStyle>
            <a:lvl1pPr>
              <a:lnSpc>
                <a:spcPct val="100000"/>
              </a:lnSpc>
              <a:defRPr sz="1650">
                <a:solidFill>
                  <a:schemeClr val="tx2"/>
                </a:solidFill>
              </a:defRPr>
            </a:lvl1pPr>
          </a:lstStyle>
          <a:p>
            <a:pPr lvl="0"/>
            <a:r>
              <a:rPr lang="en-US"/>
              <a:t>Type name</a:t>
            </a:r>
          </a:p>
        </p:txBody>
      </p:sp>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9839" y="3580849"/>
            <a:ext cx="1627433" cy="1072472"/>
          </a:xfrm>
          <a:prstGeom prst="rect">
            <a:avLst/>
          </a:prstGeom>
        </p:spPr>
      </p:pic>
    </p:spTree>
    <p:extLst>
      <p:ext uri="{BB962C8B-B14F-4D97-AF65-F5344CB8AC3E}">
        <p14:creationId xmlns:p14="http://schemas.microsoft.com/office/powerpoint/2010/main" val="1596542621"/>
      </p:ext>
    </p:extLst>
  </p:cSld>
  <p:clrMapOvr>
    <a:masterClrMapping/>
  </p:clrMapOvr>
  <p:transition spd="med"/>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3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4D71F3B-FD71-4AA5-A8D9-AE8EE7958A99}" type="slidenum">
              <a:rPr lang="en-US" smtClean="0"/>
              <a:t>‹#›</a:t>
            </a:fld>
            <a:endParaRPr lang="en-US"/>
          </a:p>
        </p:txBody>
      </p:sp>
      <p:sp>
        <p:nvSpPr>
          <p:cNvPr id="7" name="Title 6"/>
          <p:cNvSpPr>
            <a:spLocks noGrp="1"/>
          </p:cNvSpPr>
          <p:nvPr>
            <p:ph type="title" hasCustomPrompt="1"/>
          </p:nvPr>
        </p:nvSpPr>
        <p:spPr/>
        <p:txBody>
          <a:bodyPr/>
          <a:lstStyle>
            <a:lvl1pPr>
              <a:defRPr/>
            </a:lvl1pPr>
          </a:lstStyle>
          <a:p>
            <a:r>
              <a:rPr lang="en-US"/>
              <a:t>Title only</a:t>
            </a:r>
          </a:p>
        </p:txBody>
      </p:sp>
    </p:spTree>
    <p:extLst>
      <p:ext uri="{BB962C8B-B14F-4D97-AF65-F5344CB8AC3E}">
        <p14:creationId xmlns:p14="http://schemas.microsoft.com/office/powerpoint/2010/main" val="4005326059"/>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6.xml"/><Relationship Id="rId7"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5142574"/>
      </p:ext>
    </p:extLst>
  </p:cSld>
  <p:clrMap bg1="lt1" tx1="dk1" bg2="lt2" tx2="dk2" accent1="accent1" accent2="accent2" accent3="accent3" accent4="accent4" accent5="accent5" accent6="accent6" hlink="hlink" folHlink="folHlink"/>
  <p:sldLayoutIdLst>
    <p:sldLayoutId id="2147483845" r:id="rId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Isosceles Triangle 7"/>
          <p:cNvSpPr/>
          <p:nvPr userDrawn="1"/>
        </p:nvSpPr>
        <p:spPr>
          <a:xfrm rot="18900000">
            <a:off x="-2368025" y="-547688"/>
            <a:ext cx="7300746" cy="3652402"/>
          </a:xfrm>
          <a:prstGeom prst="triangle">
            <a:avLst/>
          </a:prstGeom>
          <a:solidFill>
            <a:srgbClr val="0097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332467499"/>
      </p:ext>
    </p:extLst>
  </p:cSld>
  <p:clrMap bg1="lt1" tx1="dk1" bg2="lt2" tx2="dk2" accent1="accent1" accent2="accent2" accent3="accent3" accent4="accent4" accent5="accent5" accent6="accent6" hlink="hlink" folHlink="folHlink"/>
  <p:sldLayoutIdLst>
    <p:sldLayoutId id="2147483712" r:id="rId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2316797"/>
      </p:ext>
    </p:extLst>
  </p:cSld>
  <p:clrMap bg1="lt1" tx1="dk1" bg2="lt2" tx2="dk2" accent1="accent1" accent2="accent2" accent3="accent3" accent4="accent4" accent5="accent5" accent6="accent6" hlink="hlink" folHlink="folHlink"/>
  <p:sldLayoutIdLst>
    <p:sldLayoutId id="2147483849" r:id="rId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4782809"/>
            <a:ext cx="9144000" cy="357188"/>
          </a:xfrm>
          <a:prstGeom prst="rect">
            <a:avLst/>
          </a:prstGeom>
        </p:spPr>
      </p:pic>
      <p:sp>
        <p:nvSpPr>
          <p:cNvPr id="6" name="Rectangle 5"/>
          <p:cNvSpPr/>
          <p:nvPr userDrawn="1"/>
        </p:nvSpPr>
        <p:spPr>
          <a:xfrm>
            <a:off x="8411284" y="4847236"/>
            <a:ext cx="325730" cy="230832"/>
          </a:xfrm>
          <a:prstGeom prst="rect">
            <a:avLst/>
          </a:prstGeom>
        </p:spPr>
        <p:txBody>
          <a:bodyPr wrap="none">
            <a:spAutoFit/>
          </a:bodyPr>
          <a:lstStyle/>
          <a:p>
            <a:fld id="{167796FD-2C35-44D3-9582-043279E26514}" type="slidenum">
              <a:rPr lang="en-CA" sz="900" b="1" smtClean="0">
                <a:solidFill>
                  <a:schemeClr val="bg1"/>
                </a:solidFill>
                <a:latin typeface="+mn-lt"/>
              </a:rPr>
              <a:t>‹#›</a:t>
            </a:fld>
            <a:endParaRPr lang="en-CA" sz="900">
              <a:solidFill>
                <a:schemeClr val="bg1"/>
              </a:solidFill>
              <a:latin typeface="+mn-lt"/>
            </a:endParaRPr>
          </a:p>
        </p:txBody>
      </p:sp>
      <p:sp>
        <p:nvSpPr>
          <p:cNvPr id="7" name="TextBox 6"/>
          <p:cNvSpPr txBox="1"/>
          <p:nvPr userDrawn="1"/>
        </p:nvSpPr>
        <p:spPr>
          <a:xfrm>
            <a:off x="407942" y="4885010"/>
            <a:ext cx="3916551" cy="153888"/>
          </a:xfrm>
          <a:prstGeom prst="rect">
            <a:avLst/>
          </a:prstGeom>
          <a:noFill/>
        </p:spPr>
        <p:txBody>
          <a:bodyPr wrap="square" lIns="0" tIns="0" rIns="0" bIns="0" rtlCol="0">
            <a:spAutoFit/>
          </a:bodyPr>
          <a:lstStyle/>
          <a:p>
            <a:pPr algn="l"/>
            <a:r>
              <a:rPr lang="en-CA" sz="1000" b="1" i="0" baseline="0">
                <a:solidFill>
                  <a:schemeClr val="bg1"/>
                </a:solidFill>
                <a:latin typeface="+mn-lt"/>
                <a:cs typeface="Arial" panose="020B0604020202020204" pitchFamily="34" charset="0"/>
              </a:rPr>
              <a:t>CWB Financial Group</a:t>
            </a:r>
            <a:endParaRPr lang="en-CA" sz="1000" b="1" i="0">
              <a:solidFill>
                <a:schemeClr val="bg1"/>
              </a:solidFill>
              <a:latin typeface="+mn-lt"/>
              <a:cs typeface="Arial" panose="020B0604020202020204" pitchFamily="34" charset="0"/>
            </a:endParaRPr>
          </a:p>
        </p:txBody>
      </p:sp>
    </p:spTree>
    <p:extLst>
      <p:ext uri="{BB962C8B-B14F-4D97-AF65-F5344CB8AC3E}">
        <p14:creationId xmlns:p14="http://schemas.microsoft.com/office/powerpoint/2010/main" val="3962018525"/>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471115" y="4825683"/>
            <a:ext cx="859535" cy="207433"/>
          </a:xfrm>
          <a:prstGeom prst="rect">
            <a:avLst/>
          </a:prstGeom>
        </p:spPr>
      </p:pic>
      <p:sp>
        <p:nvSpPr>
          <p:cNvPr id="2" name="Title Placeholder 1"/>
          <p:cNvSpPr>
            <a:spLocks noGrp="1"/>
          </p:cNvSpPr>
          <p:nvPr>
            <p:ph type="title"/>
          </p:nvPr>
        </p:nvSpPr>
        <p:spPr>
          <a:xfrm>
            <a:off x="467958" y="231249"/>
            <a:ext cx="8047392" cy="369332"/>
          </a:xfrm>
          <a:prstGeom prst="rect">
            <a:avLst/>
          </a:prstGeom>
          <a:blipFill dpi="0" rotWithShape="1">
            <a:blip r:embed="rId5">
              <a:extLst>
                <a:ext uri="{28A0092B-C50C-407E-A947-70E740481C1C}">
                  <a14:useLocalDpi xmlns:a14="http://schemas.microsoft.com/office/drawing/2010/main" val="0"/>
                </a:ext>
              </a:extLst>
            </a:blip>
            <a:stretch>
              <a:fillRect/>
            </a:stretch>
          </a:blipFill>
        </p:spPr>
        <p:txBody>
          <a:bodyPr vert="horz" wrap="square" lIns="365760" tIns="0" rIns="91440" bIns="0" rtlCol="0" anchor="t" anchorCtr="0">
            <a:spAutoFit/>
          </a:bodyPr>
          <a:lstStyle/>
          <a:p>
            <a:r>
              <a:rPr lang="en-US"/>
              <a:t>Click to edit Master title style</a:t>
            </a:r>
          </a:p>
        </p:txBody>
      </p:sp>
      <p:sp>
        <p:nvSpPr>
          <p:cNvPr id="3" name="Text Placeholder 2"/>
          <p:cNvSpPr>
            <a:spLocks noGrp="1"/>
          </p:cNvSpPr>
          <p:nvPr>
            <p:ph type="body" idx="1"/>
          </p:nvPr>
        </p:nvSpPr>
        <p:spPr>
          <a:xfrm>
            <a:off x="357188" y="1085851"/>
            <a:ext cx="8429625" cy="35468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6"/>
          <a:stretch>
            <a:fillRect/>
          </a:stretch>
        </p:blipFill>
        <p:spPr>
          <a:xfrm>
            <a:off x="8409747" y="4878528"/>
            <a:ext cx="14569" cy="109350"/>
          </a:xfrm>
          <a:prstGeom prst="rect">
            <a:avLst/>
          </a:prstGeom>
        </p:spPr>
      </p:pic>
      <p:sp>
        <p:nvSpPr>
          <p:cNvPr id="5" name="Slide Number Placeholder 4"/>
          <p:cNvSpPr>
            <a:spLocks noGrp="1"/>
          </p:cNvSpPr>
          <p:nvPr>
            <p:ph type="sldNum" sz="quarter" idx="4"/>
          </p:nvPr>
        </p:nvSpPr>
        <p:spPr>
          <a:xfrm>
            <a:off x="8229600" y="4783788"/>
            <a:ext cx="457200" cy="273844"/>
          </a:xfrm>
          <a:prstGeom prst="rect">
            <a:avLst/>
          </a:prstGeom>
        </p:spPr>
        <p:txBody>
          <a:bodyPr vert="horz" lIns="91440" tIns="45720" rIns="91440" bIns="45720" rtlCol="0" anchor="ctr"/>
          <a:lstStyle>
            <a:lvl1pPr algn="r">
              <a:defRPr sz="900">
                <a:solidFill>
                  <a:schemeClr val="accent1"/>
                </a:solidFill>
              </a:defRPr>
            </a:lvl1pPr>
          </a:lstStyle>
          <a:p>
            <a:fld id="{8DB25720-E394-436F-88E1-A447D9B71887}" type="slidenum">
              <a:rPr lang="en-US" smtClean="0"/>
              <a:t>‹#›</a:t>
            </a:fld>
            <a:endParaRPr lang="en-US"/>
          </a:p>
        </p:txBody>
      </p:sp>
    </p:spTree>
    <p:extLst>
      <p:ext uri="{BB962C8B-B14F-4D97-AF65-F5344CB8AC3E}">
        <p14:creationId xmlns:p14="http://schemas.microsoft.com/office/powerpoint/2010/main" val="3548763230"/>
      </p:ext>
    </p:extLst>
  </p:cSld>
  <p:clrMap bg1="lt1" tx1="dk1" bg2="lt2" tx2="dk2" accent1="accent1" accent2="accent2" accent3="accent3" accent4="accent4" accent5="accent5" accent6="accent6" hlink="hlink" folHlink="folHlink"/>
  <p:sldLayoutIdLst>
    <p:sldLayoutId id="2147483860" r:id="rId1"/>
    <p:sldLayoutId id="2147483861" r:id="rId2"/>
  </p:sldLayoutIdLst>
  <p:transition/>
  <p:hf hdr="0" ftr="0" dt="0"/>
  <p:txStyles>
    <p:titleStyle>
      <a:lvl1pPr algn="l" defTabSz="685800" rtl="0" eaLnBrk="1" latinLnBrk="0" hangingPunct="1">
        <a:lnSpc>
          <a:spcPct val="100000"/>
        </a:lnSpc>
        <a:spcBef>
          <a:spcPct val="0"/>
        </a:spcBef>
        <a:buNone/>
        <a:defRPr sz="2400" b="1" kern="1200" baseline="0">
          <a:solidFill>
            <a:schemeClr val="accent1"/>
          </a:solidFill>
          <a:latin typeface="+mj-lt"/>
          <a:ea typeface="+mj-ea"/>
          <a:cs typeface="+mj-cs"/>
        </a:defRPr>
      </a:lvl1pPr>
    </p:titleStyle>
    <p:bodyStyle>
      <a:lvl1pPr marL="0" indent="0" algn="l" defTabSz="685800" rtl="0" eaLnBrk="1" latinLnBrk="0" hangingPunct="1">
        <a:lnSpc>
          <a:spcPct val="110000"/>
        </a:lnSpc>
        <a:spcBef>
          <a:spcPts val="450"/>
        </a:spcBef>
        <a:buClr>
          <a:schemeClr val="tx2"/>
        </a:buClr>
        <a:buSzPct val="110000"/>
        <a:buFont typeface="Arial" panose="020B0604020202020204" pitchFamily="34" charset="0"/>
        <a:buNone/>
        <a:defRPr sz="1838" kern="1200">
          <a:solidFill>
            <a:schemeClr val="accent4">
              <a:lumMod val="50000"/>
            </a:schemeClr>
          </a:solidFill>
          <a:latin typeface="+mn-lt"/>
          <a:ea typeface="+mn-ea"/>
          <a:cs typeface="+mn-cs"/>
        </a:defRPr>
      </a:lvl1pPr>
      <a:lvl2pPr marL="600075" indent="-257175" algn="l" defTabSz="685800" rtl="0" eaLnBrk="1" latinLnBrk="0" hangingPunct="1">
        <a:lnSpc>
          <a:spcPct val="110000"/>
        </a:lnSpc>
        <a:spcBef>
          <a:spcPts val="450"/>
        </a:spcBef>
        <a:buClr>
          <a:schemeClr val="tx2"/>
        </a:buClr>
        <a:buSzPct val="110000"/>
        <a:buFont typeface="Wingdings" panose="05000000000000000000" pitchFamily="2" charset="2"/>
        <a:buChar char="§"/>
        <a:defRPr sz="1650" kern="1200">
          <a:solidFill>
            <a:schemeClr val="accent4">
              <a:lumMod val="50000"/>
            </a:schemeClr>
          </a:solidFill>
          <a:latin typeface="+mn-lt"/>
          <a:ea typeface="+mn-ea"/>
          <a:cs typeface="+mn-cs"/>
        </a:defRPr>
      </a:lvl2pPr>
      <a:lvl3pPr marL="942975" indent="-257175" algn="l" defTabSz="685800" rtl="0" eaLnBrk="1" latinLnBrk="0" hangingPunct="1">
        <a:lnSpc>
          <a:spcPct val="110000"/>
        </a:lnSpc>
        <a:spcBef>
          <a:spcPts val="450"/>
        </a:spcBef>
        <a:buClr>
          <a:schemeClr val="tx2"/>
        </a:buClr>
        <a:buSzPct val="110000"/>
        <a:buFont typeface="Wingdings" panose="05000000000000000000" pitchFamily="2" charset="2"/>
        <a:buChar char="§"/>
        <a:defRPr sz="1500" kern="1200">
          <a:solidFill>
            <a:schemeClr val="accent4">
              <a:lumMod val="50000"/>
            </a:schemeClr>
          </a:solidFill>
          <a:latin typeface="+mn-lt"/>
          <a:ea typeface="+mn-ea"/>
          <a:cs typeface="+mn-cs"/>
        </a:defRPr>
      </a:lvl3pPr>
      <a:lvl4pPr marL="1243013" indent="-214313" algn="l" defTabSz="685800" rtl="0" eaLnBrk="1" latinLnBrk="0" hangingPunct="1">
        <a:lnSpc>
          <a:spcPct val="110000"/>
        </a:lnSpc>
        <a:spcBef>
          <a:spcPts val="450"/>
        </a:spcBef>
        <a:buClr>
          <a:schemeClr val="tx2"/>
        </a:buClr>
        <a:buSzPct val="110000"/>
        <a:buFont typeface="Wingdings" panose="05000000000000000000" pitchFamily="2" charset="2"/>
        <a:buChar char="§"/>
        <a:defRPr sz="1350" kern="1200">
          <a:solidFill>
            <a:schemeClr val="accent4">
              <a:lumMod val="50000"/>
            </a:schemeClr>
          </a:solidFill>
          <a:latin typeface="+mn-lt"/>
          <a:ea typeface="+mn-ea"/>
          <a:cs typeface="+mn-cs"/>
        </a:defRPr>
      </a:lvl4pPr>
      <a:lvl5pPr marL="1585913" indent="-214313" algn="l" defTabSz="685800" rtl="0" eaLnBrk="1" latinLnBrk="0" hangingPunct="1">
        <a:lnSpc>
          <a:spcPct val="110000"/>
        </a:lnSpc>
        <a:spcBef>
          <a:spcPts val="450"/>
        </a:spcBef>
        <a:buClr>
          <a:schemeClr val="tx2"/>
        </a:buClr>
        <a:buSzPct val="110000"/>
        <a:buFont typeface="Wingdings" panose="05000000000000000000" pitchFamily="2" charset="2"/>
        <a:buChar char="§"/>
        <a:defRPr sz="1350" kern="1200">
          <a:solidFill>
            <a:schemeClr val="accent4">
              <a:lumMod val="50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88">
          <p15:clr>
            <a:srgbClr val="F26B43"/>
          </p15:clr>
        </p15:guide>
        <p15:guide id="4" pos="528">
          <p15:clr>
            <a:srgbClr val="F26B43"/>
          </p15:clr>
        </p15:guide>
        <p15:guide id="5" pos="7152">
          <p15:clr>
            <a:srgbClr val="F26B43"/>
          </p15:clr>
        </p15:guide>
        <p15:guide id="6" pos="7296">
          <p15:clr>
            <a:srgbClr val="F26B43"/>
          </p15:clr>
        </p15:guide>
        <p15:guide id="7" orient="horz" pos="3888">
          <p15:clr>
            <a:srgbClr val="F26B43"/>
          </p15:clr>
        </p15:guide>
        <p15:guide id="8" orient="horz" pos="192">
          <p15:clr>
            <a:srgbClr val="F26B43"/>
          </p15:clr>
        </p15:guide>
        <p15:guide id="9" orient="horz" pos="912">
          <p15:clr>
            <a:srgbClr val="F26B43"/>
          </p15:clr>
        </p15:guide>
        <p15:guide id="10" orient="horz" pos="432">
          <p15:clr>
            <a:srgbClr val="F26B43"/>
          </p15:clr>
        </p15:guide>
        <p15:guide id="11" pos="7392">
          <p15:clr>
            <a:srgbClr val="F26B43"/>
          </p15:clr>
        </p15:guide>
        <p15:guide id="12" orient="horz" pos="52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hyperlink" Target="https://sp.cwb.local/projects/pmo2/Digital%20Program/Digital%20Program%20SharePoint/1%20Program%20Management/03.%20Execution/01%20Design/Business%20Analysis/Digital%20-%20Requirements%20Workflow%20-%20Current%20and%20Future%20State%20-%20Overview.pdf" TargetMode="Externa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556184-1D4D-4135-9D76-F61ADACA816C}"/>
              </a:ext>
            </a:extLst>
          </p:cNvPr>
          <p:cNvSpPr>
            <a:spLocks noGrp="1"/>
          </p:cNvSpPr>
          <p:nvPr>
            <p:ph type="body" sz="quarter" idx="13"/>
          </p:nvPr>
        </p:nvSpPr>
        <p:spPr/>
        <p:txBody>
          <a:bodyPr/>
          <a:lstStyle/>
          <a:p>
            <a:r>
              <a:rPr lang="en-US"/>
              <a:t>Sherry McMillan</a:t>
            </a:r>
          </a:p>
          <a:p>
            <a:r>
              <a:rPr lang="en-US"/>
              <a:t>Sr Manager, Business Analysis</a:t>
            </a:r>
          </a:p>
          <a:p>
            <a:r>
              <a:rPr lang="en-US"/>
              <a:t>February 3rd, 2022</a:t>
            </a:r>
          </a:p>
          <a:p>
            <a:endParaRPr lang="en-CA"/>
          </a:p>
        </p:txBody>
      </p:sp>
      <p:sp>
        <p:nvSpPr>
          <p:cNvPr id="3" name="Text Placeholder 2">
            <a:extLst>
              <a:ext uri="{FF2B5EF4-FFF2-40B4-BE49-F238E27FC236}">
                <a16:creationId xmlns:a16="http://schemas.microsoft.com/office/drawing/2014/main" id="{EDEA61C5-8924-4CD1-9011-2F93E2CFFDED}"/>
              </a:ext>
            </a:extLst>
          </p:cNvPr>
          <p:cNvSpPr>
            <a:spLocks noGrp="1"/>
          </p:cNvSpPr>
          <p:nvPr>
            <p:ph type="body" sz="quarter" idx="12"/>
          </p:nvPr>
        </p:nvSpPr>
        <p:spPr/>
        <p:txBody>
          <a:bodyPr/>
          <a:lstStyle/>
          <a:p>
            <a:r>
              <a:rPr lang="en-US" b="1">
                <a:solidFill>
                  <a:srgbClr val="003B5C"/>
                </a:solidFill>
              </a:rPr>
              <a:t>Digital – R1.2 Requirements Approach</a:t>
            </a:r>
            <a:endParaRPr lang="en-CA" b="1">
              <a:solidFill>
                <a:srgbClr val="003B5C"/>
              </a:solidFill>
            </a:endParaRPr>
          </a:p>
        </p:txBody>
      </p:sp>
      <p:sp>
        <p:nvSpPr>
          <p:cNvPr id="4" name="Text Placeholder 3">
            <a:extLst>
              <a:ext uri="{FF2B5EF4-FFF2-40B4-BE49-F238E27FC236}">
                <a16:creationId xmlns:a16="http://schemas.microsoft.com/office/drawing/2014/main" id="{8EB89C17-32C1-4E64-94D6-A2A904862171}"/>
              </a:ext>
            </a:extLst>
          </p:cNvPr>
          <p:cNvSpPr>
            <a:spLocks noGrp="1"/>
          </p:cNvSpPr>
          <p:nvPr>
            <p:ph type="body" sz="quarter" idx="14"/>
          </p:nvPr>
        </p:nvSpPr>
        <p:spPr/>
        <p:txBody>
          <a:bodyPr/>
          <a:lstStyle/>
          <a:p>
            <a:r>
              <a:rPr lang="en-US"/>
              <a:t>Business Analysis</a:t>
            </a:r>
            <a:endParaRPr lang="en-CA"/>
          </a:p>
        </p:txBody>
      </p:sp>
    </p:spTree>
    <p:extLst>
      <p:ext uri="{BB962C8B-B14F-4D97-AF65-F5344CB8AC3E}">
        <p14:creationId xmlns:p14="http://schemas.microsoft.com/office/powerpoint/2010/main" val="232525514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3CEEED-7024-496E-9DC2-8635916CF06D}"/>
              </a:ext>
            </a:extLst>
          </p:cNvPr>
          <p:cNvSpPr>
            <a:spLocks noGrp="1"/>
          </p:cNvSpPr>
          <p:nvPr>
            <p:ph type="body" sz="quarter" idx="12"/>
          </p:nvPr>
        </p:nvSpPr>
        <p:spPr>
          <a:xfrm>
            <a:off x="406202" y="231140"/>
            <a:ext cx="8280401" cy="397483"/>
          </a:xfrm>
        </p:spPr>
        <p:txBody>
          <a:bodyPr/>
          <a:lstStyle/>
          <a:p>
            <a:r>
              <a:rPr lang="en-US"/>
              <a:t>Recommendations – Immediate Next Steps</a:t>
            </a:r>
            <a:endParaRPr lang="en-CA"/>
          </a:p>
        </p:txBody>
      </p:sp>
      <p:sp>
        <p:nvSpPr>
          <p:cNvPr id="6" name="TextBox 5">
            <a:extLst>
              <a:ext uri="{FF2B5EF4-FFF2-40B4-BE49-F238E27FC236}">
                <a16:creationId xmlns:a16="http://schemas.microsoft.com/office/drawing/2014/main" id="{20121A91-2442-4C55-ACA4-79DEFF675F15}"/>
              </a:ext>
            </a:extLst>
          </p:cNvPr>
          <p:cNvSpPr txBox="1"/>
          <p:nvPr/>
        </p:nvSpPr>
        <p:spPr>
          <a:xfrm>
            <a:off x="359177" y="826523"/>
            <a:ext cx="8374450" cy="4832092"/>
          </a:xfrm>
          <a:prstGeom prst="rect">
            <a:avLst/>
          </a:prstGeom>
          <a:noFill/>
        </p:spPr>
        <p:txBody>
          <a:bodyPr wrap="square" rtlCol="0">
            <a:spAutoFit/>
          </a:bodyPr>
          <a:lstStyle/>
          <a:p>
            <a:pPr lvl="1"/>
            <a:endParaRPr lang="en-US" sz="2800"/>
          </a:p>
          <a:p>
            <a:pPr marL="228600" lvl="1" indent="-228600">
              <a:buFontTx/>
              <a:buAutoNum type="arabicPeriod"/>
            </a:pPr>
            <a:r>
              <a:rPr lang="en-US" sz="2800"/>
              <a:t> Define and train out ownership for BA Responsibilities</a:t>
            </a:r>
          </a:p>
          <a:p>
            <a:pPr marL="228600" lvl="1" indent="-228600">
              <a:buFontTx/>
              <a:buAutoNum type="arabicPeriod"/>
            </a:pPr>
            <a:r>
              <a:rPr lang="en-US" sz="2800"/>
              <a:t> Improve the efficiencies of meetings</a:t>
            </a:r>
          </a:p>
          <a:p>
            <a:pPr marL="228600" lvl="1" indent="-228600">
              <a:buAutoNum type="arabicPeriod"/>
            </a:pPr>
            <a:r>
              <a:rPr lang="en-US" sz="2800"/>
              <a:t> Transparency and tracking of deliverables</a:t>
            </a:r>
          </a:p>
          <a:p>
            <a:pPr marL="0" lvl="1"/>
            <a:endParaRPr lang="en-US" sz="2800"/>
          </a:p>
          <a:p>
            <a:pPr marL="228600" lvl="1" indent="-228600">
              <a:buAutoNum type="arabicPeriod"/>
            </a:pPr>
            <a:endParaRPr lang="en-US" sz="2800"/>
          </a:p>
          <a:p>
            <a:pPr marL="0" lvl="1"/>
            <a:r>
              <a:rPr lang="en-US" sz="2800"/>
              <a:t>Both CWB and Temenos Teams working together. </a:t>
            </a:r>
          </a:p>
          <a:p>
            <a:pPr marL="0" lvl="1"/>
            <a:endParaRPr lang="en-US" sz="2800"/>
          </a:p>
          <a:p>
            <a:pPr marL="0" lvl="1"/>
            <a:endParaRPr lang="en-US" sz="2800"/>
          </a:p>
          <a:p>
            <a:pPr marL="0" lvl="1"/>
            <a:endParaRPr lang="en-US" sz="2800"/>
          </a:p>
          <a:p>
            <a:pPr marL="0" lvl="1"/>
            <a:r>
              <a:rPr lang="en-US" sz="2800"/>
              <a:t> </a:t>
            </a:r>
          </a:p>
        </p:txBody>
      </p:sp>
    </p:spTree>
    <p:extLst>
      <p:ext uri="{BB962C8B-B14F-4D97-AF65-F5344CB8AC3E}">
        <p14:creationId xmlns:p14="http://schemas.microsoft.com/office/powerpoint/2010/main" val="206222971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3CEEED-7024-496E-9DC2-8635916CF06D}"/>
              </a:ext>
            </a:extLst>
          </p:cNvPr>
          <p:cNvSpPr>
            <a:spLocks noGrp="1"/>
          </p:cNvSpPr>
          <p:nvPr>
            <p:ph type="body" sz="quarter" idx="12"/>
          </p:nvPr>
        </p:nvSpPr>
        <p:spPr>
          <a:xfrm>
            <a:off x="406202" y="231140"/>
            <a:ext cx="8280401" cy="397483"/>
          </a:xfrm>
        </p:spPr>
        <p:txBody>
          <a:bodyPr/>
          <a:lstStyle/>
          <a:p>
            <a:r>
              <a:rPr lang="en-US"/>
              <a:t>What Does Success Look Like</a:t>
            </a:r>
            <a:endParaRPr lang="en-CA"/>
          </a:p>
        </p:txBody>
      </p:sp>
      <p:sp>
        <p:nvSpPr>
          <p:cNvPr id="6" name="TextBox 5">
            <a:extLst>
              <a:ext uri="{FF2B5EF4-FFF2-40B4-BE49-F238E27FC236}">
                <a16:creationId xmlns:a16="http://schemas.microsoft.com/office/drawing/2014/main" id="{20121A91-2442-4C55-ACA4-79DEFF675F15}"/>
              </a:ext>
            </a:extLst>
          </p:cNvPr>
          <p:cNvSpPr txBox="1"/>
          <p:nvPr/>
        </p:nvSpPr>
        <p:spPr>
          <a:xfrm>
            <a:off x="225827" y="628623"/>
            <a:ext cx="8374450" cy="6586418"/>
          </a:xfrm>
          <a:prstGeom prst="rect">
            <a:avLst/>
          </a:prstGeom>
          <a:noFill/>
        </p:spPr>
        <p:txBody>
          <a:bodyPr wrap="square" rtlCol="0">
            <a:spAutoFit/>
          </a:bodyPr>
          <a:lstStyle/>
          <a:p>
            <a:pPr lvl="1"/>
            <a:endParaRPr lang="en-US" sz="2800"/>
          </a:p>
          <a:p>
            <a:pPr lvl="3" indent="-457200">
              <a:buFont typeface="Arial" panose="020B0604020202020204" pitchFamily="34" charset="0"/>
              <a:buChar char="•"/>
            </a:pPr>
            <a:r>
              <a:rPr lang="en-US"/>
              <a:t>We have a common understanding of </a:t>
            </a:r>
          </a:p>
          <a:p>
            <a:pPr lvl="4" indent="-457200">
              <a:buFont typeface="Arial" panose="020B0604020202020204" pitchFamily="34" charset="0"/>
              <a:buChar char="•"/>
            </a:pPr>
            <a:r>
              <a:rPr lang="en-US"/>
              <a:t>What the Business Need is</a:t>
            </a:r>
          </a:p>
          <a:p>
            <a:pPr lvl="4" indent="-457200">
              <a:buFont typeface="Arial" panose="020B0604020202020204" pitchFamily="34" charset="0"/>
              <a:buChar char="•"/>
            </a:pPr>
            <a:r>
              <a:rPr lang="en-US"/>
              <a:t>How the solution is filling it</a:t>
            </a:r>
          </a:p>
          <a:p>
            <a:pPr lvl="3" indent="-457200">
              <a:buFont typeface="Arial" panose="020B0604020202020204" pitchFamily="34" charset="0"/>
              <a:buChar char="•"/>
            </a:pPr>
            <a:r>
              <a:rPr lang="en-US"/>
              <a:t>All stakeholders can easily find the answer to the points above</a:t>
            </a:r>
          </a:p>
          <a:p>
            <a:pPr lvl="4" indent="-457200">
              <a:buFont typeface="Arial" panose="020B0604020202020204" pitchFamily="34" charset="0"/>
              <a:buChar char="•"/>
            </a:pPr>
            <a:r>
              <a:rPr lang="en-US"/>
              <a:t>We don’t need to ask: “What did we decide?”</a:t>
            </a:r>
          </a:p>
          <a:p>
            <a:pPr lvl="4" indent="-457200">
              <a:buFont typeface="Arial" panose="020B0604020202020204" pitchFamily="34" charset="0"/>
              <a:buChar char="•"/>
            </a:pPr>
            <a:r>
              <a:rPr lang="en-US"/>
              <a:t>The answers are complete, correct, and consistent (no missing or conflicting documentation)</a:t>
            </a:r>
          </a:p>
          <a:p>
            <a:pPr lvl="3" indent="-457200">
              <a:buFont typeface="Arial" panose="020B0604020202020204" pitchFamily="34" charset="0"/>
              <a:buChar char="•"/>
            </a:pPr>
            <a:r>
              <a:rPr lang="en-US"/>
              <a:t>Dev has what they need to code</a:t>
            </a:r>
          </a:p>
          <a:p>
            <a:pPr lvl="3" indent="-457200">
              <a:buFont typeface="Arial" panose="020B0604020202020204" pitchFamily="34" charset="0"/>
              <a:buChar char="•"/>
            </a:pPr>
            <a:r>
              <a:rPr lang="en-US"/>
              <a:t>QA has what they need to test</a:t>
            </a:r>
          </a:p>
          <a:p>
            <a:pPr lvl="3" indent="-457200">
              <a:buFont typeface="Arial" panose="020B0604020202020204" pitchFamily="34" charset="0"/>
              <a:buChar char="•"/>
            </a:pPr>
            <a:r>
              <a:rPr lang="en-US"/>
              <a:t>We all have what we need to support and maintain (or even enhance) the solution in the future. </a:t>
            </a:r>
          </a:p>
          <a:p>
            <a:pPr marL="914400" lvl="3"/>
            <a:endParaRPr lang="en-US" sz="2800"/>
          </a:p>
          <a:p>
            <a:pPr marL="228600" lvl="1" indent="-228600">
              <a:buAutoNum type="arabicPeriod"/>
            </a:pPr>
            <a:endParaRPr lang="en-US" sz="2800"/>
          </a:p>
          <a:p>
            <a:pPr marL="0" lvl="1"/>
            <a:r>
              <a:rPr lang="en-US" sz="2800"/>
              <a:t> </a:t>
            </a:r>
          </a:p>
          <a:p>
            <a:pPr marL="0" lvl="1"/>
            <a:endParaRPr lang="en-US" sz="2800"/>
          </a:p>
          <a:p>
            <a:pPr marL="0" lvl="1"/>
            <a:endParaRPr lang="en-US" sz="2800"/>
          </a:p>
          <a:p>
            <a:pPr marL="0" lvl="1"/>
            <a:endParaRPr lang="en-US" sz="2800"/>
          </a:p>
          <a:p>
            <a:pPr marL="0" lvl="1"/>
            <a:r>
              <a:rPr lang="en-US" sz="2800"/>
              <a:t> </a:t>
            </a:r>
          </a:p>
        </p:txBody>
      </p:sp>
    </p:spTree>
    <p:extLst>
      <p:ext uri="{BB962C8B-B14F-4D97-AF65-F5344CB8AC3E}">
        <p14:creationId xmlns:p14="http://schemas.microsoft.com/office/powerpoint/2010/main" val="317405497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3CEEED-7024-496E-9DC2-8635916CF06D}"/>
              </a:ext>
            </a:extLst>
          </p:cNvPr>
          <p:cNvSpPr>
            <a:spLocks noGrp="1"/>
          </p:cNvSpPr>
          <p:nvPr>
            <p:ph type="body" sz="quarter" idx="12"/>
          </p:nvPr>
        </p:nvSpPr>
        <p:spPr>
          <a:xfrm>
            <a:off x="406202" y="231140"/>
            <a:ext cx="8280401" cy="397483"/>
          </a:xfrm>
        </p:spPr>
        <p:txBody>
          <a:bodyPr/>
          <a:lstStyle/>
          <a:p>
            <a:r>
              <a:rPr lang="en-US"/>
              <a:t>What Can We Do Right Now? </a:t>
            </a:r>
            <a:r>
              <a:rPr lang="en-US" sz="1600">
                <a:solidFill>
                  <a:srgbClr val="DAAA00"/>
                </a:solidFill>
              </a:rPr>
              <a:t> </a:t>
            </a:r>
            <a:endParaRPr lang="en-CA" sz="3200">
              <a:solidFill>
                <a:srgbClr val="DAAA00"/>
              </a:solidFill>
            </a:endParaRPr>
          </a:p>
          <a:p>
            <a:endParaRPr lang="en-US"/>
          </a:p>
        </p:txBody>
      </p:sp>
      <p:sp>
        <p:nvSpPr>
          <p:cNvPr id="6" name="TextBox 5">
            <a:extLst>
              <a:ext uri="{FF2B5EF4-FFF2-40B4-BE49-F238E27FC236}">
                <a16:creationId xmlns:a16="http://schemas.microsoft.com/office/drawing/2014/main" id="{20121A91-2442-4C55-ACA4-79DEFF675F15}"/>
              </a:ext>
            </a:extLst>
          </p:cNvPr>
          <p:cNvSpPr txBox="1"/>
          <p:nvPr/>
        </p:nvSpPr>
        <p:spPr>
          <a:xfrm>
            <a:off x="158750" y="591202"/>
            <a:ext cx="8280401" cy="4662815"/>
          </a:xfrm>
          <a:prstGeom prst="rect">
            <a:avLst/>
          </a:prstGeom>
          <a:noFill/>
        </p:spPr>
        <p:txBody>
          <a:bodyPr wrap="square" rtlCol="0">
            <a:spAutoFit/>
          </a:bodyPr>
          <a:lstStyle/>
          <a:p>
            <a:pPr marL="685800" lvl="1" indent="-228600">
              <a:buFont typeface="+mj-lt"/>
              <a:buAutoNum type="alphaLcParenR"/>
            </a:pPr>
            <a:endParaRPr lang="en-US" sz="1400"/>
          </a:p>
          <a:p>
            <a:pPr lvl="1"/>
            <a:r>
              <a:rPr lang="en-US" sz="1400" b="1">
                <a:solidFill>
                  <a:srgbClr val="DAAA00"/>
                </a:solidFill>
              </a:rPr>
              <a:t>PREPARATION</a:t>
            </a:r>
          </a:p>
          <a:p>
            <a:pPr marL="800100" lvl="1" indent="-342900">
              <a:buFont typeface="Wingdings" panose="05000000000000000000" pitchFamily="2" charset="2"/>
              <a:buChar char="§"/>
            </a:pPr>
            <a:r>
              <a:rPr lang="en-US" sz="1050"/>
              <a:t>Temenos to give at least 2 business days lead time on meeting agendas </a:t>
            </a:r>
          </a:p>
          <a:p>
            <a:pPr marL="1257300" lvl="2" indent="-342900">
              <a:buFont typeface="Arial" panose="020B0604020202020204" pitchFamily="34" charset="0"/>
              <a:buChar char="•"/>
            </a:pPr>
            <a:r>
              <a:rPr lang="en-US" sz="1050"/>
              <a:t>The goal for the meeting, and each agenda item, is clearly stated</a:t>
            </a:r>
          </a:p>
          <a:p>
            <a:pPr marL="1257300" lvl="2" indent="-342900">
              <a:buFont typeface="Arial" panose="020B0604020202020204" pitchFamily="34" charset="0"/>
              <a:buChar char="•"/>
            </a:pPr>
            <a:r>
              <a:rPr lang="en-US" sz="1050"/>
              <a:t>The Temenos team in the room to understand the base product and have the right people in the room to answer questions.</a:t>
            </a:r>
          </a:p>
          <a:p>
            <a:pPr marL="1257300" lvl="2" indent="-342900">
              <a:buFont typeface="Arial" panose="020B0604020202020204" pitchFamily="34" charset="0"/>
              <a:buChar char="•"/>
            </a:pPr>
            <a:r>
              <a:rPr lang="en-US" sz="1050"/>
              <a:t>Temenos to provide supporting existing documentation for the agenda items. </a:t>
            </a:r>
          </a:p>
          <a:p>
            <a:pPr lvl="1"/>
            <a:r>
              <a:rPr lang="en-US" sz="1400" b="1">
                <a:solidFill>
                  <a:srgbClr val="DAAA00"/>
                </a:solidFill>
              </a:rPr>
              <a:t>FACILITATION</a:t>
            </a:r>
          </a:p>
          <a:p>
            <a:pPr marL="742950" lvl="1" indent="-285750">
              <a:buFont typeface="Wingdings" panose="05000000000000000000" pitchFamily="2" charset="2"/>
              <a:buChar char="§"/>
            </a:pPr>
            <a:r>
              <a:rPr lang="en-US" sz="1050"/>
              <a:t>Start with the goal of the meeting/agenda item.</a:t>
            </a:r>
          </a:p>
          <a:p>
            <a:pPr marL="742950" lvl="1" indent="-285750">
              <a:buFont typeface="Wingdings" panose="05000000000000000000" pitchFamily="2" charset="2"/>
              <a:buChar char="§"/>
            </a:pPr>
            <a:r>
              <a:rPr lang="en-US" sz="1050"/>
              <a:t>Focus on the User Task/Experience – Center on how it relates back to the stated business need. Articulate the business need as the user goal. Review the story and describe if/how that functionality meets the user goal. </a:t>
            </a:r>
          </a:p>
          <a:p>
            <a:pPr marL="1200150" lvl="2" indent="-285750">
              <a:buFont typeface="Wingdings" panose="05000000000000000000" pitchFamily="2" charset="2"/>
              <a:buChar char="§"/>
            </a:pPr>
            <a:r>
              <a:rPr lang="en-US" sz="1050"/>
              <a:t>As feature documentation does not cover end-to-end flows, provide consistent user journeys.</a:t>
            </a:r>
          </a:p>
          <a:p>
            <a:pPr marL="742950" lvl="1" indent="-285750">
              <a:buFont typeface="Wingdings" panose="05000000000000000000" pitchFamily="2" charset="2"/>
              <a:buChar char="§"/>
            </a:pPr>
            <a:r>
              <a:rPr lang="en-US" sz="1050"/>
              <a:t>Show the supporting materials – a picture is worth a thousand words. </a:t>
            </a:r>
          </a:p>
          <a:p>
            <a:pPr marL="742950" lvl="1" indent="-285750">
              <a:buFont typeface="Wingdings" panose="05000000000000000000" pitchFamily="2" charset="2"/>
              <a:buChar char="§"/>
            </a:pPr>
            <a:r>
              <a:rPr lang="en-US" sz="1050"/>
              <a:t>Where edits have been done since the last meeting, focus on the change and, again, state the goal.</a:t>
            </a:r>
          </a:p>
          <a:p>
            <a:pPr marL="742950" lvl="1" indent="-285750">
              <a:buFont typeface="Wingdings" panose="05000000000000000000" pitchFamily="2" charset="2"/>
              <a:buChar char="§"/>
            </a:pPr>
            <a:r>
              <a:rPr lang="en-US" sz="1050"/>
              <a:t>Where the conversation is resolved by standards stated elsewhere, refer the conversation to those standards; do not try to build or change standards in these meetings.  </a:t>
            </a:r>
          </a:p>
          <a:p>
            <a:pPr marL="742950" lvl="1" indent="-285750">
              <a:buFont typeface="Wingdings" panose="05000000000000000000" pitchFamily="2" charset="2"/>
              <a:buChar char="§"/>
            </a:pPr>
            <a:r>
              <a:rPr lang="en-US" sz="1050"/>
              <a:t>OTTB features, for the most part, have identified gaps. Therefore, focus the discussion on the gaps with a goal for agreement on how to fill those gaps. </a:t>
            </a:r>
          </a:p>
          <a:p>
            <a:pPr marL="742950" lvl="1" indent="-285750">
              <a:buFont typeface="Wingdings" panose="05000000000000000000" pitchFamily="2" charset="2"/>
              <a:buChar char="§"/>
            </a:pPr>
            <a:r>
              <a:rPr lang="en-US" sz="1050"/>
              <a:t>User Stories to be written after above discussions have been had and both teams are aligned. </a:t>
            </a:r>
          </a:p>
          <a:p>
            <a:pPr marL="742950" lvl="1" indent="-285750">
              <a:buFont typeface="Wingdings" panose="05000000000000000000" pitchFamily="2" charset="2"/>
              <a:buChar char="§"/>
            </a:pPr>
            <a:r>
              <a:rPr lang="en-CA" sz="1050"/>
              <a:t>UX flows to follow initial story/high level requirements, with final mocks delivered with or after the final story approval.  </a:t>
            </a:r>
            <a:endParaRPr lang="en-US" sz="1050"/>
          </a:p>
          <a:p>
            <a:pPr lvl="1"/>
            <a:endParaRPr lang="en-US" sz="1400" b="1"/>
          </a:p>
          <a:p>
            <a:pPr lvl="1"/>
            <a:r>
              <a:rPr lang="en-US" sz="1400" b="1">
                <a:solidFill>
                  <a:srgbClr val="DAAA00"/>
                </a:solidFill>
              </a:rPr>
              <a:t>COMMUNICATION</a:t>
            </a:r>
          </a:p>
          <a:p>
            <a:pPr lvl="1"/>
            <a:r>
              <a:rPr lang="en-US" sz="1050"/>
              <a:t>Use agreed-upon terms for requirements and for feature states. For example, Out Of The Box or Pre-existing Customization?  See the glossary (slides 8 &amp; 9). </a:t>
            </a:r>
          </a:p>
          <a:p>
            <a:pPr lvl="1"/>
            <a:endParaRPr lang="en-US" sz="1400" b="1"/>
          </a:p>
          <a:p>
            <a:pPr marL="0" lvl="1"/>
            <a:endParaRPr lang="en-US" sz="1200"/>
          </a:p>
          <a:p>
            <a:pPr lvl="1"/>
            <a:endParaRPr lang="en-US" sz="1200"/>
          </a:p>
        </p:txBody>
      </p:sp>
      <p:sp>
        <p:nvSpPr>
          <p:cNvPr id="4" name="Text Placeholder 3">
            <a:extLst>
              <a:ext uri="{FF2B5EF4-FFF2-40B4-BE49-F238E27FC236}">
                <a16:creationId xmlns:a16="http://schemas.microsoft.com/office/drawing/2014/main" id="{D6C29165-E8FC-49E1-B5C9-B29B421B6F77}"/>
              </a:ext>
            </a:extLst>
          </p:cNvPr>
          <p:cNvSpPr txBox="1"/>
          <p:nvPr/>
        </p:nvSpPr>
        <p:spPr>
          <a:xfrm>
            <a:off x="818094" y="605122"/>
            <a:ext cx="6241733" cy="238208"/>
          </a:xfrm>
          <a:prstGeom prst="rect">
            <a:avLst/>
          </a:prstGeom>
        </p:spPr>
        <p:txBody>
          <a:bodyPr lIns="0" tIns="0" rIns="0" bIns="0"/>
          <a:lstStyle>
            <a:lvl1pPr marL="0" indent="0" algn="l" defTabSz="914400" rtl="0" eaLnBrk="1" latinLnBrk="0" hangingPunct="1">
              <a:lnSpc>
                <a:spcPts val="2200"/>
              </a:lnSpc>
              <a:spcBef>
                <a:spcPct val="0"/>
              </a:spcBef>
              <a:buFont typeface="Arial" panose="020B0604020202020204" pitchFamily="34" charset="0"/>
              <a:buNone/>
              <a:defRPr sz="1800" b="0" kern="1200" spc="0" baseline="0">
                <a:solidFill>
                  <a:srgbClr val="DAAA00"/>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a:p>
          <a:p>
            <a:endParaRPr lang="en-CA"/>
          </a:p>
        </p:txBody>
      </p:sp>
    </p:spTree>
    <p:extLst>
      <p:ext uri="{BB962C8B-B14F-4D97-AF65-F5344CB8AC3E}">
        <p14:creationId xmlns:p14="http://schemas.microsoft.com/office/powerpoint/2010/main" val="5825668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EAA009-405A-418B-AC06-67C50BE5F891}"/>
              </a:ext>
            </a:extLst>
          </p:cNvPr>
          <p:cNvSpPr>
            <a:spLocks noGrp="1"/>
          </p:cNvSpPr>
          <p:nvPr>
            <p:ph type="body" sz="quarter" idx="13"/>
          </p:nvPr>
        </p:nvSpPr>
        <p:spPr>
          <a:xfrm>
            <a:off x="431799" y="1576105"/>
            <a:ext cx="8280401" cy="2681022"/>
          </a:xfrm>
        </p:spPr>
        <p:txBody>
          <a:bodyPr/>
          <a:lstStyle/>
          <a:p>
            <a:pPr marL="0" indent="0">
              <a:buNone/>
            </a:pPr>
            <a:endParaRPr lang="en-US"/>
          </a:p>
          <a:p>
            <a:pPr marL="0" indent="0">
              <a:buNone/>
            </a:pPr>
            <a:endParaRPr lang="en-CA"/>
          </a:p>
          <a:p>
            <a:pPr marL="0" indent="0">
              <a:buNone/>
            </a:pPr>
            <a:endParaRPr lang="en-CA"/>
          </a:p>
          <a:p>
            <a:pPr marL="0" indent="0">
              <a:buNone/>
            </a:pPr>
            <a:endParaRPr lang="en-CA"/>
          </a:p>
        </p:txBody>
      </p:sp>
      <p:sp>
        <p:nvSpPr>
          <p:cNvPr id="3" name="Text Placeholder 2">
            <a:extLst>
              <a:ext uri="{FF2B5EF4-FFF2-40B4-BE49-F238E27FC236}">
                <a16:creationId xmlns:a16="http://schemas.microsoft.com/office/drawing/2014/main" id="{620B7C5E-5711-4F35-8915-60A5ECF3D80D}"/>
              </a:ext>
            </a:extLst>
          </p:cNvPr>
          <p:cNvSpPr>
            <a:spLocks noGrp="1"/>
          </p:cNvSpPr>
          <p:nvPr>
            <p:ph type="body" sz="quarter" idx="12"/>
          </p:nvPr>
        </p:nvSpPr>
        <p:spPr>
          <a:xfrm>
            <a:off x="406200" y="65865"/>
            <a:ext cx="8280401" cy="397483"/>
          </a:xfrm>
        </p:spPr>
        <p:txBody>
          <a:bodyPr/>
          <a:lstStyle/>
          <a:p>
            <a:r>
              <a:rPr lang="en-US" sz="2400"/>
              <a:t>Ownership of BA Tasks and Deliverables</a:t>
            </a:r>
            <a:endParaRPr lang="en-CA" sz="2400"/>
          </a:p>
        </p:txBody>
      </p:sp>
      <p:sp>
        <p:nvSpPr>
          <p:cNvPr id="4" name="Text Placeholder 3">
            <a:extLst>
              <a:ext uri="{FF2B5EF4-FFF2-40B4-BE49-F238E27FC236}">
                <a16:creationId xmlns:a16="http://schemas.microsoft.com/office/drawing/2014/main" id="{DBACB52A-5409-469F-BBFE-8CE905F3F8CC}"/>
              </a:ext>
            </a:extLst>
          </p:cNvPr>
          <p:cNvSpPr>
            <a:spLocks noGrp="1"/>
          </p:cNvSpPr>
          <p:nvPr>
            <p:ph type="body" sz="quarter" idx="14"/>
          </p:nvPr>
        </p:nvSpPr>
        <p:spPr>
          <a:xfrm>
            <a:off x="406199" y="360402"/>
            <a:ext cx="8280401" cy="238208"/>
          </a:xfrm>
        </p:spPr>
        <p:txBody>
          <a:bodyPr/>
          <a:lstStyle/>
          <a:p>
            <a:r>
              <a:rPr lang="en-US" sz="1400"/>
              <a:t>Owned by:  Digital BA Lead                                                </a:t>
            </a:r>
            <a:r>
              <a:rPr lang="en-US" sz="1050"/>
              <a:t>See also </a:t>
            </a:r>
            <a:r>
              <a:rPr lang="en-US" sz="1050">
                <a:hlinkClick r:id="rId2"/>
              </a:rPr>
              <a:t>Digital – Requirements Workflow – Current and Future State – Overview</a:t>
            </a:r>
            <a:endParaRPr lang="en-US" sz="1400"/>
          </a:p>
          <a:p>
            <a:pPr>
              <a:lnSpc>
                <a:spcPct val="100000"/>
              </a:lnSpc>
            </a:pPr>
            <a:r>
              <a:rPr lang="en-US" sz="1050" i="1">
                <a:solidFill>
                  <a:schemeClr val="tx1"/>
                </a:solidFill>
              </a:rPr>
              <a:t>Note: This principle can be applied across disciplines - UX etc.                                  </a:t>
            </a:r>
            <a:r>
              <a:rPr lang="en-US" sz="1050">
                <a:solidFill>
                  <a:schemeClr val="tx1"/>
                </a:solidFill>
              </a:rPr>
              <a:t>Glossary. Slides at the end of this deck</a:t>
            </a:r>
          </a:p>
          <a:p>
            <a:endParaRPr lang="en-US"/>
          </a:p>
          <a:p>
            <a:endParaRPr lang="en-CA"/>
          </a:p>
        </p:txBody>
      </p:sp>
      <p:graphicFrame>
        <p:nvGraphicFramePr>
          <p:cNvPr id="9" name="Table 8">
            <a:extLst>
              <a:ext uri="{FF2B5EF4-FFF2-40B4-BE49-F238E27FC236}">
                <a16:creationId xmlns:a16="http://schemas.microsoft.com/office/drawing/2014/main" id="{51052AB4-D6C0-452D-8F73-63B8DBA478AF}"/>
              </a:ext>
            </a:extLst>
          </p:cNvPr>
          <p:cNvGraphicFramePr>
            <a:graphicFrameLocks noGrp="1"/>
          </p:cNvGraphicFramePr>
          <p:nvPr>
            <p:extLst>
              <p:ext uri="{D42A27DB-BD31-4B8C-83A1-F6EECF244321}">
                <p14:modId xmlns:p14="http://schemas.microsoft.com/office/powerpoint/2010/main" val="4122426245"/>
              </p:ext>
            </p:extLst>
          </p:nvPr>
        </p:nvGraphicFramePr>
        <p:xfrm>
          <a:off x="116732" y="943947"/>
          <a:ext cx="8916141" cy="4067003"/>
        </p:xfrm>
        <a:graphic>
          <a:graphicData uri="http://schemas.openxmlformats.org/drawingml/2006/table">
            <a:tbl>
              <a:tblPr firstRow="1" firstCol="1" bandRow="1">
                <a:tableStyleId>{5C22544A-7EE6-4342-B048-85BDC9FD1C3A}</a:tableStyleId>
              </a:tblPr>
              <a:tblGrid>
                <a:gridCol w="786411">
                  <a:extLst>
                    <a:ext uri="{9D8B030D-6E8A-4147-A177-3AD203B41FA5}">
                      <a16:colId xmlns:a16="http://schemas.microsoft.com/office/drawing/2014/main" val="686983463"/>
                    </a:ext>
                  </a:extLst>
                </a:gridCol>
                <a:gridCol w="1347612">
                  <a:extLst>
                    <a:ext uri="{9D8B030D-6E8A-4147-A177-3AD203B41FA5}">
                      <a16:colId xmlns:a16="http://schemas.microsoft.com/office/drawing/2014/main" val="446714296"/>
                    </a:ext>
                  </a:extLst>
                </a:gridCol>
                <a:gridCol w="1575118">
                  <a:extLst>
                    <a:ext uri="{9D8B030D-6E8A-4147-A177-3AD203B41FA5}">
                      <a16:colId xmlns:a16="http://schemas.microsoft.com/office/drawing/2014/main" val="821696652"/>
                    </a:ext>
                  </a:extLst>
                </a:gridCol>
                <a:gridCol w="2225164">
                  <a:extLst>
                    <a:ext uri="{9D8B030D-6E8A-4147-A177-3AD203B41FA5}">
                      <a16:colId xmlns:a16="http://schemas.microsoft.com/office/drawing/2014/main" val="479240413"/>
                    </a:ext>
                  </a:extLst>
                </a:gridCol>
                <a:gridCol w="1570553">
                  <a:extLst>
                    <a:ext uri="{9D8B030D-6E8A-4147-A177-3AD203B41FA5}">
                      <a16:colId xmlns:a16="http://schemas.microsoft.com/office/drawing/2014/main" val="3933057876"/>
                    </a:ext>
                  </a:extLst>
                </a:gridCol>
                <a:gridCol w="1411283">
                  <a:extLst>
                    <a:ext uri="{9D8B030D-6E8A-4147-A177-3AD203B41FA5}">
                      <a16:colId xmlns:a16="http://schemas.microsoft.com/office/drawing/2014/main" val="955272513"/>
                    </a:ext>
                  </a:extLst>
                </a:gridCol>
              </a:tblGrid>
              <a:tr h="156372">
                <a:tc rowSpan="2">
                  <a:txBody>
                    <a:bodyPr/>
                    <a:lstStyle/>
                    <a:p>
                      <a:pPr algn="ctr"/>
                      <a:r>
                        <a:rPr lang="en-CA" sz="1100">
                          <a:solidFill>
                            <a:srgbClr val="009AA6"/>
                          </a:solidFill>
                          <a:effectLst/>
                        </a:rPr>
                        <a:t> </a:t>
                      </a:r>
                    </a:p>
                    <a:p>
                      <a:pPr algn="ctr"/>
                      <a:r>
                        <a:rPr lang="en-CA" sz="1100">
                          <a:solidFill>
                            <a:srgbClr val="009AA6"/>
                          </a:solidFill>
                          <a:effectLst/>
                        </a:rPr>
                        <a:t>Case</a:t>
                      </a:r>
                      <a:endParaRPr lang="en-CA" sz="11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gridSpan="2">
                  <a:txBody>
                    <a:bodyPr/>
                    <a:lstStyle/>
                    <a:p>
                      <a:pPr algn="ctr"/>
                      <a:r>
                        <a:rPr lang="en-CA" sz="1100">
                          <a:effectLst/>
                        </a:rPr>
                        <a:t>Temenos BA</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CA"/>
                    </a:p>
                  </a:txBody>
                  <a:tcPr/>
                </a:tc>
                <a:tc gridSpan="2">
                  <a:txBody>
                    <a:bodyPr/>
                    <a:lstStyle/>
                    <a:p>
                      <a:pPr algn="ctr"/>
                      <a:r>
                        <a:rPr lang="en-CA" sz="1100">
                          <a:solidFill>
                            <a:srgbClr val="009AA6"/>
                          </a:solidFill>
                          <a:effectLst/>
                        </a:rPr>
                        <a:t>CWB BA</a:t>
                      </a:r>
                      <a:endParaRPr lang="en-CA" sz="1100">
                        <a:solidFill>
                          <a:srgbClr val="009AA6"/>
                        </a:solidFill>
                        <a:effectLst/>
                        <a:latin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hMerge="1">
                  <a:txBody>
                    <a:bodyPr/>
                    <a:lstStyle/>
                    <a:p>
                      <a:pPr algn="ctr"/>
                      <a:r>
                        <a:rPr lang="en-CA" sz="1100">
                          <a:solidFill>
                            <a:srgbClr val="009AA6"/>
                          </a:solidFill>
                          <a:effectLst/>
                        </a:rPr>
                        <a:t>CWB BA</a:t>
                      </a:r>
                      <a:endParaRPr lang="en-CA" sz="11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rowSpan="2">
                  <a:txBody>
                    <a:bodyPr/>
                    <a:lstStyle/>
                    <a:p>
                      <a:pPr algn="ctr"/>
                      <a:r>
                        <a:rPr lang="en-CA" sz="1100">
                          <a:effectLst/>
                        </a:rPr>
                        <a:t> </a:t>
                      </a:r>
                    </a:p>
                    <a:p>
                      <a:pPr algn="ctr"/>
                      <a:r>
                        <a:rPr lang="en-CA" sz="1100">
                          <a:effectLst/>
                        </a:rPr>
                        <a:t>Notes</a:t>
                      </a:r>
                      <a:endParaRPr lang="en-C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23348495"/>
                  </a:ext>
                </a:extLst>
              </a:tr>
              <a:tr h="163370">
                <a:tc vMerge="1">
                  <a:txBody>
                    <a:bodyPr/>
                    <a:lstStyle/>
                    <a:p>
                      <a:endParaRPr lang="en-CA"/>
                    </a:p>
                  </a:txBody>
                  <a:tcPr/>
                </a:tc>
                <a:tc>
                  <a:txBody>
                    <a:bodyPr/>
                    <a:lstStyle/>
                    <a:p>
                      <a:pPr algn="ctr"/>
                      <a:r>
                        <a:rPr lang="en-CA" sz="1100" b="1">
                          <a:effectLst/>
                        </a:rPr>
                        <a:t>Task</a:t>
                      </a:r>
                      <a:endParaRPr lang="en-CA"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r>
                        <a:rPr lang="en-CA" sz="1100" b="1">
                          <a:effectLst/>
                        </a:rPr>
                        <a:t>Deliverable</a:t>
                      </a:r>
                      <a:endParaRPr lang="en-CA" sz="11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r>
                        <a:rPr lang="en-US" sz="1100" b="1">
                          <a:solidFill>
                            <a:srgbClr val="009AA6"/>
                          </a:solidFill>
                          <a:effectLst/>
                          <a:latin typeface="Calibri" panose="020F0502020204030204" pitchFamily="34" charset="0"/>
                          <a:ea typeface="Calibri" panose="020F0502020204030204" pitchFamily="34" charset="0"/>
                          <a:cs typeface="Times New Roman" panose="02020603050405020304" pitchFamily="18" charset="0"/>
                        </a:rPr>
                        <a:t>Task</a:t>
                      </a:r>
                      <a:endParaRPr lang="en-CA" sz="1100" b="1">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pPr algn="ctr"/>
                      <a:r>
                        <a:rPr lang="en-CA" sz="1100" b="1">
                          <a:solidFill>
                            <a:srgbClr val="009AA6"/>
                          </a:solidFill>
                          <a:effectLst/>
                        </a:rPr>
                        <a:t>Deliverable</a:t>
                      </a:r>
                      <a:endParaRPr lang="en-CA" sz="1100" b="1">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vMerge="1">
                  <a:txBody>
                    <a:bodyPr/>
                    <a:lstStyle/>
                    <a:p>
                      <a:endParaRPr lang="en-CA"/>
                    </a:p>
                  </a:txBody>
                  <a:tcPr/>
                </a:tc>
                <a:extLst>
                  <a:ext uri="{0D108BD9-81ED-4DB2-BD59-A6C34878D82A}">
                    <a16:rowId xmlns:a16="http://schemas.microsoft.com/office/drawing/2014/main" val="2444897661"/>
                  </a:ext>
                </a:extLst>
              </a:tr>
              <a:tr h="765473">
                <a:tc>
                  <a:txBody>
                    <a:bodyPr/>
                    <a:lstStyle/>
                    <a:p>
                      <a:r>
                        <a:rPr lang="en-CA" sz="1000">
                          <a:solidFill>
                            <a:srgbClr val="009AA6"/>
                          </a:solidFill>
                          <a:effectLst/>
                        </a:rPr>
                        <a:t>Spotlight/</a:t>
                      </a:r>
                    </a:p>
                    <a:p>
                      <a:r>
                        <a:rPr lang="en-CA" sz="1000">
                          <a:solidFill>
                            <a:srgbClr val="009AA6"/>
                          </a:solidFill>
                          <a:effectLst/>
                        </a:rPr>
                        <a:t>Infinity Out Of The Box (OOTB)</a:t>
                      </a:r>
                    </a:p>
                    <a:p>
                      <a:r>
                        <a:rPr lang="en-CA" sz="1000">
                          <a:solidFill>
                            <a:srgbClr val="009AA6"/>
                          </a:solidFill>
                          <a:effectLst/>
                        </a:rPr>
                        <a:t> </a:t>
                      </a:r>
                      <a:endParaRPr lang="en-CA" sz="10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r>
                        <a:rPr lang="en-CA" sz="900">
                          <a:effectLst/>
                        </a:rPr>
                        <a:t>*Understand the product in detail. </a:t>
                      </a:r>
                    </a:p>
                    <a:p>
                      <a:r>
                        <a:rPr lang="en-CA" sz="900">
                          <a:effectLst/>
                        </a:rPr>
                        <a:t>* Demo OOTB Have the right people in the meeting for Q&amp;A</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CA" sz="900">
                          <a:effectLst/>
                        </a:rPr>
                        <a:t>*Provide Existing Requirements.</a:t>
                      </a:r>
                      <a:br>
                        <a:rPr lang="en-CA" sz="900">
                          <a:effectLst/>
                        </a:rPr>
                      </a:br>
                      <a:r>
                        <a:rPr lang="en-CA" sz="900">
                          <a:effectLst/>
                        </a:rPr>
                        <a:t>*Recorded Demo. </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CA" sz="900">
                          <a:solidFill>
                            <a:srgbClr val="009AA6"/>
                          </a:solidFill>
                          <a:effectLst/>
                        </a:rPr>
                        <a:t>*Work with Business to verify that OOTB will meet the need.  (Ultimately a Business decision). </a:t>
                      </a:r>
                    </a:p>
                    <a:p>
                      <a:r>
                        <a:rPr lang="en-CA" sz="900" i="1">
                          <a:solidFill>
                            <a:srgbClr val="009AA6"/>
                          </a:solidFill>
                          <a:effectLst/>
                          <a:latin typeface="Calibri" panose="020F0502020204030204" pitchFamily="34" charset="0"/>
                          <a:ea typeface="Calibri" panose="020F0502020204030204" pitchFamily="34" charset="0"/>
                          <a:cs typeface="Times New Roman" panose="02020603050405020304" pitchFamily="18" charset="0"/>
                        </a:rPr>
                        <a:t>*</a:t>
                      </a:r>
                      <a:r>
                        <a:rPr lang="en-CA" sz="900" i="0">
                          <a:solidFill>
                            <a:srgbClr val="009AA6"/>
                          </a:solidFill>
                          <a:effectLst/>
                          <a:latin typeface="Calibri" panose="020F0502020204030204" pitchFamily="34" charset="0"/>
                          <a:ea typeface="Calibri" panose="020F0502020204030204" pitchFamily="34" charset="0"/>
                          <a:cs typeface="Times New Roman" panose="02020603050405020304" pitchFamily="18" charset="0"/>
                        </a:rPr>
                        <a:t>Emphasis on User Task/Goal</a:t>
                      </a:r>
                      <a:endParaRPr lang="en-CA" sz="1400" i="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r>
                        <a:rPr lang="en-CA" sz="900">
                          <a:solidFill>
                            <a:srgbClr val="009AA6"/>
                          </a:solidFill>
                          <a:effectLst/>
                        </a:rPr>
                        <a:t>Trace Temenos Deliverables to CWB Business Need. </a:t>
                      </a:r>
                      <a:endParaRPr lang="en-CA" sz="14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r>
                        <a:rPr lang="en-CA" sz="900">
                          <a:effectLst/>
                        </a:rPr>
                        <a:t>*Note: QA is an important consumer of this information. </a:t>
                      </a:r>
                      <a:endParaRPr lang="en-CA" sz="1400">
                        <a:effectLst/>
                      </a:endParaRPr>
                    </a:p>
                    <a:p>
                      <a:r>
                        <a:rPr lang="en-CA" sz="900">
                          <a:effectLst/>
                        </a:rPr>
                        <a:t>*Storage location TBD. </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34800518"/>
                  </a:ext>
                </a:extLst>
              </a:tr>
              <a:tr h="701848">
                <a:tc>
                  <a:txBody>
                    <a:bodyPr/>
                    <a:lstStyle/>
                    <a:p>
                      <a:r>
                        <a:rPr lang="en-CA" sz="1000">
                          <a:solidFill>
                            <a:srgbClr val="009AA6"/>
                          </a:solidFill>
                          <a:effectLst/>
                        </a:rPr>
                        <a:t>Spotlight/</a:t>
                      </a:r>
                    </a:p>
                    <a:p>
                      <a:r>
                        <a:rPr lang="en-CA" sz="1000">
                          <a:solidFill>
                            <a:srgbClr val="009AA6"/>
                          </a:solidFill>
                          <a:effectLst/>
                        </a:rPr>
                        <a:t>Infinity </a:t>
                      </a:r>
                      <a:r>
                        <a:rPr lang="en-CA" sz="800">
                          <a:solidFill>
                            <a:srgbClr val="009AA6"/>
                          </a:solidFill>
                          <a:effectLst/>
                        </a:rPr>
                        <a:t>– With Customization</a:t>
                      </a:r>
                    </a:p>
                    <a:p>
                      <a:r>
                        <a:rPr lang="en-CA" sz="1000">
                          <a:solidFill>
                            <a:srgbClr val="009AA6"/>
                          </a:solidFill>
                          <a:effectLst/>
                        </a:rPr>
                        <a:t> </a:t>
                      </a:r>
                      <a:endParaRPr lang="en-CA" sz="10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r>
                        <a:rPr lang="en-CA" sz="900">
                          <a:effectLst/>
                        </a:rPr>
                        <a:t>*Understand the product in detail. </a:t>
                      </a:r>
                    </a:p>
                    <a:p>
                      <a:r>
                        <a:rPr lang="en-CA" sz="900">
                          <a:effectLst/>
                        </a:rPr>
                        <a:t>* Demo OTTB.  Have the right people in the meeting for Q&amp;A</a:t>
                      </a:r>
                    </a:p>
                    <a:p>
                      <a:r>
                        <a:rPr lang="en-CA" sz="900">
                          <a:effectLst/>
                        </a:rPr>
                        <a:t>*Document Customization, e.g. User Story and Mock-up</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CA" sz="900">
                          <a:effectLst/>
                        </a:rPr>
                        <a:t>*User Story that covers the modification.</a:t>
                      </a:r>
                      <a:endParaRPr lang="en-CA" sz="1400">
                        <a:effectLst/>
                      </a:endParaRPr>
                    </a:p>
                    <a:p>
                      <a:r>
                        <a:rPr lang="en-CA" sz="900">
                          <a:effectLst/>
                        </a:rPr>
                        <a:t>*Mock-Ups</a:t>
                      </a:r>
                      <a:br>
                        <a:rPr lang="en-CA" sz="900">
                          <a:effectLst/>
                        </a:rPr>
                      </a:br>
                      <a:r>
                        <a:rPr lang="en-CA" sz="900">
                          <a:effectLst/>
                        </a:rPr>
                        <a:t>*Recorded Demo if modification jumps off of unchanged design with no requirements.</a:t>
                      </a:r>
                    </a:p>
                    <a:p>
                      <a:r>
                        <a:rPr lang="en-CA" sz="900">
                          <a:effectLst/>
                          <a:latin typeface="Calibri" panose="020F0502020204030204" pitchFamily="34" charset="0"/>
                          <a:ea typeface="Calibri" panose="020F0502020204030204" pitchFamily="34" charset="0"/>
                          <a:cs typeface="Times New Roman" panose="02020603050405020304" pitchFamily="18" charset="0"/>
                        </a:rPr>
                        <a:t>* User Journeys</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CA" sz="900">
                          <a:solidFill>
                            <a:srgbClr val="009AA6"/>
                          </a:solidFill>
                          <a:effectLst/>
                        </a:rPr>
                        <a:t>*Understand the R1.1 product in detail. </a:t>
                      </a:r>
                    </a:p>
                    <a:p>
                      <a:r>
                        <a:rPr lang="en-CA" sz="900">
                          <a:solidFill>
                            <a:srgbClr val="009AA6"/>
                          </a:solidFill>
                          <a:effectLst/>
                        </a:rPr>
                        <a:t>*Verify that customization is necessary</a:t>
                      </a:r>
                      <a:endParaRPr lang="en-CA" sz="1400">
                        <a:solidFill>
                          <a:srgbClr val="009AA6"/>
                        </a:solidFill>
                        <a:effectLst/>
                      </a:endParaRPr>
                    </a:p>
                    <a:p>
                      <a:r>
                        <a:rPr lang="en-CA" sz="900">
                          <a:solidFill>
                            <a:srgbClr val="009AA6"/>
                          </a:solidFill>
                          <a:effectLst/>
                        </a:rPr>
                        <a:t>*Review, provide feedback on, and ultimately validate Temenos requirements. </a:t>
                      </a:r>
                    </a:p>
                    <a:p>
                      <a:r>
                        <a:rPr lang="en-CA" sz="900">
                          <a:solidFill>
                            <a:srgbClr val="009AA6"/>
                          </a:solidFill>
                          <a:effectLst/>
                        </a:rPr>
                        <a:t>*Trace Temenos Deliverables to CWB Business Need.</a:t>
                      </a:r>
                    </a:p>
                    <a:p>
                      <a:pPr marL="0" marR="0" lvl="0" indent="0" algn="l" defTabSz="914400" rtl="0" eaLnBrk="1" fontAlgn="auto" latinLnBrk="0" hangingPunct="1">
                        <a:lnSpc>
                          <a:spcPct val="100000"/>
                        </a:lnSpc>
                        <a:spcBef>
                          <a:spcPct val="0"/>
                        </a:spcBef>
                        <a:spcAft>
                          <a:spcPct val="0"/>
                        </a:spcAft>
                        <a:buClrTx/>
                        <a:buSzTx/>
                        <a:buFontTx/>
                        <a:buNone/>
                        <a:defRPr/>
                      </a:pPr>
                      <a:r>
                        <a:rPr lang="en-CA" sz="900" kern="1200">
                          <a:solidFill>
                            <a:srgbClr val="009AA6"/>
                          </a:solidFill>
                          <a:effectLst/>
                          <a:latin typeface="+mn-lt"/>
                          <a:ea typeface="+mn-ea"/>
                          <a:cs typeface="+mn-cs"/>
                        </a:rPr>
                        <a:t>*Emphasis on User Task/Goal</a:t>
                      </a:r>
                      <a:endParaRPr lang="en-CA" sz="14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r>
                        <a:rPr lang="en-CA" sz="900">
                          <a:solidFill>
                            <a:srgbClr val="009AA6"/>
                          </a:solidFill>
                          <a:effectLst/>
                        </a:rPr>
                        <a:t>* Trace Temenos Deliverables to CWB Business Need.</a:t>
                      </a:r>
                      <a:endParaRPr lang="en-CA" sz="1400">
                        <a:solidFill>
                          <a:srgbClr val="009AA6"/>
                        </a:solidFill>
                        <a:effectLst/>
                      </a:endParaRPr>
                    </a:p>
                    <a:p>
                      <a:r>
                        <a:rPr lang="en-CA" sz="900">
                          <a:solidFill>
                            <a:srgbClr val="009AA6"/>
                          </a:solidFill>
                          <a:effectLst/>
                        </a:rPr>
                        <a:t>*Transition to Operations (TTO)</a:t>
                      </a:r>
                      <a:endParaRPr lang="en-CA" sz="14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r>
                        <a:rPr lang="en-CA" sz="900">
                          <a:effectLst/>
                        </a:rPr>
                        <a:t>* This Case could be broken down further into modification from OTTB and modification from prior release, e.g. R1.1</a:t>
                      </a:r>
                    </a:p>
                    <a:p>
                      <a:r>
                        <a:rPr lang="en-CA" sz="900">
                          <a:effectLst/>
                        </a:rPr>
                        <a:t>*Note: QA is an important consumer of this information. </a:t>
                      </a:r>
                      <a:endParaRPr lang="en-CA" sz="1400">
                        <a:effectLst/>
                      </a:endParaRPr>
                    </a:p>
                    <a:p>
                      <a:r>
                        <a:rPr lang="en-CA" sz="900">
                          <a:effectLst/>
                        </a:rPr>
                        <a:t>*Storage location TBD. </a:t>
                      </a:r>
                    </a:p>
                  </a:txBody>
                  <a:tcPr marL="68580" marR="68580" marT="0" marB="0"/>
                </a:tc>
                <a:extLst>
                  <a:ext uri="{0D108BD9-81ED-4DB2-BD59-A6C34878D82A}">
                    <a16:rowId xmlns:a16="http://schemas.microsoft.com/office/drawing/2014/main" val="4215976826"/>
                  </a:ext>
                </a:extLst>
              </a:tr>
              <a:tr h="687307">
                <a:tc>
                  <a:txBody>
                    <a:bodyPr/>
                    <a:lstStyle/>
                    <a:p>
                      <a:r>
                        <a:rPr lang="en-US" sz="1000">
                          <a:solidFill>
                            <a:srgbClr val="009AA6"/>
                          </a:solidFill>
                          <a:effectLst/>
                          <a:latin typeface="Calibri" panose="020F0502020204030204" pitchFamily="34" charset="0"/>
                          <a:ea typeface="Calibri" panose="020F0502020204030204" pitchFamily="34" charset="0"/>
                          <a:cs typeface="Times New Roman" panose="02020603050405020304" pitchFamily="18" charset="0"/>
                        </a:rPr>
                        <a:t>Spotlight/</a:t>
                      </a:r>
                    </a:p>
                    <a:p>
                      <a:r>
                        <a:rPr lang="en-US" sz="1000">
                          <a:solidFill>
                            <a:srgbClr val="009AA6"/>
                          </a:solidFill>
                          <a:effectLst/>
                          <a:latin typeface="Calibri" panose="020F0502020204030204" pitchFamily="34" charset="0"/>
                          <a:ea typeface="Calibri" panose="020F0502020204030204" pitchFamily="34" charset="0"/>
                          <a:cs typeface="Times New Roman" panose="02020603050405020304" pitchFamily="18" charset="0"/>
                        </a:rPr>
                        <a:t>Infinity New Feature</a:t>
                      </a:r>
                      <a:endParaRPr lang="en-CA" sz="10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r>
                        <a:rPr lang="en-US" sz="900" kern="1200">
                          <a:solidFill>
                            <a:schemeClr val="dk1"/>
                          </a:solidFill>
                          <a:effectLst/>
                          <a:latin typeface="+mn-lt"/>
                          <a:ea typeface="+mn-ea"/>
                          <a:cs typeface="+mn-cs"/>
                        </a:rPr>
                        <a:t>*Intake and understand the Business Requirements. </a:t>
                      </a:r>
                    </a:p>
                    <a:p>
                      <a:r>
                        <a:rPr lang="en-US" sz="900" kern="1200">
                          <a:solidFill>
                            <a:schemeClr val="dk1"/>
                          </a:solidFill>
                          <a:effectLst/>
                          <a:latin typeface="+mn-lt"/>
                          <a:ea typeface="+mn-ea"/>
                          <a:cs typeface="+mn-cs"/>
                        </a:rPr>
                        <a:t>*Design solution to meet  CWB standards.</a:t>
                      </a:r>
                    </a:p>
                    <a:p>
                      <a:r>
                        <a:rPr lang="en-US" sz="900" kern="1200">
                          <a:solidFill>
                            <a:schemeClr val="dk1"/>
                          </a:solidFill>
                          <a:effectLst/>
                          <a:latin typeface="+mn-lt"/>
                          <a:ea typeface="+mn-ea"/>
                          <a:cs typeface="+mn-cs"/>
                        </a:rPr>
                        <a:t>*Demo New Feature once coded. </a:t>
                      </a:r>
                      <a:endParaRPr lang="en-CA" sz="900" kern="1200">
                        <a:solidFill>
                          <a:schemeClr val="dk1"/>
                        </a:solidFill>
                        <a:effectLst/>
                        <a:latin typeface="+mn-lt"/>
                        <a:ea typeface="+mn-ea"/>
                        <a:cs typeface="+mn-cs"/>
                      </a:endParaRPr>
                    </a:p>
                  </a:txBody>
                  <a:tcPr marL="68580" marR="68580" marT="0" marB="0"/>
                </a:tc>
                <a:tc>
                  <a:txBody>
                    <a:bodyPr/>
                    <a:lstStyle/>
                    <a:p>
                      <a:r>
                        <a:rPr lang="en-CA" sz="900" kern="1200">
                          <a:solidFill>
                            <a:schemeClr val="dk1"/>
                          </a:solidFill>
                          <a:effectLst/>
                          <a:latin typeface="+mn-lt"/>
                          <a:ea typeface="+mn-ea"/>
                          <a:cs typeface="+mn-cs"/>
                        </a:rPr>
                        <a:t>*User Story for the New Feature</a:t>
                      </a:r>
                    </a:p>
                    <a:p>
                      <a:r>
                        <a:rPr lang="en-CA" sz="900" kern="1200">
                          <a:solidFill>
                            <a:schemeClr val="dk1"/>
                          </a:solidFill>
                          <a:effectLst/>
                          <a:latin typeface="+mn-lt"/>
                          <a:ea typeface="+mn-ea"/>
                          <a:cs typeface="+mn-cs"/>
                        </a:rPr>
                        <a:t>*Detailed Design and Functional Requirements as needed.</a:t>
                      </a:r>
                    </a:p>
                    <a:p>
                      <a:r>
                        <a:rPr lang="en-CA" sz="900" kern="1200">
                          <a:solidFill>
                            <a:schemeClr val="dk1"/>
                          </a:solidFill>
                          <a:effectLst/>
                          <a:latin typeface="+mn-lt"/>
                          <a:ea typeface="+mn-ea"/>
                          <a:cs typeface="+mn-cs"/>
                        </a:rPr>
                        <a:t>*Mock-Ups</a:t>
                      </a:r>
                    </a:p>
                  </a:txBody>
                  <a:tcPr marL="68580" marR="68580" marT="0" marB="0"/>
                </a:tc>
                <a:tc>
                  <a:txBody>
                    <a:bodyPr/>
                    <a:lstStyle/>
                    <a:p>
                      <a:pPr marL="0" marR="0" lvl="0" indent="0" algn="l" defTabSz="914400" rtl="0" eaLnBrk="1" fontAlgn="auto" latinLnBrk="0" hangingPunct="1">
                        <a:lnSpc>
                          <a:spcPct val="100000"/>
                        </a:lnSpc>
                        <a:spcBef>
                          <a:spcPct val="0"/>
                        </a:spcBef>
                        <a:spcAft>
                          <a:spcPct val="0"/>
                        </a:spcAft>
                        <a:buClrTx/>
                        <a:buSzTx/>
                        <a:buFont typeface="Arial" panose="020B0604020202020204" pitchFamily="34" charset="0"/>
                        <a:buNone/>
                        <a:defRPr/>
                      </a:pPr>
                      <a:r>
                        <a:rPr lang="en-US" sz="900" kern="1200">
                          <a:solidFill>
                            <a:srgbClr val="009AA6"/>
                          </a:solidFill>
                          <a:effectLst/>
                          <a:latin typeface="+mn-lt"/>
                          <a:ea typeface="+mn-ea"/>
                          <a:cs typeface="+mn-cs"/>
                        </a:rPr>
                        <a:t>*Work with Business to understand and document the new feature. </a:t>
                      </a:r>
                    </a:p>
                    <a:p>
                      <a:pPr marL="0" marR="0" lvl="0" indent="0" algn="l" defTabSz="914400" rtl="0" eaLnBrk="1" fontAlgn="auto" latinLnBrk="0" hangingPunct="1">
                        <a:lnSpc>
                          <a:spcPct val="100000"/>
                        </a:lnSpc>
                        <a:spcBef>
                          <a:spcPct val="0"/>
                        </a:spcBef>
                        <a:spcAft>
                          <a:spcPct val="0"/>
                        </a:spcAft>
                        <a:buClrTx/>
                        <a:buSzTx/>
                        <a:buFont typeface="Arial" panose="020B0604020202020204" pitchFamily="34" charset="0"/>
                        <a:buNone/>
                        <a:defRPr/>
                      </a:pPr>
                      <a:r>
                        <a:rPr lang="en-US" sz="900" kern="1200">
                          <a:solidFill>
                            <a:srgbClr val="009AA6"/>
                          </a:solidFill>
                          <a:effectLst/>
                          <a:latin typeface="+mn-lt"/>
                          <a:ea typeface="+mn-ea"/>
                          <a:cs typeface="+mn-cs"/>
                        </a:rPr>
                        <a:t>*Available for Q&amp;A with all impacted stakeholders.</a:t>
                      </a:r>
                    </a:p>
                    <a:p>
                      <a:pPr marL="0" marR="0" lvl="0" indent="0" algn="l" defTabSz="914400" rtl="0" eaLnBrk="1" fontAlgn="auto" latinLnBrk="0" hangingPunct="1">
                        <a:lnSpc>
                          <a:spcPct val="100000"/>
                        </a:lnSpc>
                        <a:spcBef>
                          <a:spcPct val="0"/>
                        </a:spcBef>
                        <a:spcAft>
                          <a:spcPct val="0"/>
                        </a:spcAft>
                        <a:buClrTx/>
                        <a:buSzTx/>
                        <a:buFont typeface="Arial" panose="020B0604020202020204" pitchFamily="34" charset="0"/>
                        <a:buNone/>
                        <a:defRPr/>
                      </a:pPr>
                      <a:r>
                        <a:rPr lang="en-CA" sz="900" kern="1200">
                          <a:solidFill>
                            <a:srgbClr val="009AA6"/>
                          </a:solidFill>
                          <a:effectLst/>
                          <a:latin typeface="+mn-lt"/>
                          <a:ea typeface="+mn-ea"/>
                          <a:cs typeface="+mn-cs"/>
                        </a:rPr>
                        <a:t>*Emphasis on User Task/Goal</a:t>
                      </a:r>
                      <a:endParaRPr lang="en-CA" sz="14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lang="en-CA" sz="900" kern="1200">
                        <a:solidFill>
                          <a:srgbClr val="009AA6"/>
                        </a:solidFill>
                        <a:effectLst/>
                        <a:latin typeface="+mn-lt"/>
                        <a:ea typeface="+mn-ea"/>
                        <a:cs typeface="+mn-cs"/>
                      </a:endParaRPr>
                    </a:p>
                  </a:txBody>
                  <a:tcPr marL="68580" marR="68580" marT="0" marB="0">
                    <a:solidFill>
                      <a:schemeClr val="accent4">
                        <a:lumMod val="40000"/>
                        <a:lumOff val="60000"/>
                      </a:schemeClr>
                    </a:solidFill>
                  </a:tcPr>
                </a:tc>
                <a:tc>
                  <a:txBody>
                    <a:bodyPr/>
                    <a:lstStyle/>
                    <a:p>
                      <a:r>
                        <a:rPr lang="en-US" sz="900" kern="1200">
                          <a:solidFill>
                            <a:srgbClr val="009AA6"/>
                          </a:solidFill>
                          <a:effectLst/>
                          <a:latin typeface="+mn-lt"/>
                          <a:ea typeface="+mn-ea"/>
                          <a:cs typeface="+mn-cs"/>
                        </a:rPr>
                        <a:t>*Business Requirements</a:t>
                      </a:r>
                    </a:p>
                    <a:p>
                      <a:r>
                        <a:rPr lang="en-CA" sz="900">
                          <a:solidFill>
                            <a:srgbClr val="009AA6"/>
                          </a:solidFill>
                          <a:effectLst/>
                        </a:rPr>
                        <a:t>* Trace Temenos Deliverables to CWB Business Need.</a:t>
                      </a:r>
                      <a:endParaRPr lang="en-CA" sz="1400">
                        <a:solidFill>
                          <a:srgbClr val="009AA6"/>
                        </a:solidFill>
                        <a:effectLst/>
                      </a:endParaRPr>
                    </a:p>
                    <a:p>
                      <a:r>
                        <a:rPr lang="en-CA" sz="900">
                          <a:solidFill>
                            <a:srgbClr val="009AA6"/>
                          </a:solidFill>
                          <a:effectLst/>
                        </a:rPr>
                        <a:t>*Transition to Operations (TTO)</a:t>
                      </a:r>
                      <a:endParaRPr lang="en-CA" sz="900" kern="1200">
                        <a:solidFill>
                          <a:srgbClr val="009AA6"/>
                        </a:solidFill>
                        <a:effectLst/>
                        <a:latin typeface="+mn-lt"/>
                        <a:ea typeface="+mn-ea"/>
                        <a:cs typeface="+mn-cs"/>
                      </a:endParaRPr>
                    </a:p>
                  </a:txBody>
                  <a:tcPr marL="68580" marR="68580" marT="0" marB="0">
                    <a:solidFill>
                      <a:schemeClr val="accent4">
                        <a:lumMod val="40000"/>
                        <a:lumOff val="60000"/>
                      </a:schemeClr>
                    </a:solidFill>
                  </a:tcPr>
                </a:tc>
                <a:tc>
                  <a:txBody>
                    <a:bodyPr/>
                    <a:lstStyle/>
                    <a:p>
                      <a:r>
                        <a:rPr lang="en-US" sz="900" kern="1200">
                          <a:solidFill>
                            <a:schemeClr val="dk1"/>
                          </a:solidFill>
                          <a:effectLst/>
                          <a:latin typeface="+mn-lt"/>
                          <a:ea typeface="+mn-ea"/>
                          <a:cs typeface="+mn-cs"/>
                        </a:rPr>
                        <a:t>May also include deliverables for other affected Implementation teams. </a:t>
                      </a:r>
                    </a:p>
                    <a:p>
                      <a:pPr marL="0" marR="0" lvl="0" indent="0" algn="l" defTabSz="914400" rtl="0" eaLnBrk="1" fontAlgn="auto" latinLnBrk="0" hangingPunct="1">
                        <a:lnSpc>
                          <a:spcPct val="100000"/>
                        </a:lnSpc>
                        <a:spcBef>
                          <a:spcPct val="0"/>
                        </a:spcBef>
                        <a:spcAft>
                          <a:spcPct val="0"/>
                        </a:spcAft>
                        <a:buClrTx/>
                        <a:buSzTx/>
                        <a:buFontTx/>
                        <a:buNone/>
                        <a:defRPr/>
                      </a:pPr>
                      <a:r>
                        <a:rPr lang="en-CA" sz="900">
                          <a:effectLst/>
                        </a:rPr>
                        <a:t>*Storage location TBD. </a:t>
                      </a:r>
                    </a:p>
                    <a:p>
                      <a:endParaRPr lang="en-CA" sz="900" kern="120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125551805"/>
                  </a:ext>
                </a:extLst>
              </a:tr>
              <a:tr h="771690">
                <a:tc>
                  <a:txBody>
                    <a:bodyPr/>
                    <a:lstStyle/>
                    <a:p>
                      <a:r>
                        <a:rPr lang="en-CA" sz="1000">
                          <a:solidFill>
                            <a:srgbClr val="009AA6"/>
                          </a:solidFill>
                          <a:effectLst/>
                        </a:rPr>
                        <a:t>Not a Temenos Product - </a:t>
                      </a:r>
                      <a:r>
                        <a:rPr lang="en-CA" sz="800">
                          <a:solidFill>
                            <a:srgbClr val="009AA6"/>
                          </a:solidFill>
                          <a:effectLst/>
                        </a:rPr>
                        <a:t>e.g. Integration</a:t>
                      </a:r>
                    </a:p>
                    <a:p>
                      <a:r>
                        <a:rPr lang="en-CA" sz="1000">
                          <a:solidFill>
                            <a:srgbClr val="009AA6"/>
                          </a:solidFill>
                          <a:effectLst/>
                        </a:rPr>
                        <a:t> </a:t>
                      </a:r>
                      <a:endParaRPr lang="en-CA" sz="10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r>
                        <a:rPr lang="en-CA" sz="900">
                          <a:effectLst/>
                        </a:rPr>
                        <a:t>TBD</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CA" sz="900">
                          <a:effectLst/>
                        </a:rPr>
                        <a:t>TBD</a:t>
                      </a:r>
                      <a:endParaRPr lang="en-CA"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CA" sz="900">
                          <a:solidFill>
                            <a:srgbClr val="009AA6"/>
                          </a:solidFill>
                          <a:effectLst/>
                        </a:rPr>
                        <a:t>*All necessary for requirements creation</a:t>
                      </a:r>
                      <a:endParaRPr lang="en-CA" sz="1400">
                        <a:solidFill>
                          <a:srgbClr val="009AA6"/>
                        </a:solidFill>
                        <a:effectLst/>
                      </a:endParaRPr>
                    </a:p>
                    <a:p>
                      <a:r>
                        <a:rPr lang="en-CA" sz="900">
                          <a:solidFill>
                            <a:srgbClr val="009AA6"/>
                          </a:solidFill>
                          <a:effectLst/>
                        </a:rPr>
                        <a:t>*Work with the consumers of the requirements to understand the level of detail needed applying BA Best </a:t>
                      </a:r>
                      <a:r>
                        <a:rPr lang="en-CA" sz="900" kern="1200">
                          <a:solidFill>
                            <a:srgbClr val="009AA6"/>
                          </a:solidFill>
                          <a:effectLst/>
                          <a:latin typeface="+mn-lt"/>
                          <a:ea typeface="+mn-ea"/>
                          <a:cs typeface="+mn-cs"/>
                        </a:rPr>
                        <a:t>Practices.</a:t>
                      </a:r>
                    </a:p>
                    <a:p>
                      <a:pPr marL="0" marR="0" lvl="0" indent="0" algn="l" defTabSz="914400" rtl="0" eaLnBrk="1" fontAlgn="auto" latinLnBrk="0" hangingPunct="1">
                        <a:lnSpc>
                          <a:spcPct val="100000"/>
                        </a:lnSpc>
                        <a:spcBef>
                          <a:spcPct val="0"/>
                        </a:spcBef>
                        <a:spcAft>
                          <a:spcPct val="0"/>
                        </a:spcAft>
                        <a:buClrTx/>
                        <a:buSzTx/>
                        <a:buFontTx/>
                        <a:buNone/>
                        <a:defRPr/>
                      </a:pPr>
                      <a:r>
                        <a:rPr lang="en-CA" sz="900" kern="1200">
                          <a:solidFill>
                            <a:srgbClr val="009AA6"/>
                          </a:solidFill>
                          <a:effectLst/>
                          <a:latin typeface="+mn-lt"/>
                          <a:ea typeface="+mn-ea"/>
                          <a:cs typeface="+mn-cs"/>
                        </a:rPr>
                        <a:t>*Emphasis on User Task/Goal</a:t>
                      </a:r>
                      <a:endParaRPr lang="en-CA" sz="14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r>
                        <a:rPr lang="en-CA" sz="900">
                          <a:solidFill>
                            <a:srgbClr val="009AA6"/>
                          </a:solidFill>
                          <a:effectLst/>
                        </a:rPr>
                        <a:t>*BR, FR, NFRs and other BA artifacts as needed. </a:t>
                      </a:r>
                      <a:endParaRPr lang="en-CA" sz="1400">
                        <a:solidFill>
                          <a:srgbClr val="009AA6"/>
                        </a:solidFill>
                        <a:effectLst/>
                      </a:endParaRPr>
                    </a:p>
                    <a:p>
                      <a:r>
                        <a:rPr lang="en-CA" sz="900">
                          <a:solidFill>
                            <a:srgbClr val="009AA6"/>
                          </a:solidFill>
                          <a:effectLst/>
                        </a:rPr>
                        <a:t>*Traceability Matrix. </a:t>
                      </a:r>
                      <a:endParaRPr lang="en-CA" sz="1400">
                        <a:solidFill>
                          <a:srgbClr val="009AA6"/>
                        </a:solidFill>
                        <a:effectLst/>
                      </a:endParaRPr>
                    </a:p>
                    <a:p>
                      <a:r>
                        <a:rPr lang="en-CA" sz="900">
                          <a:solidFill>
                            <a:srgbClr val="009AA6"/>
                          </a:solidFill>
                          <a:effectLst/>
                        </a:rPr>
                        <a:t>*TTO</a:t>
                      </a:r>
                      <a:endParaRPr lang="en-CA" sz="1400">
                        <a:solidFill>
                          <a:srgbClr val="009AA6"/>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CA" sz="900" dirty="0">
                          <a:effectLst/>
                        </a:rPr>
                        <a:t> </a:t>
                      </a:r>
                      <a:r>
                        <a:rPr lang="en-CA" sz="900" kern="1200" dirty="0">
                          <a:solidFill>
                            <a:schemeClr val="dk1"/>
                          </a:solidFill>
                          <a:effectLst/>
                          <a:latin typeface="+mn-lt"/>
                          <a:ea typeface="+mn-ea"/>
                          <a:cs typeface="+mn-cs"/>
                        </a:rPr>
                        <a:t>*Storage location TBD. </a:t>
                      </a:r>
                    </a:p>
                    <a:p>
                      <a:endParaRPr lang="en-CA"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4732381"/>
                  </a:ext>
                </a:extLst>
              </a:tr>
            </a:tbl>
          </a:graphicData>
        </a:graphic>
      </p:graphicFrame>
    </p:spTree>
    <p:extLst>
      <p:ext uri="{BB962C8B-B14F-4D97-AF65-F5344CB8AC3E}">
        <p14:creationId xmlns:p14="http://schemas.microsoft.com/office/powerpoint/2010/main" val="70274438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14E22D-B4F1-4302-A200-D573895BFCAA}"/>
              </a:ext>
            </a:extLst>
          </p:cNvPr>
          <p:cNvSpPr>
            <a:spLocks noGrp="1"/>
          </p:cNvSpPr>
          <p:nvPr>
            <p:ph type="sldNum" sz="quarter" idx="12"/>
          </p:nvPr>
        </p:nvSpPr>
        <p:spPr/>
        <p:txBody>
          <a:bodyPr/>
          <a:lstStyle/>
          <a:p>
            <a:pPr defTabSz="342900"/>
            <a:fld id="{14D71F3B-FD71-4AA5-A8D9-AE8EE7958A99}" type="slidenum">
              <a:rPr lang="en-US">
                <a:solidFill>
                  <a:srgbClr val="003E75"/>
                </a:solidFill>
                <a:latin typeface="Century Gothic" panose="020F0302020204030204"/>
              </a:rPr>
              <a:pPr defTabSz="342900"/>
              <a:t>6</a:t>
            </a:fld>
            <a:endParaRPr lang="en-US">
              <a:solidFill>
                <a:srgbClr val="003E75"/>
              </a:solidFill>
              <a:latin typeface="Century Gothic" panose="020F0302020204030204"/>
            </a:endParaRPr>
          </a:p>
        </p:txBody>
      </p:sp>
      <p:sp>
        <p:nvSpPr>
          <p:cNvPr id="3" name="Title 2">
            <a:extLst>
              <a:ext uri="{FF2B5EF4-FFF2-40B4-BE49-F238E27FC236}">
                <a16:creationId xmlns:a16="http://schemas.microsoft.com/office/drawing/2014/main" id="{07EE0F2B-18AB-49FD-B06C-BFE9A093A9B6}"/>
              </a:ext>
            </a:extLst>
          </p:cNvPr>
          <p:cNvSpPr>
            <a:spLocks noGrp="1"/>
          </p:cNvSpPr>
          <p:nvPr>
            <p:ph type="title"/>
          </p:nvPr>
        </p:nvSpPr>
        <p:spPr>
          <a:xfrm>
            <a:off x="446926" y="231249"/>
            <a:ext cx="8068424" cy="369332"/>
          </a:xfrm>
        </p:spPr>
        <p:txBody>
          <a:bodyPr/>
          <a:lstStyle/>
          <a:p>
            <a:r>
              <a:rPr lang="en-IN"/>
              <a:t>Prep work – Feature discussions – Temenos Scope</a:t>
            </a:r>
            <a:endParaRPr lang="en-US"/>
          </a:p>
        </p:txBody>
      </p:sp>
      <p:sp>
        <p:nvSpPr>
          <p:cNvPr id="8" name="TextBox 7">
            <a:extLst>
              <a:ext uri="{FF2B5EF4-FFF2-40B4-BE49-F238E27FC236}">
                <a16:creationId xmlns:a16="http://schemas.microsoft.com/office/drawing/2014/main" id="{67A04B4B-9E85-44FF-A9C8-9291E80D6094}"/>
              </a:ext>
            </a:extLst>
          </p:cNvPr>
          <p:cNvSpPr txBox="1"/>
          <p:nvPr/>
        </p:nvSpPr>
        <p:spPr>
          <a:xfrm>
            <a:off x="365263" y="781461"/>
            <a:ext cx="8150087" cy="4299318"/>
          </a:xfrm>
          <a:prstGeom prst="rect">
            <a:avLst/>
          </a:prstGeom>
          <a:noFill/>
        </p:spPr>
        <p:txBody>
          <a:bodyPr wrap="square" rtlCol="0">
            <a:spAutoFit/>
          </a:bodyPr>
          <a:lstStyle/>
          <a:p>
            <a:pPr defTabSz="342900"/>
            <a:endParaRPr lang="en-IN" sz="1500" b="1">
              <a:solidFill>
                <a:srgbClr val="000000"/>
              </a:solidFill>
              <a:latin typeface="Century Gothic" panose="020F0302020204030204"/>
            </a:endParaRPr>
          </a:p>
          <a:p>
            <a:pPr marL="257175" indent="-257175" defTabSz="342900">
              <a:buFont typeface="Wingdings" panose="05000000000000000000" pitchFamily="2" charset="2"/>
              <a:buChar char="Ø"/>
            </a:pPr>
            <a:r>
              <a:rPr lang="en-IN" sz="1500">
                <a:solidFill>
                  <a:srgbClr val="000000"/>
                </a:solidFill>
                <a:latin typeface="Century Gothic" panose="020F0302020204030204"/>
              </a:rPr>
              <a:t>What is already happening and will continue to be tracked closely (Actionee: Harish)</a:t>
            </a:r>
          </a:p>
          <a:p>
            <a:pPr marL="600075" lvl="1" indent="-257175" defTabSz="342900">
              <a:buFont typeface="Wingdings" panose="05000000000000000000" pitchFamily="2" charset="2"/>
              <a:buChar char="Ø"/>
            </a:pPr>
            <a:r>
              <a:rPr lang="en-IN" sz="1500">
                <a:solidFill>
                  <a:srgbClr val="000000"/>
                </a:solidFill>
                <a:latin typeface="Century Gothic" panose="020F0302020204030204"/>
              </a:rPr>
              <a:t>Working closely with technical team on any feasibility POCs, as applicable (Design / functionality)</a:t>
            </a:r>
          </a:p>
          <a:p>
            <a:pPr marL="600075" lvl="1" indent="-257175" defTabSz="342900">
              <a:buFont typeface="Wingdings" panose="05000000000000000000" pitchFamily="2" charset="2"/>
              <a:buChar char="Ø"/>
            </a:pPr>
            <a:r>
              <a:rPr lang="en-IN" sz="1500">
                <a:solidFill>
                  <a:srgbClr val="000000"/>
                </a:solidFill>
                <a:latin typeface="Century Gothic" panose="020F0302020204030204"/>
              </a:rPr>
              <a:t>Working with Product team / R1 team as needed, for preparation towards feature discussion</a:t>
            </a:r>
          </a:p>
          <a:p>
            <a:pPr marL="600075" lvl="1" indent="-257175" defTabSz="342900">
              <a:buFont typeface="Wingdings" panose="05000000000000000000" pitchFamily="2" charset="2"/>
              <a:buChar char="Ø"/>
            </a:pPr>
            <a:r>
              <a:rPr lang="en-IN" sz="1500">
                <a:solidFill>
                  <a:srgbClr val="000000"/>
                </a:solidFill>
                <a:latin typeface="Century Gothic" panose="020F0302020204030204"/>
              </a:rPr>
              <a:t>Sharing the agenda 24-36 hours prior to session with all stakeholders</a:t>
            </a:r>
          </a:p>
          <a:p>
            <a:pPr marL="257175" indent="-257175" defTabSz="342900">
              <a:buFont typeface="Wingdings" panose="05000000000000000000" pitchFamily="2" charset="2"/>
              <a:buChar char="Ø"/>
            </a:pPr>
            <a:endParaRPr lang="en-IN" sz="1500">
              <a:solidFill>
                <a:srgbClr val="000000"/>
              </a:solidFill>
              <a:latin typeface="Century Gothic" panose="020F0302020204030204"/>
            </a:endParaRPr>
          </a:p>
          <a:p>
            <a:pPr marL="257175" indent="-257175" defTabSz="342900">
              <a:buFont typeface="Wingdings" panose="05000000000000000000" pitchFamily="2" charset="2"/>
              <a:buChar char="Ø"/>
            </a:pPr>
            <a:r>
              <a:rPr lang="en-IN" sz="1500">
                <a:solidFill>
                  <a:srgbClr val="000000"/>
                </a:solidFill>
                <a:latin typeface="Century Gothic" panose="020F0302020204030204"/>
              </a:rPr>
              <a:t>Additional opportunity for improvement - Actionee: Temenos (Harish and Chirag)</a:t>
            </a:r>
          </a:p>
          <a:p>
            <a:pPr marL="600075" lvl="1" indent="-257175" defTabSz="342900">
              <a:buFont typeface="Wingdings" panose="05000000000000000000" pitchFamily="2" charset="2"/>
              <a:buChar char="Ø"/>
            </a:pPr>
            <a:r>
              <a:rPr lang="en-IN" sz="1500">
                <a:solidFill>
                  <a:srgbClr val="000000"/>
                </a:solidFill>
                <a:latin typeface="Century Gothic" panose="020F0302020204030204"/>
              </a:rPr>
              <a:t>Work on an internal checklist for BA and UI-X team; this checklist is expected to help in team’s preparation for feature discussion and later for the documentation/design for stories</a:t>
            </a:r>
          </a:p>
          <a:p>
            <a:pPr marL="600075" lvl="1" indent="-257175" defTabSz="342900">
              <a:buFont typeface="Wingdings" panose="05000000000000000000" pitchFamily="2" charset="2"/>
              <a:buChar char="Ø"/>
            </a:pPr>
            <a:r>
              <a:rPr lang="en-IN" sz="1500">
                <a:solidFill>
                  <a:srgbClr val="000000"/>
                </a:solidFill>
                <a:latin typeface="Century Gothic" panose="020F0302020204030204"/>
              </a:rPr>
              <a:t>Work with Product team to get the ‘Delta’ of features between 20.07 and 21.04 where applicable, for reference</a:t>
            </a:r>
          </a:p>
          <a:p>
            <a:pPr marL="257175" indent="-257175" defTabSz="342900">
              <a:buFont typeface="Wingdings" panose="05000000000000000000" pitchFamily="2" charset="2"/>
              <a:buChar char="Ø"/>
            </a:pPr>
            <a:endParaRPr lang="en-IN" sz="1500">
              <a:solidFill>
                <a:srgbClr val="000000"/>
              </a:solidFill>
              <a:latin typeface="Century Gothic" panose="020F0302020204030204"/>
            </a:endParaRPr>
          </a:p>
          <a:p>
            <a:pPr marL="257175" indent="-257175" defTabSz="342900">
              <a:buFont typeface="Wingdings" panose="05000000000000000000" pitchFamily="2" charset="2"/>
              <a:buChar char="Ø"/>
            </a:pPr>
            <a:endParaRPr lang="en-IN" sz="1500">
              <a:solidFill>
                <a:srgbClr val="000000"/>
              </a:solidFill>
              <a:latin typeface="Century Gothic" panose="020F0302020204030204"/>
            </a:endParaRPr>
          </a:p>
          <a:p>
            <a:pPr defTabSz="342900"/>
            <a:endParaRPr lang="en-IN" sz="1838">
              <a:solidFill>
                <a:srgbClr val="000000"/>
              </a:solidFill>
              <a:latin typeface="Century Gothic" panose="020F0302020204030204"/>
            </a:endParaRPr>
          </a:p>
        </p:txBody>
      </p:sp>
    </p:spTree>
    <p:extLst>
      <p:ext uri="{BB962C8B-B14F-4D97-AF65-F5344CB8AC3E}">
        <p14:creationId xmlns:p14="http://schemas.microsoft.com/office/powerpoint/2010/main" val="128390145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14E22D-B4F1-4302-A200-D573895BFCAA}"/>
              </a:ext>
            </a:extLst>
          </p:cNvPr>
          <p:cNvSpPr>
            <a:spLocks noGrp="1"/>
          </p:cNvSpPr>
          <p:nvPr>
            <p:ph type="sldNum" sz="quarter" idx="12"/>
          </p:nvPr>
        </p:nvSpPr>
        <p:spPr/>
        <p:txBody>
          <a:bodyPr/>
          <a:lstStyle/>
          <a:p>
            <a:pPr defTabSz="342900"/>
            <a:fld id="{14D71F3B-FD71-4AA5-A8D9-AE8EE7958A99}" type="slidenum">
              <a:rPr lang="en-US">
                <a:solidFill>
                  <a:srgbClr val="003E75"/>
                </a:solidFill>
                <a:latin typeface="Century Gothic" panose="020F0302020204030204"/>
              </a:rPr>
              <a:pPr defTabSz="342900"/>
              <a:t>7</a:t>
            </a:fld>
            <a:endParaRPr lang="en-US">
              <a:solidFill>
                <a:srgbClr val="003E75"/>
              </a:solidFill>
              <a:latin typeface="Century Gothic" panose="020F0302020204030204"/>
            </a:endParaRPr>
          </a:p>
        </p:txBody>
      </p:sp>
      <p:sp>
        <p:nvSpPr>
          <p:cNvPr id="3" name="Title 2">
            <a:extLst>
              <a:ext uri="{FF2B5EF4-FFF2-40B4-BE49-F238E27FC236}">
                <a16:creationId xmlns:a16="http://schemas.microsoft.com/office/drawing/2014/main" id="{07EE0F2B-18AB-49FD-B06C-BFE9A093A9B6}"/>
              </a:ext>
            </a:extLst>
          </p:cNvPr>
          <p:cNvSpPr>
            <a:spLocks noGrp="1"/>
          </p:cNvSpPr>
          <p:nvPr>
            <p:ph type="title"/>
          </p:nvPr>
        </p:nvSpPr>
        <p:spPr>
          <a:xfrm>
            <a:off x="446926" y="231249"/>
            <a:ext cx="8068424" cy="369332"/>
          </a:xfrm>
        </p:spPr>
        <p:txBody>
          <a:bodyPr/>
          <a:lstStyle/>
          <a:p>
            <a:r>
              <a:rPr lang="en-IN"/>
              <a:t>Prep work – Feature discussions – CWB Scope</a:t>
            </a:r>
            <a:endParaRPr lang="en-US"/>
          </a:p>
        </p:txBody>
      </p:sp>
      <p:sp>
        <p:nvSpPr>
          <p:cNvPr id="8" name="TextBox 7">
            <a:extLst>
              <a:ext uri="{FF2B5EF4-FFF2-40B4-BE49-F238E27FC236}">
                <a16:creationId xmlns:a16="http://schemas.microsoft.com/office/drawing/2014/main" id="{67A04B4B-9E85-44FF-A9C8-9291E80D6094}"/>
              </a:ext>
            </a:extLst>
          </p:cNvPr>
          <p:cNvSpPr txBox="1"/>
          <p:nvPr/>
        </p:nvSpPr>
        <p:spPr>
          <a:xfrm>
            <a:off x="446926" y="946795"/>
            <a:ext cx="8150087" cy="3785652"/>
          </a:xfrm>
          <a:prstGeom prst="rect">
            <a:avLst/>
          </a:prstGeom>
          <a:noFill/>
        </p:spPr>
        <p:txBody>
          <a:bodyPr wrap="square" rtlCol="0">
            <a:spAutoFit/>
          </a:bodyPr>
          <a:lstStyle/>
          <a:p>
            <a:pPr defTabSz="342900"/>
            <a:r>
              <a:rPr lang="en-IN" sz="1500">
                <a:solidFill>
                  <a:srgbClr val="000000"/>
                </a:solidFill>
                <a:latin typeface="Century Gothic" panose="020F0302020204030204"/>
              </a:rPr>
              <a:t>What is already happening and will continue to be tracked closely:  </a:t>
            </a:r>
            <a:r>
              <a:rPr lang="en-US" sz="1500">
                <a:solidFill>
                  <a:srgbClr val="000000"/>
                </a:solidFill>
                <a:latin typeface="Century Gothic" panose="020F0302020204030204"/>
              </a:rPr>
              <a:t>In preparation for demo from Temenos (during ‘Feature discussion’ session), CWB is suggested to -</a:t>
            </a:r>
          </a:p>
          <a:p>
            <a:pPr marL="257175" indent="-257175" defTabSz="342900">
              <a:buFont typeface="Wingdings" panose="05000000000000000000" pitchFamily="2" charset="2"/>
              <a:buChar char="Ø"/>
            </a:pPr>
            <a:endParaRPr lang="en-US" sz="1500">
              <a:solidFill>
                <a:srgbClr val="000000"/>
              </a:solidFill>
              <a:latin typeface="Century Gothic" panose="020F0302020204030204"/>
            </a:endParaRPr>
          </a:p>
          <a:p>
            <a:pPr marL="257175" indent="-257175" defTabSz="342900">
              <a:buFont typeface="Wingdings" panose="05000000000000000000" pitchFamily="2" charset="2"/>
              <a:buChar char="Ø"/>
            </a:pPr>
            <a:r>
              <a:rPr lang="en-US" sz="1500">
                <a:solidFill>
                  <a:srgbClr val="000000"/>
                </a:solidFill>
                <a:latin typeface="Century Gothic" panose="020F0302020204030204"/>
              </a:rPr>
              <a:t>Review existing material – CWB BA </a:t>
            </a:r>
          </a:p>
          <a:p>
            <a:pPr marL="742950" lvl="1" indent="-285750" defTabSz="342900">
              <a:buFont typeface="Arial" panose="020B0604020202020204" pitchFamily="34" charset="0"/>
              <a:buChar char="•"/>
            </a:pPr>
            <a:r>
              <a:rPr lang="en-US" sz="1500">
                <a:solidFill>
                  <a:srgbClr val="000000"/>
                </a:solidFill>
                <a:latin typeface="Century Gothic" panose="020F0302020204030204"/>
              </a:rPr>
              <a:t>Note: The references to the existing material is only for an understanding of feature. We understand that the documentation may not be sufficient. This is not an entry criteria into feature discussions. All feature discussions will continue to start with a demo and walkthrough of the feature to help us gather the gaps and requirements in detail.</a:t>
            </a:r>
          </a:p>
          <a:p>
            <a:pPr marL="257175" indent="-257175" defTabSz="342900">
              <a:buFont typeface="Wingdings" panose="05000000000000000000" pitchFamily="2" charset="2"/>
              <a:buChar char="Ø"/>
            </a:pPr>
            <a:endParaRPr lang="en-US" sz="1500">
              <a:solidFill>
                <a:srgbClr val="000000"/>
              </a:solidFill>
              <a:latin typeface="Century Gothic" panose="020F0302020204030204"/>
            </a:endParaRPr>
          </a:p>
          <a:p>
            <a:pPr marL="257175" indent="-257175" defTabSz="342900">
              <a:buFont typeface="Wingdings" panose="05000000000000000000" pitchFamily="2" charset="2"/>
              <a:buChar char="Ø"/>
            </a:pPr>
            <a:r>
              <a:rPr lang="en-US" sz="1500">
                <a:solidFill>
                  <a:srgbClr val="000000"/>
                </a:solidFill>
                <a:latin typeface="Century Gothic" panose="020F0302020204030204"/>
              </a:rPr>
              <a:t>Plan for internal discussions and reviews based on existing material so that Temenos BA can document the gaps post feature discussion</a:t>
            </a:r>
          </a:p>
          <a:p>
            <a:pPr marL="257175" indent="-257175" defTabSz="342900">
              <a:buFont typeface="Wingdings" panose="05000000000000000000" pitchFamily="2" charset="2"/>
              <a:buChar char="Ø"/>
            </a:pPr>
            <a:endParaRPr lang="en-IN" sz="1500">
              <a:solidFill>
                <a:srgbClr val="000000"/>
              </a:solidFill>
              <a:latin typeface="Century Gothic" panose="020F0302020204030204"/>
            </a:endParaRPr>
          </a:p>
          <a:p>
            <a:pPr marL="257175" indent="-257175" defTabSz="342900">
              <a:buFont typeface="Wingdings" panose="05000000000000000000" pitchFamily="2" charset="2"/>
              <a:buChar char="Ø"/>
            </a:pPr>
            <a:r>
              <a:rPr lang="en-IN" sz="1500">
                <a:solidFill>
                  <a:srgbClr val="000000"/>
                </a:solidFill>
                <a:latin typeface="Century Gothic" panose="020F0302020204030204"/>
              </a:rPr>
              <a:t>If there are any already ‘known’ technical/vendor dependencies that can impede further discussion on a feature, PM- CWB can work with CWB BA and Temenos BA and PM to (re)schedule the feature discussion.</a:t>
            </a:r>
          </a:p>
        </p:txBody>
      </p:sp>
    </p:spTree>
    <p:extLst>
      <p:ext uri="{BB962C8B-B14F-4D97-AF65-F5344CB8AC3E}">
        <p14:creationId xmlns:p14="http://schemas.microsoft.com/office/powerpoint/2010/main" val="45094938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3E2941-A2AB-413E-9C65-A40F95B6F300}"/>
              </a:ext>
            </a:extLst>
          </p:cNvPr>
          <p:cNvSpPr>
            <a:spLocks noGrp="1"/>
          </p:cNvSpPr>
          <p:nvPr>
            <p:ph type="body" sz="quarter" idx="13"/>
          </p:nvPr>
        </p:nvSpPr>
        <p:spPr/>
        <p:txBody>
          <a:bodyPr/>
          <a:lstStyle/>
          <a:p>
            <a:r>
              <a:rPr lang="en-US"/>
              <a:t>Glossary</a:t>
            </a:r>
          </a:p>
          <a:p>
            <a:r>
              <a:rPr lang="en-US"/>
              <a:t>Requirements Discussions – Agreements Actions</a:t>
            </a:r>
            <a:endParaRPr lang="en-CA"/>
          </a:p>
        </p:txBody>
      </p:sp>
      <p:sp>
        <p:nvSpPr>
          <p:cNvPr id="3" name="Text Placeholder 2">
            <a:extLst>
              <a:ext uri="{FF2B5EF4-FFF2-40B4-BE49-F238E27FC236}">
                <a16:creationId xmlns:a16="http://schemas.microsoft.com/office/drawing/2014/main" id="{85BACCDF-88E8-4325-B20E-A9DDAC2ACDDA}"/>
              </a:ext>
            </a:extLst>
          </p:cNvPr>
          <p:cNvSpPr>
            <a:spLocks noGrp="1"/>
          </p:cNvSpPr>
          <p:nvPr>
            <p:ph type="body" sz="quarter" idx="12"/>
          </p:nvPr>
        </p:nvSpPr>
        <p:spPr/>
        <p:txBody>
          <a:bodyPr/>
          <a:lstStyle/>
          <a:p>
            <a:r>
              <a:rPr lang="en-US"/>
              <a:t>Appendix</a:t>
            </a:r>
            <a:endParaRPr lang="en-CA"/>
          </a:p>
        </p:txBody>
      </p:sp>
    </p:spTree>
    <p:extLst>
      <p:ext uri="{BB962C8B-B14F-4D97-AF65-F5344CB8AC3E}">
        <p14:creationId xmlns:p14="http://schemas.microsoft.com/office/powerpoint/2010/main" val="322453180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3CEEED-7024-496E-9DC2-8635916CF06D}"/>
              </a:ext>
            </a:extLst>
          </p:cNvPr>
          <p:cNvSpPr>
            <a:spLocks noGrp="1"/>
          </p:cNvSpPr>
          <p:nvPr>
            <p:ph type="body" sz="quarter" idx="12"/>
          </p:nvPr>
        </p:nvSpPr>
        <p:spPr>
          <a:xfrm>
            <a:off x="406202" y="231140"/>
            <a:ext cx="8280401" cy="397483"/>
          </a:xfrm>
        </p:spPr>
        <p:txBody>
          <a:bodyPr/>
          <a:lstStyle/>
          <a:p>
            <a:r>
              <a:rPr lang="en-US"/>
              <a:t>Glossary</a:t>
            </a:r>
            <a:endParaRPr lang="en-CA" sz="3200">
              <a:solidFill>
                <a:srgbClr val="DAAA00"/>
              </a:solidFill>
            </a:endParaRPr>
          </a:p>
          <a:p>
            <a:endParaRPr lang="en-US"/>
          </a:p>
        </p:txBody>
      </p:sp>
      <p:sp>
        <p:nvSpPr>
          <p:cNvPr id="4" name="Text Placeholder 3">
            <a:extLst>
              <a:ext uri="{FF2B5EF4-FFF2-40B4-BE49-F238E27FC236}">
                <a16:creationId xmlns:a16="http://schemas.microsoft.com/office/drawing/2014/main" id="{D6C29165-E8FC-49E1-B5C9-B29B421B6F77}"/>
              </a:ext>
            </a:extLst>
          </p:cNvPr>
          <p:cNvSpPr txBox="1"/>
          <p:nvPr/>
        </p:nvSpPr>
        <p:spPr>
          <a:xfrm>
            <a:off x="818094" y="605122"/>
            <a:ext cx="6241733" cy="238208"/>
          </a:xfrm>
          <a:prstGeom prst="rect">
            <a:avLst/>
          </a:prstGeom>
        </p:spPr>
        <p:txBody>
          <a:bodyPr lIns="0" tIns="0" rIns="0" bIns="0"/>
          <a:lstStyle>
            <a:lvl1pPr marL="0" indent="0" algn="l" defTabSz="914400" rtl="0" eaLnBrk="1" latinLnBrk="0" hangingPunct="1">
              <a:lnSpc>
                <a:spcPts val="2200"/>
              </a:lnSpc>
              <a:spcBef>
                <a:spcPct val="0"/>
              </a:spcBef>
              <a:buFont typeface="Arial" panose="020B0604020202020204" pitchFamily="34" charset="0"/>
              <a:buNone/>
              <a:defRPr sz="1800" b="0" kern="1200" spc="0" baseline="0">
                <a:solidFill>
                  <a:srgbClr val="DAAA00"/>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a:p>
          <a:p>
            <a:endParaRPr lang="en-CA"/>
          </a:p>
        </p:txBody>
      </p:sp>
      <p:graphicFrame>
        <p:nvGraphicFramePr>
          <p:cNvPr id="2" name="Table 1">
            <a:extLst>
              <a:ext uri="{FF2B5EF4-FFF2-40B4-BE49-F238E27FC236}">
                <a16:creationId xmlns:a16="http://schemas.microsoft.com/office/drawing/2014/main" id="{69E3A9C1-70A4-4378-A7A0-05B5A444BF77}"/>
              </a:ext>
            </a:extLst>
          </p:cNvPr>
          <p:cNvGraphicFramePr>
            <a:graphicFrameLocks noGrp="1"/>
          </p:cNvGraphicFramePr>
          <p:nvPr>
            <p:extLst>
              <p:ext uri="{D42A27DB-BD31-4B8C-83A1-F6EECF244321}">
                <p14:modId xmlns:p14="http://schemas.microsoft.com/office/powerpoint/2010/main" val="2107783752"/>
              </p:ext>
            </p:extLst>
          </p:nvPr>
        </p:nvGraphicFramePr>
        <p:xfrm>
          <a:off x="1222176" y="901431"/>
          <a:ext cx="5509363" cy="3435183"/>
        </p:xfrm>
        <a:graphic>
          <a:graphicData uri="http://schemas.openxmlformats.org/drawingml/2006/table">
            <a:tbl>
              <a:tblPr firstRow="1" firstCol="1" bandRow="1">
                <a:tableStyleId>{5C22544A-7EE6-4342-B048-85BDC9FD1C3A}</a:tableStyleId>
              </a:tblPr>
              <a:tblGrid>
                <a:gridCol w="2101249">
                  <a:extLst>
                    <a:ext uri="{9D8B030D-6E8A-4147-A177-3AD203B41FA5}">
                      <a16:colId xmlns:a16="http://schemas.microsoft.com/office/drawing/2014/main" val="2439692473"/>
                    </a:ext>
                  </a:extLst>
                </a:gridCol>
                <a:gridCol w="3408114">
                  <a:extLst>
                    <a:ext uri="{9D8B030D-6E8A-4147-A177-3AD203B41FA5}">
                      <a16:colId xmlns:a16="http://schemas.microsoft.com/office/drawing/2014/main" val="2665879331"/>
                    </a:ext>
                  </a:extLst>
                </a:gridCol>
              </a:tblGrid>
              <a:tr h="447471">
                <a:tc>
                  <a:txBody>
                    <a:bodyPr/>
                    <a:lstStyle/>
                    <a:p>
                      <a:pPr algn="ctr">
                        <a:lnSpc>
                          <a:spcPts val="1500"/>
                        </a:lnSpc>
                        <a:spcAft>
                          <a:spcPts val="700"/>
                        </a:spcAft>
                      </a:pPr>
                      <a:endParaRPr lang="en-CA" sz="1800">
                        <a:solidFill>
                          <a:srgbClr val="DAAA00"/>
                        </a:solidFill>
                        <a:effectLst/>
                      </a:endParaRPr>
                    </a:p>
                    <a:p>
                      <a:pPr algn="ctr">
                        <a:lnSpc>
                          <a:spcPts val="1500"/>
                        </a:lnSpc>
                        <a:spcAft>
                          <a:spcPts val="700"/>
                        </a:spcAft>
                      </a:pPr>
                      <a:r>
                        <a:rPr lang="en-CA" sz="1800">
                          <a:solidFill>
                            <a:srgbClr val="DAAA00"/>
                          </a:solidFill>
                          <a:effectLst/>
                        </a:rPr>
                        <a:t>Term</a:t>
                      </a:r>
                    </a:p>
                    <a:p>
                      <a:pPr algn="ctr">
                        <a:lnSpc>
                          <a:spcPts val="1500"/>
                        </a:lnSpc>
                        <a:spcAft>
                          <a:spcPts val="700"/>
                        </a:spcAft>
                      </a:pPr>
                      <a:endParaRPr lang="en-CA" sz="1000">
                        <a:solidFill>
                          <a:srgbClr val="DAAA00"/>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algn="ctr">
                        <a:lnSpc>
                          <a:spcPts val="1500"/>
                        </a:lnSpc>
                        <a:spcAft>
                          <a:spcPts val="700"/>
                        </a:spcAft>
                      </a:pPr>
                      <a:endParaRPr lang="en-CA" sz="1800">
                        <a:solidFill>
                          <a:srgbClr val="DAAA00"/>
                        </a:solidFill>
                        <a:effectLst/>
                      </a:endParaRPr>
                    </a:p>
                    <a:p>
                      <a:pPr algn="ctr">
                        <a:lnSpc>
                          <a:spcPts val="1500"/>
                        </a:lnSpc>
                        <a:spcAft>
                          <a:spcPts val="700"/>
                        </a:spcAft>
                      </a:pPr>
                      <a:r>
                        <a:rPr lang="en-CA" sz="1800">
                          <a:solidFill>
                            <a:srgbClr val="DAAA00"/>
                          </a:solidFill>
                          <a:effectLst/>
                        </a:rPr>
                        <a:t>Definition</a:t>
                      </a:r>
                      <a:endParaRPr lang="en-CA" sz="1000">
                        <a:solidFill>
                          <a:srgbClr val="DAAA00"/>
                        </a:solidFill>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1730629448"/>
                  </a:ext>
                </a:extLst>
              </a:tr>
              <a:tr h="511290">
                <a:tc>
                  <a:txBody>
                    <a:bodyPr/>
                    <a:lstStyle/>
                    <a:p>
                      <a:pPr algn="l">
                        <a:lnSpc>
                          <a:spcPts val="1500"/>
                        </a:lnSpc>
                        <a:spcAft>
                          <a:spcPts val="700"/>
                        </a:spcAft>
                      </a:pPr>
                      <a:r>
                        <a:rPr lang="en-CA" sz="1000">
                          <a:effectLst/>
                        </a:rPr>
                        <a:t>Out of the Box (OTTB)</a:t>
                      </a:r>
                      <a:endParaRPr lang="en-CA" sz="1000">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algn="l">
                        <a:lnSpc>
                          <a:spcPts val="1500"/>
                        </a:lnSpc>
                        <a:spcAft>
                          <a:spcPts val="700"/>
                        </a:spcAft>
                      </a:pPr>
                      <a:r>
                        <a:rPr lang="en-CA" sz="1000">
                          <a:effectLst/>
                        </a:rPr>
                        <a:t>The feature is available to all Infinity/Spotlight users. </a:t>
                      </a:r>
                      <a:endParaRPr lang="en-CA" sz="1000">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1781576584"/>
                  </a:ext>
                </a:extLst>
              </a:tr>
              <a:tr h="900643">
                <a:tc>
                  <a:txBody>
                    <a:bodyPr/>
                    <a:lstStyle/>
                    <a:p>
                      <a:pPr algn="l">
                        <a:lnSpc>
                          <a:spcPts val="1500"/>
                        </a:lnSpc>
                        <a:spcAft>
                          <a:spcPts val="700"/>
                        </a:spcAft>
                      </a:pPr>
                      <a:r>
                        <a:rPr lang="en-CA" sz="1000">
                          <a:effectLst/>
                        </a:rPr>
                        <a:t>Pre-existing (CWB) </a:t>
                      </a:r>
                    </a:p>
                    <a:p>
                      <a:pPr algn="l">
                        <a:lnSpc>
                          <a:spcPts val="1500"/>
                        </a:lnSpc>
                        <a:spcAft>
                          <a:spcPts val="700"/>
                        </a:spcAft>
                      </a:pPr>
                      <a:r>
                        <a:rPr lang="en-CA" sz="1000">
                          <a:effectLst/>
                        </a:rPr>
                        <a:t>Aka: Prior Enhancement</a:t>
                      </a:r>
                      <a:endParaRPr lang="en-CA" sz="1000">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algn="l">
                        <a:lnSpc>
                          <a:spcPts val="1500"/>
                        </a:lnSpc>
                        <a:spcAft>
                          <a:spcPts val="700"/>
                        </a:spcAft>
                      </a:pPr>
                      <a:r>
                        <a:rPr lang="en-CA" sz="1000">
                          <a:effectLst/>
                        </a:rPr>
                        <a:t>The feature is available to CWB as of a prior release. </a:t>
                      </a:r>
                    </a:p>
                    <a:p>
                      <a:pPr algn="l">
                        <a:lnSpc>
                          <a:spcPts val="1500"/>
                        </a:lnSpc>
                        <a:spcAft>
                          <a:spcPts val="700"/>
                        </a:spcAft>
                      </a:pPr>
                      <a:r>
                        <a:rPr lang="en-CA" sz="1000">
                          <a:effectLst/>
                        </a:rPr>
                        <a:t> </a:t>
                      </a:r>
                      <a:endParaRPr lang="en-CA" sz="1000">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2145492249"/>
                  </a:ext>
                </a:extLst>
              </a:tr>
              <a:tr h="776757">
                <a:tc>
                  <a:txBody>
                    <a:bodyPr/>
                    <a:lstStyle/>
                    <a:p>
                      <a:pPr algn="l">
                        <a:lnSpc>
                          <a:spcPts val="1500"/>
                        </a:lnSpc>
                        <a:spcAft>
                          <a:spcPts val="700"/>
                        </a:spcAft>
                      </a:pPr>
                      <a:r>
                        <a:rPr lang="en-CA" sz="1000">
                          <a:effectLst/>
                        </a:rPr>
                        <a:t>New Enhancement</a:t>
                      </a:r>
                      <a:endParaRPr lang="en-CA" sz="1000">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algn="l">
                        <a:lnSpc>
                          <a:spcPts val="1500"/>
                        </a:lnSpc>
                        <a:spcAft>
                          <a:spcPts val="700"/>
                        </a:spcAft>
                      </a:pPr>
                      <a:r>
                        <a:rPr lang="en-CA" sz="1000">
                          <a:effectLst/>
                        </a:rPr>
                        <a:t>The feature is currently available but does not meet CWB’s needs. A change to that existing feature is needed. </a:t>
                      </a:r>
                      <a:endParaRPr lang="en-CA" sz="1000">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2910403790"/>
                  </a:ext>
                </a:extLst>
              </a:tr>
              <a:tr h="511290">
                <a:tc>
                  <a:txBody>
                    <a:bodyPr/>
                    <a:lstStyle/>
                    <a:p>
                      <a:pPr algn="l">
                        <a:lnSpc>
                          <a:spcPts val="1500"/>
                        </a:lnSpc>
                        <a:spcAft>
                          <a:spcPts val="700"/>
                        </a:spcAft>
                      </a:pPr>
                      <a:r>
                        <a:rPr lang="en-CA" sz="1000">
                          <a:effectLst/>
                        </a:rPr>
                        <a:t>New Feature</a:t>
                      </a:r>
                      <a:endParaRPr lang="en-CA" sz="1000">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tc>
                  <a:txBody>
                    <a:bodyPr/>
                    <a:lstStyle/>
                    <a:p>
                      <a:pPr algn="l">
                        <a:lnSpc>
                          <a:spcPts val="1500"/>
                        </a:lnSpc>
                        <a:spcAft>
                          <a:spcPts val="700"/>
                        </a:spcAft>
                      </a:pPr>
                      <a:r>
                        <a:rPr lang="en-CA" sz="1000">
                          <a:effectLst/>
                        </a:rPr>
                        <a:t>The feature is not (yet) available to any Infinity/Spotlight users. </a:t>
                      </a:r>
                      <a:endParaRPr lang="en-CA" sz="1000">
                        <a:effectLst/>
                        <a:latin typeface="Calibri" panose="020F0502020204030204" pitchFamily="34" charset="0"/>
                        <a:ea typeface="Times New Roman" panose="02020603050405020304" pitchFamily="18" charset="0"/>
                        <a:cs typeface="Calibri" panose="020F0502020204030204" pitchFamily="34" charset="0"/>
                      </a:endParaRPr>
                    </a:p>
                  </a:txBody>
                  <a:tcPr marL="68580" marR="68580" marT="0" marB="0"/>
                </a:tc>
                <a:extLst>
                  <a:ext uri="{0D108BD9-81ED-4DB2-BD59-A6C34878D82A}">
                    <a16:rowId xmlns:a16="http://schemas.microsoft.com/office/drawing/2014/main" val="2796382270"/>
                  </a:ext>
                </a:extLst>
              </a:tr>
            </a:tbl>
          </a:graphicData>
        </a:graphic>
      </p:graphicFrame>
      <p:sp>
        <p:nvSpPr>
          <p:cNvPr id="8" name="TextBox 7">
            <a:extLst>
              <a:ext uri="{FF2B5EF4-FFF2-40B4-BE49-F238E27FC236}">
                <a16:creationId xmlns:a16="http://schemas.microsoft.com/office/drawing/2014/main" id="{B61E8FBA-91B1-461A-BDF1-D6D587EC1018}"/>
              </a:ext>
            </a:extLst>
          </p:cNvPr>
          <p:cNvSpPr txBox="1"/>
          <p:nvPr/>
        </p:nvSpPr>
        <p:spPr>
          <a:xfrm>
            <a:off x="6915349" y="2425700"/>
            <a:ext cx="2012950" cy="1277273"/>
          </a:xfrm>
          <a:prstGeom prst="rect">
            <a:avLst/>
          </a:prstGeom>
          <a:noFill/>
        </p:spPr>
        <p:txBody>
          <a:bodyPr wrap="square" rtlCol="0">
            <a:spAutoFit/>
          </a:bodyPr>
          <a:lstStyle/>
          <a:p>
            <a:r>
              <a:rPr lang="en-US" sz="1100" i="1"/>
              <a:t>Note: If it’s helpful we can also break down what is not currently OTTB by what is unique to CWB and what will be available for all users (for Commercial support in Canada.) See the next slide.</a:t>
            </a:r>
            <a:endParaRPr lang="en-CA" sz="1100" i="1"/>
          </a:p>
        </p:txBody>
      </p:sp>
    </p:spTree>
    <p:extLst>
      <p:ext uri="{BB962C8B-B14F-4D97-AF65-F5344CB8AC3E}">
        <p14:creationId xmlns:p14="http://schemas.microsoft.com/office/powerpoint/2010/main" val="222623788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3CEEED-7024-496E-9DC2-8635916CF06D}"/>
              </a:ext>
            </a:extLst>
          </p:cNvPr>
          <p:cNvSpPr>
            <a:spLocks noGrp="1"/>
          </p:cNvSpPr>
          <p:nvPr>
            <p:ph type="body" sz="quarter" idx="12"/>
          </p:nvPr>
        </p:nvSpPr>
        <p:spPr>
          <a:xfrm>
            <a:off x="406202" y="231140"/>
            <a:ext cx="8280401" cy="397483"/>
          </a:xfrm>
        </p:spPr>
        <p:txBody>
          <a:bodyPr/>
          <a:lstStyle/>
          <a:p>
            <a:r>
              <a:rPr lang="en-US"/>
              <a:t>Glossary</a:t>
            </a:r>
            <a:endParaRPr lang="en-CA" sz="3200">
              <a:solidFill>
                <a:srgbClr val="DAAA00"/>
              </a:solidFill>
            </a:endParaRPr>
          </a:p>
          <a:p>
            <a:endParaRPr lang="en-US"/>
          </a:p>
        </p:txBody>
      </p:sp>
      <p:sp>
        <p:nvSpPr>
          <p:cNvPr id="4" name="Text Placeholder 3">
            <a:extLst>
              <a:ext uri="{FF2B5EF4-FFF2-40B4-BE49-F238E27FC236}">
                <a16:creationId xmlns:a16="http://schemas.microsoft.com/office/drawing/2014/main" id="{D6C29165-E8FC-49E1-B5C9-B29B421B6F77}"/>
              </a:ext>
            </a:extLst>
          </p:cNvPr>
          <p:cNvSpPr txBox="1"/>
          <p:nvPr/>
        </p:nvSpPr>
        <p:spPr>
          <a:xfrm>
            <a:off x="818094" y="605122"/>
            <a:ext cx="6241733" cy="238208"/>
          </a:xfrm>
          <a:prstGeom prst="rect">
            <a:avLst/>
          </a:prstGeom>
        </p:spPr>
        <p:txBody>
          <a:bodyPr lIns="0" tIns="0" rIns="0" bIns="0"/>
          <a:lstStyle>
            <a:lvl1pPr marL="0" indent="0" algn="l" defTabSz="914400" rtl="0" eaLnBrk="1" latinLnBrk="0" hangingPunct="1">
              <a:lnSpc>
                <a:spcPts val="2200"/>
              </a:lnSpc>
              <a:spcBef>
                <a:spcPct val="0"/>
              </a:spcBef>
              <a:buFont typeface="Arial" panose="020B0604020202020204" pitchFamily="34" charset="0"/>
              <a:buNone/>
              <a:defRPr sz="1800" b="0" kern="1200" spc="0" baseline="0">
                <a:solidFill>
                  <a:srgbClr val="DAAA00"/>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a:p>
          <a:p>
            <a:endParaRPr lang="en-CA"/>
          </a:p>
        </p:txBody>
      </p:sp>
      <p:pic>
        <p:nvPicPr>
          <p:cNvPr id="7" name="Picture 6">
            <a:extLst>
              <a:ext uri="{FF2B5EF4-FFF2-40B4-BE49-F238E27FC236}">
                <a16:creationId xmlns:a16="http://schemas.microsoft.com/office/drawing/2014/main" id="{4FDC2ACA-7EA4-40D7-82A1-20223862500A}"/>
              </a:ext>
            </a:extLst>
          </p:cNvPr>
          <p:cNvPicPr>
            <a:picLocks noChangeAspect="1"/>
          </p:cNvPicPr>
          <p:nvPr/>
        </p:nvPicPr>
        <p:blipFill>
          <a:blip r:embed="rId2"/>
          <a:stretch>
            <a:fillRect/>
          </a:stretch>
        </p:blipFill>
        <p:spPr>
          <a:xfrm>
            <a:off x="1795591" y="260635"/>
            <a:ext cx="6942207" cy="4277743"/>
          </a:xfrm>
          <a:prstGeom prst="rect">
            <a:avLst/>
          </a:prstGeom>
        </p:spPr>
      </p:pic>
    </p:spTree>
    <p:extLst>
      <p:ext uri="{BB962C8B-B14F-4D97-AF65-F5344CB8AC3E}">
        <p14:creationId xmlns:p14="http://schemas.microsoft.com/office/powerpoint/2010/main" val="3044371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3CEEED-7024-496E-9DC2-8635916CF06D}"/>
              </a:ext>
            </a:extLst>
          </p:cNvPr>
          <p:cNvSpPr>
            <a:spLocks noGrp="1"/>
          </p:cNvSpPr>
          <p:nvPr>
            <p:ph type="body" sz="quarter" idx="12"/>
          </p:nvPr>
        </p:nvSpPr>
        <p:spPr>
          <a:xfrm>
            <a:off x="406201" y="104124"/>
            <a:ext cx="8280401" cy="397483"/>
          </a:xfrm>
        </p:spPr>
        <p:txBody>
          <a:bodyPr/>
          <a:lstStyle/>
          <a:p>
            <a:pPr>
              <a:lnSpc>
                <a:spcPct val="100000"/>
              </a:lnSpc>
            </a:pPr>
            <a:r>
              <a:rPr lang="en-US"/>
              <a:t>Requirements Discussions – Agreements Actions</a:t>
            </a:r>
          </a:p>
          <a:p>
            <a:pPr>
              <a:lnSpc>
                <a:spcPct val="100000"/>
              </a:lnSpc>
            </a:pPr>
            <a:r>
              <a:rPr lang="en-US" sz="1400">
                <a:solidFill>
                  <a:srgbClr val="DAAA00"/>
                </a:solidFill>
              </a:rPr>
              <a:t>Source: email/follow-up from meeting on Jan 24th Niel Colinares, with Status column added</a:t>
            </a:r>
            <a:endParaRPr lang="en-CA" sz="1400">
              <a:solidFill>
                <a:srgbClr val="DAAA00"/>
              </a:solidFill>
            </a:endParaRPr>
          </a:p>
          <a:p>
            <a:endParaRPr lang="en-US"/>
          </a:p>
        </p:txBody>
      </p:sp>
      <p:sp>
        <p:nvSpPr>
          <p:cNvPr id="4" name="Text Placeholder 3">
            <a:extLst>
              <a:ext uri="{FF2B5EF4-FFF2-40B4-BE49-F238E27FC236}">
                <a16:creationId xmlns:a16="http://schemas.microsoft.com/office/drawing/2014/main" id="{D6C29165-E8FC-49E1-B5C9-B29B421B6F77}"/>
              </a:ext>
            </a:extLst>
          </p:cNvPr>
          <p:cNvSpPr txBox="1"/>
          <p:nvPr/>
        </p:nvSpPr>
        <p:spPr>
          <a:xfrm>
            <a:off x="818094" y="605122"/>
            <a:ext cx="6241733" cy="238208"/>
          </a:xfrm>
          <a:prstGeom prst="rect">
            <a:avLst/>
          </a:prstGeom>
        </p:spPr>
        <p:txBody>
          <a:bodyPr lIns="0" tIns="0" rIns="0" bIns="0"/>
          <a:lstStyle>
            <a:lvl1pPr marL="0" indent="0" algn="l" defTabSz="914400" rtl="0" eaLnBrk="1" latinLnBrk="0" hangingPunct="1">
              <a:lnSpc>
                <a:spcPts val="2200"/>
              </a:lnSpc>
              <a:spcBef>
                <a:spcPct val="0"/>
              </a:spcBef>
              <a:buFont typeface="Arial" panose="020B0604020202020204" pitchFamily="34" charset="0"/>
              <a:buNone/>
              <a:defRPr sz="1800" b="0" kern="1200" spc="0" baseline="0">
                <a:solidFill>
                  <a:srgbClr val="DAAA00"/>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a:p>
          <a:p>
            <a:endParaRPr lang="en-CA"/>
          </a:p>
        </p:txBody>
      </p:sp>
      <p:graphicFrame>
        <p:nvGraphicFramePr>
          <p:cNvPr id="5" name="Table 4">
            <a:extLst>
              <a:ext uri="{FF2B5EF4-FFF2-40B4-BE49-F238E27FC236}">
                <a16:creationId xmlns:a16="http://schemas.microsoft.com/office/drawing/2014/main" id="{9A5EF5E8-8C89-4806-869E-CF483F983102}"/>
              </a:ext>
            </a:extLst>
          </p:cNvPr>
          <p:cNvGraphicFramePr>
            <a:graphicFrameLocks noGrp="1"/>
          </p:cNvGraphicFramePr>
          <p:nvPr>
            <p:extLst>
              <p:ext uri="{D42A27DB-BD31-4B8C-83A1-F6EECF244321}">
                <p14:modId xmlns:p14="http://schemas.microsoft.com/office/powerpoint/2010/main" val="381106163"/>
              </p:ext>
            </p:extLst>
          </p:nvPr>
        </p:nvGraphicFramePr>
        <p:xfrm>
          <a:off x="406201" y="946845"/>
          <a:ext cx="7377834" cy="3266425"/>
        </p:xfrm>
        <a:graphic>
          <a:graphicData uri="http://schemas.openxmlformats.org/drawingml/2006/table">
            <a:tbl>
              <a:tblPr firstRow="1" firstCol="1" bandRow="1">
                <a:tableStyleId>{5C22544A-7EE6-4342-B048-85BDC9FD1C3A}</a:tableStyleId>
              </a:tblPr>
              <a:tblGrid>
                <a:gridCol w="166614">
                  <a:extLst>
                    <a:ext uri="{9D8B030D-6E8A-4147-A177-3AD203B41FA5}">
                      <a16:colId xmlns:a16="http://schemas.microsoft.com/office/drawing/2014/main" val="3356057354"/>
                    </a:ext>
                  </a:extLst>
                </a:gridCol>
                <a:gridCol w="2291416">
                  <a:extLst>
                    <a:ext uri="{9D8B030D-6E8A-4147-A177-3AD203B41FA5}">
                      <a16:colId xmlns:a16="http://schemas.microsoft.com/office/drawing/2014/main" val="3499579141"/>
                    </a:ext>
                  </a:extLst>
                </a:gridCol>
                <a:gridCol w="2459902">
                  <a:extLst>
                    <a:ext uri="{9D8B030D-6E8A-4147-A177-3AD203B41FA5}">
                      <a16:colId xmlns:a16="http://schemas.microsoft.com/office/drawing/2014/main" val="3077419440"/>
                    </a:ext>
                  </a:extLst>
                </a:gridCol>
                <a:gridCol w="2459902">
                  <a:extLst>
                    <a:ext uri="{9D8B030D-6E8A-4147-A177-3AD203B41FA5}">
                      <a16:colId xmlns:a16="http://schemas.microsoft.com/office/drawing/2014/main" val="3745899511"/>
                    </a:ext>
                  </a:extLst>
                </a:gridCol>
              </a:tblGrid>
              <a:tr h="148287">
                <a:tc>
                  <a:txBody>
                    <a:bodyPr/>
                    <a:lstStyle/>
                    <a:p>
                      <a:r>
                        <a:rPr lang="en-US" sz="1000">
                          <a:effectLst/>
                        </a:rPr>
                        <a:t> </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1000" u="sng">
                          <a:effectLst/>
                        </a:rPr>
                        <a:t>Recommendation/Challenge</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pPr marL="914400"/>
                      <a:r>
                        <a:rPr lang="en-US" sz="1000" u="sng">
                          <a:effectLst/>
                        </a:rPr>
                        <a:t>Agreed Action/resolution</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pPr marL="914400"/>
                      <a:r>
                        <a:rPr lang="en-US" sz="1000">
                          <a:effectLst/>
                          <a:latin typeface="Calibri" panose="020F0502020204030204" pitchFamily="34" charset="0"/>
                          <a:ea typeface="Calibri" panose="020F0502020204030204" pitchFamily="34" charset="0"/>
                          <a:cs typeface="Times New Roman" panose="02020603050405020304" pitchFamily="18" charset="0"/>
                        </a:rPr>
                        <a:t>Status</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77260227"/>
                  </a:ext>
                </a:extLst>
              </a:tr>
              <a:tr h="3114025">
                <a:tc>
                  <a:txBody>
                    <a:bodyPr/>
                    <a:lstStyle/>
                    <a:p>
                      <a:r>
                        <a:rPr lang="en-US" sz="1000">
                          <a:effectLst/>
                        </a:rPr>
                        <a:t>1</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700">
                          <a:effectLst/>
                        </a:rPr>
                        <a:t>Preparation for the requirements gathering sessions –CWB needs to review the features(Req CorpBank EFT_R1.2 Refined &amp; Conceptual view tabs), and determine the bank’s requirements for those features, prior to the scheduled call; Temenos BAs will need to be familiar with what is available OOTB for those features, as well as the related R1/R1.1 customizations</a:t>
                      </a:r>
                      <a:endParaRPr lang="en-CA" sz="7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700" u="sng">
                          <a:effectLst/>
                        </a:rPr>
                        <a:t>What was agreed:</a:t>
                      </a:r>
                      <a:endParaRPr lang="en-CA" sz="700">
                        <a:effectLst/>
                      </a:endParaRPr>
                    </a:p>
                    <a:p>
                      <a:r>
                        <a:rPr lang="en-US" sz="700">
                          <a:effectLst/>
                        </a:rPr>
                        <a:t> </a:t>
                      </a:r>
                      <a:endParaRPr lang="en-CA" sz="700">
                        <a:effectLst/>
                      </a:endParaRPr>
                    </a:p>
                    <a:p>
                      <a:r>
                        <a:rPr lang="en-US" sz="700">
                          <a:effectLst/>
                        </a:rPr>
                        <a:t>This was not concluded, it was agreed to continue the discussion within a smaller group. Summary of main ideas/pain points discussed so far:</a:t>
                      </a:r>
                      <a:endParaRPr lang="en-CA" sz="700">
                        <a:effectLst/>
                      </a:endParaRPr>
                    </a:p>
                    <a:p>
                      <a:pPr marL="342900" lvl="0" indent="-342900">
                        <a:buFont typeface="+mj-lt"/>
                        <a:buAutoNum type="alphaLcParenR"/>
                      </a:pPr>
                      <a:r>
                        <a:rPr lang="en-US" sz="700">
                          <a:effectLst/>
                        </a:rPr>
                        <a:t> Level of preparedness for the sessions is insufficient – both Temenos and CWB</a:t>
                      </a:r>
                      <a:endParaRPr lang="en-CA" sz="700">
                        <a:effectLst/>
                      </a:endParaRPr>
                    </a:p>
                    <a:p>
                      <a:pPr marL="342900" lvl="0" indent="-342900">
                        <a:buFont typeface="+mj-lt"/>
                        <a:buAutoNum type="alphaLcParenR"/>
                      </a:pPr>
                      <a:r>
                        <a:rPr lang="en-US" sz="700">
                          <a:effectLst/>
                        </a:rPr>
                        <a:t>The agenda needs to be determined well in advance and the right people need to be in the sessions at the right time but expect fluidity in the agenda/schedule</a:t>
                      </a:r>
                      <a:endParaRPr lang="en-CA" sz="700">
                        <a:effectLst/>
                      </a:endParaRPr>
                    </a:p>
                    <a:p>
                      <a:pPr marL="342900" lvl="0" indent="-342900">
                        <a:buFont typeface="+mj-lt"/>
                        <a:buAutoNum type="alphaLcParenR"/>
                      </a:pPr>
                      <a:r>
                        <a:rPr lang="en-US" sz="700">
                          <a:effectLst/>
                        </a:rPr>
                        <a:t>Conundrum/cart before the horse scenario – do we look at what is out of the box/R1 customized and figure out the requirements or requirements are determined and documented first, and compare against out of the box/R1 customization. </a:t>
                      </a:r>
                      <a:endParaRPr lang="en-CA" sz="700">
                        <a:effectLst/>
                      </a:endParaRPr>
                    </a:p>
                    <a:p>
                      <a:pPr marL="342900" lvl="0" indent="-342900">
                        <a:buFont typeface="+mj-lt"/>
                        <a:buAutoNum type="alphaLcParenR"/>
                      </a:pPr>
                      <a:r>
                        <a:rPr lang="en-US" sz="700">
                          <a:effectLst/>
                        </a:rPr>
                        <a:t>Not enough info/knowledge on what is out of the box/R1 customized for CWB to effectively determine gaps/requirements; Temenos BAs not in a position to write/complete stories coming out of the sessions as there are too many takeaways. </a:t>
                      </a:r>
                      <a:endParaRPr lang="en-CA" sz="700">
                        <a:effectLst/>
                      </a:endParaRPr>
                    </a:p>
                    <a:p>
                      <a:pPr marL="342900" lvl="0" indent="-342900">
                        <a:buFont typeface="+mj-lt"/>
                        <a:buAutoNum type="alphaLcParenR"/>
                      </a:pPr>
                      <a:r>
                        <a:rPr lang="en-US" sz="700">
                          <a:effectLst/>
                        </a:rPr>
                        <a:t>How do we get to a steady cadence for creation/review/approval of stories and be able to meet dates</a:t>
                      </a:r>
                      <a:endParaRPr lang="en-CA" sz="700">
                        <a:effectLst/>
                      </a:endParaRPr>
                    </a:p>
                    <a:p>
                      <a:pPr marL="228600"/>
                      <a:r>
                        <a:rPr lang="en-US" sz="700">
                          <a:effectLst/>
                        </a:rPr>
                        <a:t> </a:t>
                      </a:r>
                      <a:endParaRPr lang="en-CA" sz="7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pPr marL="228600"/>
                      <a:r>
                        <a:rPr lang="en-US" sz="1000">
                          <a:effectLst/>
                          <a:latin typeface="Calibri" panose="020F0502020204030204" pitchFamily="34" charset="0"/>
                          <a:ea typeface="Calibri" panose="020F0502020204030204" pitchFamily="34" charset="0"/>
                          <a:cs typeface="Times New Roman" panose="02020603050405020304" pitchFamily="18" charset="0"/>
                        </a:rPr>
                        <a:t>02/03/2022 – The smaller group met; the result of those meetings are these slides. </a:t>
                      </a:r>
                    </a:p>
                    <a:p>
                      <a:pPr marL="228600"/>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2791926249"/>
                  </a:ext>
                </a:extLst>
              </a:tr>
            </a:tbl>
          </a:graphicData>
        </a:graphic>
      </p:graphicFrame>
    </p:spTree>
    <p:extLst>
      <p:ext uri="{BB962C8B-B14F-4D97-AF65-F5344CB8AC3E}">
        <p14:creationId xmlns:p14="http://schemas.microsoft.com/office/powerpoint/2010/main" val="38993209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3CEEED-7024-496E-9DC2-8635916CF06D}"/>
              </a:ext>
            </a:extLst>
          </p:cNvPr>
          <p:cNvSpPr>
            <a:spLocks noGrp="1"/>
          </p:cNvSpPr>
          <p:nvPr>
            <p:ph type="body" sz="quarter" idx="12"/>
          </p:nvPr>
        </p:nvSpPr>
        <p:spPr>
          <a:xfrm>
            <a:off x="406201" y="104124"/>
            <a:ext cx="8280401" cy="397483"/>
          </a:xfrm>
        </p:spPr>
        <p:txBody>
          <a:bodyPr/>
          <a:lstStyle/>
          <a:p>
            <a:pPr>
              <a:lnSpc>
                <a:spcPct val="100000"/>
              </a:lnSpc>
            </a:pPr>
            <a:r>
              <a:rPr lang="en-US"/>
              <a:t>Requirements Discussions – Agreements Actions</a:t>
            </a:r>
          </a:p>
          <a:p>
            <a:pPr>
              <a:lnSpc>
                <a:spcPct val="100000"/>
              </a:lnSpc>
            </a:pPr>
            <a:r>
              <a:rPr lang="en-US" sz="1400">
                <a:solidFill>
                  <a:srgbClr val="DAAA00"/>
                </a:solidFill>
              </a:rPr>
              <a:t>Source: email/follow-up from meeting on Jan 24th Niel Colinares, with Status column added</a:t>
            </a:r>
            <a:endParaRPr lang="en-CA" sz="1400">
              <a:solidFill>
                <a:srgbClr val="DAAA00"/>
              </a:solidFill>
            </a:endParaRPr>
          </a:p>
          <a:p>
            <a:endParaRPr lang="en-US"/>
          </a:p>
        </p:txBody>
      </p:sp>
      <p:sp>
        <p:nvSpPr>
          <p:cNvPr id="4" name="Text Placeholder 3">
            <a:extLst>
              <a:ext uri="{FF2B5EF4-FFF2-40B4-BE49-F238E27FC236}">
                <a16:creationId xmlns:a16="http://schemas.microsoft.com/office/drawing/2014/main" id="{D6C29165-E8FC-49E1-B5C9-B29B421B6F77}"/>
              </a:ext>
            </a:extLst>
          </p:cNvPr>
          <p:cNvSpPr txBox="1"/>
          <p:nvPr/>
        </p:nvSpPr>
        <p:spPr>
          <a:xfrm>
            <a:off x="818094" y="605122"/>
            <a:ext cx="6241733" cy="238208"/>
          </a:xfrm>
          <a:prstGeom prst="rect">
            <a:avLst/>
          </a:prstGeom>
        </p:spPr>
        <p:txBody>
          <a:bodyPr lIns="0" tIns="0" rIns="0" bIns="0"/>
          <a:lstStyle>
            <a:lvl1pPr marL="0" indent="0" algn="l" defTabSz="914400" rtl="0" eaLnBrk="1" latinLnBrk="0" hangingPunct="1">
              <a:lnSpc>
                <a:spcPts val="2200"/>
              </a:lnSpc>
              <a:spcBef>
                <a:spcPct val="0"/>
              </a:spcBef>
              <a:buFont typeface="Arial" panose="020B0604020202020204" pitchFamily="34" charset="0"/>
              <a:buNone/>
              <a:defRPr sz="1800" b="0" kern="1200" spc="0" baseline="0">
                <a:solidFill>
                  <a:srgbClr val="DAAA00"/>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a:p>
          <a:p>
            <a:endParaRPr lang="en-CA"/>
          </a:p>
        </p:txBody>
      </p:sp>
      <p:graphicFrame>
        <p:nvGraphicFramePr>
          <p:cNvPr id="5" name="Table 4">
            <a:extLst>
              <a:ext uri="{FF2B5EF4-FFF2-40B4-BE49-F238E27FC236}">
                <a16:creationId xmlns:a16="http://schemas.microsoft.com/office/drawing/2014/main" id="{9A5EF5E8-8C89-4806-869E-CF483F983102}"/>
              </a:ext>
            </a:extLst>
          </p:cNvPr>
          <p:cNvGraphicFramePr>
            <a:graphicFrameLocks noGrp="1"/>
          </p:cNvGraphicFramePr>
          <p:nvPr>
            <p:extLst>
              <p:ext uri="{D42A27DB-BD31-4B8C-83A1-F6EECF244321}">
                <p14:modId xmlns:p14="http://schemas.microsoft.com/office/powerpoint/2010/main" val="3359075312"/>
              </p:ext>
            </p:extLst>
          </p:nvPr>
        </p:nvGraphicFramePr>
        <p:xfrm>
          <a:off x="139700" y="915010"/>
          <a:ext cx="8662168" cy="4124366"/>
        </p:xfrm>
        <a:graphic>
          <a:graphicData uri="http://schemas.openxmlformats.org/drawingml/2006/table">
            <a:tbl>
              <a:tblPr firstRow="1" firstCol="1" bandRow="1">
                <a:tableStyleId>{5C22544A-7EE6-4342-B048-85BDC9FD1C3A}</a:tableStyleId>
              </a:tblPr>
              <a:tblGrid>
                <a:gridCol w="214989">
                  <a:extLst>
                    <a:ext uri="{9D8B030D-6E8A-4147-A177-3AD203B41FA5}">
                      <a16:colId xmlns:a16="http://schemas.microsoft.com/office/drawing/2014/main" val="3356057354"/>
                    </a:ext>
                  </a:extLst>
                </a:gridCol>
                <a:gridCol w="2684151">
                  <a:extLst>
                    <a:ext uri="{9D8B030D-6E8A-4147-A177-3AD203B41FA5}">
                      <a16:colId xmlns:a16="http://schemas.microsoft.com/office/drawing/2014/main" val="3499579141"/>
                    </a:ext>
                  </a:extLst>
                </a:gridCol>
                <a:gridCol w="4264428">
                  <a:extLst>
                    <a:ext uri="{9D8B030D-6E8A-4147-A177-3AD203B41FA5}">
                      <a16:colId xmlns:a16="http://schemas.microsoft.com/office/drawing/2014/main" val="3077419440"/>
                    </a:ext>
                  </a:extLst>
                </a:gridCol>
                <a:gridCol w="1498600">
                  <a:extLst>
                    <a:ext uri="{9D8B030D-6E8A-4147-A177-3AD203B41FA5}">
                      <a16:colId xmlns:a16="http://schemas.microsoft.com/office/drawing/2014/main" val="3745899511"/>
                    </a:ext>
                  </a:extLst>
                </a:gridCol>
              </a:tblGrid>
              <a:tr h="120549">
                <a:tc>
                  <a:txBody>
                    <a:bodyPr/>
                    <a:lstStyle/>
                    <a:p>
                      <a:r>
                        <a:rPr lang="en-US" sz="1000">
                          <a:effectLst/>
                        </a:rPr>
                        <a:t> </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1000" u="sng">
                          <a:effectLst/>
                        </a:rPr>
                        <a:t>Recommendation/Challenge</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pPr marL="914400"/>
                      <a:r>
                        <a:rPr lang="en-US" sz="1000" u="sng">
                          <a:effectLst/>
                        </a:rPr>
                        <a:t>Agreed Action/resolution</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pPr marL="914400"/>
                      <a:r>
                        <a:rPr lang="en-US" sz="1000">
                          <a:effectLst/>
                          <a:latin typeface="Calibri" panose="020F0502020204030204" pitchFamily="34" charset="0"/>
                          <a:ea typeface="Calibri" panose="020F0502020204030204" pitchFamily="34" charset="0"/>
                          <a:cs typeface="Times New Roman" panose="02020603050405020304" pitchFamily="18" charset="0"/>
                        </a:rPr>
                        <a:t>Status</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77260227"/>
                  </a:ext>
                </a:extLst>
              </a:tr>
              <a:tr h="1447105">
                <a:tc>
                  <a:txBody>
                    <a:bodyPr/>
                    <a:lstStyle/>
                    <a:p>
                      <a:r>
                        <a:rPr lang="en-US" sz="1000">
                          <a:effectLst/>
                          <a:latin typeface="Calibri" panose="020F0502020204030204" pitchFamily="34" charset="0"/>
                          <a:ea typeface="Calibri" panose="020F0502020204030204" pitchFamily="34" charset="0"/>
                          <a:cs typeface="Times New Roman" panose="02020603050405020304" pitchFamily="18" charset="0"/>
                        </a:rPr>
                        <a:t>2</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900">
                          <a:effectLst/>
                          <a:latin typeface="Calibri" panose="020F0502020204030204" pitchFamily="34" charset="0"/>
                          <a:ea typeface="Calibri" panose="020F0502020204030204" pitchFamily="34" charset="0"/>
                          <a:cs typeface="Times New Roman" panose="02020603050405020304" pitchFamily="18" charset="0"/>
                        </a:rPr>
                        <a:t>UI/UX design and review are currently in 2 steps; suggest these 2 should be combined into 1 step/session so that the design and review happen in the same session with both the CWB BAs and reviewer present, to reduce the amount of rework. </a:t>
                      </a:r>
                      <a:endParaRPr lang="en-CA" sz="900">
                        <a:effectLst/>
                        <a:latin typeface="Calibri" panose="020F0502020204030204" pitchFamily="34" charset="0"/>
                        <a:ea typeface="Calibri" panose="020F0502020204030204" pitchFamily="34" charset="0"/>
                        <a:cs typeface="Times New Roman" panose="02020603050405020304" pitchFamily="18" charset="0"/>
                      </a:endParaRPr>
                    </a:p>
                    <a:p>
                      <a:r>
                        <a:rPr lang="en-US" sz="900">
                          <a:effectLst/>
                          <a:latin typeface="Calibri" panose="020F0502020204030204" pitchFamily="34" charset="0"/>
                          <a:ea typeface="Calibri" panose="020F0502020204030204" pitchFamily="34" charset="0"/>
                          <a:cs typeface="Times New Roman" panose="02020603050405020304" pitchFamily="18" charset="0"/>
                        </a:rPr>
                        <a:t> </a:t>
                      </a:r>
                      <a:endParaRPr lang="en-CA" sz="9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sz="900" i="1" u="sng">
                          <a:effectLst/>
                          <a:latin typeface="Calibri" panose="020F0502020204030204" pitchFamily="34" charset="0"/>
                          <a:ea typeface="Calibri" panose="020F0502020204030204" pitchFamily="34" charset="0"/>
                          <a:cs typeface="Times New Roman" panose="02020603050405020304" pitchFamily="18" charset="0"/>
                        </a:rPr>
                        <a:t>What was agreed:</a:t>
                      </a:r>
                      <a:endParaRPr lang="en-CA" sz="90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US" sz="900">
                          <a:effectLst/>
                          <a:latin typeface="Calibri" panose="020F0502020204030204" pitchFamily="34" charset="0"/>
                          <a:ea typeface="Calibri" panose="020F0502020204030204" pitchFamily="34" charset="0"/>
                          <a:cs typeface="Times New Roman" panose="02020603050405020304" pitchFamily="18" charset="0"/>
                        </a:rPr>
                        <a:t> </a:t>
                      </a:r>
                      <a:endParaRPr lang="en-CA" sz="9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900">
                          <a:effectLst/>
                          <a:latin typeface="Calibri" panose="020F0502020204030204" pitchFamily="34" charset="0"/>
                          <a:ea typeface="Calibri" panose="020F0502020204030204" pitchFamily="34" charset="0"/>
                          <a:cs typeface="Times New Roman" panose="02020603050405020304" pitchFamily="18" charset="0"/>
                        </a:rPr>
                        <a:t>For complex designs or designs with substantial delta, avoid UI/UX discussions in the scheduled sessions, instead have a separate session between the CWB &amp; Temenos UI/UX teams to work together on the design </a:t>
                      </a:r>
                      <a:endParaRPr lang="en-CA" sz="9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900">
                          <a:effectLst/>
                          <a:latin typeface="Calibri" panose="020F0502020204030204" pitchFamily="34" charset="0"/>
                          <a:ea typeface="Calibri" panose="020F0502020204030204" pitchFamily="34" charset="0"/>
                          <a:cs typeface="Times New Roman" panose="02020603050405020304" pitchFamily="18" charset="0"/>
                        </a:rPr>
                        <a:t>And once the design is complete return to the bigger group with the UI reviewers/approvers also in the room and finalize in the same session or sessions with the same group; as opposed to using the sessions only up to the review stage, and having a separate group undertake the final review/approval. This would help reduce iterations and rework.</a:t>
                      </a:r>
                      <a:endParaRPr lang="en-CA" sz="90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US" sz="900">
                          <a:effectLst/>
                          <a:latin typeface="Calibri" panose="020F0502020204030204" pitchFamily="34" charset="0"/>
                          <a:ea typeface="Calibri" panose="020F0502020204030204" pitchFamily="34" charset="0"/>
                          <a:cs typeface="Times New Roman" panose="02020603050405020304" pitchFamily="18" charset="0"/>
                        </a:rPr>
                        <a:t> </a:t>
                      </a:r>
                      <a:endParaRPr lang="en-CA" sz="9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r>
                        <a:rPr lang="en-US" sz="700">
                          <a:effectLst/>
                          <a:latin typeface="Calibri" panose="020F0502020204030204" pitchFamily="34" charset="0"/>
                          <a:ea typeface="Calibri" panose="020F0502020204030204" pitchFamily="34" charset="0"/>
                          <a:cs typeface="Times New Roman" panose="02020603050405020304" pitchFamily="18" charset="0"/>
                        </a:rPr>
                        <a:t>On Slides 4 &amp; 5</a:t>
                      </a:r>
                      <a:endParaRPr lang="en-CA" sz="7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2791926249"/>
                  </a:ext>
                </a:extLst>
              </a:tr>
              <a:tr h="2463206">
                <a:tc>
                  <a:txBody>
                    <a:bodyPr/>
                    <a:lstStyle/>
                    <a:p>
                      <a:r>
                        <a:rPr lang="en-US" sz="1000">
                          <a:effectLst/>
                          <a:latin typeface="Calibri" panose="020F0502020204030204" pitchFamily="34" charset="0"/>
                          <a:ea typeface="Calibri" panose="020F0502020204030204" pitchFamily="34" charset="0"/>
                          <a:cs typeface="Times New Roman" panose="02020603050405020304" pitchFamily="18" charset="0"/>
                        </a:rPr>
                        <a:t>3</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800">
                          <a:effectLst/>
                          <a:latin typeface="Calibri" panose="020F0502020204030204" pitchFamily="34" charset="0"/>
                          <a:ea typeface="Calibri" panose="020F0502020204030204" pitchFamily="34" charset="0"/>
                          <a:cs typeface="Times New Roman" panose="02020603050405020304" pitchFamily="18" charset="0"/>
                        </a:rPr>
                        <a:t>Determine &amp; align on components that even if not completed, should not hold review/approval of stories like:</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mj-lt"/>
                        <a:buAutoNum type="alphaLcPeriod"/>
                      </a:pPr>
                      <a:r>
                        <a:rPr lang="en-US" sz="800">
                          <a:effectLst/>
                          <a:latin typeface="Calibri" panose="020F0502020204030204" pitchFamily="34" charset="0"/>
                          <a:ea typeface="Calibri" panose="020F0502020204030204" pitchFamily="34" charset="0"/>
                          <a:cs typeface="Times New Roman" panose="02020603050405020304" pitchFamily="18" charset="0"/>
                        </a:rPr>
                        <a:t>Messages</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mj-lt"/>
                        <a:buAutoNum type="alphaLcPeriod"/>
                      </a:pPr>
                      <a:r>
                        <a:rPr lang="en-US" sz="800">
                          <a:effectLst/>
                          <a:latin typeface="Calibri" panose="020F0502020204030204" pitchFamily="34" charset="0"/>
                          <a:ea typeface="Calibri" panose="020F0502020204030204" pitchFamily="34" charset="0"/>
                          <a:cs typeface="Times New Roman" panose="02020603050405020304" pitchFamily="18" charset="0"/>
                        </a:rPr>
                        <a:t>Labels</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mj-lt"/>
                        <a:buAutoNum type="alphaLcPeriod"/>
                      </a:pPr>
                      <a:r>
                        <a:rPr lang="en-US" sz="800">
                          <a:effectLst/>
                          <a:latin typeface="Calibri" panose="020F0502020204030204" pitchFamily="34" charset="0"/>
                          <a:ea typeface="Calibri" panose="020F0502020204030204" pitchFamily="34" charset="0"/>
                          <a:cs typeface="Times New Roman" panose="02020603050405020304" pitchFamily="18" charset="0"/>
                        </a:rPr>
                        <a:t>Reference to invision screens (case to case)</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mj-lt"/>
                        <a:buAutoNum type="alphaLcPeriod"/>
                      </a:pPr>
                      <a:r>
                        <a:rPr lang="en-US" sz="800">
                          <a:effectLst/>
                          <a:latin typeface="Calibri" panose="020F0502020204030204" pitchFamily="34" charset="0"/>
                          <a:ea typeface="Calibri" panose="020F0502020204030204" pitchFamily="34" charset="0"/>
                          <a:cs typeface="Times New Roman" panose="02020603050405020304" pitchFamily="18" charset="0"/>
                        </a:rPr>
                        <a:t>Branding (case to case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mj-lt"/>
                        <a:buAutoNum type="alphaLcPeriod"/>
                      </a:pPr>
                      <a:r>
                        <a:rPr lang="en-US" sz="800">
                          <a:effectLst/>
                          <a:latin typeface="Calibri" panose="020F0502020204030204" pitchFamily="34" charset="0"/>
                          <a:ea typeface="Calibri" panose="020F0502020204030204" pitchFamily="34" charset="0"/>
                          <a:cs typeface="Times New Roman" panose="02020603050405020304" pitchFamily="18" charset="0"/>
                        </a:rPr>
                        <a:t>Certain UI components(case to case)</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Determine &amp; align on components/work that do not need to be discussed in the sessions, either they are determined/decided off-line or just referred to standard rules e.g. fonts/colors/icons on UI, set due dates for delivery</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sz="800" i="1" u="sng">
                          <a:effectLst/>
                          <a:latin typeface="Calibri" panose="020F0502020204030204" pitchFamily="34" charset="0"/>
                          <a:ea typeface="Calibri" panose="020F0502020204030204" pitchFamily="34" charset="0"/>
                          <a:cs typeface="Times New Roman" panose="02020603050405020304" pitchFamily="18" charset="0"/>
                        </a:rPr>
                        <a:t>What was agreed:</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i="1">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800">
                          <a:effectLst/>
                          <a:latin typeface="Calibri" panose="020F0502020204030204" pitchFamily="34" charset="0"/>
                          <a:ea typeface="Calibri" panose="020F0502020204030204" pitchFamily="34" charset="0"/>
                          <a:cs typeface="Times New Roman" panose="02020603050405020304" pitchFamily="18" charset="0"/>
                        </a:rPr>
                        <a:t>Remove content (message text &amp; labels) from the decision making/approval process and from discussions in the sessions</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Font typeface="+mj-lt"/>
                        <a:buAutoNum type="alphaLcPeriod"/>
                      </a:pPr>
                      <a:r>
                        <a:rPr lang="en-US" sz="800">
                          <a:effectLst/>
                          <a:latin typeface="Calibri" panose="020F0502020204030204" pitchFamily="34" charset="0"/>
                          <a:ea typeface="Calibri" panose="020F0502020204030204" pitchFamily="34" charset="0"/>
                          <a:cs typeface="Times New Roman" panose="02020603050405020304" pitchFamily="18" charset="0"/>
                        </a:rPr>
                        <a:t>Instead create placeholders and determine/decide text/labels offline (by the CWB related departments), with due dates as they need to be finalized  before the related stories are taken up for development</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800">
                          <a:effectLst/>
                          <a:latin typeface="Calibri" panose="020F0502020204030204" pitchFamily="34" charset="0"/>
                          <a:ea typeface="Calibri" panose="020F0502020204030204" pitchFamily="34" charset="0"/>
                          <a:cs typeface="Times New Roman" panose="02020603050405020304" pitchFamily="18" charset="0"/>
                        </a:rPr>
                        <a:t>While in general content should be finalized before the story is taken up for development, agree with Dev that if there has to be changes to content (without any other impact e.g. screen layouts, logic, validations, etc), these will not be considered CRs.</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800">
                          <a:effectLst/>
                          <a:latin typeface="Calibri" panose="020F0502020204030204" pitchFamily="34" charset="0"/>
                          <a:ea typeface="Calibri" panose="020F0502020204030204" pitchFamily="34" charset="0"/>
                          <a:cs typeface="Times New Roman" panose="02020603050405020304" pitchFamily="18" charset="0"/>
                        </a:rPr>
                        <a:t>Avoid debates/discussions on those components that are covered in the branding guidelines/blanket rules. If during the demo certain components were not developed according to the branding guidelines it will be considered a defect and not a CR (unless the branding guidelines were changed mid-stream)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800">
                          <a:effectLst/>
                          <a:latin typeface="Calibri" panose="020F0502020204030204" pitchFamily="34" charset="0"/>
                          <a:ea typeface="Calibri" panose="020F0502020204030204" pitchFamily="34" charset="0"/>
                          <a:cs typeface="Times New Roman" panose="02020603050405020304" pitchFamily="18" charset="0"/>
                        </a:rPr>
                        <a:t>NFR will be outside of the scope of the Requirements sessions</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i="1">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i="1">
                          <a:effectLst/>
                          <a:latin typeface="Calibri" panose="020F0502020204030204" pitchFamily="34" charset="0"/>
                          <a:ea typeface="Calibri" panose="020F0502020204030204" pitchFamily="34" charset="0"/>
                          <a:cs typeface="Times New Roman" panose="02020603050405020304" pitchFamily="18" charset="0"/>
                        </a:rPr>
                        <a:t>,</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r>
                        <a:rPr lang="en-US" sz="700">
                          <a:effectLst/>
                          <a:latin typeface="Calibri" panose="020F0502020204030204" pitchFamily="34" charset="0"/>
                          <a:ea typeface="Calibri" panose="020F0502020204030204" pitchFamily="34" charset="0"/>
                          <a:cs typeface="Times New Roman" panose="02020603050405020304" pitchFamily="18" charset="0"/>
                        </a:rPr>
                        <a:t>Question:  Does this need to be documented further and/or trained out? </a:t>
                      </a:r>
                      <a:endParaRPr lang="en-CA" sz="7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1816430379"/>
                  </a:ext>
                </a:extLst>
              </a:tr>
            </a:tbl>
          </a:graphicData>
        </a:graphic>
      </p:graphicFrame>
    </p:spTree>
    <p:extLst>
      <p:ext uri="{BB962C8B-B14F-4D97-AF65-F5344CB8AC3E}">
        <p14:creationId xmlns:p14="http://schemas.microsoft.com/office/powerpoint/2010/main" val="402555731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3CEEED-7024-496E-9DC2-8635916CF06D}"/>
              </a:ext>
            </a:extLst>
          </p:cNvPr>
          <p:cNvSpPr>
            <a:spLocks noGrp="1"/>
          </p:cNvSpPr>
          <p:nvPr>
            <p:ph type="body" sz="quarter" idx="12"/>
          </p:nvPr>
        </p:nvSpPr>
        <p:spPr>
          <a:xfrm>
            <a:off x="406201" y="104124"/>
            <a:ext cx="8280401" cy="397483"/>
          </a:xfrm>
        </p:spPr>
        <p:txBody>
          <a:bodyPr/>
          <a:lstStyle/>
          <a:p>
            <a:pPr>
              <a:lnSpc>
                <a:spcPct val="100000"/>
              </a:lnSpc>
            </a:pPr>
            <a:r>
              <a:rPr lang="en-US"/>
              <a:t>Requirements Discussions – Agreements Actions</a:t>
            </a:r>
          </a:p>
          <a:p>
            <a:pPr>
              <a:lnSpc>
                <a:spcPct val="100000"/>
              </a:lnSpc>
            </a:pPr>
            <a:r>
              <a:rPr lang="en-US" sz="1400">
                <a:solidFill>
                  <a:srgbClr val="DAAA00"/>
                </a:solidFill>
              </a:rPr>
              <a:t>Source: email/follow-up from meeting on Jan 24th Niel Colinares, with Status column added</a:t>
            </a:r>
            <a:endParaRPr lang="en-CA" sz="1400">
              <a:solidFill>
                <a:srgbClr val="DAAA00"/>
              </a:solidFill>
            </a:endParaRPr>
          </a:p>
          <a:p>
            <a:endParaRPr lang="en-US"/>
          </a:p>
        </p:txBody>
      </p:sp>
      <p:sp>
        <p:nvSpPr>
          <p:cNvPr id="4" name="Text Placeholder 3">
            <a:extLst>
              <a:ext uri="{FF2B5EF4-FFF2-40B4-BE49-F238E27FC236}">
                <a16:creationId xmlns:a16="http://schemas.microsoft.com/office/drawing/2014/main" id="{D6C29165-E8FC-49E1-B5C9-B29B421B6F77}"/>
              </a:ext>
            </a:extLst>
          </p:cNvPr>
          <p:cNvSpPr txBox="1"/>
          <p:nvPr/>
        </p:nvSpPr>
        <p:spPr>
          <a:xfrm>
            <a:off x="818094" y="605122"/>
            <a:ext cx="6241733" cy="238208"/>
          </a:xfrm>
          <a:prstGeom prst="rect">
            <a:avLst/>
          </a:prstGeom>
        </p:spPr>
        <p:txBody>
          <a:bodyPr lIns="0" tIns="0" rIns="0" bIns="0"/>
          <a:lstStyle>
            <a:lvl1pPr marL="0" indent="0" algn="l" defTabSz="914400" rtl="0" eaLnBrk="1" latinLnBrk="0" hangingPunct="1">
              <a:lnSpc>
                <a:spcPts val="2200"/>
              </a:lnSpc>
              <a:spcBef>
                <a:spcPct val="0"/>
              </a:spcBef>
              <a:buFont typeface="Arial" panose="020B0604020202020204" pitchFamily="34" charset="0"/>
              <a:buNone/>
              <a:defRPr sz="1800" b="0" kern="1200" spc="0" baseline="0">
                <a:solidFill>
                  <a:srgbClr val="DAAA00"/>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a:p>
          <a:p>
            <a:endParaRPr lang="en-CA"/>
          </a:p>
        </p:txBody>
      </p:sp>
      <p:graphicFrame>
        <p:nvGraphicFramePr>
          <p:cNvPr id="5" name="Table 4">
            <a:extLst>
              <a:ext uri="{FF2B5EF4-FFF2-40B4-BE49-F238E27FC236}">
                <a16:creationId xmlns:a16="http://schemas.microsoft.com/office/drawing/2014/main" id="{9A5EF5E8-8C89-4806-869E-CF483F983102}"/>
              </a:ext>
            </a:extLst>
          </p:cNvPr>
          <p:cNvGraphicFramePr>
            <a:graphicFrameLocks noGrp="1"/>
          </p:cNvGraphicFramePr>
          <p:nvPr>
            <p:extLst>
              <p:ext uri="{D42A27DB-BD31-4B8C-83A1-F6EECF244321}">
                <p14:modId xmlns:p14="http://schemas.microsoft.com/office/powerpoint/2010/main" val="1541256141"/>
              </p:ext>
            </p:extLst>
          </p:nvPr>
        </p:nvGraphicFramePr>
        <p:xfrm>
          <a:off x="139700" y="915011"/>
          <a:ext cx="8662168" cy="3871044"/>
        </p:xfrm>
        <a:graphic>
          <a:graphicData uri="http://schemas.openxmlformats.org/drawingml/2006/table">
            <a:tbl>
              <a:tblPr firstRow="1" firstCol="1" bandRow="1">
                <a:tableStyleId>{5C22544A-7EE6-4342-B048-85BDC9FD1C3A}</a:tableStyleId>
              </a:tblPr>
              <a:tblGrid>
                <a:gridCol w="214989">
                  <a:extLst>
                    <a:ext uri="{9D8B030D-6E8A-4147-A177-3AD203B41FA5}">
                      <a16:colId xmlns:a16="http://schemas.microsoft.com/office/drawing/2014/main" val="3356057354"/>
                    </a:ext>
                  </a:extLst>
                </a:gridCol>
                <a:gridCol w="2684151">
                  <a:extLst>
                    <a:ext uri="{9D8B030D-6E8A-4147-A177-3AD203B41FA5}">
                      <a16:colId xmlns:a16="http://schemas.microsoft.com/office/drawing/2014/main" val="3499579141"/>
                    </a:ext>
                  </a:extLst>
                </a:gridCol>
                <a:gridCol w="4264428">
                  <a:extLst>
                    <a:ext uri="{9D8B030D-6E8A-4147-A177-3AD203B41FA5}">
                      <a16:colId xmlns:a16="http://schemas.microsoft.com/office/drawing/2014/main" val="3077419440"/>
                    </a:ext>
                  </a:extLst>
                </a:gridCol>
                <a:gridCol w="1498600">
                  <a:extLst>
                    <a:ext uri="{9D8B030D-6E8A-4147-A177-3AD203B41FA5}">
                      <a16:colId xmlns:a16="http://schemas.microsoft.com/office/drawing/2014/main" val="3745899511"/>
                    </a:ext>
                  </a:extLst>
                </a:gridCol>
              </a:tblGrid>
              <a:tr h="135493">
                <a:tc>
                  <a:txBody>
                    <a:bodyPr/>
                    <a:lstStyle/>
                    <a:p>
                      <a:r>
                        <a:rPr lang="en-US" sz="1000">
                          <a:effectLst/>
                        </a:rPr>
                        <a:t> </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1000" u="sng">
                          <a:effectLst/>
                        </a:rPr>
                        <a:t>Recommendation/Challenge</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pPr marL="914400"/>
                      <a:r>
                        <a:rPr lang="en-US" sz="1000" u="sng">
                          <a:effectLst/>
                        </a:rPr>
                        <a:t>Agreed Action/resolution</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pPr marL="914400" algn="l"/>
                      <a:r>
                        <a:rPr lang="en-US" sz="1000">
                          <a:effectLst/>
                          <a:latin typeface="Calibri" panose="020F0502020204030204" pitchFamily="34" charset="0"/>
                          <a:ea typeface="Calibri" panose="020F0502020204030204" pitchFamily="34" charset="0"/>
                          <a:cs typeface="Times New Roman" panose="02020603050405020304" pitchFamily="18" charset="0"/>
                        </a:rPr>
                        <a:t>Status</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77260227"/>
                  </a:ext>
                </a:extLst>
              </a:tr>
              <a:tr h="867155">
                <a:tc>
                  <a:txBody>
                    <a:bodyPr/>
                    <a:lstStyle/>
                    <a:p>
                      <a:r>
                        <a:rPr lang="en-US" sz="1000">
                          <a:effectLst/>
                          <a:latin typeface="Calibri" panose="020F0502020204030204" pitchFamily="34" charset="0"/>
                          <a:ea typeface="Calibri" panose="020F0502020204030204" pitchFamily="34" charset="0"/>
                          <a:cs typeface="Times New Roman" panose="02020603050405020304" pitchFamily="18" charset="0"/>
                        </a:rPr>
                        <a:t>4</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800">
                          <a:effectLst/>
                          <a:latin typeface="Calibri" panose="020F0502020204030204" pitchFamily="34" charset="0"/>
                          <a:ea typeface="Calibri" panose="020F0502020204030204" pitchFamily="34" charset="0"/>
                          <a:cs typeface="Times New Roman" panose="02020603050405020304" pitchFamily="18" charset="0"/>
                        </a:rPr>
                        <a:t>Determine and align on features that can benefit from all-day continuous daily sessions and adjust the schedule accordingly</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sz="800" i="1" u="sng">
                          <a:effectLst/>
                          <a:latin typeface="Calibri" panose="020F0502020204030204" pitchFamily="34" charset="0"/>
                          <a:ea typeface="Calibri" panose="020F0502020204030204" pitchFamily="34" charset="0"/>
                          <a:cs typeface="Times New Roman" panose="02020603050405020304" pitchFamily="18" charset="0"/>
                        </a:rPr>
                        <a:t>What was agreed:</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800">
                          <a:effectLst/>
                          <a:latin typeface="Calibri" panose="020F0502020204030204" pitchFamily="34" charset="0"/>
                          <a:ea typeface="Calibri" panose="020F0502020204030204" pitchFamily="34" charset="0"/>
                          <a:cs typeface="Times New Roman" panose="02020603050405020304" pitchFamily="18" charset="0"/>
                        </a:rPr>
                        <a:t>For complex features like Account grouping where continuity of discussions is essential and no/reduced takeaways is critical to timely completion, all-day sessions will be scheduled.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800">
                          <a:effectLst/>
                          <a:latin typeface="Calibri" panose="020F0502020204030204" pitchFamily="34" charset="0"/>
                          <a:ea typeface="Calibri" panose="020F0502020204030204" pitchFamily="34" charset="0"/>
                          <a:cs typeface="Times New Roman" panose="02020603050405020304" pitchFamily="18" charset="0"/>
                        </a:rPr>
                        <a:t>In addition consider concurrent sessions where there are no constraints on availability on resources required for a session (like only one of 2 parallel sessions needs the presence of a System Architect)</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r>
                        <a:rPr lang="en-US" sz="700">
                          <a:effectLst/>
                          <a:latin typeface="Calibri" panose="020F0502020204030204" pitchFamily="34" charset="0"/>
                          <a:ea typeface="Calibri" panose="020F0502020204030204" pitchFamily="34" charset="0"/>
                          <a:cs typeface="Times New Roman" panose="02020603050405020304" pitchFamily="18" charset="0"/>
                        </a:rPr>
                        <a:t>Question: Where do we currently stand on this? I believe we were leaning toward break-out sessions and shorter rather than longer meetings. </a:t>
                      </a:r>
                      <a:endParaRPr lang="en-CA" sz="7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2791926249"/>
                  </a:ext>
                </a:extLst>
              </a:tr>
              <a:tr h="1371642">
                <a:tc>
                  <a:txBody>
                    <a:bodyPr/>
                    <a:lstStyle/>
                    <a:p>
                      <a:r>
                        <a:rPr lang="en-US" sz="1000">
                          <a:effectLst/>
                          <a:latin typeface="Calibri" panose="020F0502020204030204" pitchFamily="34" charset="0"/>
                          <a:ea typeface="Calibri" panose="020F0502020204030204" pitchFamily="34" charset="0"/>
                          <a:cs typeface="Times New Roman" panose="02020603050405020304" pitchFamily="18" charset="0"/>
                        </a:rPr>
                        <a:t>5</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800">
                          <a:effectLst/>
                          <a:latin typeface="Calibri" panose="020F0502020204030204" pitchFamily="34" charset="0"/>
                          <a:ea typeface="Calibri" panose="020F0502020204030204" pitchFamily="34" charset="0"/>
                          <a:cs typeface="Times New Roman" panose="02020603050405020304" pitchFamily="18" charset="0"/>
                        </a:rPr>
                        <a:t>Tracking of the Requirements schedule on a daily basis by both the Temenos and CWB PMs. Determine and align on reporting for exceptions/slippages</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sz="800" i="1" u="sng">
                          <a:effectLst/>
                          <a:latin typeface="Calibri" panose="020F0502020204030204" pitchFamily="34" charset="0"/>
                          <a:ea typeface="Calibri" panose="020F0502020204030204" pitchFamily="34" charset="0"/>
                          <a:cs typeface="Times New Roman" panose="02020603050405020304" pitchFamily="18" charset="0"/>
                        </a:rPr>
                        <a:t>What was agreed:</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800">
                          <a:effectLst/>
                          <a:latin typeface="Calibri" panose="020F0502020204030204" pitchFamily="34" charset="0"/>
                          <a:ea typeface="Calibri" panose="020F0502020204030204" pitchFamily="34" charset="0"/>
                          <a:cs typeface="Times New Roman" panose="02020603050405020304" pitchFamily="18" charset="0"/>
                        </a:rPr>
                        <a:t>Agreed on closer/daily progress tracking. Will leave this to the PMs Michael &amp; Lalitha to implement</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457200"/>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r>
                        <a:rPr lang="en-US" sz="700">
                          <a:effectLst/>
                          <a:latin typeface="Calibri" panose="020F0502020204030204" pitchFamily="34" charset="0"/>
                          <a:ea typeface="Calibri" panose="020F0502020204030204" pitchFamily="34" charset="0"/>
                          <a:cs typeface="Times New Roman" panose="02020603050405020304" pitchFamily="18" charset="0"/>
                        </a:rPr>
                        <a:t>With Michael and Lalitha. BA providing supports by documenting deliverables in the Requirements Tracker. </a:t>
                      </a:r>
                    </a:p>
                    <a:p>
                      <a:pPr marL="228600"/>
                      <a:endParaRPr lang="en-US" sz="700">
                        <a:effectLst/>
                        <a:latin typeface="Calibri" panose="020F0502020204030204" pitchFamily="34" charset="0"/>
                        <a:ea typeface="Calibri" panose="020F0502020204030204" pitchFamily="34" charset="0"/>
                        <a:cs typeface="Times New Roman" panose="02020603050405020304" pitchFamily="18" charset="0"/>
                      </a:endParaRPr>
                    </a:p>
                    <a:p>
                      <a:pPr marL="228600"/>
                      <a:r>
                        <a:rPr lang="en-US" sz="700">
                          <a:effectLst/>
                          <a:latin typeface="Calibri" panose="020F0502020204030204" pitchFamily="34" charset="0"/>
                          <a:ea typeface="Calibri" panose="020F0502020204030204" pitchFamily="34" charset="0"/>
                          <a:cs typeface="Times New Roman" panose="02020603050405020304" pitchFamily="18" charset="0"/>
                        </a:rPr>
                        <a:t>Pending – Jira Boards in the CWB Atlassian Cloud Instance for visibility and clear ownership.  (With Sherry and the SDLC Tools project. </a:t>
                      </a:r>
                      <a:endParaRPr lang="en-CA" sz="7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1816430379"/>
                  </a:ext>
                </a:extLst>
              </a:tr>
              <a:tr h="1371642">
                <a:tc>
                  <a:txBody>
                    <a:bodyPr/>
                    <a:lstStyle/>
                    <a:p>
                      <a:r>
                        <a:rPr lang="en-US" sz="1000">
                          <a:effectLst/>
                          <a:latin typeface="Calibri" panose="020F0502020204030204" pitchFamily="34" charset="0"/>
                          <a:ea typeface="Calibri" panose="020F0502020204030204" pitchFamily="34" charset="0"/>
                          <a:cs typeface="Times New Roman" panose="02020603050405020304" pitchFamily="18" charset="0"/>
                        </a:rPr>
                        <a:t>6</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800">
                          <a:effectLst/>
                          <a:latin typeface="Calibri" panose="020F0502020204030204" pitchFamily="34" charset="0"/>
                          <a:ea typeface="Calibri" panose="020F0502020204030204" pitchFamily="34" charset="0"/>
                          <a:cs typeface="Times New Roman" panose="02020603050405020304" pitchFamily="18" charset="0"/>
                        </a:rPr>
                        <a:t>Focus of the stories should just be on the delta from out of the box</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sz="800" i="1" u="sng">
                          <a:effectLst/>
                          <a:latin typeface="Calibri" panose="020F0502020204030204" pitchFamily="34" charset="0"/>
                          <a:ea typeface="Calibri" panose="020F0502020204030204" pitchFamily="34" charset="0"/>
                          <a:cs typeface="Times New Roman" panose="02020603050405020304" pitchFamily="18" charset="0"/>
                        </a:rPr>
                        <a:t>What was agreed:</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800">
                          <a:effectLst/>
                          <a:latin typeface="Calibri" panose="020F0502020204030204" pitchFamily="34" charset="0"/>
                          <a:ea typeface="Calibri" panose="020F0502020204030204" pitchFamily="34" charset="0"/>
                          <a:cs typeface="Times New Roman" panose="02020603050405020304" pitchFamily="18" charset="0"/>
                        </a:rPr>
                        <a:t>Aligned in general that only delta should be documented in stories; leverage artefacts  on existing functionality/feature that can help accelerate writing the stories like the original stories or even a recording of a demo. Consider on a case by case basis if no artefacts that can be leveraged exist</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800">
                          <a:effectLst/>
                          <a:latin typeface="Calibri" panose="020F0502020204030204" pitchFamily="34" charset="0"/>
                          <a:ea typeface="Calibri" panose="020F0502020204030204" pitchFamily="34" charset="0"/>
                          <a:cs typeface="Times New Roman" panose="02020603050405020304" pitchFamily="18" charset="0"/>
                        </a:rPr>
                        <a:t>In determining the delta to be documented R1 customization also needs to be taken into consideration (not just 20.07 vs 21.04 out of the box), so the delta is between R1 Customized and 21.04 where applicable</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p>
                      <a:r>
                        <a:rPr lang="en-US" sz="800">
                          <a:effectLst/>
                          <a:latin typeface="Calibri" panose="020F0502020204030204" pitchFamily="34" charset="0"/>
                          <a:ea typeface="Calibri" panose="020F0502020204030204" pitchFamily="34" charset="0"/>
                          <a:cs typeface="Times New Roman" panose="02020603050405020304" pitchFamily="18" charset="0"/>
                        </a:rPr>
                        <a:t> </a:t>
                      </a:r>
                      <a:endParaRPr lang="en-CA" sz="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r>
                        <a:rPr lang="en-US" sz="700">
                          <a:effectLst/>
                          <a:latin typeface="Calibri" panose="020F0502020204030204" pitchFamily="34" charset="0"/>
                          <a:ea typeface="Calibri" panose="020F0502020204030204" pitchFamily="34" charset="0"/>
                          <a:cs typeface="Times New Roman" panose="02020603050405020304" pitchFamily="18" charset="0"/>
                        </a:rPr>
                        <a:t>Covered in Slides 4 &amp; 5</a:t>
                      </a:r>
                      <a:endParaRPr lang="en-CA" sz="7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1082999383"/>
                  </a:ext>
                </a:extLst>
              </a:tr>
            </a:tbl>
          </a:graphicData>
        </a:graphic>
      </p:graphicFrame>
    </p:spTree>
    <p:extLst>
      <p:ext uri="{BB962C8B-B14F-4D97-AF65-F5344CB8AC3E}">
        <p14:creationId xmlns:p14="http://schemas.microsoft.com/office/powerpoint/2010/main" val="271918323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3CEEED-7024-496E-9DC2-8635916CF06D}"/>
              </a:ext>
            </a:extLst>
          </p:cNvPr>
          <p:cNvSpPr>
            <a:spLocks noGrp="1"/>
          </p:cNvSpPr>
          <p:nvPr>
            <p:ph type="body" sz="quarter" idx="12"/>
          </p:nvPr>
        </p:nvSpPr>
        <p:spPr>
          <a:xfrm>
            <a:off x="406201" y="104124"/>
            <a:ext cx="8280401" cy="397483"/>
          </a:xfrm>
        </p:spPr>
        <p:txBody>
          <a:bodyPr/>
          <a:lstStyle/>
          <a:p>
            <a:pPr>
              <a:lnSpc>
                <a:spcPct val="100000"/>
              </a:lnSpc>
            </a:pPr>
            <a:r>
              <a:rPr lang="en-US"/>
              <a:t>Requirements Discussions – Agreements Actions</a:t>
            </a:r>
          </a:p>
          <a:p>
            <a:pPr>
              <a:lnSpc>
                <a:spcPct val="100000"/>
              </a:lnSpc>
            </a:pPr>
            <a:r>
              <a:rPr lang="en-US" sz="1400">
                <a:solidFill>
                  <a:srgbClr val="DAAA00"/>
                </a:solidFill>
              </a:rPr>
              <a:t>Source: email/follow-up from meeting on Jan 24th Niel Colinares, with Status column added</a:t>
            </a:r>
            <a:endParaRPr lang="en-CA" sz="1400">
              <a:solidFill>
                <a:srgbClr val="DAAA00"/>
              </a:solidFill>
            </a:endParaRPr>
          </a:p>
          <a:p>
            <a:endParaRPr lang="en-US"/>
          </a:p>
        </p:txBody>
      </p:sp>
      <p:sp>
        <p:nvSpPr>
          <p:cNvPr id="4" name="Text Placeholder 3">
            <a:extLst>
              <a:ext uri="{FF2B5EF4-FFF2-40B4-BE49-F238E27FC236}">
                <a16:creationId xmlns:a16="http://schemas.microsoft.com/office/drawing/2014/main" id="{D6C29165-E8FC-49E1-B5C9-B29B421B6F77}"/>
              </a:ext>
            </a:extLst>
          </p:cNvPr>
          <p:cNvSpPr txBox="1"/>
          <p:nvPr/>
        </p:nvSpPr>
        <p:spPr>
          <a:xfrm>
            <a:off x="818094" y="605122"/>
            <a:ext cx="6241733" cy="238208"/>
          </a:xfrm>
          <a:prstGeom prst="rect">
            <a:avLst/>
          </a:prstGeom>
        </p:spPr>
        <p:txBody>
          <a:bodyPr lIns="0" tIns="0" rIns="0" bIns="0"/>
          <a:lstStyle>
            <a:lvl1pPr marL="0" indent="0" algn="l" defTabSz="914400" rtl="0" eaLnBrk="1" latinLnBrk="0" hangingPunct="1">
              <a:lnSpc>
                <a:spcPts val="2200"/>
              </a:lnSpc>
              <a:spcBef>
                <a:spcPct val="0"/>
              </a:spcBef>
              <a:buFont typeface="Arial" panose="020B0604020202020204" pitchFamily="34" charset="0"/>
              <a:buNone/>
              <a:defRPr sz="1800" b="0" kern="1200" spc="0" baseline="0">
                <a:solidFill>
                  <a:srgbClr val="DAAA00"/>
                </a:solidFill>
                <a:latin typeface="+mn-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a:p>
          <a:p>
            <a:endParaRPr lang="en-CA"/>
          </a:p>
        </p:txBody>
      </p:sp>
      <p:graphicFrame>
        <p:nvGraphicFramePr>
          <p:cNvPr id="5" name="Table 4">
            <a:extLst>
              <a:ext uri="{FF2B5EF4-FFF2-40B4-BE49-F238E27FC236}">
                <a16:creationId xmlns:a16="http://schemas.microsoft.com/office/drawing/2014/main" id="{9A5EF5E8-8C89-4806-869E-CF483F983102}"/>
              </a:ext>
            </a:extLst>
          </p:cNvPr>
          <p:cNvGraphicFramePr>
            <a:graphicFrameLocks noGrp="1"/>
          </p:cNvGraphicFramePr>
          <p:nvPr>
            <p:extLst>
              <p:ext uri="{D42A27DB-BD31-4B8C-83A1-F6EECF244321}">
                <p14:modId xmlns:p14="http://schemas.microsoft.com/office/powerpoint/2010/main" val="2310566870"/>
              </p:ext>
            </p:extLst>
          </p:nvPr>
        </p:nvGraphicFramePr>
        <p:xfrm>
          <a:off x="139700" y="915011"/>
          <a:ext cx="8662168" cy="2880360"/>
        </p:xfrm>
        <a:graphic>
          <a:graphicData uri="http://schemas.openxmlformats.org/drawingml/2006/table">
            <a:tbl>
              <a:tblPr firstRow="1" firstCol="1" bandRow="1">
                <a:tableStyleId>{5C22544A-7EE6-4342-B048-85BDC9FD1C3A}</a:tableStyleId>
              </a:tblPr>
              <a:tblGrid>
                <a:gridCol w="214989">
                  <a:extLst>
                    <a:ext uri="{9D8B030D-6E8A-4147-A177-3AD203B41FA5}">
                      <a16:colId xmlns:a16="http://schemas.microsoft.com/office/drawing/2014/main" val="3356057354"/>
                    </a:ext>
                  </a:extLst>
                </a:gridCol>
                <a:gridCol w="2684151">
                  <a:extLst>
                    <a:ext uri="{9D8B030D-6E8A-4147-A177-3AD203B41FA5}">
                      <a16:colId xmlns:a16="http://schemas.microsoft.com/office/drawing/2014/main" val="3499579141"/>
                    </a:ext>
                  </a:extLst>
                </a:gridCol>
                <a:gridCol w="4264428">
                  <a:extLst>
                    <a:ext uri="{9D8B030D-6E8A-4147-A177-3AD203B41FA5}">
                      <a16:colId xmlns:a16="http://schemas.microsoft.com/office/drawing/2014/main" val="3077419440"/>
                    </a:ext>
                  </a:extLst>
                </a:gridCol>
                <a:gridCol w="1498600">
                  <a:extLst>
                    <a:ext uri="{9D8B030D-6E8A-4147-A177-3AD203B41FA5}">
                      <a16:colId xmlns:a16="http://schemas.microsoft.com/office/drawing/2014/main" val="3745899511"/>
                    </a:ext>
                  </a:extLst>
                </a:gridCol>
              </a:tblGrid>
              <a:tr h="135493">
                <a:tc>
                  <a:txBody>
                    <a:bodyPr/>
                    <a:lstStyle/>
                    <a:p>
                      <a:r>
                        <a:rPr lang="en-US" sz="1000">
                          <a:effectLst/>
                        </a:rPr>
                        <a:t> </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1000" u="sng">
                          <a:effectLst/>
                        </a:rPr>
                        <a:t>Recommendation/Challenge</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pPr marL="914400"/>
                      <a:r>
                        <a:rPr lang="en-US" sz="1000" u="sng">
                          <a:effectLst/>
                        </a:rPr>
                        <a:t>Agreed Action/resolution</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pPr marL="914400" algn="l"/>
                      <a:r>
                        <a:rPr lang="en-US" sz="1000">
                          <a:effectLst/>
                          <a:latin typeface="Calibri" panose="020F0502020204030204" pitchFamily="34" charset="0"/>
                          <a:ea typeface="Calibri" panose="020F0502020204030204" pitchFamily="34" charset="0"/>
                          <a:cs typeface="Times New Roman" panose="02020603050405020304" pitchFamily="18" charset="0"/>
                        </a:rPr>
                        <a:t>Status</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77260227"/>
                  </a:ext>
                </a:extLst>
              </a:tr>
              <a:tr h="867155">
                <a:tc>
                  <a:txBody>
                    <a:bodyPr/>
                    <a:lstStyle/>
                    <a:p>
                      <a:r>
                        <a:rPr lang="en-US" sz="1000">
                          <a:effectLst/>
                          <a:latin typeface="Calibri" panose="020F0502020204030204" pitchFamily="34" charset="0"/>
                          <a:ea typeface="Calibri" panose="020F0502020204030204" pitchFamily="34" charset="0"/>
                          <a:cs typeface="Times New Roman" panose="02020603050405020304" pitchFamily="18" charset="0"/>
                        </a:rPr>
                        <a:t>7</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1000">
                          <a:effectLst/>
                          <a:latin typeface="Calibri" panose="020F0502020204030204" pitchFamily="34" charset="0"/>
                          <a:ea typeface="Calibri" panose="020F0502020204030204" pitchFamily="34" charset="0"/>
                          <a:cs typeface="Calibri" panose="020F0502020204030204" pitchFamily="34" charset="0"/>
                        </a:rPr>
                        <a:t>Discussions on the requirements sessions should be focused only on the features scheduled; any other topics should be scheduled for another call</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p>
                      <a:r>
                        <a:rPr lang="en-US" sz="1000">
                          <a:effectLst/>
                          <a:latin typeface="Calibri" panose="020F0502020204030204" pitchFamily="34" charset="0"/>
                          <a:ea typeface="Calibri" panose="020F0502020204030204" pitchFamily="34" charset="0"/>
                          <a:cs typeface="Times New Roman" panose="02020603050405020304" pitchFamily="18" charset="0"/>
                        </a:rPr>
                        <a:t> </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sz="1000" i="1" u="sng">
                          <a:effectLst/>
                          <a:latin typeface="Calibri" panose="020F0502020204030204" pitchFamily="34" charset="0"/>
                          <a:ea typeface="Calibri" panose="020F0502020204030204" pitchFamily="34" charset="0"/>
                          <a:cs typeface="Times New Roman" panose="02020603050405020304" pitchFamily="18" charset="0"/>
                        </a:rPr>
                        <a:t>What was agreed:</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p>
                      <a:r>
                        <a:rPr lang="en-US" sz="1000">
                          <a:effectLst/>
                          <a:latin typeface="Calibri" panose="020F0502020204030204" pitchFamily="34" charset="0"/>
                          <a:ea typeface="Calibri" panose="020F0502020204030204" pitchFamily="34" charset="0"/>
                          <a:cs typeface="Times New Roman" panose="02020603050405020304" pitchFamily="18" charset="0"/>
                        </a:rPr>
                        <a:t> </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lphaLcParenR"/>
                      </a:pPr>
                      <a:r>
                        <a:rPr lang="en-US" sz="1000">
                          <a:effectLst/>
                          <a:latin typeface="Calibri" panose="020F0502020204030204" pitchFamily="34" charset="0"/>
                          <a:ea typeface="Calibri" panose="020F0502020204030204" pitchFamily="34" charset="0"/>
                          <a:cs typeface="Times New Roman" panose="02020603050405020304" pitchFamily="18" charset="0"/>
                        </a:rPr>
                        <a:t>Aligned except in cases where all discussions on the scheduled topics completes ahead of time; leverage the opportunity that “everyone” is in the room to take up topics/issues that were not scheduled.</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p>
                      <a:r>
                        <a:rPr lang="en-US" sz="1000">
                          <a:effectLst/>
                          <a:latin typeface="Calibri" panose="020F0502020204030204" pitchFamily="34" charset="0"/>
                          <a:ea typeface="Calibri" panose="020F0502020204030204" pitchFamily="34" charset="0"/>
                          <a:cs typeface="Times New Roman" panose="02020603050405020304" pitchFamily="18" charset="0"/>
                        </a:rPr>
                        <a:t> </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r>
                        <a:rPr lang="en-US" sz="700">
                          <a:effectLst/>
                          <a:latin typeface="Calibri" panose="020F0502020204030204" pitchFamily="34" charset="0"/>
                          <a:ea typeface="Calibri" panose="020F0502020204030204" pitchFamily="34" charset="0"/>
                          <a:cs typeface="Times New Roman" panose="02020603050405020304" pitchFamily="18" charset="0"/>
                        </a:rPr>
                        <a:t>Question: Is any further action needed on this item? </a:t>
                      </a:r>
                      <a:endParaRPr lang="en-CA" sz="7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2791926249"/>
                  </a:ext>
                </a:extLst>
              </a:tr>
              <a:tr h="1371642">
                <a:tc>
                  <a:txBody>
                    <a:bodyPr/>
                    <a:lstStyle/>
                    <a:p>
                      <a:r>
                        <a:rPr lang="en-US" sz="1000">
                          <a:effectLst/>
                          <a:latin typeface="Calibri" panose="020F0502020204030204" pitchFamily="34" charset="0"/>
                          <a:ea typeface="Calibri" panose="020F0502020204030204" pitchFamily="34" charset="0"/>
                          <a:cs typeface="Times New Roman" panose="02020603050405020304" pitchFamily="18" charset="0"/>
                        </a:rPr>
                        <a:t>8</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tc>
                  <a:txBody>
                    <a:bodyPr/>
                    <a:lstStyle/>
                    <a:p>
                      <a:r>
                        <a:rPr lang="en-US" sz="1000">
                          <a:effectLst/>
                          <a:latin typeface="Calibri" panose="020F0502020204030204" pitchFamily="34" charset="0"/>
                          <a:ea typeface="Calibri" panose="020F0502020204030204" pitchFamily="34" charset="0"/>
                          <a:cs typeface="Times New Roman" panose="02020603050405020304" pitchFamily="18" charset="0"/>
                        </a:rPr>
                        <a:t>Other Topics Discussed</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sz="1000" i="1" u="sng">
                          <a:effectLst/>
                          <a:latin typeface="Calibri" panose="020F0502020204030204" pitchFamily="34" charset="0"/>
                          <a:ea typeface="Calibri" panose="020F0502020204030204" pitchFamily="34" charset="0"/>
                          <a:cs typeface="Times New Roman" panose="02020603050405020304" pitchFamily="18" charset="0"/>
                        </a:rPr>
                        <a:t>What was agreed:</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p>
                      <a:r>
                        <a:rPr lang="en-US" sz="1000">
                          <a:effectLst/>
                          <a:latin typeface="Calibri" panose="020F0502020204030204" pitchFamily="34" charset="0"/>
                          <a:ea typeface="Calibri" panose="020F0502020204030204" pitchFamily="34" charset="0"/>
                          <a:cs typeface="Times New Roman" panose="02020603050405020304" pitchFamily="18" charset="0"/>
                        </a:rPr>
                        <a:t> </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mj-lt"/>
                        <a:buAutoNum type="arabicPeriod"/>
                      </a:pPr>
                      <a:r>
                        <a:rPr lang="en-US" sz="1000">
                          <a:effectLst/>
                          <a:latin typeface="Calibri" panose="020F0502020204030204" pitchFamily="34" charset="0"/>
                          <a:ea typeface="Calibri" panose="020F0502020204030204" pitchFamily="34" charset="0"/>
                          <a:cs typeface="Times New Roman" panose="02020603050405020304" pitchFamily="18" charset="0"/>
                        </a:rPr>
                        <a:t>Except for changes to content (message texts &amp; labels) as detailed in item 3 above, changes to approved stories (both additions and removal) are subject to approval of the scope control board, and will need to be logged.</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p>
                      <a:r>
                        <a:rPr lang="en-US" sz="1000">
                          <a:effectLst/>
                          <a:latin typeface="Calibri" panose="020F0502020204030204" pitchFamily="34" charset="0"/>
                          <a:ea typeface="Calibri" panose="020F0502020204030204" pitchFamily="34" charset="0"/>
                          <a:cs typeface="Times New Roman" panose="02020603050405020304" pitchFamily="18" charset="0"/>
                        </a:rPr>
                        <a:t> </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p>
                      <a:r>
                        <a:rPr lang="en-US" sz="1000">
                          <a:effectLst/>
                          <a:latin typeface="Calibri" panose="020F0502020204030204" pitchFamily="34" charset="0"/>
                          <a:ea typeface="Calibri" panose="020F0502020204030204" pitchFamily="34" charset="0"/>
                          <a:cs typeface="Times New Roman" panose="02020603050405020304" pitchFamily="18" charset="0"/>
                        </a:rPr>
                        <a:t> </a:t>
                      </a:r>
                      <a:endParaRPr lang="en-CA" sz="1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228600"/>
                      <a:r>
                        <a:rPr lang="en-US" sz="700">
                          <a:effectLst/>
                          <a:latin typeface="Calibri" panose="020F0502020204030204" pitchFamily="34" charset="0"/>
                          <a:ea typeface="Calibri" panose="020F0502020204030204" pitchFamily="34" charset="0"/>
                          <a:cs typeface="Times New Roman" panose="02020603050405020304" pitchFamily="18" charset="0"/>
                        </a:rPr>
                        <a:t>Question:  Does this need to be communicated/trained out to both teams?  That is, does everyone understand that there are different approval statuses – Approved vs Conditionally Approved. </a:t>
                      </a:r>
                    </a:p>
                    <a:p>
                      <a:pPr marL="228600"/>
                      <a:endParaRPr lang="en-US" sz="700">
                        <a:effectLst/>
                        <a:latin typeface="Calibri" panose="020F0502020204030204" pitchFamily="34" charset="0"/>
                        <a:ea typeface="Calibri" panose="020F0502020204030204" pitchFamily="34" charset="0"/>
                        <a:cs typeface="Times New Roman" panose="02020603050405020304" pitchFamily="18" charset="0"/>
                      </a:endParaRPr>
                    </a:p>
                    <a:p>
                      <a:pPr marL="228600"/>
                      <a:r>
                        <a:rPr lang="en-US" sz="700">
                          <a:effectLst/>
                          <a:latin typeface="Calibri" panose="020F0502020204030204" pitchFamily="34" charset="0"/>
                          <a:ea typeface="Calibri" panose="020F0502020204030204" pitchFamily="34" charset="0"/>
                          <a:cs typeface="Times New Roman" panose="02020603050405020304" pitchFamily="18" charset="0"/>
                        </a:rPr>
                        <a:t>For example, it needs to be clear when there are placeholders for content the story can be Conditionally Approved.  The addition of that content does not constitute a change from approval or necessitate a CR. </a:t>
                      </a:r>
                    </a:p>
                    <a:p>
                      <a:pPr marL="228600"/>
                      <a:endParaRPr lang="en-US" sz="700">
                        <a:effectLst/>
                        <a:latin typeface="Calibri" panose="020F0502020204030204" pitchFamily="34" charset="0"/>
                        <a:ea typeface="Calibri" panose="020F0502020204030204" pitchFamily="34" charset="0"/>
                        <a:cs typeface="Times New Roman" panose="02020603050405020304" pitchFamily="18" charset="0"/>
                      </a:endParaRPr>
                    </a:p>
                  </a:txBody>
                  <a:tcPr marL="60663" marR="60663" marT="0" marB="0"/>
                </a:tc>
                <a:extLst>
                  <a:ext uri="{0D108BD9-81ED-4DB2-BD59-A6C34878D82A}">
                    <a16:rowId xmlns:a16="http://schemas.microsoft.com/office/drawing/2014/main" val="1816430379"/>
                  </a:ext>
                </a:extLst>
              </a:tr>
            </a:tbl>
          </a:graphicData>
        </a:graphic>
      </p:graphicFrame>
    </p:spTree>
    <p:extLst>
      <p:ext uri="{BB962C8B-B14F-4D97-AF65-F5344CB8AC3E}">
        <p14:creationId xmlns:p14="http://schemas.microsoft.com/office/powerpoint/2010/main" val="333511311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7763.0"/>
  <p:tag name="AS_RELEASE_DATE" val="2022.02.14"/>
  <p:tag name="AS_TITLE" val="Aspose.Slides for .NET 4.0"/>
  <p:tag name="AS_VERSION" val="22.2"/>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FG Presentation 16x9" id="{4B5D33AB-E39C-4FD9-A59A-93FA20FA7EAC}" vid="{4E558F14-40F2-4330-8415-37CDE72EF9BF}"/>
    </a:ext>
  </a:extLst>
</a:theme>
</file>

<file path=ppt/theme/theme2.xml><?xml version="1.0" encoding="utf-8"?>
<a:theme xmlns:a="http://schemas.openxmlformats.org/drawingml/2006/main" name="2 Primary Gold - Section Conten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WBFG Presentation 16x9" id="{4B5D33AB-E39C-4FD9-A59A-93FA20FA7EAC}" vid="{41658887-B83D-438C-A6F3-8CBA0A9EFF28}"/>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516CF2B-338A-4454-BE95-921F2D7B11F4}" vid="{99035E62-F7A9-4709-9788-2DAD6D496E76}"/>
    </a:ext>
  </a:extLst>
</a:theme>
</file>

<file path=ppt/theme/theme4.xml><?xml version="1.0" encoding="utf-8"?>
<a:theme xmlns:a="http://schemas.openxmlformats.org/drawingml/2006/main" name="1_2 Primary Gold - Content">
  <a:themeElements>
    <a:clrScheme name="CWB 2019 Brand Colours">
      <a:dk1>
        <a:srgbClr val="777777"/>
      </a:dk1>
      <a:lt1>
        <a:srgbClr val="FFFFFF"/>
      </a:lt1>
      <a:dk2>
        <a:srgbClr val="003B5C"/>
      </a:dk2>
      <a:lt2>
        <a:srgbClr val="BAC5B9"/>
      </a:lt2>
      <a:accent1>
        <a:srgbClr val="0097A9"/>
      </a:accent1>
      <a:accent2>
        <a:srgbClr val="DAAA00"/>
      </a:accent2>
      <a:accent3>
        <a:srgbClr val="2DCCD3"/>
      </a:accent3>
      <a:accent4>
        <a:srgbClr val="84754E"/>
      </a:accent4>
      <a:accent5>
        <a:srgbClr val="FF8200"/>
      </a:accent5>
      <a:accent6>
        <a:srgbClr val="FFD200"/>
      </a:accent6>
      <a:hlink>
        <a:srgbClr val="0097A9"/>
      </a:hlink>
      <a:folHlink>
        <a:srgbClr val="2DCCD3"/>
      </a:folHlink>
    </a:clrScheme>
    <a:fontScheme name="Office">
      <a:majorFont>
        <a:latin typeface="Calibri" panose="020F0502020204030204"/>
        <a:ea typeface="Calibri" panose="020F0502020204030204"/>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Calibri" panose="020F0502020204030204"/>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516CF2B-338A-4454-BE95-921F2D7B11F4}" vid="{CDA640F7-AFB6-43ED-B923-FE7A9B072F38}"/>
    </a:ext>
  </a:extLst>
</a:theme>
</file>

<file path=ppt/theme/theme5.xml><?xml version="1.0" encoding="utf-8"?>
<a:theme xmlns:a="http://schemas.openxmlformats.org/drawingml/2006/main" name="Office Theme">
  <a:themeElements>
    <a:clrScheme name="Temenos Colors">
      <a:dk1>
        <a:srgbClr val="000000"/>
      </a:dk1>
      <a:lt1>
        <a:sysClr val="window" lastClr="FFFFFF"/>
      </a:lt1>
      <a:dk2>
        <a:srgbClr val="003E75"/>
      </a:dk2>
      <a:lt2>
        <a:srgbClr val="819EBA"/>
      </a:lt2>
      <a:accent1>
        <a:srgbClr val="003E75"/>
      </a:accent1>
      <a:accent2>
        <a:srgbClr val="36A8E1"/>
      </a:accent2>
      <a:accent3>
        <a:srgbClr val="F9B233"/>
      </a:accent3>
      <a:accent4>
        <a:srgbClr val="819EBA"/>
      </a:accent4>
      <a:accent5>
        <a:srgbClr val="125679"/>
      </a:accent5>
      <a:accent6>
        <a:srgbClr val="CDD4DA"/>
      </a:accent6>
      <a:hlink>
        <a:srgbClr val="36A8E1"/>
      </a:hlink>
      <a:folHlink>
        <a:srgbClr val="003E75"/>
      </a:folHlink>
    </a:clrScheme>
    <a:fontScheme name="Century Gothic">
      <a:maj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chemeClr val="accent2"/>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450" dirty="0" err="1"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50" dirty="0" err="1" smtClean="0">
            <a:solidFill>
              <a:schemeClr val="tx2"/>
            </a:solidFill>
          </a:defRPr>
        </a:defPPr>
      </a:lstStyle>
    </a:txDef>
  </a:objectDefaults>
  <a:extraClrSchemeLst/>
  <a:extLst>
    <a:ext uri="{05A4C25C-085E-4340-85A3-A5531E510DB2}">
      <thm15:themeFamily xmlns:thm15="http://schemas.microsoft.com/office/thememl/2012/main" name="Presentation1" id="{5620D8FB-6BE1-C941-88C2-5FF42CE5E98C}" vid="{92183A27-04AD-7B4E-AD6C-E7A928EC2EA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anose="020F0502020204030204"/>
        <a:ea typeface="Calibri" panose="020F0502020204030204"/>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Calibri" panose="020F0502020204030204"/>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anose="020F0502020204030204"/>
        <a:ea typeface="Calibri" panose="020F0502020204030204"/>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Calibri" panose="020F0502020204030204"/>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6E2191C135504F9351B7DBCB2BE606" ma:contentTypeVersion="19" ma:contentTypeDescription="Create a new document." ma:contentTypeScope="" ma:versionID="144ddb5c3dec5e6553fff6a9e46bb08f">
  <xsd:schema xmlns:xsd="http://www.w3.org/2001/XMLSchema" xmlns:xs="http://www.w3.org/2001/XMLSchema" xmlns:p="http://schemas.microsoft.com/office/2006/metadata/properties" xmlns:ns2="6d778449-ff75-428e-914f-0c7c3a330bda" xmlns:ns3="9685b3f0-18b8-4ac0-8917-75cacc3928c8" xmlns:ns4="http://schemas.microsoft.com/sharepoint/v4" targetNamespace="http://schemas.microsoft.com/office/2006/metadata/properties" ma:root="true" ma:fieldsID="20e32d3dfd06a5d03c1eec57e40fefd4" ns2:_="" ns3:_="" ns4:_="">
    <xsd:import namespace="6d778449-ff75-428e-914f-0c7c3a330bda"/>
    <xsd:import namespace="9685b3f0-18b8-4ac0-8917-75cacc3928c8"/>
    <xsd:import namespace="http://schemas.microsoft.com/sharepoint/v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DateTaken" minOccurs="0"/>
                <xsd:element ref="ns4:IconOverlay"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778449-ff75-428e-914f-0c7c3a330b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104f31a-2814-4102-809d-73f760290a8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85b3f0-18b8-4ac0-8917-75cacc3928c8"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fdc0967b-2da2-44e6-873a-f241ab05c942}" ma:internalName="TaxCatchAll" ma:showField="CatchAllData" ma:web="9685b3f0-18b8-4ac0-8917-75cacc3928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d778449-ff75-428e-914f-0c7c3a330bda">
      <Terms xmlns="http://schemas.microsoft.com/office/infopath/2007/PartnerControls"/>
    </lcf76f155ced4ddcb4097134ff3c332f>
    <TaxCatchAll xmlns="9685b3f0-18b8-4ac0-8917-75cacc3928c8" xsi:nil="true"/>
    <IconOverlay xmlns="http://schemas.microsoft.com/sharepoint/v4" xsi:nil="true"/>
  </documentManagement>
</p:properties>
</file>

<file path=customXml/itemProps1.xml><?xml version="1.0" encoding="utf-8"?>
<ds:datastoreItem xmlns:ds="http://schemas.openxmlformats.org/officeDocument/2006/customXml" ds:itemID="{63A328D1-EFF5-4807-A6D0-A75B268225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778449-ff75-428e-914f-0c7c3a330bda"/>
    <ds:schemaRef ds:uri="9685b3f0-18b8-4ac0-8917-75cacc3928c8"/>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22AC87A-1BD7-4590-A02C-A4F53A486A31}">
  <ds:schemaRefs>
    <ds:schemaRef ds:uri="http://schemas.microsoft.com/sharepoint/v3/contenttype/forms"/>
  </ds:schemaRefs>
</ds:datastoreItem>
</file>

<file path=customXml/itemProps3.xml><?xml version="1.0" encoding="utf-8"?>
<ds:datastoreItem xmlns:ds="http://schemas.openxmlformats.org/officeDocument/2006/customXml" ds:itemID="{98E020D9-FD55-42D6-BF0E-F0414994D6B4}">
  <ds:schemaRefs>
    <ds:schemaRef ds:uri="http://schemas.openxmlformats.org/package/2006/metadata/core-properties"/>
    <ds:schemaRef ds:uri="http://purl.org/dc/terms/"/>
    <ds:schemaRef ds:uri="http://purl.org/dc/elements/1.1/"/>
    <ds:schemaRef ds:uri="http://purl.org/dc/dcmitype/"/>
    <ds:schemaRef ds:uri="9685b3f0-18b8-4ac0-8917-75cacc3928c8"/>
    <ds:schemaRef ds:uri="http://schemas.microsoft.com/office/2006/documentManagement/types"/>
    <ds:schemaRef ds:uri="http://schemas.microsoft.com/office/infopath/2007/PartnerControls"/>
    <ds:schemaRef ds:uri="http://schemas.microsoft.com/sharepoint/v4"/>
    <ds:schemaRef ds:uri="6d778449-ff75-428e-914f-0c7c3a330bda"/>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4e1dbe9c-67f7-4be6-a2b7-0951d57be59d}" enabled="1" method="Standard" siteId="{bbf04c3f-b0e3-4b50-bd1b-10ce0b74385d}" removed="0"/>
</clbl:labelList>
</file>

<file path=docProps/app.xml><?xml version="1.0" encoding="utf-8"?>
<Properties xmlns="http://schemas.openxmlformats.org/officeDocument/2006/extended-properties" xmlns:vt="http://schemas.openxmlformats.org/officeDocument/2006/docPropsVTypes">
  <Template>CWBFG Presentation 16x9</Template>
  <TotalTime>14990</TotalTime>
  <Words>2790</Words>
  <Application>Microsoft Office PowerPoint</Application>
  <PresentationFormat>On-screen Show (16:9)</PresentationFormat>
  <Paragraphs>283</Paragraphs>
  <Slides>14</Slides>
  <Notes>1</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14</vt:i4>
      </vt:variant>
    </vt:vector>
  </HeadingPairs>
  <TitlesOfParts>
    <vt:vector size="23" baseType="lpstr">
      <vt:lpstr>Arial</vt:lpstr>
      <vt:lpstr>Calibri</vt:lpstr>
      <vt:lpstr>Century Gothic</vt:lpstr>
      <vt:lpstr>Wingdings</vt:lpstr>
      <vt:lpstr>Custom Design</vt:lpstr>
      <vt:lpstr>2 Primary Gold - Section Content</vt:lpstr>
      <vt:lpstr>1_Custom Design</vt:lpstr>
      <vt:lpstr>1_2 Primary Gold - Content</vt:lpstr>
      <vt:lpstr>Office Theme</vt:lpstr>
      <vt:lpstr>PowerPoint Presentation</vt:lpstr>
      <vt:lpstr>PowerPoint Presentation</vt:lpstr>
      <vt:lpstr>PowerPoint Presentation</vt:lpstr>
      <vt:lpstr>PowerPoint Presentation</vt:lpstr>
      <vt:lpstr>PowerPoint Presentation</vt:lpstr>
      <vt:lpstr>Prep work – Feature discussions – Temenos Scope</vt:lpstr>
      <vt:lpstr>Prep work – Feature discussions – CWB 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Canadian Western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 R1.2  Requirements Approach</dc:title>
  <dc:creator>Sherry McMillan</dc:creator>
  <cp:lastModifiedBy>Carmela Pucci</cp:lastModifiedBy>
  <cp:revision>60</cp:revision>
  <cp:lastPrinted>2014-01-17T22:29:57Z</cp:lastPrinted>
  <dcterms:created xsi:type="dcterms:W3CDTF">2021-10-03T18:19:33Z</dcterms:created>
  <dcterms:modified xsi:type="dcterms:W3CDTF">2025-07-29T01:08:03Z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0x010100CA6E2191C135504F9351B7DBCB2BE606</vt:lpwstr>
  </property>
  <property fmtid="{D5CDD505-2E9C-101B-9397-08002B2CF9AE}" pid="3" name="LINKTEK-CHUNK-1">
    <vt:lpwstr>010021{"F":2,"I":"AE6B-61E9-F7D4-F677"}</vt:lpwstr>
  </property>
  <property fmtid="{D5CDD505-2E9C-101B-9397-08002B2CF9AE}" pid="4" name="MediaServiceImageTags">
    <vt:lpwstr/>
  </property>
  <property fmtid="{D5CDD505-2E9C-101B-9397-08002B2CF9AE}" pid="5" name="URL">
    <vt:lpwstr/>
  </property>
</Properties>
</file>