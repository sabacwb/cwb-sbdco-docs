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1.xml" ContentType="application/vnd.openxmlformats-officedocument.theme+xml"/>
  <Override PartName="/ppt/slideLayouts/slideLayout27.xml" ContentType="application/vnd.openxmlformats-officedocument.presentationml.slideLayout+xml"/>
  <Override PartName="/ppt/theme/theme12.xml" ContentType="application/vnd.openxmlformats-officedocument.theme+xml"/>
  <Override PartName="/ppt/slideLayouts/slideLayout28.xml" ContentType="application/vnd.openxmlformats-officedocument.presentationml.slideLayout+xml"/>
  <Override PartName="/ppt/theme/theme13.xml" ContentType="application/vnd.openxmlformats-officedocument.theme+xml"/>
  <Override PartName="/ppt/slideLayouts/slideLayout29.xml" ContentType="application/vnd.openxmlformats-officedocument.presentationml.slideLayout+xml"/>
  <Override PartName="/ppt/theme/theme14.xml" ContentType="application/vnd.openxmlformats-officedocument.theme+xml"/>
  <Override PartName="/ppt/slideLayouts/slideLayout30.xml" ContentType="application/vnd.openxmlformats-officedocument.presentationml.slideLayout+xml"/>
  <Override PartName="/ppt/theme/theme1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16.xml" ContentType="application/vnd.openxmlformats-officedocument.theme+xml"/>
  <Override PartName="/ppt/slideLayouts/slideLayout37.xml" ContentType="application/vnd.openxmlformats-officedocument.presentationml.slideLayout+xml"/>
  <Override PartName="/ppt/theme/theme17.xml" ContentType="application/vnd.openxmlformats-officedocument.theme+xml"/>
  <Override PartName="/ppt/slideLayouts/slideLayout38.xml" ContentType="application/vnd.openxmlformats-officedocument.presentationml.slideLayout+xml"/>
  <Override PartName="/ppt/theme/theme18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19.xml" ContentType="application/vnd.openxmlformats-officedocument.theme+xml"/>
  <Override PartName="/ppt/slideLayouts/slideLayout45.xml" ContentType="application/vnd.openxmlformats-officedocument.presentationml.slideLayout+xml"/>
  <Override PartName="/ppt/theme/theme20.xml" ContentType="application/vnd.openxmlformats-officedocument.theme+xml"/>
  <Override PartName="/ppt/slideLayouts/slideLayout46.xml" ContentType="application/vnd.openxmlformats-officedocument.presentationml.slideLayout+xml"/>
  <Override PartName="/ppt/theme/theme21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2.xml" ContentType="application/vnd.openxmlformats-officedocument.theme+xml"/>
  <Override PartName="/ppt/slideLayouts/slideLayout53.xml" ContentType="application/vnd.openxmlformats-officedocument.presentationml.slideLayout+xml"/>
  <Override PartName="/ppt/theme/theme23.xml" ContentType="application/vnd.openxmlformats-officedocument.theme+xml"/>
  <Override PartName="/ppt/slideLayouts/slideLayout54.xml" ContentType="application/vnd.openxmlformats-officedocument.presentationml.slideLayout+xml"/>
  <Override PartName="/ppt/theme/theme24.xml" ContentType="application/vnd.openxmlformats-officedocument.theme+xml"/>
  <Override PartName="/ppt/slideLayouts/slideLayout55.xml" ContentType="application/vnd.openxmlformats-officedocument.presentationml.slideLayout+xml"/>
  <Override PartName="/ppt/theme/theme25.xml" ContentType="application/vnd.openxmlformats-officedocument.theme+xml"/>
  <Override PartName="/ppt/slideLayouts/slideLayout56.xml" ContentType="application/vnd.openxmlformats-officedocument.presentationml.slideLayout+xml"/>
  <Override PartName="/ppt/theme/theme26.xml" ContentType="application/vnd.openxmlformats-officedocument.theme+xml"/>
  <Override PartName="/ppt/slideLayouts/slideLayout57.xml" ContentType="application/vnd.openxmlformats-officedocument.presentationml.slideLayout+xml"/>
  <Override PartName="/ppt/theme/theme27.xml" ContentType="application/vnd.openxmlformats-officedocument.theme+xml"/>
  <Override PartName="/ppt/slideLayouts/slideLayout58.xml" ContentType="application/vnd.openxmlformats-officedocument.presentationml.slideLayout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0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844" r:id="rId5"/>
    <p:sldMasterId id="2147483701" r:id="rId6"/>
    <p:sldMasterId id="2147483709" r:id="rId7"/>
    <p:sldMasterId id="2147483676" r:id="rId8"/>
    <p:sldMasterId id="2147483699" r:id="rId9"/>
    <p:sldMasterId id="2147483711" r:id="rId10"/>
    <p:sldMasterId id="2147483800" r:id="rId11"/>
    <p:sldMasterId id="2147483758" r:id="rId12"/>
    <p:sldMasterId id="2147483715" r:id="rId13"/>
    <p:sldMasterId id="2147483808" r:id="rId14"/>
    <p:sldMasterId id="2147483785" r:id="rId15"/>
    <p:sldMasterId id="2147483707" r:id="rId16"/>
    <p:sldMasterId id="2147483783" r:id="rId17"/>
    <p:sldMasterId id="2147483713" r:id="rId18"/>
    <p:sldMasterId id="2147483823" r:id="rId19"/>
    <p:sldMasterId id="2147483763" r:id="rId20"/>
    <p:sldMasterId id="2147483717" r:id="rId21"/>
    <p:sldMasterId id="2147483830" r:id="rId22"/>
    <p:sldMasterId id="2147483773" r:id="rId23"/>
    <p:sldMasterId id="2147483719" r:id="rId24"/>
    <p:sldMasterId id="2147483837" r:id="rId25"/>
    <p:sldMasterId id="2147483729" r:id="rId26"/>
    <p:sldMasterId id="2147483796" r:id="rId27"/>
    <p:sldMasterId id="2147483846" r:id="rId28"/>
    <p:sldMasterId id="2147483727" r:id="rId29"/>
    <p:sldMasterId id="2147483725" r:id="rId30"/>
    <p:sldMasterId id="2147483798" r:id="rId31"/>
  </p:sldMasterIdLst>
  <p:notesMasterIdLst>
    <p:notesMasterId r:id="rId37"/>
  </p:notesMasterIdLst>
  <p:handoutMasterIdLst>
    <p:handoutMasterId r:id="rId38"/>
  </p:handoutMasterIdLst>
  <p:sldIdLst>
    <p:sldId id="256" r:id="rId32"/>
    <p:sldId id="389" r:id="rId33"/>
    <p:sldId id="335" r:id="rId34"/>
    <p:sldId id="340" r:id="rId35"/>
    <p:sldId id="390" r:id="rId36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92"/>
    <a:srgbClr val="080808"/>
    <a:srgbClr val="0097A9"/>
    <a:srgbClr val="BAC5B9"/>
    <a:srgbClr val="A9ACA0"/>
    <a:srgbClr val="2DCCD3"/>
    <a:srgbClr val="FF8200"/>
    <a:srgbClr val="003B5C"/>
    <a:srgbClr val="84754E"/>
    <a:srgbClr val="DAA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8D016-5BD2-E429-8E39-5487BA42D783}" v="39" dt="2024-03-05T15:15:09.355"/>
    <p1510:client id="{5C19FDDD-C3FC-A431-04FC-223336BC3718}" v="31" dt="2024-03-05T15:29:39.035"/>
    <p1510:client id="{A735D828-4B45-4577-B215-0682368EA735}" v="2" dt="2024-03-04T22:43:03.5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65" autoAdjust="0"/>
  </p:normalViewPr>
  <p:slideViewPr>
    <p:cSldViewPr snapToGrid="0">
      <p:cViewPr varScale="1">
        <p:scale>
          <a:sx n="146" d="100"/>
          <a:sy n="146" d="100"/>
        </p:scale>
        <p:origin x="492" y="108"/>
      </p:cViewPr>
      <p:guideLst>
        <p:guide orient="horz" pos="1620"/>
        <p:guide pos="2879"/>
      </p:guideLst>
    </p:cSldViewPr>
  </p:slideViewPr>
  <p:outlineViewPr>
    <p:cViewPr>
      <p:scale>
        <a:sx n="33" d="100"/>
        <a:sy n="33" d="100"/>
      </p:scale>
      <p:origin x="0" y="-34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892" y="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Master" Target="slideMasters/slideMaster23.xml"/><Relationship Id="rId39" Type="http://schemas.openxmlformats.org/officeDocument/2006/relationships/presProps" Target="presProps.xml"/><Relationship Id="rId21" Type="http://schemas.openxmlformats.org/officeDocument/2006/relationships/slideMaster" Target="slideMasters/slideMaster18.xml"/><Relationship Id="rId34" Type="http://schemas.openxmlformats.org/officeDocument/2006/relationships/slide" Target="slides/slide3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Master" Target="slideMasters/slideMaster26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Master" Target="slideMasters/slideMaster21.xml"/><Relationship Id="rId32" Type="http://schemas.openxmlformats.org/officeDocument/2006/relationships/slide" Target="slides/slide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Master" Target="slideMasters/slideMaster20.xml"/><Relationship Id="rId28" Type="http://schemas.openxmlformats.org/officeDocument/2006/relationships/slideMaster" Target="slideMasters/slideMaster25.xml"/><Relationship Id="rId36" Type="http://schemas.openxmlformats.org/officeDocument/2006/relationships/slide" Target="slides/slide5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Master" Target="slideMasters/slideMaster28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slideMaster" Target="slideMasters/slideMaster24.xml"/><Relationship Id="rId30" Type="http://schemas.openxmlformats.org/officeDocument/2006/relationships/slideMaster" Target="slideMasters/slideMaster27.xml"/><Relationship Id="rId35" Type="http://schemas.openxmlformats.org/officeDocument/2006/relationships/slide" Target="slides/slide4.xml"/><Relationship Id="rId43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Master" Target="slideMasters/slideMaster22.xml"/><Relationship Id="rId33" Type="http://schemas.openxmlformats.org/officeDocument/2006/relationships/slide" Target="slides/slide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Hicks" userId="f81cb37a-e8f0-4b4d-9b03-8556d262f87a" providerId="ADAL" clId="{A735D828-4B45-4577-B215-0682368EA735}"/>
    <pc:docChg chg="undo custSel addSld delSld modSld sldOrd">
      <pc:chgData name="Ian Hicks" userId="f81cb37a-e8f0-4b4d-9b03-8556d262f87a" providerId="ADAL" clId="{A735D828-4B45-4577-B215-0682368EA735}" dt="2024-03-04T22:52:04.304" v="3465" actId="20577"/>
      <pc:docMkLst>
        <pc:docMk/>
      </pc:docMkLst>
      <pc:sldChg chg="delSp modSp mod">
        <pc:chgData name="Ian Hicks" userId="f81cb37a-e8f0-4b4d-9b03-8556d262f87a" providerId="ADAL" clId="{A735D828-4B45-4577-B215-0682368EA735}" dt="2024-03-04T22:47:02.411" v="3395" actId="207"/>
        <pc:sldMkLst>
          <pc:docMk/>
          <pc:sldMk cId="3668695869" sldId="335"/>
        </pc:sldMkLst>
        <pc:spChg chg="mod">
          <ac:chgData name="Ian Hicks" userId="f81cb37a-e8f0-4b4d-9b03-8556d262f87a" providerId="ADAL" clId="{A735D828-4B45-4577-B215-0682368EA735}" dt="2024-03-04T21:47:44.866" v="935" actId="20577"/>
          <ac:spMkLst>
            <pc:docMk/>
            <pc:sldMk cId="3668695869" sldId="335"/>
            <ac:spMk id="2" creationId="{00000000-0000-0000-0000-000000000000}"/>
          </ac:spMkLst>
        </pc:spChg>
        <pc:spChg chg="del">
          <ac:chgData name="Ian Hicks" userId="f81cb37a-e8f0-4b4d-9b03-8556d262f87a" providerId="ADAL" clId="{A735D828-4B45-4577-B215-0682368EA735}" dt="2024-03-04T21:47:48.752" v="936" actId="478"/>
          <ac:spMkLst>
            <pc:docMk/>
            <pc:sldMk cId="3668695869" sldId="335"/>
            <ac:spMk id="3" creationId="{00000000-0000-0000-0000-000000000000}"/>
          </ac:spMkLst>
        </pc:spChg>
        <pc:spChg chg="mod">
          <ac:chgData name="Ian Hicks" userId="f81cb37a-e8f0-4b4d-9b03-8556d262f87a" providerId="ADAL" clId="{A735D828-4B45-4577-B215-0682368EA735}" dt="2024-03-04T22:47:02.411" v="3395" actId="207"/>
          <ac:spMkLst>
            <pc:docMk/>
            <pc:sldMk cId="3668695869" sldId="335"/>
            <ac:spMk id="4" creationId="{00000000-0000-0000-0000-000000000000}"/>
          </ac:spMkLst>
        </pc:spChg>
      </pc:sldChg>
      <pc:sldChg chg="addSp delSp modSp mod">
        <pc:chgData name="Ian Hicks" userId="f81cb37a-e8f0-4b4d-9b03-8556d262f87a" providerId="ADAL" clId="{A735D828-4B45-4577-B215-0682368EA735}" dt="2024-03-04T22:47:30.889" v="3400" actId="113"/>
        <pc:sldMkLst>
          <pc:docMk/>
          <pc:sldMk cId="3513327714" sldId="340"/>
        </pc:sldMkLst>
        <pc:spChg chg="mod">
          <ac:chgData name="Ian Hicks" userId="f81cb37a-e8f0-4b4d-9b03-8556d262f87a" providerId="ADAL" clId="{A735D828-4B45-4577-B215-0682368EA735}" dt="2024-03-04T22:17:38.866" v="1954" actId="1076"/>
          <ac:spMkLst>
            <pc:docMk/>
            <pc:sldMk cId="3513327714" sldId="340"/>
            <ac:spMk id="2" creationId="{00000000-0000-0000-0000-000000000000}"/>
          </ac:spMkLst>
        </pc:spChg>
        <pc:spChg chg="del">
          <ac:chgData name="Ian Hicks" userId="f81cb37a-e8f0-4b4d-9b03-8556d262f87a" providerId="ADAL" clId="{A735D828-4B45-4577-B215-0682368EA735}" dt="2024-03-04T22:14:16.248" v="1952" actId="478"/>
          <ac:spMkLst>
            <pc:docMk/>
            <pc:sldMk cId="3513327714" sldId="340"/>
            <ac:spMk id="3" creationId="{00000000-0000-0000-0000-000000000000}"/>
          </ac:spMkLst>
        </pc:spChg>
        <pc:spChg chg="del">
          <ac:chgData name="Ian Hicks" userId="f81cb37a-e8f0-4b4d-9b03-8556d262f87a" providerId="ADAL" clId="{A735D828-4B45-4577-B215-0682368EA735}" dt="2024-03-04T22:17:32.037" v="1953" actId="478"/>
          <ac:spMkLst>
            <pc:docMk/>
            <pc:sldMk cId="3513327714" sldId="340"/>
            <ac:spMk id="4" creationId="{00000000-0000-0000-0000-000000000000}"/>
          </ac:spMkLst>
        </pc:spChg>
        <pc:spChg chg="add mod">
          <ac:chgData name="Ian Hicks" userId="f81cb37a-e8f0-4b4d-9b03-8556d262f87a" providerId="ADAL" clId="{A735D828-4B45-4577-B215-0682368EA735}" dt="2024-03-04T22:47:30.889" v="3400" actId="113"/>
          <ac:spMkLst>
            <pc:docMk/>
            <pc:sldMk cId="3513327714" sldId="340"/>
            <ac:spMk id="7" creationId="{97CAF48D-D85F-B89C-5B5D-B898675AAD89}"/>
          </ac:spMkLst>
        </pc:spChg>
        <pc:picChg chg="add mod">
          <ac:chgData name="Ian Hicks" userId="f81cb37a-e8f0-4b4d-9b03-8556d262f87a" providerId="ADAL" clId="{A735D828-4B45-4577-B215-0682368EA735}" dt="2024-03-04T22:19:02.694" v="1958" actId="14100"/>
          <ac:picMkLst>
            <pc:docMk/>
            <pc:sldMk cId="3513327714" sldId="340"/>
            <ac:picMk id="6" creationId="{13DEBFD5-D079-AD1B-58B4-CBBFE541A2AC}"/>
          </ac:picMkLst>
        </pc:picChg>
      </pc:sldChg>
      <pc:sldChg chg="addSp delSp modSp del mod chgLayout">
        <pc:chgData name="Ian Hicks" userId="f81cb37a-e8f0-4b4d-9b03-8556d262f87a" providerId="ADAL" clId="{A735D828-4B45-4577-B215-0682368EA735}" dt="2024-03-04T22:21:55.318" v="2081" actId="47"/>
        <pc:sldMkLst>
          <pc:docMk/>
          <pc:sldMk cId="2007180384" sldId="351"/>
        </pc:sldMkLst>
        <pc:spChg chg="mod ord">
          <ac:chgData name="Ian Hicks" userId="f81cb37a-e8f0-4b4d-9b03-8556d262f87a" providerId="ADAL" clId="{A735D828-4B45-4577-B215-0682368EA735}" dt="2024-03-04T22:20:27.520" v="2073" actId="700"/>
          <ac:spMkLst>
            <pc:docMk/>
            <pc:sldMk cId="2007180384" sldId="351"/>
            <ac:spMk id="2" creationId="{00000000-0000-0000-0000-000000000000}"/>
          </ac:spMkLst>
        </pc:spChg>
        <pc:spChg chg="mod ord">
          <ac:chgData name="Ian Hicks" userId="f81cb37a-e8f0-4b4d-9b03-8556d262f87a" providerId="ADAL" clId="{A735D828-4B45-4577-B215-0682368EA735}" dt="2024-03-04T22:20:27.520" v="2073" actId="700"/>
          <ac:spMkLst>
            <pc:docMk/>
            <pc:sldMk cId="2007180384" sldId="351"/>
            <ac:spMk id="3" creationId="{00000000-0000-0000-0000-000000000000}"/>
          </ac:spMkLst>
        </pc:spChg>
        <pc:spChg chg="mod ord">
          <ac:chgData name="Ian Hicks" userId="f81cb37a-e8f0-4b4d-9b03-8556d262f87a" providerId="ADAL" clId="{A735D828-4B45-4577-B215-0682368EA735}" dt="2024-03-04T22:20:27.520" v="2073" actId="700"/>
          <ac:spMkLst>
            <pc:docMk/>
            <pc:sldMk cId="2007180384" sldId="351"/>
            <ac:spMk id="4" creationId="{00000000-0000-0000-0000-000000000000}"/>
          </ac:spMkLst>
        </pc:spChg>
        <pc:spChg chg="add del mod ord">
          <ac:chgData name="Ian Hicks" userId="f81cb37a-e8f0-4b4d-9b03-8556d262f87a" providerId="ADAL" clId="{A735D828-4B45-4577-B215-0682368EA735}" dt="2024-03-04T22:20:27.520" v="2073" actId="700"/>
          <ac:spMkLst>
            <pc:docMk/>
            <pc:sldMk cId="2007180384" sldId="351"/>
            <ac:spMk id="5" creationId="{DCB97E87-FEBC-DAD4-BAF1-27701A983ED7}"/>
          </ac:spMkLst>
        </pc:spChg>
      </pc:sldChg>
      <pc:sldChg chg="del">
        <pc:chgData name="Ian Hicks" userId="f81cb37a-e8f0-4b4d-9b03-8556d262f87a" providerId="ADAL" clId="{A735D828-4B45-4577-B215-0682368EA735}" dt="2024-03-04T22:21:57.305" v="2083" actId="47"/>
        <pc:sldMkLst>
          <pc:docMk/>
          <pc:sldMk cId="202074576" sldId="359"/>
        </pc:sldMkLst>
      </pc:sldChg>
      <pc:sldChg chg="modSp del mod">
        <pc:chgData name="Ian Hicks" userId="f81cb37a-e8f0-4b4d-9b03-8556d262f87a" providerId="ADAL" clId="{A735D828-4B45-4577-B215-0682368EA735}" dt="2024-03-04T22:21:56.416" v="2082" actId="47"/>
        <pc:sldMkLst>
          <pc:docMk/>
          <pc:sldMk cId="1153838036" sldId="378"/>
        </pc:sldMkLst>
        <pc:spChg chg="mod">
          <ac:chgData name="Ian Hicks" userId="f81cb37a-e8f0-4b4d-9b03-8556d262f87a" providerId="ADAL" clId="{A735D828-4B45-4577-B215-0682368EA735}" dt="2024-03-04T22:21:49.622" v="2080" actId="20577"/>
          <ac:spMkLst>
            <pc:docMk/>
            <pc:sldMk cId="1153838036" sldId="378"/>
            <ac:spMk id="2" creationId="{00000000-0000-0000-0000-000000000000}"/>
          </ac:spMkLst>
        </pc:spChg>
      </pc:sldChg>
      <pc:sldChg chg="delSp modSp mod">
        <pc:chgData name="Ian Hicks" userId="f81cb37a-e8f0-4b4d-9b03-8556d262f87a" providerId="ADAL" clId="{A735D828-4B45-4577-B215-0682368EA735}" dt="2024-03-04T22:34:24.633" v="3142" actId="20577"/>
        <pc:sldMkLst>
          <pc:docMk/>
          <pc:sldMk cId="1216884273" sldId="389"/>
        </pc:sldMkLst>
        <pc:spChg chg="mod">
          <ac:chgData name="Ian Hicks" userId="f81cb37a-e8f0-4b4d-9b03-8556d262f87a" providerId="ADAL" clId="{A735D828-4B45-4577-B215-0682368EA735}" dt="2024-03-04T21:16:47.092" v="6" actId="20577"/>
          <ac:spMkLst>
            <pc:docMk/>
            <pc:sldMk cId="1216884273" sldId="389"/>
            <ac:spMk id="2" creationId="{00000000-0000-0000-0000-000000000000}"/>
          </ac:spMkLst>
        </pc:spChg>
        <pc:spChg chg="del">
          <ac:chgData name="Ian Hicks" userId="f81cb37a-e8f0-4b4d-9b03-8556d262f87a" providerId="ADAL" clId="{A735D828-4B45-4577-B215-0682368EA735}" dt="2024-03-04T21:37:59.602" v="915" actId="478"/>
          <ac:spMkLst>
            <pc:docMk/>
            <pc:sldMk cId="1216884273" sldId="389"/>
            <ac:spMk id="3" creationId="{00000000-0000-0000-0000-000000000000}"/>
          </ac:spMkLst>
        </pc:spChg>
        <pc:spChg chg="mod">
          <ac:chgData name="Ian Hicks" userId="f81cb37a-e8f0-4b4d-9b03-8556d262f87a" providerId="ADAL" clId="{A735D828-4B45-4577-B215-0682368EA735}" dt="2024-03-04T22:34:24.633" v="3142" actId="20577"/>
          <ac:spMkLst>
            <pc:docMk/>
            <pc:sldMk cId="1216884273" sldId="389"/>
            <ac:spMk id="4" creationId="{00000000-0000-0000-0000-000000000000}"/>
          </ac:spMkLst>
        </pc:spChg>
      </pc:sldChg>
      <pc:sldChg chg="modSp new del mod setBg">
        <pc:chgData name="Ian Hicks" userId="f81cb37a-e8f0-4b4d-9b03-8556d262f87a" providerId="ADAL" clId="{A735D828-4B45-4577-B215-0682368EA735}" dt="2024-03-04T22:23:09.186" v="2152" actId="47"/>
        <pc:sldMkLst>
          <pc:docMk/>
          <pc:sldMk cId="1418116063" sldId="390"/>
        </pc:sldMkLst>
        <pc:spChg chg="mod">
          <ac:chgData name="Ian Hicks" userId="f81cb37a-e8f0-4b4d-9b03-8556d262f87a" providerId="ADAL" clId="{A735D828-4B45-4577-B215-0682368EA735}" dt="2024-03-04T22:22:52.530" v="2151"/>
          <ac:spMkLst>
            <pc:docMk/>
            <pc:sldMk cId="1418116063" sldId="390"/>
            <ac:spMk id="2" creationId="{246C7A01-AC16-1DE9-C8B5-C7018DFBC974}"/>
          </ac:spMkLst>
        </pc:spChg>
        <pc:spChg chg="mod">
          <ac:chgData name="Ian Hicks" userId="f81cb37a-e8f0-4b4d-9b03-8556d262f87a" providerId="ADAL" clId="{A735D828-4B45-4577-B215-0682368EA735}" dt="2024-03-04T22:22:52.530" v="2151"/>
          <ac:spMkLst>
            <pc:docMk/>
            <pc:sldMk cId="1418116063" sldId="390"/>
            <ac:spMk id="3" creationId="{CC1B6A1B-0529-5F5A-31F3-30B23BF9F4AC}"/>
          </ac:spMkLst>
        </pc:spChg>
        <pc:spChg chg="mod">
          <ac:chgData name="Ian Hicks" userId="f81cb37a-e8f0-4b4d-9b03-8556d262f87a" providerId="ADAL" clId="{A735D828-4B45-4577-B215-0682368EA735}" dt="2024-03-04T22:22:52.530" v="2151"/>
          <ac:spMkLst>
            <pc:docMk/>
            <pc:sldMk cId="1418116063" sldId="390"/>
            <ac:spMk id="4" creationId="{53FE9C49-A934-6D14-C356-9963D78233EF}"/>
          </ac:spMkLst>
        </pc:spChg>
      </pc:sldChg>
      <pc:sldChg chg="modSp add mod ord">
        <pc:chgData name="Ian Hicks" userId="f81cb37a-e8f0-4b4d-9b03-8556d262f87a" providerId="ADAL" clId="{A735D828-4B45-4577-B215-0682368EA735}" dt="2024-03-04T22:52:04.304" v="3465" actId="20577"/>
        <pc:sldMkLst>
          <pc:docMk/>
          <pc:sldMk cId="1645137970" sldId="390"/>
        </pc:sldMkLst>
        <pc:spChg chg="mod">
          <ac:chgData name="Ian Hicks" userId="f81cb37a-e8f0-4b4d-9b03-8556d262f87a" providerId="ADAL" clId="{A735D828-4B45-4577-B215-0682368EA735}" dt="2024-03-04T22:23:22.682" v="2192" actId="20577"/>
          <ac:spMkLst>
            <pc:docMk/>
            <pc:sldMk cId="1645137970" sldId="390"/>
            <ac:spMk id="2" creationId="{A304730E-57E6-E1EF-B10D-C493425ACE6A}"/>
          </ac:spMkLst>
        </pc:spChg>
        <pc:spChg chg="mod">
          <ac:chgData name="Ian Hicks" userId="f81cb37a-e8f0-4b4d-9b03-8556d262f87a" providerId="ADAL" clId="{A735D828-4B45-4577-B215-0682368EA735}" dt="2024-03-04T22:52:04.304" v="3465" actId="20577"/>
          <ac:spMkLst>
            <pc:docMk/>
            <pc:sldMk cId="1645137970" sldId="390"/>
            <ac:spMk id="4" creationId="{18122997-402B-8936-8BC1-A1424F9BF68C}"/>
          </ac:spMkLst>
        </pc:spChg>
      </pc:sldChg>
      <pc:sldChg chg="del">
        <pc:chgData name="Ian Hicks" userId="f81cb37a-e8f0-4b4d-9b03-8556d262f87a" providerId="ADAL" clId="{A735D828-4B45-4577-B215-0682368EA735}" dt="2024-03-04T22:22:09.415" v="2084" actId="47"/>
        <pc:sldMkLst>
          <pc:docMk/>
          <pc:sldMk cId="2266708225" sldId="393"/>
        </pc:sldMkLst>
      </pc:sldChg>
    </pc:docChg>
  </pc:docChgLst>
  <pc:docChgLst>
    <pc:chgData name="Ian Hicks" userId="S::ian.hicks@cwbank.com::f81cb37a-e8f0-4b4d-9b03-8556d262f87a" providerId="AD" clId="Web-{5C19FDDD-C3FC-A431-04FC-223336BC3718}"/>
    <pc:docChg chg="modSld">
      <pc:chgData name="Ian Hicks" userId="S::ian.hicks@cwbank.com::f81cb37a-e8f0-4b4d-9b03-8556d262f87a" providerId="AD" clId="Web-{5C19FDDD-C3FC-A431-04FC-223336BC3718}" dt="2024-03-05T15:29:39.035" v="15" actId="14100"/>
      <pc:docMkLst>
        <pc:docMk/>
      </pc:docMkLst>
      <pc:sldChg chg="modSp">
        <pc:chgData name="Ian Hicks" userId="S::ian.hicks@cwbank.com::f81cb37a-e8f0-4b4d-9b03-8556d262f87a" providerId="AD" clId="Web-{5C19FDDD-C3FC-A431-04FC-223336BC3718}" dt="2024-03-05T15:29:39.035" v="15" actId="14100"/>
        <pc:sldMkLst>
          <pc:docMk/>
          <pc:sldMk cId="3513327714" sldId="340"/>
        </pc:sldMkLst>
        <pc:spChg chg="mod">
          <ac:chgData name="Ian Hicks" userId="S::ian.hicks@cwbank.com::f81cb37a-e8f0-4b4d-9b03-8556d262f87a" providerId="AD" clId="Web-{5C19FDDD-C3FC-A431-04FC-223336BC3718}" dt="2024-03-05T15:29:39.035" v="15" actId="14100"/>
          <ac:spMkLst>
            <pc:docMk/>
            <pc:sldMk cId="3513327714" sldId="340"/>
            <ac:spMk id="7" creationId="{97CAF48D-D85F-B89C-5B5D-B898675AAD89}"/>
          </ac:spMkLst>
        </pc:spChg>
      </pc:sldChg>
    </pc:docChg>
  </pc:docChgLst>
  <pc:docChgLst>
    <pc:chgData name="Ian Hicks" userId="S::ian.hicks@cwbank.com::f81cb37a-e8f0-4b4d-9b03-8556d262f87a" providerId="AD" clId="Web-{58D8D016-5BD2-E429-8E39-5487BA42D783}"/>
    <pc:docChg chg="modSld">
      <pc:chgData name="Ian Hicks" userId="S::ian.hicks@cwbank.com::f81cb37a-e8f0-4b4d-9b03-8556d262f87a" providerId="AD" clId="Web-{58D8D016-5BD2-E429-8E39-5487BA42D783}" dt="2024-03-05T15:15:08.543" v="19" actId="20577"/>
      <pc:docMkLst>
        <pc:docMk/>
      </pc:docMkLst>
      <pc:sldChg chg="modSp">
        <pc:chgData name="Ian Hicks" userId="S::ian.hicks@cwbank.com::f81cb37a-e8f0-4b4d-9b03-8556d262f87a" providerId="AD" clId="Web-{58D8D016-5BD2-E429-8E39-5487BA42D783}" dt="2024-03-05T15:14:38.105" v="2" actId="20577"/>
        <pc:sldMkLst>
          <pc:docMk/>
          <pc:sldMk cId="3668695869" sldId="335"/>
        </pc:sldMkLst>
        <pc:spChg chg="mod">
          <ac:chgData name="Ian Hicks" userId="S::ian.hicks@cwbank.com::f81cb37a-e8f0-4b4d-9b03-8556d262f87a" providerId="AD" clId="Web-{58D8D016-5BD2-E429-8E39-5487BA42D783}" dt="2024-03-05T15:14:38.105" v="2" actId="20577"/>
          <ac:spMkLst>
            <pc:docMk/>
            <pc:sldMk cId="3668695869" sldId="335"/>
            <ac:spMk id="4" creationId="{00000000-0000-0000-0000-000000000000}"/>
          </ac:spMkLst>
        </pc:spChg>
      </pc:sldChg>
      <pc:sldChg chg="modSp">
        <pc:chgData name="Ian Hicks" userId="S::ian.hicks@cwbank.com::f81cb37a-e8f0-4b4d-9b03-8556d262f87a" providerId="AD" clId="Web-{58D8D016-5BD2-E429-8E39-5487BA42D783}" dt="2024-03-05T15:15:08.543" v="19" actId="20577"/>
        <pc:sldMkLst>
          <pc:docMk/>
          <pc:sldMk cId="3513327714" sldId="340"/>
        </pc:sldMkLst>
        <pc:spChg chg="mod">
          <ac:chgData name="Ian Hicks" userId="S::ian.hicks@cwbank.com::f81cb37a-e8f0-4b4d-9b03-8556d262f87a" providerId="AD" clId="Web-{58D8D016-5BD2-E429-8E39-5487BA42D783}" dt="2024-03-05T15:15:08.543" v="19" actId="20577"/>
          <ac:spMkLst>
            <pc:docMk/>
            <pc:sldMk cId="3513327714" sldId="340"/>
            <ac:spMk id="7" creationId="{97CAF48D-D85F-B89C-5B5D-B898675AAD8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320C92-5B60-47CE-AF8E-33393E468A4F}" type="datetimeFigureOut">
              <a:rPr lang="en-CA" smtClean="0"/>
              <a:t>2024-03-05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932885D-FA4E-45F3-9C34-9BE667995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2965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F9F78-B7FC-4D34-B5E9-CFFF0660210F}" type="datetimeFigureOut">
              <a:rPr lang="en-CA" smtClean="0"/>
              <a:t>2024-03-05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EB8C7-5EFC-4FA9-BA9E-FFC3022A46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10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0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7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/>
              <a:t>Additional text…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/>
              <a:t>Subtitle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028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/>
              <a:t>Additional text…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/>
              <a:t>Subtitle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142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39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2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634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273300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8753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510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71811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2218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609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85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695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119194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30157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6482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999523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948676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3221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932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551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705319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788168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9748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3034806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652279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5508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5065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5457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2473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2848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8949911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04991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03805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2847988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5745996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615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776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5291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38746329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463368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95782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9867522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74922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561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863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8146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622670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381770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18494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14330227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6991537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00883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55994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560870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32981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616122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25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slideLayout" Target="../slideLayouts/slideLayout23.xml"/><Relationship Id="rId7" Type="http://schemas.openxmlformats.org/officeDocument/2006/relationships/theme" Target="../theme/theme11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7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8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9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30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1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3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3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slideLayout" Target="../slideLayouts/slideLayout41.xml"/><Relationship Id="rId7" Type="http://schemas.openxmlformats.org/officeDocument/2006/relationships/theme" Target="../theme/theme19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45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46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slideLayout" Target="../slideLayouts/slideLayout49.xml"/><Relationship Id="rId7" Type="http://schemas.openxmlformats.org/officeDocument/2006/relationships/theme" Target="../theme/theme22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5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5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55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56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5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47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utiger LT Std 57 Cn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14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4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DA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335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accent4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829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6" r:id="rId2"/>
    <p:sldLayoutId id="2147483675" r:id="rId3"/>
    <p:sldLayoutId id="2147483698" r:id="rId4"/>
    <p:sldLayoutId id="2147483731" r:id="rId5"/>
    <p:sldLayoutId id="2147483697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27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9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246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7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74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310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58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46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2DC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702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0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8475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282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31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06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782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06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99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047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76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77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35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64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12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6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6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7826" y="2851689"/>
            <a:ext cx="6362700" cy="528638"/>
          </a:xfrm>
        </p:spPr>
        <p:txBody>
          <a:bodyPr/>
          <a:lstStyle/>
          <a:p>
            <a:r>
              <a:rPr lang="en-CA" dirty="0"/>
              <a:t>Backgrounder</a:t>
            </a:r>
          </a:p>
          <a:p>
            <a:r>
              <a:rPr lang="en-CA" dirty="0"/>
              <a:t>March 2024</a:t>
            </a:r>
          </a:p>
        </p:txBody>
      </p:sp>
      <p:sp>
        <p:nvSpPr>
          <p:cNvPr id="7" name="Text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7827" y="1492530"/>
            <a:ext cx="5464174" cy="52863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32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Digital Client Onboarding (DCO) and Fraud IQ Manager</a:t>
            </a:r>
          </a:p>
        </p:txBody>
      </p:sp>
    </p:spTree>
    <p:extLst>
      <p:ext uri="{BB962C8B-B14F-4D97-AF65-F5344CB8AC3E}">
        <p14:creationId xmlns:p14="http://schemas.microsoft.com/office/powerpoint/2010/main" val="2676011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1257300"/>
            <a:ext cx="8280400" cy="323849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real-time fraud check was incorporated into the original designs for Digital Client Onboarding (DCO), starting with Motive DCO in 2020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same service is used for CWB Personal DCO (self-serve) and when onboarding business owners/directors/signers via Small Business DCO (self-serve)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fraud check service uses an Equifax product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Citadel &gt; Luminate &gt; (now) Fraud IQ Manager (FIQM)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Ten real-time rules were configured when DCO was first implemented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rule scores have never been updated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decision thresholds (which determine if an application is sent for review or declined) have never been 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2" name="Text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6203" y="701040"/>
            <a:ext cx="8280401" cy="39748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-100" normalizeH="0" baseline="0" noProof="0" dirty="0">
                <a:ln>
                  <a:noFill/>
                </a:ln>
                <a:solidFill>
                  <a:srgbClr val="0097A9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History</a:t>
            </a:r>
            <a:endParaRPr kumimoji="0" lang="en-CA" sz="3200" b="0" i="0" u="none" strike="noStrike" kern="1200" cap="none" spc="-100" normalizeH="0" baseline="0" noProof="0" dirty="0">
              <a:ln>
                <a:noFill/>
              </a:ln>
              <a:solidFill>
                <a:srgbClr val="0097A9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88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title" idx="4294967295"/>
          </p:nvPr>
        </p:nvSpPr>
        <p:spPr>
          <a:xfrm>
            <a:off x="406203" y="701040"/>
            <a:ext cx="8280401" cy="39748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-100" normalizeH="0" baseline="0" noProof="0" dirty="0">
                <a:ln>
                  <a:noFill/>
                </a:ln>
                <a:solidFill>
                  <a:srgbClr val="0097A9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Current state</a:t>
            </a:r>
            <a:endParaRPr kumimoji="0" lang="en-CA" sz="3200" b="0" i="0" u="none" strike="noStrike" kern="1200" cap="none" spc="-100" normalizeH="0" baseline="0" noProof="0" dirty="0">
              <a:ln>
                <a:noFill/>
              </a:ln>
              <a:solidFill>
                <a:srgbClr val="0097A9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400" y="1206500"/>
            <a:ext cx="8280400" cy="3173413"/>
          </a:xfrm>
        </p:spPr>
        <p:txBody>
          <a:bodyPr lIns="0" tIns="45720" rIns="0" bIns="4572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of the 10 configured rules is automatically run for each DCO applicant against 3 datasets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b="1" dirty="0">
                <a:solidFill>
                  <a:schemeClr val="tx1"/>
                </a:solidFill>
              </a:rPr>
              <a:t>Local</a:t>
            </a:r>
            <a:r>
              <a:rPr lang="en-US" sz="1400" dirty="0">
                <a:solidFill>
                  <a:schemeClr val="tx1"/>
                </a:solidFill>
              </a:rPr>
              <a:t>: fraudsters known to/identified by CWB*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*Configured in CWB’s instance of Fraud IQ Manager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b="1" dirty="0">
                <a:solidFill>
                  <a:schemeClr val="tx1"/>
                </a:solidFill>
              </a:rPr>
              <a:t>National</a:t>
            </a:r>
            <a:r>
              <a:rPr lang="en-US" sz="1400" dirty="0">
                <a:solidFill>
                  <a:schemeClr val="tx1"/>
                </a:solidFill>
              </a:rPr>
              <a:t>: fraudsters identified by members of the FI consortium</a:t>
            </a: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400" b="1" dirty="0">
                <a:solidFill>
                  <a:schemeClr val="tx1"/>
                </a:solidFill>
              </a:rPr>
              <a:t>Telco</a:t>
            </a:r>
            <a:r>
              <a:rPr lang="en-US" sz="1400" dirty="0">
                <a:solidFill>
                  <a:schemeClr val="tx1"/>
                </a:solidFill>
              </a:rPr>
              <a:t>: fraudsters identified by members of the telco consortium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the applicant triggers one or more of the real-time rules, they are assigned a score for that rule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If the total rule score is </a:t>
            </a:r>
            <a:r>
              <a:rPr lang="en-US" dirty="0">
                <a:solidFill>
                  <a:srgbClr val="FF0000"/>
                </a:solidFill>
              </a:rPr>
              <a:t>&gt;25</a:t>
            </a:r>
            <a:r>
              <a:rPr lang="en-US" dirty="0">
                <a:solidFill>
                  <a:schemeClr val="tx1"/>
                </a:solidFill>
              </a:rPr>
              <a:t>, the application is flagged for </a:t>
            </a:r>
            <a:r>
              <a:rPr lang="en-US" dirty="0">
                <a:solidFill>
                  <a:schemeClr val="tx2"/>
                </a:solidFill>
              </a:rPr>
              <a:t>fraud review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This results in the DCO application landing in a specific fraud queue for manual intervention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the total rule score is </a:t>
            </a:r>
            <a:r>
              <a:rPr lang="en-US" dirty="0">
                <a:solidFill>
                  <a:srgbClr val="FF0000"/>
                </a:solidFill>
              </a:rPr>
              <a:t>&gt;=100</a:t>
            </a:r>
            <a:r>
              <a:rPr lang="en-US" dirty="0"/>
              <a:t>, the application is </a:t>
            </a:r>
            <a:r>
              <a:rPr lang="en-US" dirty="0">
                <a:solidFill>
                  <a:srgbClr val="FF0000"/>
                </a:solidFill>
              </a:rPr>
              <a:t>declined</a:t>
            </a:r>
          </a:p>
        </p:txBody>
      </p:sp>
    </p:spTree>
    <p:extLst>
      <p:ext uri="{BB962C8B-B14F-4D97-AF65-F5344CB8AC3E}">
        <p14:creationId xmlns:p14="http://schemas.microsoft.com/office/powerpoint/2010/main" val="3668695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title" idx="4294967295"/>
          </p:nvPr>
        </p:nvSpPr>
        <p:spPr>
          <a:xfrm>
            <a:off x="304603" y="142240"/>
            <a:ext cx="8280597" cy="39748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-100" normalizeH="0" baseline="0" noProof="0" dirty="0">
                <a:ln>
                  <a:noFill/>
                </a:ln>
                <a:solidFill>
                  <a:srgbClr val="0097A9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Current real-time rules configuration</a:t>
            </a:r>
            <a:endParaRPr kumimoji="0" lang="en-CA" sz="3200" b="0" i="0" u="none" strike="noStrike" kern="1200" cap="none" spc="-100" normalizeH="0" baseline="0" noProof="0" dirty="0">
              <a:ln>
                <a:noFill/>
              </a:ln>
              <a:solidFill>
                <a:srgbClr val="0097A9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DEBFD5-D079-AD1B-58B4-CBBFE541A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03" y="539723"/>
            <a:ext cx="7042344" cy="41973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CAF48D-D85F-B89C-5B5D-B898675AAD89}"/>
              </a:ext>
            </a:extLst>
          </p:cNvPr>
          <p:cNvSpPr txBox="1"/>
          <p:nvPr/>
        </p:nvSpPr>
        <p:spPr>
          <a:xfrm>
            <a:off x="4340456" y="1430383"/>
            <a:ext cx="3006492" cy="1323439"/>
          </a:xfrm>
          <a:prstGeom prst="rect">
            <a:avLst/>
          </a:prstGeom>
          <a:solidFill>
            <a:schemeClr val="bg1"/>
          </a:solidFill>
          <a:ln>
            <a:solidFill>
              <a:srgbClr val="008292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 dirty="0"/>
              <a:t>HS</a:t>
            </a:r>
            <a:r>
              <a:rPr lang="en-US" sz="1600" dirty="0"/>
              <a:t> = Highly Suspect</a:t>
            </a:r>
          </a:p>
          <a:p>
            <a:r>
              <a:rPr lang="en-US" sz="1600" b="1" dirty="0"/>
              <a:t>S</a:t>
            </a:r>
            <a:r>
              <a:rPr lang="en-US" sz="1600" dirty="0"/>
              <a:t> = Suspect</a:t>
            </a:r>
          </a:p>
          <a:p>
            <a:r>
              <a:rPr lang="en-US" sz="1600" b="1" dirty="0"/>
              <a:t>P</a:t>
            </a:r>
            <a:r>
              <a:rPr lang="en-US" sz="1600" dirty="0"/>
              <a:t> = Possible</a:t>
            </a:r>
          </a:p>
          <a:p>
            <a:r>
              <a:rPr lang="en-US" sz="1600" b="1" dirty="0"/>
              <a:t>LS</a:t>
            </a:r>
            <a:r>
              <a:rPr lang="en-US" sz="1600" dirty="0"/>
              <a:t> = Local Stop File (CWB only)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b="1" dirty="0"/>
              <a:t>GS</a:t>
            </a:r>
            <a:r>
              <a:rPr lang="en-US" sz="1600" dirty="0"/>
              <a:t> = Global Stop File (consortium)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351332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B5B19-E428-2A01-6BCC-037803CDB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22997-402B-8936-8BC1-A1424F9B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1257300"/>
            <a:ext cx="8280400" cy="323849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Equifax have indicated that current scoring for the configured rules (10) is too low to be effective. This assertion is supported by the rules performance report provided by Equifax.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typically, rules are given a score of </a:t>
            </a:r>
            <a:r>
              <a:rPr lang="en-US" sz="1400" dirty="0">
                <a:solidFill>
                  <a:schemeClr val="tx2"/>
                </a:solidFill>
              </a:rPr>
              <a:t>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Equifax have indicated that the current thresholds should be updated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Review</a:t>
            </a:r>
            <a:r>
              <a:rPr lang="en-US" sz="1400" dirty="0">
                <a:solidFill>
                  <a:schemeClr val="tx1"/>
                </a:solidFill>
              </a:rPr>
              <a:t>: actual </a:t>
            </a:r>
            <a:r>
              <a:rPr lang="en-US" sz="1400" dirty="0">
                <a:solidFill>
                  <a:srgbClr val="FF0000"/>
                </a:solidFill>
              </a:rPr>
              <a:t>&gt;25 </a:t>
            </a:r>
            <a:r>
              <a:rPr lang="en-US" sz="1400" dirty="0">
                <a:solidFill>
                  <a:schemeClr val="tx1"/>
                </a:solidFill>
              </a:rPr>
              <a:t>should be </a:t>
            </a:r>
            <a:r>
              <a:rPr lang="en-US" sz="1400" dirty="0">
                <a:solidFill>
                  <a:srgbClr val="FF0000"/>
                </a:solidFill>
              </a:rPr>
              <a:t>&gt;=100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Decline</a:t>
            </a:r>
            <a:r>
              <a:rPr lang="en-US" sz="1400" dirty="0">
                <a:solidFill>
                  <a:schemeClr val="tx1"/>
                </a:solidFill>
              </a:rPr>
              <a:t>: actual </a:t>
            </a:r>
            <a:r>
              <a:rPr lang="en-US" sz="1400" dirty="0">
                <a:solidFill>
                  <a:srgbClr val="FF0000"/>
                </a:solidFill>
              </a:rPr>
              <a:t>&gt;=100 </a:t>
            </a:r>
            <a:r>
              <a:rPr lang="en-US" sz="1400" dirty="0">
                <a:solidFill>
                  <a:schemeClr val="tx1"/>
                </a:solidFill>
              </a:rPr>
              <a:t>should be </a:t>
            </a:r>
            <a:r>
              <a:rPr lang="en-US" sz="1400" dirty="0">
                <a:solidFill>
                  <a:srgbClr val="FF0000"/>
                </a:solidFill>
              </a:rPr>
              <a:t>&gt;=500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Some rules may not be fit-for-purpose, for 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tx1"/>
                </a:solidFill>
              </a:rPr>
              <a:t>Some are looking at data attributes that are not even captured by DCO, such as driver’s licence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tx1"/>
                </a:solidFill>
              </a:rPr>
              <a:t>The DCO service uses </a:t>
            </a:r>
            <a:r>
              <a:rPr lang="en-CA" sz="1400" dirty="0" err="1">
                <a:solidFill>
                  <a:schemeClr val="tx1"/>
                </a:solidFill>
              </a:rPr>
              <a:t>Threatmetrix</a:t>
            </a:r>
            <a:r>
              <a:rPr lang="en-CA" sz="1400" dirty="0">
                <a:solidFill>
                  <a:schemeClr val="tx1"/>
                </a:solidFill>
              </a:rPr>
              <a:t> to analyze applicants’ device/IP address and web activity in addition to Equifax, so questionable whether IP-related rules need to be run in FIQM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Need to determine ownership within CWB for real-time rules </a:t>
            </a:r>
            <a:r>
              <a:rPr lang="en-CA" dirty="0"/>
              <a:t>administration, review and update (now and future)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04730E-57E6-E1EF-B10D-C493425AC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6203" y="701040"/>
            <a:ext cx="8280401" cy="39748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-100" normalizeH="0" baseline="0" noProof="0" dirty="0">
                <a:ln>
                  <a:noFill/>
                </a:ln>
                <a:solidFill>
                  <a:srgbClr val="0097A9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Recommendations – for discussion</a:t>
            </a:r>
            <a:endParaRPr kumimoji="0" lang="en-CA" sz="3200" b="0" i="0" u="none" strike="noStrike" kern="1200" cap="none" spc="-100" normalizeH="0" baseline="0" noProof="0" dirty="0">
              <a:ln>
                <a:noFill/>
              </a:ln>
              <a:solidFill>
                <a:srgbClr val="0097A9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137970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1">
  <a:themeElements>
    <a:clrScheme name="Custom 1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5AB7B2"/>
      </a:accent3>
      <a:accent4>
        <a:srgbClr val="FFC843"/>
      </a:accent4>
      <a:accent5>
        <a:srgbClr val="A9ACA0"/>
      </a:accent5>
      <a:accent6>
        <a:srgbClr val="356195"/>
      </a:accent6>
      <a:hlink>
        <a:srgbClr val="008292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8168BCE0-73D0-4831-8CA0-CE2AA59E36B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2548DE77-0AC0-4A17-9BCF-7FE1448A5B45}"/>
    </a:ext>
  </a:extLst>
</a:theme>
</file>

<file path=ppt/theme/theme3.xml><?xml version="1.0" encoding="utf-8"?>
<a:theme xmlns:a="http://schemas.openxmlformats.org/drawingml/2006/main" name="1 Primary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AAB3C339-56B0-45C0-818D-A392758E1EBF}"/>
    </a:ext>
  </a:extLst>
</a:theme>
</file>

<file path=ppt/theme/theme4.xml><?xml version="1.0" encoding="utf-8"?>
<a:theme xmlns:a="http://schemas.openxmlformats.org/drawingml/2006/main" name="1 Primary Gold - Section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25624694-2B45-47A4-8ED0-9FEF9F096866}"/>
    </a:ext>
  </a:extLst>
</a:theme>
</file>

<file path=ppt/theme/theme5.xml><?xml version="1.0" encoding="utf-8"?>
<a:theme xmlns:a="http://schemas.openxmlformats.org/drawingml/2006/main" name="1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3873540B-7414-4C74-807E-803ECF363E27}"/>
    </a:ext>
  </a:extLst>
</a:theme>
</file>

<file path=ppt/theme/theme6.xml><?xml version="1.0" encoding="utf-8"?>
<a:theme xmlns:a="http://schemas.openxmlformats.org/drawingml/2006/main" name="2 Primary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F315E4FA-D00E-4DA6-96AB-6BC4759DE21B}"/>
    </a:ext>
  </a:extLst>
</a:theme>
</file>

<file path=ppt/theme/theme7.xml><?xml version="1.0" encoding="utf-8"?>
<a:theme xmlns:a="http://schemas.openxmlformats.org/drawingml/2006/main" name="2 Primary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2DFA8699-B171-40B8-9E54-1EC288C1E768}"/>
    </a:ext>
  </a:extLst>
</a:theme>
</file>

<file path=ppt/theme/theme8.xml><?xml version="1.0" encoding="utf-8"?>
<a:theme xmlns:a="http://schemas.openxmlformats.org/drawingml/2006/main" name="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12B7BF6A-4900-41BB-86CA-B6C432A762E4}"/>
    </a:ext>
  </a:extLst>
</a:theme>
</file>

<file path=ppt/theme/theme9.xml><?xml version="1.0" encoding="utf-8"?>
<a:theme xmlns:a="http://schemas.openxmlformats.org/drawingml/2006/main" name="3 Nav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5F59B553-B6C6-4F49-A531-1C9547F5D0C6}"/>
    </a:ext>
  </a:extLst>
</a:theme>
</file>

<file path=ppt/theme/theme10.xml><?xml version="1.0" encoding="utf-8"?>
<a:theme xmlns:a="http://schemas.openxmlformats.org/drawingml/2006/main" name="3 Nav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185765CD-1533-475E-9C2F-02D542148B9E}"/>
    </a:ext>
  </a:extLst>
</a:theme>
</file>

<file path=ppt/theme/theme11.xml><?xml version="1.0" encoding="utf-8"?>
<a:theme xmlns:a="http://schemas.openxmlformats.org/drawingml/2006/main" name="3 Nav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6EA21ABF-297D-4CDC-9D96-B2DE640ACE8A}"/>
    </a:ext>
  </a:extLst>
</a:theme>
</file>

<file path=ppt/theme/theme12.xml><?xml version="1.0" encoding="utf-8"?>
<a:theme xmlns:a="http://schemas.openxmlformats.org/drawingml/2006/main" name="4 Light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EE6DFFAA-8AA7-4AA5-A412-A41F516A559C}"/>
    </a:ext>
  </a:extLst>
</a:theme>
</file>

<file path=ppt/theme/theme13.xml><?xml version="1.0" encoding="utf-8"?>
<a:theme xmlns:a="http://schemas.openxmlformats.org/drawingml/2006/main" name="4 Light Teal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5FB32D86-2D46-4ABE-A5DE-542738CF209B}"/>
    </a:ext>
  </a:extLst>
</a:theme>
</file>

<file path=ppt/theme/theme14.xml><?xml version="1.0" encoding="utf-8"?>
<a:theme xmlns:a="http://schemas.openxmlformats.org/drawingml/2006/main" name="6 Dark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75F16A61-1446-4F34-806C-3AD2AF6E0C6F}"/>
    </a:ext>
  </a:extLst>
</a:theme>
</file>

<file path=ppt/theme/theme15.xml><?xml version="1.0" encoding="utf-8"?>
<a:theme xmlns:a="http://schemas.openxmlformats.org/drawingml/2006/main" name="6 Dark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8AFA0F5A-8C55-42F8-88CE-AF2C1C2E5EE1}"/>
    </a:ext>
  </a:extLst>
</a:theme>
</file>

<file path=ppt/theme/theme16.xml><?xml version="1.0" encoding="utf-8"?>
<a:theme xmlns:a="http://schemas.openxmlformats.org/drawingml/2006/main" name="6 Dark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A7382417-7DA9-42C7-8967-FDAA7EAFB946}"/>
    </a:ext>
  </a:extLst>
</a:theme>
</file>

<file path=ppt/theme/theme17.xml><?xml version="1.0" encoding="utf-8"?>
<a:theme xmlns:a="http://schemas.openxmlformats.org/drawingml/2006/main" name="7 Orange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1D723340-FEB6-482E-B215-A303553B9700}"/>
    </a:ext>
  </a:extLst>
</a:theme>
</file>

<file path=ppt/theme/theme18.xml><?xml version="1.0" encoding="utf-8"?>
<a:theme xmlns:a="http://schemas.openxmlformats.org/drawingml/2006/main" name="7 Orange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7E35F314-83E9-4599-83F2-D7E0EBD4F2EC}"/>
    </a:ext>
  </a:extLst>
</a:theme>
</file>

<file path=ppt/theme/theme19.xml><?xml version="1.0" encoding="utf-8"?>
<a:theme xmlns:a="http://schemas.openxmlformats.org/drawingml/2006/main" name="7 Orange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9CD54231-3642-4510-B00C-8685AD9D8A59}"/>
    </a:ext>
  </a:extLst>
</a:theme>
</file>

<file path=ppt/theme/theme20.xml><?xml version="1.0" encoding="utf-8"?>
<a:theme xmlns:a="http://schemas.openxmlformats.org/drawingml/2006/main" name="8 Gre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1FC06500-A612-44A4-B7E1-FED9E67830AF}"/>
    </a:ext>
  </a:extLst>
</a:theme>
</file>

<file path=ppt/theme/theme21.xml><?xml version="1.0" encoding="utf-8"?>
<a:theme xmlns:a="http://schemas.openxmlformats.org/drawingml/2006/main" name="8 Gre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13E0BEC2-9B44-4052-B0A5-81DE81ACCB4B}"/>
    </a:ext>
  </a:extLst>
</a:theme>
</file>

<file path=ppt/theme/theme22.xml><?xml version="1.0" encoding="utf-8"?>
<a:theme xmlns:a="http://schemas.openxmlformats.org/drawingml/2006/main" name="8 Gre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ECD0FE62-9FA4-4921-A522-7C2E4BBC17F4}"/>
    </a:ext>
  </a:extLst>
</a:theme>
</file>

<file path=ppt/theme/theme23.xml><?xml version="1.0" encoding="utf-8"?>
<a:theme xmlns:a="http://schemas.openxmlformats.org/drawingml/2006/main" name="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67BDDE46-7706-4C09-9929-3D90A3A990BC}"/>
    </a:ext>
  </a:extLst>
</a:theme>
</file>

<file path=ppt/theme/theme24.xml><?xml version="1.0" encoding="utf-8"?>
<a:theme xmlns:a="http://schemas.openxmlformats.org/drawingml/2006/main" name="1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B80C54F9-6686-4BDA-8023-4AE158E10F63}"/>
    </a:ext>
  </a:extLst>
</a:theme>
</file>

<file path=ppt/theme/theme25.xml><?xml version="1.0" encoding="utf-8"?>
<a:theme xmlns:a="http://schemas.openxmlformats.org/drawingml/2006/main" name="2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F77258CA-4C1A-4C14-9AD3-9967975B13EA}"/>
    </a:ext>
  </a:extLst>
</a:theme>
</file>

<file path=ppt/theme/theme26.xml><?xml version="1.0" encoding="utf-8"?>
<a:theme xmlns:a="http://schemas.openxmlformats.org/drawingml/2006/main" name="Quote - Teal Lad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441BE6D5-6E29-498D-B0FE-BC64483E918B}"/>
    </a:ext>
  </a:extLst>
</a:theme>
</file>

<file path=ppt/theme/theme27.xml><?xml version="1.0" encoding="utf-8"?>
<a:theme xmlns:a="http://schemas.openxmlformats.org/drawingml/2006/main" name="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E9CF245D-8528-4C03-91BE-568C2B55083E}"/>
    </a:ext>
  </a:extLst>
</a:theme>
</file>

<file path=ppt/theme/theme28.xml><?xml version="1.0" encoding="utf-8"?>
<a:theme xmlns:a="http://schemas.openxmlformats.org/drawingml/2006/main" name="1_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1BED453-6A14-4B1A-B04B-9505941DDB06}" vid="{09C703C7-B4C1-4C24-837C-1BD80507D4DE}"/>
    </a:ext>
  </a:extLst>
</a:theme>
</file>

<file path=ppt/theme/theme2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</documentManagement>
</p:properties>
</file>

<file path=customXml/itemProps1.xml><?xml version="1.0" encoding="utf-8"?>
<ds:datastoreItem xmlns:ds="http://schemas.openxmlformats.org/officeDocument/2006/customXml" ds:itemID="{1734B338-16F5-4EF7-A3D1-062E65C277A5}"/>
</file>

<file path=customXml/itemProps2.xml><?xml version="1.0" encoding="utf-8"?>
<ds:datastoreItem xmlns:ds="http://schemas.openxmlformats.org/officeDocument/2006/customXml" ds:itemID="{3861445A-29E3-40EF-B929-175D18BC2F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66A4BA-4C36-4BB7-8753-55CA11145ED1}">
  <ds:schemaRefs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f19a3cbc-9c8b-4c6c-8ff4-afe0956abc30"/>
    <ds:schemaRef ds:uri="http://purl.org/dc/elements/1.1/"/>
    <ds:schemaRef ds:uri="http://schemas.microsoft.com/office/infopath/2007/PartnerControls"/>
    <ds:schemaRef ds:uri="4cad60f7-436c-4da4-ac65-79d4f6785a62"/>
  </ds:schemaRefs>
</ds:datastoreItem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CWB_Financial-Group_Powerpoint_Template</Template>
  <TotalTime>103</TotalTime>
  <Words>417</Words>
  <Application>Microsoft Office PowerPoint</Application>
  <PresentationFormat>On-screen Show (16:9)</PresentationFormat>
  <Paragraphs>37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28</vt:i4>
      </vt:variant>
      <vt:variant>
        <vt:lpstr>Slide Titles</vt:lpstr>
      </vt:variant>
      <vt:variant>
        <vt:i4>5</vt:i4>
      </vt:variant>
    </vt:vector>
  </HeadingPairs>
  <TitlesOfParts>
    <vt:vector size="33" baseType="lpstr">
      <vt:lpstr>Title Slide Option 1</vt:lpstr>
      <vt:lpstr>Custom Design</vt:lpstr>
      <vt:lpstr>1 Primary Gold - Section Title</vt:lpstr>
      <vt:lpstr>1 Primary Gold - Section Content</vt:lpstr>
      <vt:lpstr>1 Primary Gold - Content</vt:lpstr>
      <vt:lpstr>2 Primary Teal - Section Title</vt:lpstr>
      <vt:lpstr>2 Primary Gold - Section Content</vt:lpstr>
      <vt:lpstr>2 Primary Gold - Content</vt:lpstr>
      <vt:lpstr>3 Navy - Section Title</vt:lpstr>
      <vt:lpstr>3 Navy - Section Content</vt:lpstr>
      <vt:lpstr>3 Navy - Content</vt:lpstr>
      <vt:lpstr>4 Light Teal - Section Title</vt:lpstr>
      <vt:lpstr>4 Light Teal - Section Content</vt:lpstr>
      <vt:lpstr>6 Dark Gold - Section Title</vt:lpstr>
      <vt:lpstr>6 Dark Gold - Section Content</vt:lpstr>
      <vt:lpstr>6 Dark Gold - Content</vt:lpstr>
      <vt:lpstr>7 Orange - Section Title</vt:lpstr>
      <vt:lpstr>7 Orange - Section Content</vt:lpstr>
      <vt:lpstr>7 Orange - Content</vt:lpstr>
      <vt:lpstr>8 Grey - Section Title</vt:lpstr>
      <vt:lpstr>8 Grey - Section Content</vt:lpstr>
      <vt:lpstr>8 Grey - Content</vt:lpstr>
      <vt:lpstr>Section Title - Photo</vt:lpstr>
      <vt:lpstr>1_Section Title - Photo</vt:lpstr>
      <vt:lpstr>2_Section Title - Photo</vt:lpstr>
      <vt:lpstr>Quote - Teal Ladder</vt:lpstr>
      <vt:lpstr>Quote - Navy Path</vt:lpstr>
      <vt:lpstr>1_Quote - Navy Path</vt:lpstr>
      <vt:lpstr>Digital Client Onboarding (DCO) and Fraud IQ Manager</vt:lpstr>
      <vt:lpstr>History</vt:lpstr>
      <vt:lpstr>Current state</vt:lpstr>
      <vt:lpstr>Current real-time rules configuration</vt:lpstr>
      <vt:lpstr>Recommendations – for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Hicks</dc:creator>
  <cp:lastModifiedBy>Ian Hicks</cp:lastModifiedBy>
  <cp:revision>11</cp:revision>
  <cp:lastPrinted>2014-01-17T22:29:57Z</cp:lastPrinted>
  <dcterms:created xsi:type="dcterms:W3CDTF">2024-03-04T21:08:47Z</dcterms:created>
  <dcterms:modified xsi:type="dcterms:W3CDTF">2024-03-05T15:29:42Z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14600</vt:r8>
  </property>
  <property fmtid="{D5CDD505-2E9C-101B-9397-08002B2CF9AE}" pid="4" name="SharedWithUsers">
    <vt:lpwstr>16;#Candyse Watkinson;#91;#Kelly Ross;#90;#Paul Summers;#128;#Mike Thompson;#129;#Rex Alex;#55;#Amelie Teodosio;#87;#Tal Zisu;#130;#Patricia Neitsch;#88;#Samantha Ruryk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activity">
    <vt:lpwstr>{"FileActivityType":"9","FileActivityTimeStamp":"2024-03-11T20:21:55.943Z","FileActivityUsersOnPage":[{"DisplayName":"Ian Hicks","Id":"ian.hicks@cwbank.com"},{"DisplayName":"Kelly Ross","Id":"kelly.ross@cwbank.com"},{"DisplayName":"Paul Summers","Id":"paul.summers@cwbank.com"},{"DisplayName":"Mike Thompson","Id":"michael.thompson@cwbank.com"},{"DisplayName":"Rex Alex","Id":"rex.alex@cwbank.com"},{"DisplayName":"Amelie Teodosio","Id":"amelie.teodosio@cwbank.com"},{"DisplayName":"Tal Zisu","Id":"tal.zisu@cwbank.com"},{"DisplayName":"Patricia Neitsch","Id":"patricia.neitsch@cwbank.com"},{"DisplayName":"Samantha Ruryk","Id":"samantha.ruryk@cwbank.com"}],"FileActivityNavigationId":null}</vt:lpwstr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