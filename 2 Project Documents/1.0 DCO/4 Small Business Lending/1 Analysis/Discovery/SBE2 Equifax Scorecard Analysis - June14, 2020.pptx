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slides/slide37.xml" ContentType="application/vnd.openxmlformats-officedocument.presentationml.slide+xml"/>
  <Override PartName="/ppt/slides/slide43.xml" ContentType="application/vnd.openxmlformats-officedocument.presentationml.slide+xml"/>
  <Override PartName="/ppt/slides/slide42.xml" ContentType="application/vnd.openxmlformats-officedocument.presentationml.slide+xml"/>
  <Override PartName="/ppt/slides/slide41.xml" ContentType="application/vnd.openxmlformats-officedocument.presentationml.slide+xml"/>
  <Override PartName="/ppt/slides/slide40.xml" ContentType="application/vnd.openxmlformats-officedocument.presentationml.slide+xml"/>
  <Override PartName="/ppt/slides/slide39.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8.xml" ContentType="application/vnd.openxmlformats-officedocument.presentationml.slide+xml"/>
  <Override PartName="/ppt/slides/slide47.xml" ContentType="application/vnd.openxmlformats-officedocument.presentationml.slide+xml"/>
  <Override PartName="/ppt/slides/slide38.xml" ContentType="application/vnd.openxmlformats-officedocument.presentationml.slide+xml"/>
  <Override PartName="/ppt/presentation.xml" ContentType="application/vnd.openxmlformats-officedocument.presentationml.presentation.main+xml"/>
  <Override PartName="/ppt/slides/slide36.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2.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3.xml" ContentType="application/vnd.openxmlformats-officedocument.presentationml.slide+xml"/>
  <Override PartName="/ppt/slides/slide22.xml" ContentType="application/vnd.openxmlformats-officedocument.presentationml.slide+xml"/>
  <Override PartName="/ppt/slides/slide21.xml" ContentType="application/vnd.openxmlformats-officedocument.presentationml.slide+xml"/>
  <Override PartName="/ppt/slides/slide20.xml" ContentType="application/vnd.openxmlformats-officedocument.presentationml.slide+xml"/>
  <Override PartName="/ppt/slides/slide19.xml" ContentType="application/vnd.openxmlformats-officedocument.presentationml.slide+xml"/>
  <Override PartName="/ppt/slides/slide18.xml" ContentType="application/vnd.openxmlformats-officedocument.presentationml.slide+xml"/>
  <Override PartName="/ppt/slides/slide17.xml" ContentType="application/vnd.openxmlformats-officedocument.presentationml.slide+xml"/>
  <Override PartName="/ppt/slides/slide16.xml" ContentType="application/vnd.openxmlformats-officedocument.presentationml.slide+xml"/>
  <Override PartName="/ppt/slides/slide15.xml" ContentType="application/vnd.openxmlformats-officedocument.presentationml.slide+xml"/>
  <Override PartName="/ppt/slides/slide1.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1.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27.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0.xml" ContentType="application/vnd.openxmlformats-officedocument.presentationml.slide+xml"/>
  <Override PartName="/ppt/slides/slide33.xml" ContentType="application/vnd.openxmlformats-officedocument.presentationml.slide+xml"/>
  <Override PartName="/ppt/slides/slide32.xml" ContentType="application/vnd.openxmlformats-officedocument.presentationml.slide+xml"/>
  <Override PartName="/ppt/slideMasters/slideMaster23.xml" ContentType="application/vnd.openxmlformats-officedocument.presentationml.slideMaster+xml"/>
  <Override PartName="/ppt/slideMasters/slideMaster22.xml" ContentType="application/vnd.openxmlformats-officedocument.presentationml.slideMaster+xml"/>
  <Override PartName="/ppt/slideMasters/slideMaster21.xml" ContentType="application/vnd.openxmlformats-officedocument.presentationml.slideMaster+xml"/>
  <Override PartName="/ppt/slideMasters/slideMaster20.xml" ContentType="application/vnd.openxmlformats-officedocument.presentationml.slideMaster+xml"/>
  <Override PartName="/ppt/slideMasters/slideMaster19.xml" ContentType="application/vnd.openxmlformats-officedocument.presentationml.slideMaster+xml"/>
  <Override PartName="/ppt/slideMasters/slideMaster24.xml" ContentType="application/vnd.openxmlformats-officedocument.presentationml.slideMaster+xml"/>
  <Override PartName="/ppt/slideMasters/slideMaster25.xml" ContentType="application/vnd.openxmlformats-officedocument.presentationml.slideMaster+xml"/>
  <Override PartName="/ppt/slideMasters/slideMaster26.xml" ContentType="application/vnd.openxmlformats-officedocument.presentationml.slideMaster+xml"/>
  <Override PartName="/ppt/slideMasters/slideMaster27.xml" ContentType="application/vnd.openxmlformats-officedocument.presentationml.slideMaster+xml"/>
  <Override PartName="/ppt/slideMasters/slideMaster18.xml" ContentType="application/vnd.openxmlformats-officedocument.presentationml.slideMaster+xml"/>
  <Override PartName="/ppt/slideMasters/slideMaster17.xml" ContentType="application/vnd.openxmlformats-officedocument.presentationml.slideMaster+xml"/>
  <Override PartName="/ppt/slideMasters/slideMaster16.xml" ContentType="application/vnd.openxmlformats-officedocument.presentationml.slideMaster+xml"/>
  <Override PartName="/ppt/slideMasters/slideMaster8.xml" ContentType="application/vnd.openxmlformats-officedocument.presentationml.slideMaster+xml"/>
  <Override PartName="/ppt/slideMasters/slideMaster7.xml" ContentType="application/vnd.openxmlformats-officedocument.presentationml.slideMaster+xml"/>
  <Override PartName="/ppt/slideMasters/slideMaster6.xml" ContentType="application/vnd.openxmlformats-officedocument.presentationml.slideMaster+xml"/>
  <Override PartName="/ppt/slideMasters/slideMaster5.xml" ContentType="application/vnd.openxmlformats-officedocument.presentationml.slideMaster+xml"/>
  <Override PartName="/ppt/slideMasters/slideMaster4.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5.xml" ContentType="application/vnd.openxmlformats-officedocument.presentationml.slideMaster+xml"/>
  <Override PartName="/ppt/slideMasters/slideMaster14.xml" ContentType="application/vnd.openxmlformats-officedocument.presentationml.slideMaster+xml"/>
  <Override PartName="/ppt/slideMasters/slideMaster13.xml" ContentType="application/vnd.openxmlformats-officedocument.presentationml.slideMaster+xml"/>
  <Override PartName="/ppt/slideMasters/slideMaster12.xml" ContentType="application/vnd.openxmlformats-officedocument.presentationml.slideMaster+xml"/>
  <Override PartName="/ppt/slideMasters/slideMaster3.xml" ContentType="application/vnd.openxmlformats-officedocument.presentationml.slideMaster+xml"/>
  <Override PartName="/ppt/slideMasters/slideMaster2.xml" ContentType="application/vnd.openxmlformats-officedocument.presentationml.slideMaster+xml"/>
  <Override PartName="/ppt/slideMasters/slideMaster1.xml" ContentType="application/vnd.openxmlformats-officedocument.presentationml.slideMaster+xml"/>
  <Override PartName="/ppt/slideLayouts/slideLayout45.xml" ContentType="application/vnd.openxmlformats-officedocument.presentationml.slideLayout+xml"/>
  <Override PartName="/ppt/slideLayouts/slideLayout26.xml" ContentType="application/vnd.openxmlformats-officedocument.presentationml.slideLayout+xml"/>
  <Override PartName="/ppt/slideLayouts/slideLayout25.xml" ContentType="application/vnd.openxmlformats-officedocument.presentationml.slideLayout+xml"/>
  <Override PartName="/ppt/slideLayouts/slideLayout24.xml" ContentType="application/vnd.openxmlformats-officedocument.presentationml.slideLayout+xml"/>
  <Override PartName="/ppt/slideLayouts/slideLayout23.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notesSlides/notesSlide1.xml" ContentType="application/vnd.openxmlformats-officedocument.presentationml.notesSlide+xml"/>
  <Override PartName="/ppt/slideLayouts/slideLayout22.xml" ContentType="application/vnd.openxmlformats-officedocument.presentationml.slideLayout+xml"/>
  <Override PartName="/ppt/slideLayouts/slideLayout21.xml" ContentType="application/vnd.openxmlformats-officedocument.presentationml.slideLayout+xml"/>
  <Override PartName="/ppt/slideLayouts/slideLayout2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44.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51.xml" ContentType="application/vnd.openxmlformats-officedocument.presentationml.slideLayout+xml"/>
  <Override PartName="/ppt/slideLayouts/slideLayout50.xml" ContentType="application/vnd.openxmlformats-officedocument.presentationml.slideLayout+xml"/>
  <Override PartName="/ppt/slideLayouts/slideLayout49.xml" ContentType="application/vnd.openxmlformats-officedocument.presentationml.slideLayout+xml"/>
  <Override PartName="/ppt/slideLayouts/slideLayout48.xml" ContentType="application/vnd.openxmlformats-officedocument.presentationml.slideLayout+xml"/>
  <Override PartName="/ppt/slideLayouts/slideLayout47.xml" ContentType="application/vnd.openxmlformats-officedocument.presentationml.slideLayout+xml"/>
  <Override PartName="/ppt/slideLayouts/slideLayout46.xml" ContentType="application/vnd.openxmlformats-officedocument.presentationml.slideLayout+xml"/>
  <Override PartName="/ppt/slideLayouts/slideLayout43.xml" ContentType="application/vnd.openxmlformats-officedocument.presentationml.slideLayout+xml"/>
  <Override PartName="/ppt/slideLayouts/slideLayout52.xml" ContentType="application/vnd.openxmlformats-officedocument.presentationml.slideLayout+xml"/>
  <Override PartName="/ppt/slideLayouts/slideLayout40.xml" ContentType="application/vnd.openxmlformats-officedocument.presentationml.slideLayout+xml"/>
  <Override PartName="/ppt/slideLayouts/slideLayout39.xml" ContentType="application/vnd.openxmlformats-officedocument.presentationml.slideLayout+xml"/>
  <Override PartName="/ppt/slideLayouts/slideLayout35.xml" ContentType="application/vnd.openxmlformats-officedocument.presentationml.slideLayout+xml"/>
  <Override PartName="/ppt/slideLayouts/slideLayout57.xml" ContentType="application/vnd.openxmlformats-officedocument.presentationml.slideLayout+xml"/>
  <Override PartName="/ppt/slideLayouts/slideLayout56.xml" ContentType="application/vnd.openxmlformats-officedocument.presentationml.slideLayout+xml"/>
  <Override PartName="/ppt/slideLayouts/slideLayout36.xml" ContentType="application/vnd.openxmlformats-officedocument.presentationml.slideLayout+xml"/>
  <Override PartName="/ppt/slideLayouts/slideLayout55.xml" ContentType="application/vnd.openxmlformats-officedocument.presentationml.slideLayout+xml"/>
  <Override PartName="/ppt/slideLayouts/slideLayout37.xml" ContentType="application/vnd.openxmlformats-officedocument.presentationml.slideLayout+xml"/>
  <Override PartName="/ppt/slideLayouts/slideLayout54.xml" ContentType="application/vnd.openxmlformats-officedocument.presentationml.slideLayout+xml"/>
  <Override PartName="/ppt/slideLayouts/slideLayout38.xml" ContentType="application/vnd.openxmlformats-officedocument.presentationml.slideLayout+xml"/>
  <Override PartName="/ppt/slideLayouts/slideLayout53.xml" ContentType="application/vnd.openxmlformats-officedocument.presentationml.slideLayout+xml"/>
  <Override PartName="/ppt/slideLayouts/slideLayout10.xml" ContentType="application/vnd.openxmlformats-officedocument.presentationml.slideLayout+xml"/>
  <Override PartName="/ppt/slideLayouts/slideLayout17.xml" ContentType="application/vnd.openxmlformats-officedocument.presentationml.slideLayout+xml"/>
  <Override PartName="/ppt/slideLayouts/slideLayout8.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Layouts/slideLayout5.xml" ContentType="application/vnd.openxmlformats-officedocument.presentationml.slideLayout+xml"/>
  <Override PartName="/ppt/slideLayouts/slideLayout9.xml" ContentType="application/vnd.openxmlformats-officedocument.presentationml.slideLayout+xml"/>
  <Override PartName="/ppt/slideLayouts/slideLayout7.xml" ContentType="application/vnd.openxmlformats-officedocument.presentationml.slideLayout+xml"/>
  <Override PartName="/ppt/slideLayouts/slideLayout6.xml" ContentType="application/vnd.openxmlformats-officedocument.presentationml.slideLayout+xml"/>
  <Override PartName="/ppt/theme/theme8.xml" ContentType="application/vnd.openxmlformats-officedocument.theme+xml"/>
  <Override PartName="/ppt/theme/theme17.xml" ContentType="application/vnd.openxmlformats-officedocument.theme+xml"/>
  <Override PartName="/ppt/theme/theme16.xml" ContentType="application/vnd.openxmlformats-officedocument.theme+xml"/>
  <Override PartName="/ppt/theme/theme15.xml" ContentType="application/vnd.openxmlformats-officedocument.theme+xml"/>
  <Override PartName="/ppt/charts/colors8.xml" ContentType="application/vnd.ms-office.chartcolorstyle+xml"/>
  <Override PartName="/ppt/theme/theme18.xml" ContentType="application/vnd.openxmlformats-officedocument.theme+xml"/>
  <Override PartName="/ppt/theme/theme10.xml" ContentType="application/vnd.openxmlformats-officedocument.theme+xml"/>
  <Override PartName="/ppt/theme/theme11.xml" ContentType="application/vnd.openxmlformats-officedocument.theme+xml"/>
  <Override PartName="/ppt/theme/theme2.xml" ContentType="application/vnd.openxmlformats-officedocument.theme+xml"/>
  <Override PartName="/ppt/theme/theme9.xml" ContentType="application/vnd.openxmlformats-officedocument.theme+xml"/>
  <Override PartName="/ppt/theme/theme3.xml" ContentType="application/vnd.openxmlformats-officedocument.theme+xml"/>
  <Override PartName="/ppt/theme/theme5.xml" ContentType="application/vnd.openxmlformats-officedocument.theme+xml"/>
  <Override PartName="/ppt/theme/theme4.xml" ContentType="application/vnd.openxmlformats-officedocument.theme+xml"/>
  <Override PartName="/ppt/theme/theme7.xml" ContentType="application/vnd.openxmlformats-officedocument.theme+xml"/>
  <Override PartName="/ppt/theme/theme6.xml" ContentType="application/vnd.openxmlformats-officedocument.theme+xml"/>
  <Override PartName="/ppt/theme/theme14.xml" ContentType="application/vnd.openxmlformats-officedocument.theme+xml"/>
  <Override PartName="/ppt/theme/theme13.xml" ContentType="application/vnd.openxmlformats-officedocument.theme+xml"/>
  <Override PartName="/ppt/theme/theme1.xml" ContentType="application/vnd.openxmlformats-officedocument.theme+xml"/>
  <Override PartName="/ppt/handoutMasters/handoutMaster1.xml" ContentType="application/vnd.openxmlformats-officedocument.presentationml.handoutMaster+xml"/>
  <Override PartName="/ppt/theme/theme12.xml" ContentType="application/vnd.openxmlformats-officedocument.theme+xml"/>
  <Override PartName="/ppt/notesMasters/notesMaster1.xml" ContentType="application/vnd.openxmlformats-officedocument.presentationml.notesMaster+xml"/>
  <Override PartName="/ppt/charts/style8.xml" ContentType="application/vnd.ms-office.chartstyle+xml"/>
  <Override PartName="/ppt/charts/chart20.xml" ContentType="application/vnd.openxmlformats-officedocument.drawingml.chart+xml"/>
  <Override PartName="/ppt/charts/style20.xml" ContentType="application/vnd.ms-office.chartstyle+xml"/>
  <Override PartName="/ppt/charts/colors20.xml" ContentType="application/vnd.ms-office.chartcolorstyle+xml"/>
  <Override PartName="/ppt/charts/chart21.xml" ContentType="application/vnd.openxmlformats-officedocument.drawingml.chart+xml"/>
  <Override PartName="/ppt/charts/colors19.xml" ContentType="application/vnd.ms-office.chartcolorstyle+xml"/>
  <Override PartName="/ppt/charts/style19.xml" ContentType="application/vnd.ms-office.chartstyle+xml"/>
  <Override PartName="/ppt/charts/chart19.xml" ContentType="application/vnd.openxmlformats-officedocument.drawingml.chart+xml"/>
  <Override PartName="/ppt/charts/colors17.xml" ContentType="application/vnd.ms-office.chartcolorstyle+xml"/>
  <Override PartName="/ppt/charts/chart18.xml" ContentType="application/vnd.openxmlformats-officedocument.drawingml.chart+xml"/>
  <Override PartName="/ppt/charts/style18.xml" ContentType="application/vnd.ms-office.chartstyle+xml"/>
  <Override PartName="/ppt/charts/colors18.xml" ContentType="application/vnd.ms-office.chartcolorstyle+xml"/>
  <Override PartName="/ppt/charts/style21.xml" ContentType="application/vnd.ms-office.chartstyle+xml"/>
  <Override PartName="/ppt/charts/colors21.xml" ContentType="application/vnd.ms-office.chartcolorstyle+xml"/>
  <Override PartName="/ppt/charts/chart22.xml" ContentType="application/vnd.openxmlformats-officedocument.drawingml.chart+xml"/>
  <Override PartName="/ppt/charts/style24.xml" ContentType="application/vnd.ms-office.chartstyle+xml"/>
  <Override PartName="/ppt/charts/colors24.xml" ContentType="application/vnd.ms-office.chartcolorstyle+xml"/>
  <Override PartName="/ppt/charts/chart25.xml" ContentType="application/vnd.openxmlformats-officedocument.drawingml.chart+xml"/>
  <Override PartName="/ppt/charts/style25.xml" ContentType="application/vnd.ms-office.chartstyle+xml"/>
  <Override PartName="/ppt/charts/chart24.xml" ContentType="application/vnd.openxmlformats-officedocument.drawingml.chart+xml"/>
  <Override PartName="/ppt/charts/colors23.xml" ContentType="application/vnd.ms-office.chartcolorstyle+xml"/>
  <Override PartName="/ppt/charts/style23.xml" ContentType="application/vnd.ms-office.chartstyle+xml"/>
  <Override PartName="/ppt/charts/chart23.xml" ContentType="application/vnd.openxmlformats-officedocument.drawingml.chart+xml"/>
  <Override PartName="/ppt/charts/colors22.xml" ContentType="application/vnd.ms-office.chartcolorstyle+xml"/>
  <Override PartName="/ppt/charts/style22.xml" ContentType="application/vnd.ms-office.chartstyle+xml"/>
  <Override PartName="/ppt/charts/style17.xml" ContentType="application/vnd.ms-office.chartstyle+xml"/>
  <Override PartName="/ppt/charts/chart17.xml" ContentType="application/vnd.openxmlformats-officedocument.drawingml.chart+xml"/>
  <Override PartName="/ppt/charts/colors16.xml" ContentType="application/vnd.ms-office.chartcolorstyle+xml"/>
  <Override PartName="/ppt/charts/chart11.xml" ContentType="application/vnd.openxmlformats-officedocument.drawingml.chart+xml"/>
  <Override PartName="/ppt/charts/style11.xml" ContentType="application/vnd.ms-office.chartstyle+xml"/>
  <Override PartName="/ppt/charts/colors11.xml" ContentType="application/vnd.ms-office.chartcolorstyle+xml"/>
  <Override PartName="/ppt/charts/chart12.xml" ContentType="application/vnd.openxmlformats-officedocument.drawingml.chart+xml"/>
  <Override PartName="/ppt/charts/colors10.xml" ContentType="application/vnd.ms-office.chartcolorstyle+xml"/>
  <Override PartName="/ppt/charts/style10.xml" ContentType="application/vnd.ms-office.chartstyle+xml"/>
  <Override PartName="/ppt/charts/chart10.xml" ContentType="application/vnd.openxmlformats-officedocument.drawingml.chart+xml"/>
  <Override PartName="/ppt/charts/colors9.xml" ContentType="application/vnd.ms-office.chartcolorstyle+xml"/>
  <Override PartName="/ppt/charts/style9.xml" ContentType="application/vnd.ms-office.chartstyle+xml"/>
  <Override PartName="/ppt/charts/chart9.xml" ContentType="application/vnd.openxmlformats-officedocument.drawingml.chart+xml"/>
  <Override PartName="/ppt/charts/style12.xml" ContentType="application/vnd.ms-office.chartstyle+xml"/>
  <Override PartName="/ppt/charts/colors12.xml" ContentType="application/vnd.ms-office.chartcolorstyle+xml"/>
  <Override PartName="/ppt/charts/chart13.xml" ContentType="application/vnd.openxmlformats-officedocument.drawingml.chart+xml"/>
  <Override PartName="/ppt/charts/style15.xml" ContentType="application/vnd.ms-office.chartstyle+xml"/>
  <Override PartName="/ppt/charts/colors15.xml" ContentType="application/vnd.ms-office.chartcolorstyle+xml"/>
  <Override PartName="/ppt/charts/chart16.xml" ContentType="application/vnd.openxmlformats-officedocument.drawingml.chart+xml"/>
  <Override PartName="/ppt/charts/style16.xml" ContentType="application/vnd.ms-office.chartstyle+xml"/>
  <Override PartName="/ppt/charts/chart15.xml" ContentType="application/vnd.openxmlformats-officedocument.drawingml.chart+xml"/>
  <Override PartName="/ppt/charts/colors14.xml" ContentType="application/vnd.ms-office.chartcolorstyle+xml"/>
  <Override PartName="/ppt/charts/style14.xml" ContentType="application/vnd.ms-office.chartstyle+xml"/>
  <Override PartName="/ppt/charts/chart14.xml" ContentType="application/vnd.openxmlformats-officedocument.drawingml.chart+xml"/>
  <Override PartName="/ppt/charts/colors13.xml" ContentType="application/vnd.ms-office.chartcolorstyle+xml"/>
  <Override PartName="/ppt/charts/style13.xml" ContentType="application/vnd.ms-office.chartstyle+xml"/>
  <Override PartName="/ppt/theme/theme19.xml" ContentType="application/vnd.openxmlformats-officedocument.theme+xml"/>
  <Override PartName="/ppt/charts/colors25.xml" ContentType="application/vnd.ms-office.chartcolorstyle+xml"/>
  <Override PartName="/ppt/charts/style26.xml" ContentType="application/vnd.ms-office.chartstyle+xml"/>
  <Override PartName="/ppt/theme/theme29.xml" ContentType="application/vnd.openxmlformats-officedocument.theme+xml"/>
  <Override PartName="/ppt/theme/theme28.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3.xml" ContentType="application/vnd.openxmlformats-officedocument.drawingml.chart+xml"/>
  <Override PartName="/ppt/charts/colors2.xml" ContentType="application/vnd.ms-office.chartcolorstyle+xml"/>
  <Override PartName="/ppt/charts/style2.xml" ContentType="application/vnd.ms-office.chartstyle+xml"/>
  <Override PartName="/ppt/charts/chart2.xml" ContentType="application/vnd.openxmlformats-officedocument.drawingml.chart+xml"/>
  <Override PartName="/ppt/theme/theme27.xml" ContentType="application/vnd.openxmlformats-officedocument.theme+xml"/>
  <Override PartName="/ppt/theme/theme26.xml" ContentType="application/vnd.openxmlformats-officedocument.theme+xml"/>
  <Override PartName="/ppt/theme/theme22.xml" ContentType="application/vnd.openxmlformats-officedocument.theme+xml"/>
  <Override PartName="/ppt/theme/theme21.xml" ContentType="application/vnd.openxmlformats-officedocument.theme+xml"/>
  <Override PartName="/ppt/theme/theme20.xml" ContentType="application/vnd.openxmlformats-officedocument.theme+xml"/>
  <Override PartName="/ppt/theme/theme23.xml" ContentType="application/vnd.openxmlformats-officedocument.theme+xml"/>
  <Override PartName="/ppt/theme/theme25.xml" ContentType="application/vnd.openxmlformats-officedocument.theme+xml"/>
  <Override PartName="/ppt/theme/theme24.xml" ContentType="application/vnd.openxmlformats-officedocument.theme+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colors28.xml" ContentType="application/vnd.ms-office.chartcolorstyle+xml"/>
  <Override PartName="/ppt/charts/chart8.xml" ContentType="application/vnd.openxmlformats-officedocument.drawingml.chart+xml"/>
  <Override PartName="/ppt/charts/colors7.xml" ContentType="application/vnd.ms-office.chartcolorstyle+xml"/>
  <Override PartName="/ppt/charts/style28.xml" ContentType="application/vnd.ms-office.chartstyle+xml"/>
  <Override PartName="/ppt/charts/chart28.xml" ContentType="application/vnd.openxmlformats-officedocument.drawingml.chart+xml"/>
  <Override PartName="/ppt/charts/colors27.xml" ContentType="application/vnd.ms-office.chartcolorstyle+xml"/>
  <Override PartName="/ppt/charts/style27.xml" ContentType="application/vnd.ms-office.chartstyle+xml"/>
  <Override PartName="/ppt/charts/chart27.xml" ContentType="application/vnd.openxmlformats-officedocument.drawingml.chart+xml"/>
  <Override PartName="/ppt/charts/colors26.xml" ContentType="application/vnd.ms-office.chartcolorstyle+xml"/>
  <Override PartName="/ppt/charts/chart26.xml" ContentType="application/vnd.openxmlformats-officedocument.drawingml.chart+xml"/>
  <Override PartName="/ppt/charts/style7.xml" ContentType="application/vnd.ms-office.chartstyle+xml"/>
  <Override PartName="/ppt/charts/colors6.xml" ContentType="application/vnd.ms-office.chartcolorstyle+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chart7.xml" ContentType="application/vnd.openxmlformats-officedocument.drawingml.chart+xml"/>
  <Override PartName="/ppt/charts/style5.xml" ContentType="application/vnd.ms-office.chartstyle+xml"/>
  <Override PartName="/ppt/charts/style6.xml" ContentType="application/vnd.ms-office.chartstyle+xml"/>
  <Override PartName="/ppt/charts/chart6.xml" ContentType="application/vnd.openxmlformats-officedocument.drawingml.chart+xml"/>
  <Override PartName="/ppt/charts/colors5.xml" ContentType="application/vnd.ms-office.chartcolorstyl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5" Type="http://schemas.openxmlformats.org/officeDocument/2006/relationships/custom-properties" Target="docProps/custom.xml" /><Relationship Id="rId4" Type="http://schemas.openxmlformats.org/officeDocument/2006/relationships/extended-properties" Target="docProps/app.xml" /><Relationship Id="rId6" Type="http://schemas.microsoft.com/office/2020/02/relationships/classificationlabels" Target="docMetadata/LabelInfo.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44" r:id="rId1"/>
    <p:sldMasterId id="2147483701" r:id="rId2"/>
    <p:sldMasterId id="2147483709" r:id="rId3"/>
    <p:sldMasterId id="2147483699" r:id="rId4"/>
    <p:sldMasterId id="2147483711" r:id="rId5"/>
    <p:sldMasterId id="2147483800" r:id="rId6"/>
    <p:sldMasterId id="2147483758" r:id="rId7"/>
    <p:sldMasterId id="2147483715" r:id="rId8"/>
    <p:sldMasterId id="2147483808" r:id="rId9"/>
    <p:sldMasterId id="2147483785" r:id="rId10"/>
    <p:sldMasterId id="2147483707" r:id="rId11"/>
    <p:sldMasterId id="2147483816" r:id="rId12"/>
    <p:sldMasterId id="2147483783" r:id="rId13"/>
    <p:sldMasterId id="2147483713" r:id="rId14"/>
    <p:sldMasterId id="2147483823" r:id="rId15"/>
    <p:sldMasterId id="2147483763" r:id="rId16"/>
    <p:sldMasterId id="2147483717" r:id="rId17"/>
    <p:sldMasterId id="2147483830" r:id="rId18"/>
    <p:sldMasterId id="2147483773" r:id="rId19"/>
    <p:sldMasterId id="2147483719" r:id="rId20"/>
    <p:sldMasterId id="2147483837" r:id="rId21"/>
    <p:sldMasterId id="2147483729" r:id="rId22"/>
    <p:sldMasterId id="2147483796" r:id="rId23"/>
    <p:sldMasterId id="2147483846" r:id="rId24"/>
    <p:sldMasterId id="2147483727" r:id="rId25"/>
    <p:sldMasterId id="2147483725" r:id="rId26"/>
    <p:sldMasterId id="2147483798" r:id="rId27"/>
  </p:sldMasterIdLst>
  <p:notesMasterIdLst>
    <p:notesMasterId r:id="rId76"/>
  </p:notesMasterIdLst>
  <p:handoutMasterIdLst>
    <p:handoutMasterId r:id="rId77"/>
  </p:handoutMasterIdLst>
  <p:sldIdLst>
    <p:sldId id="394" r:id="rId28"/>
    <p:sldId id="511" r:id="rId29"/>
    <p:sldId id="512" r:id="rId30"/>
    <p:sldId id="449" r:id="rId31"/>
    <p:sldId id="451" r:id="rId32"/>
    <p:sldId id="452" r:id="rId33"/>
    <p:sldId id="453" r:id="rId34"/>
    <p:sldId id="455" r:id="rId35"/>
    <p:sldId id="513" r:id="rId36"/>
    <p:sldId id="514" r:id="rId37"/>
    <p:sldId id="515" r:id="rId38"/>
    <p:sldId id="516" r:id="rId39"/>
    <p:sldId id="457" r:id="rId40"/>
    <p:sldId id="462" r:id="rId41"/>
    <p:sldId id="463" r:id="rId42"/>
    <p:sldId id="419" r:id="rId43"/>
    <p:sldId id="420" r:id="rId44"/>
    <p:sldId id="434" r:id="rId45"/>
    <p:sldId id="464" r:id="rId46"/>
    <p:sldId id="465" r:id="rId47"/>
    <p:sldId id="518" r:id="rId48"/>
    <p:sldId id="467" r:id="rId49"/>
    <p:sldId id="469" r:id="rId50"/>
    <p:sldId id="470" r:id="rId51"/>
    <p:sldId id="495" r:id="rId52"/>
    <p:sldId id="496" r:id="rId53"/>
    <p:sldId id="497" r:id="rId54"/>
    <p:sldId id="498" r:id="rId55"/>
    <p:sldId id="499" r:id="rId56"/>
    <p:sldId id="500" r:id="rId57"/>
    <p:sldId id="501" r:id="rId58"/>
    <p:sldId id="502" r:id="rId59"/>
    <p:sldId id="503" r:id="rId60"/>
    <p:sldId id="504" r:id="rId61"/>
    <p:sldId id="505" r:id="rId62"/>
    <p:sldId id="506" r:id="rId63"/>
    <p:sldId id="507" r:id="rId64"/>
    <p:sldId id="508" r:id="rId65"/>
    <p:sldId id="509" r:id="rId66"/>
    <p:sldId id="510" r:id="rId67"/>
    <p:sldId id="487" r:id="rId68"/>
    <p:sldId id="490" r:id="rId69"/>
    <p:sldId id="491" r:id="rId70"/>
    <p:sldId id="492" r:id="rId71"/>
    <p:sldId id="494" r:id="rId72"/>
    <p:sldId id="493" r:id="rId73"/>
    <p:sldId id="482" r:id="rId74"/>
    <p:sldId id="415" r:id="rId75"/>
  </p:sldIdLst>
  <p:sldSz cx="9144000" cy="5143500" type="screen16x9"/>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F6F996B7-47AF-4247-8670-70E5F65A34DD}">
          <p14:sldIdLst>
            <p14:sldId id="394"/>
            <p14:sldId id="511"/>
            <p14:sldId id="512"/>
            <p14:sldId id="449"/>
            <p14:sldId id="451"/>
            <p14:sldId id="452"/>
            <p14:sldId id="453"/>
            <p14:sldId id="455"/>
            <p14:sldId id="513"/>
            <p14:sldId id="514"/>
            <p14:sldId id="515"/>
            <p14:sldId id="516"/>
            <p14:sldId id="457"/>
            <p14:sldId id="462"/>
            <p14:sldId id="463"/>
            <p14:sldId id="419"/>
            <p14:sldId id="420"/>
            <p14:sldId id="434"/>
            <p14:sldId id="464"/>
            <p14:sldId id="465"/>
            <p14:sldId id="518"/>
            <p14:sldId id="467"/>
            <p14:sldId id="469"/>
            <p14:sldId id="470"/>
            <p14:sldId id="495"/>
            <p14:sldId id="496"/>
            <p14:sldId id="497"/>
            <p14:sldId id="498"/>
            <p14:sldId id="499"/>
            <p14:sldId id="500"/>
            <p14:sldId id="501"/>
            <p14:sldId id="502"/>
            <p14:sldId id="503"/>
            <p14:sldId id="504"/>
            <p14:sldId id="505"/>
            <p14:sldId id="506"/>
            <p14:sldId id="507"/>
            <p14:sldId id="508"/>
            <p14:sldId id="509"/>
            <p14:sldId id="510"/>
            <p14:sldId id="487"/>
            <p14:sldId id="490"/>
            <p14:sldId id="491"/>
            <p14:sldId id="492"/>
            <p14:sldId id="494"/>
            <p14:sldId id="493"/>
            <p14:sldId id="482"/>
            <p14:sldId id="415"/>
          </p14:sldIdLst>
        </p14:section>
      </p14:sectionLst>
    </p:ext>
    <p:ext uri="{EFAFB233-063F-42B5-8137-9DF3F51BA10A}">
      <p15:sldGuideLst xmlns:p15="http://schemas.microsoft.com/office/powerpoint/2012/main">
        <p15:guide id="1" orient="horz" pos="1620">
          <p15:clr>
            <a:srgbClr val="A4A3A4"/>
          </p15:clr>
        </p15:guide>
        <p15:guide id="2" pos="2879">
          <p15:clr>
            <a:srgbClr val="A4A3A4"/>
          </p15:clr>
        </p15:guide>
      </p15:sldGuideLst>
    </p:ext>
    <p:ext uri="{2D200454-40CA-4A62-9FC3-DE9A4176ACB9}">
      <p15:notesGuideLst xmlns:p15="http://schemas.microsoft.com/office/powerpoint/2012/main">
        <p15:guide id="1" orient="horz" pos="3024">
          <p15:clr>
            <a:srgbClr val="A4A3A4"/>
          </p15:clr>
        </p15:guide>
        <p15:guide id="2" pos="230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3B5C"/>
    <a:srgbClr val="E7EFF1"/>
    <a:srgbClr val="0097A9"/>
    <a:srgbClr val="BAC5B9"/>
    <a:srgbClr val="A9ACA0"/>
    <a:srgbClr val="2DCCD3"/>
    <a:srgbClr val="FF8200"/>
    <a:srgbClr val="84754E"/>
    <a:srgbClr val="DAAA00"/>
    <a:srgbClr val="FFD2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823" autoAdjust="0"/>
    <p:restoredTop sz="94935" autoAdjust="0"/>
  </p:normalViewPr>
  <p:slideViewPr>
    <p:cSldViewPr snapToGrid="0">
      <p:cViewPr varScale="1">
        <p:scale>
          <a:sx n="152" d="100"/>
          <a:sy n="152" d="100"/>
        </p:scale>
        <p:origin x="378" y="156"/>
      </p:cViewPr>
      <p:guideLst>
        <p:guide orient="horz" pos="1620"/>
        <p:guide pos="2879"/>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83" d="100"/>
          <a:sy n="83" d="100"/>
        </p:scale>
        <p:origin x="3816" y="108"/>
      </p:cViewPr>
      <p:guideLst>
        <p:guide orient="horz" pos="3024"/>
        <p:guide pos="2304"/>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Master" Target="slideMasters/slideMaster26.xml"/><Relationship Id="rId21" Type="http://schemas.openxmlformats.org/officeDocument/2006/relationships/slideMaster" Target="slideMasters/slideMaster21.xml"/><Relationship Id="rId42" Type="http://schemas.openxmlformats.org/officeDocument/2006/relationships/slide" Target="slides/slide15.xml"/><Relationship Id="rId47" Type="http://schemas.openxmlformats.org/officeDocument/2006/relationships/slide" Target="slides/slide20.xml"/><Relationship Id="rId63" Type="http://schemas.openxmlformats.org/officeDocument/2006/relationships/slide" Target="slides/slide36.xml"/><Relationship Id="rId68" Type="http://schemas.openxmlformats.org/officeDocument/2006/relationships/slide" Target="slides/slide41.xml"/><Relationship Id="rId84" Type="http://schemas.openxmlformats.org/officeDocument/2006/relationships/customXml" Target="../customXml/item3.xml"/><Relationship Id="rId16" Type="http://schemas.openxmlformats.org/officeDocument/2006/relationships/slideMaster" Target="slideMasters/slideMaster16.xml"/><Relationship Id="rId11" Type="http://schemas.openxmlformats.org/officeDocument/2006/relationships/slideMaster" Target="slideMasters/slideMaster11.xml"/><Relationship Id="rId32" Type="http://schemas.openxmlformats.org/officeDocument/2006/relationships/slide" Target="slides/slide5.xml"/><Relationship Id="rId37" Type="http://schemas.openxmlformats.org/officeDocument/2006/relationships/slide" Target="slides/slide10.xml"/><Relationship Id="rId53" Type="http://schemas.openxmlformats.org/officeDocument/2006/relationships/slide" Target="slides/slide26.xml"/><Relationship Id="rId58" Type="http://schemas.openxmlformats.org/officeDocument/2006/relationships/slide" Target="slides/slide31.xml"/><Relationship Id="rId74" Type="http://schemas.openxmlformats.org/officeDocument/2006/relationships/slide" Target="slides/slide47.xml"/><Relationship Id="rId79" Type="http://schemas.openxmlformats.org/officeDocument/2006/relationships/viewProps" Target="viewProps.xml"/><Relationship Id="rId5" Type="http://schemas.openxmlformats.org/officeDocument/2006/relationships/slideMaster" Target="slideMasters/slideMaster5.xml"/><Relationship Id="rId61" Type="http://schemas.openxmlformats.org/officeDocument/2006/relationships/slide" Target="slides/slide34.xml"/><Relationship Id="rId82" Type="http://schemas.openxmlformats.org/officeDocument/2006/relationships/customXml" Target="../customXml/item1.xml"/><Relationship Id="rId19" Type="http://schemas.openxmlformats.org/officeDocument/2006/relationships/slideMaster" Target="slideMasters/slideMaster19.xml"/><Relationship Id="rId14" Type="http://schemas.openxmlformats.org/officeDocument/2006/relationships/slideMaster" Target="slideMasters/slideMaster14.xml"/><Relationship Id="rId22" Type="http://schemas.openxmlformats.org/officeDocument/2006/relationships/slideMaster" Target="slideMasters/slideMaster22.xml"/><Relationship Id="rId27" Type="http://schemas.openxmlformats.org/officeDocument/2006/relationships/slideMaster" Target="slideMasters/slideMaster27.xml"/><Relationship Id="rId30" Type="http://schemas.openxmlformats.org/officeDocument/2006/relationships/slide" Target="slides/slide3.xml"/><Relationship Id="rId35" Type="http://schemas.openxmlformats.org/officeDocument/2006/relationships/slide" Target="slides/slide8.xml"/><Relationship Id="rId43" Type="http://schemas.openxmlformats.org/officeDocument/2006/relationships/slide" Target="slides/slide16.xml"/><Relationship Id="rId48" Type="http://schemas.openxmlformats.org/officeDocument/2006/relationships/slide" Target="slides/slide21.xml"/><Relationship Id="rId56" Type="http://schemas.openxmlformats.org/officeDocument/2006/relationships/slide" Target="slides/slide29.xml"/><Relationship Id="rId64" Type="http://schemas.openxmlformats.org/officeDocument/2006/relationships/slide" Target="slides/slide37.xml"/><Relationship Id="rId69" Type="http://schemas.openxmlformats.org/officeDocument/2006/relationships/slide" Target="slides/slide42.xml"/><Relationship Id="rId77" Type="http://schemas.openxmlformats.org/officeDocument/2006/relationships/handoutMaster" Target="handoutMasters/handoutMaster1.xml"/><Relationship Id="rId8" Type="http://schemas.openxmlformats.org/officeDocument/2006/relationships/slideMaster" Target="slideMasters/slideMaster8.xml"/><Relationship Id="rId51" Type="http://schemas.openxmlformats.org/officeDocument/2006/relationships/slide" Target="slides/slide24.xml"/><Relationship Id="rId72" Type="http://schemas.openxmlformats.org/officeDocument/2006/relationships/slide" Target="slides/slide45.xml"/><Relationship Id="rId80" Type="http://schemas.openxmlformats.org/officeDocument/2006/relationships/theme" Target="theme/theme1.xml"/><Relationship Id="rId3" Type="http://schemas.openxmlformats.org/officeDocument/2006/relationships/slideMaster" Target="slideMasters/slideMaster3.xml"/><Relationship Id="rId12" Type="http://schemas.openxmlformats.org/officeDocument/2006/relationships/slideMaster" Target="slideMasters/slideMaster12.xml"/><Relationship Id="rId17" Type="http://schemas.openxmlformats.org/officeDocument/2006/relationships/slideMaster" Target="slideMasters/slideMaster17.xml"/><Relationship Id="rId25" Type="http://schemas.openxmlformats.org/officeDocument/2006/relationships/slideMaster" Target="slideMasters/slideMaster25.xml"/><Relationship Id="rId33" Type="http://schemas.openxmlformats.org/officeDocument/2006/relationships/slide" Target="slides/slide6.xml"/><Relationship Id="rId38" Type="http://schemas.openxmlformats.org/officeDocument/2006/relationships/slide" Target="slides/slide11.xml"/><Relationship Id="rId46" Type="http://schemas.openxmlformats.org/officeDocument/2006/relationships/slide" Target="slides/slide19.xml"/><Relationship Id="rId59" Type="http://schemas.openxmlformats.org/officeDocument/2006/relationships/slide" Target="slides/slide32.xml"/><Relationship Id="rId67" Type="http://schemas.openxmlformats.org/officeDocument/2006/relationships/slide" Target="slides/slide40.xml"/><Relationship Id="rId20" Type="http://schemas.openxmlformats.org/officeDocument/2006/relationships/slideMaster" Target="slideMasters/slideMaster20.xml"/><Relationship Id="rId41" Type="http://schemas.openxmlformats.org/officeDocument/2006/relationships/slide" Target="slides/slide14.xml"/><Relationship Id="rId54" Type="http://schemas.openxmlformats.org/officeDocument/2006/relationships/slide" Target="slides/slide27.xml"/><Relationship Id="rId62" Type="http://schemas.openxmlformats.org/officeDocument/2006/relationships/slide" Target="slides/slide35.xml"/><Relationship Id="rId70" Type="http://schemas.openxmlformats.org/officeDocument/2006/relationships/slide" Target="slides/slide43.xml"/><Relationship Id="rId75" Type="http://schemas.openxmlformats.org/officeDocument/2006/relationships/slide" Target="slides/slide48.xml"/><Relationship Id="rId83" Type="http://schemas.openxmlformats.org/officeDocument/2006/relationships/customXml" Target="../customXml/item2.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Master" Target="slideMasters/slideMaster15.xml"/><Relationship Id="rId23" Type="http://schemas.openxmlformats.org/officeDocument/2006/relationships/slideMaster" Target="slideMasters/slideMaster23.xml"/><Relationship Id="rId28" Type="http://schemas.openxmlformats.org/officeDocument/2006/relationships/slide" Target="slides/slide1.xml"/><Relationship Id="rId36" Type="http://schemas.openxmlformats.org/officeDocument/2006/relationships/slide" Target="slides/slide9.xml"/><Relationship Id="rId49" Type="http://schemas.openxmlformats.org/officeDocument/2006/relationships/slide" Target="slides/slide22.xml"/><Relationship Id="rId57" Type="http://schemas.openxmlformats.org/officeDocument/2006/relationships/slide" Target="slides/slide30.xml"/><Relationship Id="rId10" Type="http://schemas.openxmlformats.org/officeDocument/2006/relationships/slideMaster" Target="slideMasters/slideMaster10.xml"/><Relationship Id="rId31" Type="http://schemas.openxmlformats.org/officeDocument/2006/relationships/slide" Target="slides/slide4.xml"/><Relationship Id="rId44" Type="http://schemas.openxmlformats.org/officeDocument/2006/relationships/slide" Target="slides/slide17.xml"/><Relationship Id="rId52" Type="http://schemas.openxmlformats.org/officeDocument/2006/relationships/slide" Target="slides/slide25.xml"/><Relationship Id="rId60" Type="http://schemas.openxmlformats.org/officeDocument/2006/relationships/slide" Target="slides/slide33.xml"/><Relationship Id="rId65" Type="http://schemas.openxmlformats.org/officeDocument/2006/relationships/slide" Target="slides/slide38.xml"/><Relationship Id="rId73" Type="http://schemas.openxmlformats.org/officeDocument/2006/relationships/slide" Target="slides/slide46.xml"/><Relationship Id="rId78" Type="http://schemas.openxmlformats.org/officeDocument/2006/relationships/presProps" Target="presProps.xml"/><Relationship Id="rId81" Type="http://schemas.openxmlformats.org/officeDocument/2006/relationships/tableStyles" Target="tableStyles.xml"/><Relationship Id="rId4" Type="http://schemas.openxmlformats.org/officeDocument/2006/relationships/slideMaster" Target="slideMasters/slideMaster4.xml"/><Relationship Id="rId9" Type="http://schemas.openxmlformats.org/officeDocument/2006/relationships/slideMaster" Target="slideMasters/slideMaster9.xml"/><Relationship Id="rId13" Type="http://schemas.openxmlformats.org/officeDocument/2006/relationships/slideMaster" Target="slideMasters/slideMaster13.xml"/><Relationship Id="rId18" Type="http://schemas.openxmlformats.org/officeDocument/2006/relationships/slideMaster" Target="slideMasters/slideMaster18.xml"/><Relationship Id="rId39" Type="http://schemas.openxmlformats.org/officeDocument/2006/relationships/slide" Target="slides/slide12.xml"/><Relationship Id="rId34" Type="http://schemas.openxmlformats.org/officeDocument/2006/relationships/slide" Target="slides/slide7.xml"/><Relationship Id="rId50" Type="http://schemas.openxmlformats.org/officeDocument/2006/relationships/slide" Target="slides/slide23.xml"/><Relationship Id="rId55" Type="http://schemas.openxmlformats.org/officeDocument/2006/relationships/slide" Target="slides/slide28.xml"/><Relationship Id="rId76" Type="http://schemas.openxmlformats.org/officeDocument/2006/relationships/notesMaster" Target="notesMasters/notesMaster1.xml"/><Relationship Id="rId7" Type="http://schemas.openxmlformats.org/officeDocument/2006/relationships/slideMaster" Target="slideMasters/slideMaster7.xml"/><Relationship Id="rId71" Type="http://schemas.openxmlformats.org/officeDocument/2006/relationships/slide" Target="slides/slide44.xml"/><Relationship Id="rId2" Type="http://schemas.openxmlformats.org/officeDocument/2006/relationships/slideMaster" Target="slideMasters/slideMaster2.xml"/><Relationship Id="rId29" Type="http://schemas.openxmlformats.org/officeDocument/2006/relationships/slide" Target="slides/slide2.xml"/><Relationship Id="rId24" Type="http://schemas.openxmlformats.org/officeDocument/2006/relationships/slideMaster" Target="slideMasters/slideMaster24.xml"/><Relationship Id="rId40" Type="http://schemas.openxmlformats.org/officeDocument/2006/relationships/slide" Target="slides/slide13.xml"/><Relationship Id="rId45" Type="http://schemas.openxmlformats.org/officeDocument/2006/relationships/slide" Target="slides/slide18.xml"/><Relationship Id="rId66" Type="http://schemas.openxmlformats.org/officeDocument/2006/relationships/slide" Target="slides/slide39.xml"/></Relationships>
</file>

<file path=ppt/charts/_rels/chart1.xml.rels><?xml version="1.0" encoding="UTF-8" standalone="yes"?>
<Relationships xmlns="http://schemas.openxmlformats.org/package/2006/relationships"><Relationship Id="rId3" Type="http://schemas.openxmlformats.org/officeDocument/2006/relationships/oleObject" Target="file:///\\cwb\shared\Corp\Risk%20Management%20-%20AIRB\Team\Chingis%20Maksimov\Projects\EFG\Analysis\EFG%20Analysis.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wb\shared\Corp\Risk%20Management%20-%20AIRB\Team\Chingis%20Maksimov\Projects\EFG\Analysis\EFG%20Analysis.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wb\shared\Corp\Risk%20Management%20-%20AIRB\Team\Chingis%20Maksimov\Projects\EFG\Analysis\EFG%20Analysis.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cwb\shared\Corp\Risk%20Management%20-%20AIRB\Team\Chingis%20Maksimov\Projects\EFG\Analysis\EFG%20Analysis.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cwb\shared\Corp\Risk%20Management%20-%20AIRB\Team\Chingis%20Maksimov\Projects\EFG\Analysis\EFG%20Analysis.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file:///\\cwb\shared\Corp\Risk%20Management%20-%20AIRB\Team\Chingis%20Maksimov\Projects\EFG\Analysis\EFG%20Analysis.xlsx"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file:///\\cwb\shared\Corp\Risk%20Management%20-%20AIRB\Team\Chingis%20Maksimov\Projects\EFG\Analysis\EFG%20Analysis.xlsx" TargetMode="External"/><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oleObject" Target="file:///\\cwb\shared\Corp\Risk%20Management%20-%20AIRB\Team\Chingis%20Maksimov\Projects\EFG\Analysis\EFG%20Analysis.xlsx" TargetMode="External"/><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oleObject" Target="file:///\\cwb\shared\Corp\Risk%20Management%20-%20AIRB\Team\Chingis%20Maksimov\Projects\EFG\Analysis\EFG%20Analysis.xlsx" TargetMode="External"/><Relationship Id="rId2" Type="http://schemas.microsoft.com/office/2011/relationships/chartColorStyle" Target="colors9.xml"/><Relationship Id="rId1" Type="http://schemas.microsoft.com/office/2011/relationships/chartStyle" Target="style9.xml"/></Relationships>
</file>

<file path=ppt/charts/_rels/chart10.xml.rels><?xml version="1.0" encoding="UTF-8" standalone="yes"?>
<Relationships xmlns="http://schemas.openxmlformats.org/package/2006/relationships"><Relationship Id="rId3" Type="http://schemas.openxmlformats.org/officeDocument/2006/relationships/oleObject" Target="file:///\\cwb\shared\Corp\Risk%20Management%20-%20AIRB\Team\Chingis%20Maksimov\Projects\EFG\Analysis\EFG%20Analysis.xlsx" TargetMode="External"/><Relationship Id="rId2" Type="http://schemas.microsoft.com/office/2011/relationships/chartColorStyle" Target="colors10.xml"/><Relationship Id="rId1" Type="http://schemas.microsoft.com/office/2011/relationships/chartStyle" Target="style10.xml"/></Relationships>
</file>

<file path=ppt/charts/_rels/chart11.xml.rels><?xml version="1.0" encoding="UTF-8" standalone="yes"?>
<Relationships xmlns="http://schemas.openxmlformats.org/package/2006/relationships"><Relationship Id="rId3" Type="http://schemas.openxmlformats.org/officeDocument/2006/relationships/oleObject" Target="file:///\\cwb\shared\Corp\Risk%20Management%20-%20AIRB\Team\Chingis%20Maksimov\Projects\EFG\Analysis\EFG%20Analysis.xlsx" TargetMode="External"/><Relationship Id="rId2" Type="http://schemas.microsoft.com/office/2011/relationships/chartColorStyle" Target="colors11.xml"/><Relationship Id="rId1" Type="http://schemas.microsoft.com/office/2011/relationships/chartStyle" Target="style11.xml"/></Relationships>
</file>

<file path=ppt/charts/_rels/chart12.xml.rels><?xml version="1.0" encoding="UTF-8" standalone="yes"?>
<Relationships xmlns="http://schemas.openxmlformats.org/package/2006/relationships"><Relationship Id="rId3" Type="http://schemas.openxmlformats.org/officeDocument/2006/relationships/oleObject" Target="file:///\\cwb\shared\Corp\Risk%20Management%20-%20AIRB\Team\Chingis%20Maksimov\Projects\EFG\Analysis\EFG%20Analysis.xlsx" TargetMode="External"/><Relationship Id="rId2" Type="http://schemas.microsoft.com/office/2011/relationships/chartColorStyle" Target="colors12.xml"/><Relationship Id="rId1" Type="http://schemas.microsoft.com/office/2011/relationships/chartStyle" Target="style12.xml"/></Relationships>
</file>

<file path=ppt/charts/_rels/chart13.xml.rels><?xml version="1.0" encoding="UTF-8" standalone="yes"?>
<Relationships xmlns="http://schemas.openxmlformats.org/package/2006/relationships"><Relationship Id="rId3" Type="http://schemas.openxmlformats.org/officeDocument/2006/relationships/oleObject" Target="file:///\\cwb\shared\Corp\Risk%20Management%20-%20AIRB\Team\Chingis%20Maksimov\Projects\EFG\Analysis\EFG%20Analysis.xlsx" TargetMode="External"/><Relationship Id="rId2" Type="http://schemas.microsoft.com/office/2011/relationships/chartColorStyle" Target="colors13.xml"/><Relationship Id="rId1" Type="http://schemas.microsoft.com/office/2011/relationships/chartStyle" Target="style13.xml"/></Relationships>
</file>

<file path=ppt/charts/_rels/chart14.xml.rels><?xml version="1.0" encoding="UTF-8" standalone="yes"?>
<Relationships xmlns="http://schemas.openxmlformats.org/package/2006/relationships"><Relationship Id="rId3" Type="http://schemas.openxmlformats.org/officeDocument/2006/relationships/oleObject" Target="file:///\\cwb\shared\Corp\Risk%20Management%20-%20AIRB\Team\Chingis%20Maksimov\Projects\EFG\Analysis\EFG%20Analysis.xlsx" TargetMode="External"/><Relationship Id="rId2" Type="http://schemas.microsoft.com/office/2011/relationships/chartColorStyle" Target="colors14.xml"/><Relationship Id="rId1" Type="http://schemas.microsoft.com/office/2011/relationships/chartStyle" Target="style14.xml"/></Relationships>
</file>

<file path=ppt/charts/_rels/chart15.xml.rels><?xml version="1.0" encoding="UTF-8" standalone="yes"?>
<Relationships xmlns="http://schemas.openxmlformats.org/package/2006/relationships"><Relationship Id="rId3" Type="http://schemas.openxmlformats.org/officeDocument/2006/relationships/oleObject" Target="file:///\\cwb\shared\Corp\Risk%20Management%20-%20AIRB\Team\Chingis%20Maksimov\Projects\EFG\Analysis\EFG%20Analysis.xlsx" TargetMode="External"/><Relationship Id="rId2" Type="http://schemas.microsoft.com/office/2011/relationships/chartColorStyle" Target="colors15.xml"/><Relationship Id="rId1" Type="http://schemas.microsoft.com/office/2011/relationships/chartStyle" Target="style15.xml"/></Relationships>
</file>

<file path=ppt/charts/_rels/chart16.xml.rels><?xml version="1.0" encoding="UTF-8" standalone="yes"?>
<Relationships xmlns="http://schemas.openxmlformats.org/package/2006/relationships"><Relationship Id="rId3" Type="http://schemas.openxmlformats.org/officeDocument/2006/relationships/oleObject" Target="file:///\\cwb\shared\Corp\Risk%20Management%20-%20AIRB\Team\Chingis%20Maksimov\Projects\EFG\Analysis\EFG%20Analysis.xlsx" TargetMode="External"/><Relationship Id="rId2" Type="http://schemas.microsoft.com/office/2011/relationships/chartColorStyle" Target="colors16.xml"/><Relationship Id="rId1" Type="http://schemas.microsoft.com/office/2011/relationships/chartStyle" Target="style16.xml"/></Relationships>
</file>

<file path=ppt/charts/_rels/chart17.xml.rels><?xml version="1.0" encoding="UTF-8" standalone="yes"?>
<Relationships xmlns="http://schemas.openxmlformats.org/package/2006/relationships"><Relationship Id="rId3" Type="http://schemas.openxmlformats.org/officeDocument/2006/relationships/oleObject" Target="file:///\\cwb\shared\Corp\Risk%20Management%20-%20AIRB\Team\Chingis%20Maksimov\Projects\EFG\Analysis\EFG%20Analysis.xlsx" TargetMode="External"/><Relationship Id="rId2" Type="http://schemas.microsoft.com/office/2011/relationships/chartColorStyle" Target="colors17.xml"/><Relationship Id="rId1" Type="http://schemas.microsoft.com/office/2011/relationships/chartStyle" Target="style17.xml"/></Relationships>
</file>

<file path=ppt/charts/_rels/chart18.xml.rels><?xml version="1.0" encoding="UTF-8" standalone="yes"?>
<Relationships xmlns="http://schemas.openxmlformats.org/package/2006/relationships"><Relationship Id="rId3" Type="http://schemas.openxmlformats.org/officeDocument/2006/relationships/oleObject" Target="file:///\\cwb\shared\Corp\Risk%20Management%20-%20AIRB\Team\Chingis%20Maksimov\Projects\EFG\Analysis\EFG%20Analysis.xlsx" TargetMode="External"/><Relationship Id="rId2" Type="http://schemas.microsoft.com/office/2011/relationships/chartColorStyle" Target="colors18.xml"/><Relationship Id="rId1" Type="http://schemas.microsoft.com/office/2011/relationships/chartStyle" Target="style18.xml"/></Relationships>
</file>

<file path=ppt/charts/_rels/chart19.xml.rels><?xml version="1.0" encoding="UTF-8" standalone="yes"?>
<Relationships xmlns="http://schemas.openxmlformats.org/package/2006/relationships"><Relationship Id="rId3" Type="http://schemas.openxmlformats.org/officeDocument/2006/relationships/oleObject" Target="file:///\\cwb\shared\Corp\Risk%20Management%20-%20AIRB\Team\Chingis%20Maksimov\Projects\EFG\Analysis\EFG%20Analysis.xlsx" TargetMode="External"/><Relationship Id="rId2" Type="http://schemas.microsoft.com/office/2011/relationships/chartColorStyle" Target="colors19.xml"/><Relationship Id="rId1" Type="http://schemas.microsoft.com/office/2011/relationships/chartStyle" Target="style19.xml"/></Relationships>
</file>

<file path=ppt/charts/_rels/chart20.xml.rels><?xml version="1.0" encoding="UTF-8" standalone="yes"?>
<Relationships xmlns="http://schemas.openxmlformats.org/package/2006/relationships"><Relationship Id="rId3" Type="http://schemas.openxmlformats.org/officeDocument/2006/relationships/oleObject" Target="file:///\\cwb\shared\Corp\Risk%20Management%20-%20AIRB\Team\Chingis%20Maksimov\Projects\EFG\Analysis\EFG%20Analysis.xlsx" TargetMode="External"/><Relationship Id="rId2" Type="http://schemas.microsoft.com/office/2011/relationships/chartColorStyle" Target="colors20.xml"/><Relationship Id="rId1" Type="http://schemas.microsoft.com/office/2011/relationships/chartStyle" Target="style20.xml"/></Relationships>
</file>

<file path=ppt/charts/_rels/chart21.xml.rels><?xml version="1.0" encoding="UTF-8" standalone="yes"?>
<Relationships xmlns="http://schemas.openxmlformats.org/package/2006/relationships"><Relationship Id="rId3" Type="http://schemas.openxmlformats.org/officeDocument/2006/relationships/oleObject" Target="file:///\\cwb\shared\Corp\Risk%20Management%20-%20AIRB\Team\Chingis%20Maksimov\Projects\EFG\Analysis\EFG%20Analysis.xlsx" TargetMode="External"/><Relationship Id="rId2" Type="http://schemas.microsoft.com/office/2011/relationships/chartColorStyle" Target="colors21.xml"/><Relationship Id="rId1" Type="http://schemas.microsoft.com/office/2011/relationships/chartStyle" Target="style21.xml"/></Relationships>
</file>

<file path=ppt/charts/_rels/chart22.xml.rels><?xml version="1.0" encoding="UTF-8" standalone="yes"?>
<Relationships xmlns="http://schemas.openxmlformats.org/package/2006/relationships"><Relationship Id="rId3" Type="http://schemas.openxmlformats.org/officeDocument/2006/relationships/oleObject" Target="file:///\\cwb\shared\Corp\Risk%20Management%20-%20AIRB\Team\Chingis%20Maksimov\Projects\EFG\Analysis\EFG%20Analysis.xlsx" TargetMode="External"/><Relationship Id="rId2" Type="http://schemas.microsoft.com/office/2011/relationships/chartColorStyle" Target="colors22.xml"/><Relationship Id="rId1" Type="http://schemas.microsoft.com/office/2011/relationships/chartStyle" Target="style22.xml"/></Relationships>
</file>

<file path=ppt/charts/_rels/chart23.xml.rels><?xml version="1.0" encoding="UTF-8" standalone="yes"?>
<Relationships xmlns="http://schemas.openxmlformats.org/package/2006/relationships"><Relationship Id="rId3" Type="http://schemas.openxmlformats.org/officeDocument/2006/relationships/oleObject" Target="file:///\\cwb\shared\Corp\Risk%20Management%20-%20AIRB\Team\Chingis%20Maksimov\Projects\EFG\Analysis\EFG%20Analysis.xlsx" TargetMode="External"/><Relationship Id="rId2" Type="http://schemas.microsoft.com/office/2011/relationships/chartColorStyle" Target="colors23.xml"/><Relationship Id="rId1" Type="http://schemas.microsoft.com/office/2011/relationships/chartStyle" Target="style23.xml"/></Relationships>
</file>

<file path=ppt/charts/_rels/chart24.xml.rels><?xml version="1.0" encoding="UTF-8" standalone="yes"?>
<Relationships xmlns="http://schemas.openxmlformats.org/package/2006/relationships"><Relationship Id="rId3" Type="http://schemas.openxmlformats.org/officeDocument/2006/relationships/oleObject" Target="file:///\\cwb\shared\Corp\Risk%20Management%20-%20AIRB\Team\Chingis%20Maksimov\Projects\EFG\Analysis\EFG%20Analysis.xlsx" TargetMode="External"/><Relationship Id="rId2" Type="http://schemas.microsoft.com/office/2011/relationships/chartColorStyle" Target="colors24.xml"/><Relationship Id="rId1" Type="http://schemas.microsoft.com/office/2011/relationships/chartStyle" Target="style24.xml"/></Relationships>
</file>

<file path=ppt/charts/_rels/chart25.xml.rels><?xml version="1.0" encoding="UTF-8" standalone="yes"?>
<Relationships xmlns="http://schemas.openxmlformats.org/package/2006/relationships"><Relationship Id="rId3" Type="http://schemas.openxmlformats.org/officeDocument/2006/relationships/oleObject" Target="file:///\\cwb\shared\Corp\Risk%20Management%20-%20AIRB\Team\Chingis%20Maksimov\Projects\EFG\Analysis\EFG%20Analysis.xlsx" TargetMode="External"/><Relationship Id="rId2" Type="http://schemas.microsoft.com/office/2011/relationships/chartColorStyle" Target="colors25.xml"/><Relationship Id="rId1" Type="http://schemas.microsoft.com/office/2011/relationships/chartStyle" Target="style25.xml"/></Relationships>
</file>

<file path=ppt/charts/_rels/chart26.xml.rels><?xml version="1.0" encoding="UTF-8" standalone="yes"?>
<Relationships xmlns="http://schemas.openxmlformats.org/package/2006/relationships"><Relationship Id="rId3" Type="http://schemas.openxmlformats.org/officeDocument/2006/relationships/oleObject" Target="file:///\\cwb\shared\Corp\Risk%20Management%20-%20AIRB\Team\Chingis%20Maksimov\Projects\EFG\Analysis\EFG%20Analysis.xlsx" TargetMode="External"/><Relationship Id="rId2" Type="http://schemas.microsoft.com/office/2011/relationships/chartColorStyle" Target="colors26.xml"/><Relationship Id="rId1" Type="http://schemas.microsoft.com/office/2011/relationships/chartStyle" Target="style26.xml"/></Relationships>
</file>

<file path=ppt/charts/_rels/chart27.xml.rels><?xml version="1.0" encoding="UTF-8" standalone="yes"?>
<Relationships xmlns="http://schemas.openxmlformats.org/package/2006/relationships"><Relationship Id="rId3" Type="http://schemas.openxmlformats.org/officeDocument/2006/relationships/oleObject" Target="file:///\\cwb\shared\Corp\Risk%20Management%20-%20AIRB\Team\Chingis%20Maksimov\Projects\EFG\Analysis\EFG%20Analysis.xlsx" TargetMode="External"/><Relationship Id="rId2" Type="http://schemas.microsoft.com/office/2011/relationships/chartColorStyle" Target="colors27.xml"/><Relationship Id="rId1" Type="http://schemas.microsoft.com/office/2011/relationships/chartStyle" Target="style27.xml"/></Relationships>
</file>

<file path=ppt/charts/_rels/chart28.xml.rels><?xml version="1.0" encoding="UTF-8" standalone="yes"?>
<Relationships xmlns="http://schemas.openxmlformats.org/package/2006/relationships"><Relationship Id="rId3" Type="http://schemas.openxmlformats.org/officeDocument/2006/relationships/oleObject" Target="file:///\\cwb\shared\Corp\Risk%20Management%20-%20AIRB\Team\Chingis%20Maksimov\Projects\EFG\Analysis\EFG%20Analysis.xlsx" TargetMode="External"/><Relationship Id="rId2" Type="http://schemas.microsoft.com/office/2011/relationships/chartColorStyle" Target="colors28.xml"/><Relationship Id="rId1" Type="http://schemas.microsoft.com/office/2011/relationships/chartStyle" Target="style28.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Outstanding Balance by Province</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bar"/>
        <c:grouping val="clustered"/>
        <c:varyColors val="0"/>
        <c:ser>
          <c:idx val="0"/>
          <c:order val="0"/>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'SBE2 Composition'!$G$3:$G$11</c:f>
              <c:strCache>
                <c:ptCount val="9"/>
                <c:pt idx="0">
                  <c:v>ON</c:v>
                </c:pt>
                <c:pt idx="1">
                  <c:v>AB</c:v>
                </c:pt>
                <c:pt idx="2">
                  <c:v>QC</c:v>
                </c:pt>
                <c:pt idx="3">
                  <c:v>BC</c:v>
                </c:pt>
                <c:pt idx="4">
                  <c:v>SK</c:v>
                </c:pt>
                <c:pt idx="5">
                  <c:v>MB</c:v>
                </c:pt>
                <c:pt idx="6">
                  <c:v>NB</c:v>
                </c:pt>
                <c:pt idx="7">
                  <c:v>NS</c:v>
                </c:pt>
                <c:pt idx="8">
                  <c:v>Other</c:v>
                </c:pt>
              </c:strCache>
            </c:strRef>
          </c:cat>
          <c:val>
            <c:numRef>
              <c:f>'SBE2 Composition'!$H$3:$H$11</c:f>
              <c:numCache>
                <c:formatCode>0.00%</c:formatCode>
                <c:ptCount val="9"/>
                <c:pt idx="0">
                  <c:v>0.2904432841928804</c:v>
                </c:pt>
                <c:pt idx="1">
                  <c:v>0.21113320135479616</c:v>
                </c:pt>
                <c:pt idx="2">
                  <c:v>0.16394043627146562</c:v>
                </c:pt>
                <c:pt idx="3">
                  <c:v>0.13529710625813554</c:v>
                </c:pt>
                <c:pt idx="4">
                  <c:v>7.9472309821123507E-2</c:v>
                </c:pt>
                <c:pt idx="5">
                  <c:v>5.4826329856663344E-2</c:v>
                </c:pt>
                <c:pt idx="6">
                  <c:v>2.6621933977459822E-2</c:v>
                </c:pt>
                <c:pt idx="7">
                  <c:v>2.3992745023151563E-2</c:v>
                </c:pt>
                <c:pt idx="8">
                  <c:v>1.4272653244324009E-2</c:v>
                </c:pt>
              </c:numCache>
            </c:numRef>
          </c:val>
          <c:extLst>
            <c:ext xmlns:c16="http://schemas.microsoft.com/office/drawing/2014/chart" uri="{C3380CC4-5D6E-409C-BE32-E72D297353CC}">
              <c16:uniqueId val="{00000000-65A4-404A-83E2-BB818CC32CE5}"/>
            </c:ext>
          </c:extLst>
        </c:ser>
        <c:dLbls>
          <c:dLblPos val="outEnd"/>
          <c:showLegendKey val="0"/>
          <c:showVal val="1"/>
          <c:showCatName val="0"/>
          <c:showSerName val="0"/>
          <c:showPercent val="0"/>
          <c:showBubbleSize val="0"/>
        </c:dLbls>
        <c:gapWidth val="182"/>
        <c:axId val="693129072"/>
        <c:axId val="693129400"/>
      </c:barChart>
      <c:catAx>
        <c:axId val="693129072"/>
        <c:scaling>
          <c:orientation val="maxMin"/>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93129400"/>
        <c:crosses val="autoZero"/>
        <c:auto val="1"/>
        <c:lblAlgn val="ctr"/>
        <c:lblOffset val="100"/>
        <c:noMultiLvlLbl val="0"/>
      </c:catAx>
      <c:valAx>
        <c:axId val="693129400"/>
        <c:scaling>
          <c:orientation val="minMax"/>
        </c:scaling>
        <c:delete val="1"/>
        <c:axPos val="t"/>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crossAx val="693129072"/>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Distribution of Clients by Outstanding Balance</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bar"/>
        <c:grouping val="clustered"/>
        <c:varyColors val="0"/>
        <c:ser>
          <c:idx val="0"/>
          <c:order val="0"/>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'SBE2 Composition'!$A$23:$A$33</c:f>
              <c:strCache>
                <c:ptCount val="11"/>
                <c:pt idx="0">
                  <c:v>&lt;= $10K</c:v>
                </c:pt>
                <c:pt idx="1">
                  <c:v>$10K to $25K</c:v>
                </c:pt>
                <c:pt idx="2">
                  <c:v>$25K to $50K</c:v>
                </c:pt>
                <c:pt idx="3">
                  <c:v>$50K to $75K</c:v>
                </c:pt>
                <c:pt idx="4">
                  <c:v>$75K to $100K</c:v>
                </c:pt>
                <c:pt idx="5">
                  <c:v>$100K to $150K</c:v>
                </c:pt>
                <c:pt idx="6">
                  <c:v>$150K to $200K</c:v>
                </c:pt>
                <c:pt idx="7">
                  <c:v>$200K to $300K</c:v>
                </c:pt>
                <c:pt idx="8">
                  <c:v>$300K to $400K</c:v>
                </c:pt>
                <c:pt idx="9">
                  <c:v>$400K to $500K</c:v>
                </c:pt>
                <c:pt idx="10">
                  <c:v>&gt; $500K</c:v>
                </c:pt>
              </c:strCache>
            </c:strRef>
          </c:cat>
          <c:val>
            <c:numRef>
              <c:f>'SBE2 Composition'!$D$23:$D$33</c:f>
              <c:numCache>
                <c:formatCode>0.00%</c:formatCode>
                <c:ptCount val="11"/>
                <c:pt idx="0">
                  <c:v>0.34822423201102659</c:v>
                </c:pt>
                <c:pt idx="1">
                  <c:v>0.20204671185544626</c:v>
                </c:pt>
                <c:pt idx="2">
                  <c:v>0.15550478636028925</c:v>
                </c:pt>
                <c:pt idx="3">
                  <c:v>8.5153786605743631E-2</c:v>
                </c:pt>
                <c:pt idx="4">
                  <c:v>5.366010233559277E-2</c:v>
                </c:pt>
                <c:pt idx="5">
                  <c:v>6.7518833902913356E-2</c:v>
                </c:pt>
                <c:pt idx="6">
                  <c:v>4.0990880425957742E-2</c:v>
                </c:pt>
                <c:pt idx="7">
                  <c:v>2.9095783849102202E-2</c:v>
                </c:pt>
                <c:pt idx="8">
                  <c:v>1.1819572154145346E-2</c:v>
                </c:pt>
                <c:pt idx="9">
                  <c:v>5.9097860770726731E-3</c:v>
                </c:pt>
                <c:pt idx="10">
                  <c:v>7.5524422710193906E-5</c:v>
                </c:pt>
              </c:numCache>
            </c:numRef>
          </c:val>
          <c:extLst>
            <c:ext xmlns:c16="http://schemas.microsoft.com/office/drawing/2014/chart" uri="{C3380CC4-5D6E-409C-BE32-E72D297353CC}">
              <c16:uniqueId val="{00000000-325B-4425-A3E7-D41919E50BC0}"/>
            </c:ext>
          </c:extLst>
        </c:ser>
        <c:dLbls>
          <c:dLblPos val="outEnd"/>
          <c:showLegendKey val="0"/>
          <c:showVal val="1"/>
          <c:showCatName val="0"/>
          <c:showSerName val="0"/>
          <c:showPercent val="0"/>
          <c:showBubbleSize val="0"/>
        </c:dLbls>
        <c:gapWidth val="182"/>
        <c:axId val="556092552"/>
        <c:axId val="556093208"/>
      </c:barChart>
      <c:catAx>
        <c:axId val="556092552"/>
        <c:scaling>
          <c:orientation val="maxMin"/>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56093208"/>
        <c:crosses val="autoZero"/>
        <c:auto val="1"/>
        <c:lblAlgn val="ctr"/>
        <c:lblOffset val="100"/>
        <c:noMultiLvlLbl val="0"/>
      </c:catAx>
      <c:valAx>
        <c:axId val="556093208"/>
        <c:scaling>
          <c:orientation val="minMax"/>
        </c:scaling>
        <c:delete val="1"/>
        <c:axPos val="t"/>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crossAx val="556092552"/>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Outstanding Balance by Industry</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bar"/>
        <c:grouping val="clustered"/>
        <c:varyColors val="0"/>
        <c:ser>
          <c:idx val="0"/>
          <c:order val="0"/>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'SBE2 Composition'!$G$39:$G$52</c:f>
              <c:strCache>
                <c:ptCount val="14"/>
                <c:pt idx="0">
                  <c:v>48</c:v>
                </c:pt>
                <c:pt idx="1">
                  <c:v>23</c:v>
                </c:pt>
                <c:pt idx="2">
                  <c:v>11</c:v>
                </c:pt>
                <c:pt idx="3">
                  <c:v>56</c:v>
                </c:pt>
                <c:pt idx="4">
                  <c:v>62</c:v>
                </c:pt>
                <c:pt idx="5">
                  <c:v>54</c:v>
                </c:pt>
                <c:pt idx="6">
                  <c:v>33</c:v>
                </c:pt>
                <c:pt idx="7">
                  <c:v>81</c:v>
                </c:pt>
                <c:pt idx="8">
                  <c:v>71</c:v>
                </c:pt>
                <c:pt idx="9">
                  <c:v>53</c:v>
                </c:pt>
                <c:pt idx="10">
                  <c:v>21</c:v>
                </c:pt>
                <c:pt idx="11">
                  <c:v>32</c:v>
                </c:pt>
                <c:pt idx="12">
                  <c:v>41</c:v>
                </c:pt>
                <c:pt idx="13">
                  <c:v>Other</c:v>
                </c:pt>
              </c:strCache>
            </c:strRef>
          </c:cat>
          <c:val>
            <c:numRef>
              <c:f>'SBE2 Composition'!$H$39:$H$52</c:f>
              <c:numCache>
                <c:formatCode>0.00%</c:formatCode>
                <c:ptCount val="14"/>
                <c:pt idx="0">
                  <c:v>0.34509778400289143</c:v>
                </c:pt>
                <c:pt idx="1">
                  <c:v>0.14011295868460663</c:v>
                </c:pt>
                <c:pt idx="2">
                  <c:v>0.11480536747556398</c:v>
                </c:pt>
                <c:pt idx="3">
                  <c:v>4.1039046326995648E-2</c:v>
                </c:pt>
                <c:pt idx="4">
                  <c:v>4.0123859451691307E-2</c:v>
                </c:pt>
                <c:pt idx="5">
                  <c:v>4.0012350354944118E-2</c:v>
                </c:pt>
                <c:pt idx="6">
                  <c:v>3.4311193239971852E-2</c:v>
                </c:pt>
                <c:pt idx="7">
                  <c:v>3.2325485425059176E-2</c:v>
                </c:pt>
                <c:pt idx="8">
                  <c:v>2.9913795622028398E-2</c:v>
                </c:pt>
                <c:pt idx="9">
                  <c:v>2.8468911548746423E-2</c:v>
                </c:pt>
                <c:pt idx="10">
                  <c:v>2.4943033752317472E-2</c:v>
                </c:pt>
                <c:pt idx="11">
                  <c:v>2.3618528722917691E-2</c:v>
                </c:pt>
                <c:pt idx="12">
                  <c:v>2.1148779969114486E-2</c:v>
                </c:pt>
                <c:pt idx="13">
                  <c:v>8.4078905423151593E-2</c:v>
                </c:pt>
              </c:numCache>
            </c:numRef>
          </c:val>
          <c:extLst>
            <c:ext xmlns:c16="http://schemas.microsoft.com/office/drawing/2014/chart" uri="{C3380CC4-5D6E-409C-BE32-E72D297353CC}">
              <c16:uniqueId val="{00000000-9F3B-4A8C-B119-B2B16C25C951}"/>
            </c:ext>
          </c:extLst>
        </c:ser>
        <c:dLbls>
          <c:dLblPos val="outEnd"/>
          <c:showLegendKey val="0"/>
          <c:showVal val="1"/>
          <c:showCatName val="0"/>
          <c:showSerName val="0"/>
          <c:showPercent val="0"/>
          <c:showBubbleSize val="0"/>
        </c:dLbls>
        <c:gapWidth val="182"/>
        <c:axId val="2056131424"/>
        <c:axId val="2056131752"/>
      </c:barChart>
      <c:catAx>
        <c:axId val="2056131424"/>
        <c:scaling>
          <c:orientation val="maxMin"/>
        </c:scaling>
        <c:delete val="0"/>
        <c:axPos val="l"/>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NAICS2 Code</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56131752"/>
        <c:crosses val="autoZero"/>
        <c:auto val="1"/>
        <c:lblAlgn val="ctr"/>
        <c:lblOffset val="100"/>
        <c:noMultiLvlLbl val="0"/>
      </c:catAx>
      <c:valAx>
        <c:axId val="2056131752"/>
        <c:scaling>
          <c:orientation val="minMax"/>
        </c:scaling>
        <c:delete val="1"/>
        <c:axPos val="t"/>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crossAx val="2056131424"/>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Outstanding Balance by Collateral</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bar"/>
        <c:grouping val="clustered"/>
        <c:varyColors val="0"/>
        <c:ser>
          <c:idx val="0"/>
          <c:order val="0"/>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'SBE2 Composition'!$G$69:$G$79</c:f>
              <c:strCache>
                <c:ptCount val="11"/>
                <c:pt idx="0">
                  <c:v>Vehicles</c:v>
                </c:pt>
                <c:pt idx="1">
                  <c:v>Construction Equipment</c:v>
                </c:pt>
                <c:pt idx="2">
                  <c:v>Trailers</c:v>
                </c:pt>
                <c:pt idx="3">
                  <c:v>Industrial Equipment</c:v>
                </c:pt>
                <c:pt idx="4">
                  <c:v>Agricultural Buildings and Equipment</c:v>
                </c:pt>
                <c:pt idx="5">
                  <c:v>Medical Equipment</c:v>
                </c:pt>
                <c:pt idx="6">
                  <c:v>Real Estate Collateral</c:v>
                </c:pt>
                <c:pt idx="7">
                  <c:v>Golf Turf</c:v>
                </c:pt>
                <c:pt idx="8">
                  <c:v>Fax Photocopiers</c:v>
                </c:pt>
                <c:pt idx="9">
                  <c:v>Business Operation Equipment</c:v>
                </c:pt>
                <c:pt idx="10">
                  <c:v>Other</c:v>
                </c:pt>
              </c:strCache>
            </c:strRef>
          </c:cat>
          <c:val>
            <c:numRef>
              <c:f>'SBE2 Composition'!$H$69:$H$79</c:f>
              <c:numCache>
                <c:formatCode>0.00%</c:formatCode>
                <c:ptCount val="11"/>
                <c:pt idx="0">
                  <c:v>0.40247223369141222</c:v>
                </c:pt>
                <c:pt idx="1">
                  <c:v>9.6014909402458298E-2</c:v>
                </c:pt>
                <c:pt idx="2">
                  <c:v>8.7307210857125825E-2</c:v>
                </c:pt>
                <c:pt idx="3">
                  <c:v>7.9477459594241961E-2</c:v>
                </c:pt>
                <c:pt idx="4">
                  <c:v>7.4326030555257841E-2</c:v>
                </c:pt>
                <c:pt idx="5">
                  <c:v>4.8483858131036416E-2</c:v>
                </c:pt>
                <c:pt idx="6">
                  <c:v>3.6167466892495358E-2</c:v>
                </c:pt>
                <c:pt idx="7">
                  <c:v>2.4101874592881316E-2</c:v>
                </c:pt>
                <c:pt idx="8">
                  <c:v>1.9695329263103304E-2</c:v>
                </c:pt>
                <c:pt idx="9">
                  <c:v>1.9427382146125761E-2</c:v>
                </c:pt>
                <c:pt idx="10">
                  <c:v>0.11252624487386155</c:v>
                </c:pt>
              </c:numCache>
            </c:numRef>
          </c:val>
          <c:extLst>
            <c:ext xmlns:c16="http://schemas.microsoft.com/office/drawing/2014/chart" uri="{C3380CC4-5D6E-409C-BE32-E72D297353CC}">
              <c16:uniqueId val="{00000000-2146-4FAB-B2F3-7069A2CCBA04}"/>
            </c:ext>
          </c:extLst>
        </c:ser>
        <c:dLbls>
          <c:dLblPos val="outEnd"/>
          <c:showLegendKey val="0"/>
          <c:showVal val="1"/>
          <c:showCatName val="0"/>
          <c:showSerName val="0"/>
          <c:showPercent val="0"/>
          <c:showBubbleSize val="0"/>
        </c:dLbls>
        <c:gapWidth val="182"/>
        <c:axId val="556090584"/>
        <c:axId val="556090912"/>
      </c:barChart>
      <c:catAx>
        <c:axId val="556090584"/>
        <c:scaling>
          <c:orientation val="maxMin"/>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56090912"/>
        <c:crosses val="autoZero"/>
        <c:auto val="1"/>
        <c:lblAlgn val="ctr"/>
        <c:lblOffset val="100"/>
        <c:noMultiLvlLbl val="0"/>
      </c:catAx>
      <c:valAx>
        <c:axId val="556090912"/>
        <c:scaling>
          <c:orientation val="minMax"/>
        </c:scaling>
        <c:delete val="1"/>
        <c:axPos val="t"/>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crossAx val="556090584"/>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Outstading Balance by Facility Type</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bar"/>
        <c:grouping val="clustered"/>
        <c:varyColors val="0"/>
        <c:ser>
          <c:idx val="0"/>
          <c:order val="0"/>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'SBE2 Composition'!$A$101:$A$108</c:f>
              <c:strCache>
                <c:ptCount val="8"/>
                <c:pt idx="0">
                  <c:v>NL Lease</c:v>
                </c:pt>
                <c:pt idx="1">
                  <c:v>Bank Lease</c:v>
                </c:pt>
                <c:pt idx="2">
                  <c:v>Term Loan</c:v>
                </c:pt>
                <c:pt idx="3">
                  <c:v>Mortgage</c:v>
                </c:pt>
                <c:pt idx="4">
                  <c:v>Line of Credit</c:v>
                </c:pt>
                <c:pt idx="5">
                  <c:v>Business Credit Card</c:v>
                </c:pt>
                <c:pt idx="6">
                  <c:v>Letter of Credit</c:v>
                </c:pt>
                <c:pt idx="7">
                  <c:v>Personal Overdraft Protection</c:v>
                </c:pt>
              </c:strCache>
            </c:strRef>
          </c:cat>
          <c:val>
            <c:numRef>
              <c:f>'SBE2 Composition'!$D$101:$D$108</c:f>
              <c:numCache>
                <c:formatCode>0.00%</c:formatCode>
                <c:ptCount val="8"/>
                <c:pt idx="0">
                  <c:v>0.69175512617194312</c:v>
                </c:pt>
                <c:pt idx="1">
                  <c:v>0.15343362618651718</c:v>
                </c:pt>
                <c:pt idx="2">
                  <c:v>9.2089911250200496E-2</c:v>
                </c:pt>
                <c:pt idx="3">
                  <c:v>3.1630222535125686E-2</c:v>
                </c:pt>
                <c:pt idx="4">
                  <c:v>2.1824516999427612E-2</c:v>
                </c:pt>
                <c:pt idx="5">
                  <c:v>7.1275542162938061E-3</c:v>
                </c:pt>
                <c:pt idx="6">
                  <c:v>2.1390414101936594E-3</c:v>
                </c:pt>
                <c:pt idx="7">
                  <c:v>1.2302984023493432E-9</c:v>
                </c:pt>
              </c:numCache>
            </c:numRef>
          </c:val>
          <c:extLst>
            <c:ext xmlns:c16="http://schemas.microsoft.com/office/drawing/2014/chart" uri="{C3380CC4-5D6E-409C-BE32-E72D297353CC}">
              <c16:uniqueId val="{00000000-BC1A-4E0A-B35F-28092E9EE46B}"/>
            </c:ext>
          </c:extLst>
        </c:ser>
        <c:dLbls>
          <c:dLblPos val="outEnd"/>
          <c:showLegendKey val="0"/>
          <c:showVal val="1"/>
          <c:showCatName val="0"/>
          <c:showSerName val="0"/>
          <c:showPercent val="0"/>
          <c:showBubbleSize val="0"/>
        </c:dLbls>
        <c:gapWidth val="182"/>
        <c:axId val="799362648"/>
        <c:axId val="799359368"/>
      </c:barChart>
      <c:catAx>
        <c:axId val="799362648"/>
        <c:scaling>
          <c:orientation val="maxMin"/>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99359368"/>
        <c:crosses val="autoZero"/>
        <c:auto val="1"/>
        <c:lblAlgn val="ctr"/>
        <c:lblOffset val="100"/>
        <c:noMultiLvlLbl val="0"/>
      </c:catAx>
      <c:valAx>
        <c:axId val="799359368"/>
        <c:scaling>
          <c:orientation val="minMax"/>
        </c:scaling>
        <c:delete val="1"/>
        <c:axPos val="t"/>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crossAx val="799362648"/>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Outstanding Balance by Maturity</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bar"/>
        <c:grouping val="clustered"/>
        <c:varyColors val="0"/>
        <c:ser>
          <c:idx val="0"/>
          <c:order val="0"/>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'SBE2 Composition'!$A$114:$A$119</c:f>
              <c:strCache>
                <c:ptCount val="6"/>
                <c:pt idx="0">
                  <c:v> &lt;= 1 yr</c:v>
                </c:pt>
                <c:pt idx="1">
                  <c:v>1 yr to 2 yr</c:v>
                </c:pt>
                <c:pt idx="2">
                  <c:v>2 yr to 3 yr</c:v>
                </c:pt>
                <c:pt idx="3">
                  <c:v>3 yr to 4 yr</c:v>
                </c:pt>
                <c:pt idx="4">
                  <c:v>4 yr to 5 yr</c:v>
                </c:pt>
                <c:pt idx="5">
                  <c:v>&gt; 5 yr</c:v>
                </c:pt>
              </c:strCache>
            </c:strRef>
          </c:cat>
          <c:val>
            <c:numRef>
              <c:f>'SBE2 Composition'!$D$114:$D$119</c:f>
              <c:numCache>
                <c:formatCode>0.00%</c:formatCode>
                <c:ptCount val="6"/>
                <c:pt idx="0">
                  <c:v>4.5289899671971438E-2</c:v>
                </c:pt>
                <c:pt idx="1">
                  <c:v>0.12843403950566848</c:v>
                </c:pt>
                <c:pt idx="2">
                  <c:v>0.21026426159104544</c:v>
                </c:pt>
                <c:pt idx="3">
                  <c:v>0.24043983626567916</c:v>
                </c:pt>
                <c:pt idx="4">
                  <c:v>0.23456888644115645</c:v>
                </c:pt>
                <c:pt idx="5">
                  <c:v>0.14100307652447922</c:v>
                </c:pt>
              </c:numCache>
            </c:numRef>
          </c:val>
          <c:extLst>
            <c:ext xmlns:c16="http://schemas.microsoft.com/office/drawing/2014/chart" uri="{C3380CC4-5D6E-409C-BE32-E72D297353CC}">
              <c16:uniqueId val="{00000000-E3EE-4BB6-96C3-96795622660E}"/>
            </c:ext>
          </c:extLst>
        </c:ser>
        <c:dLbls>
          <c:dLblPos val="outEnd"/>
          <c:showLegendKey val="0"/>
          <c:showVal val="1"/>
          <c:showCatName val="0"/>
          <c:showSerName val="0"/>
          <c:showPercent val="0"/>
          <c:showBubbleSize val="0"/>
        </c:dLbls>
        <c:gapWidth val="182"/>
        <c:axId val="1112191416"/>
        <c:axId val="1112190760"/>
      </c:barChart>
      <c:catAx>
        <c:axId val="1112191416"/>
        <c:scaling>
          <c:orientation val="maxMin"/>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12190760"/>
        <c:crosses val="autoZero"/>
        <c:auto val="1"/>
        <c:lblAlgn val="ctr"/>
        <c:lblOffset val="100"/>
        <c:noMultiLvlLbl val="0"/>
      </c:catAx>
      <c:valAx>
        <c:axId val="1112190760"/>
        <c:scaling>
          <c:orientation val="minMax"/>
        </c:scaling>
        <c:delete val="1"/>
        <c:axPos val="t"/>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crossAx val="1112191416"/>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400" b="0" i="0" u="none" strike="noStrike" baseline="0" dirty="0">
                <a:solidFill>
                  <a:srgbClr val="003B5C"/>
                </a:solidFill>
                <a:effectLst/>
              </a:rPr>
              <a:t>Time Series of SBE2 Historical Default Rates</a:t>
            </a:r>
            <a:endParaRPr lang="en-CA" dirty="0">
              <a:solidFill>
                <a:srgbClr val="003B5C"/>
              </a:solidFill>
            </a:endParaRP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v>SBE2 Portfolio Historical Default Rate</c:v>
          </c:tx>
          <c:spPr>
            <a:ln w="28575" cap="rnd">
              <a:solidFill>
                <a:schemeClr val="accent1"/>
              </a:solidFill>
              <a:round/>
            </a:ln>
            <a:effectLst/>
          </c:spPr>
          <c:marker>
            <c:symbol val="circle"/>
            <c:size val="5"/>
            <c:spPr>
              <a:solidFill>
                <a:schemeClr val="accent1"/>
              </a:solidFill>
              <a:ln w="9525">
                <a:solidFill>
                  <a:schemeClr val="accent1"/>
                </a:solidFill>
              </a:ln>
              <a:effectLst/>
            </c:spPr>
          </c:marker>
          <c:cat>
            <c:numRef>
              <c:f>'SBE2 Equifax Scorecard'!$I$17:$I$31</c:f>
              <c:numCache>
                <c:formatCode>General</c:formatCode>
                <c:ptCount val="15"/>
                <c:pt idx="0">
                  <c:v>2004</c:v>
                </c:pt>
                <c:pt idx="1">
                  <c:v>2005</c:v>
                </c:pt>
                <c:pt idx="2">
                  <c:v>2006</c:v>
                </c:pt>
                <c:pt idx="3">
                  <c:v>2007</c:v>
                </c:pt>
                <c:pt idx="4">
                  <c:v>2008</c:v>
                </c:pt>
                <c:pt idx="5">
                  <c:v>2009</c:v>
                </c:pt>
                <c:pt idx="6">
                  <c:v>2010</c:v>
                </c:pt>
                <c:pt idx="7">
                  <c:v>2011</c:v>
                </c:pt>
                <c:pt idx="8">
                  <c:v>2012</c:v>
                </c:pt>
                <c:pt idx="9">
                  <c:v>2013</c:v>
                </c:pt>
                <c:pt idx="10">
                  <c:v>2014</c:v>
                </c:pt>
                <c:pt idx="11">
                  <c:v>2015</c:v>
                </c:pt>
                <c:pt idx="12">
                  <c:v>2016</c:v>
                </c:pt>
                <c:pt idx="13">
                  <c:v>2017</c:v>
                </c:pt>
                <c:pt idx="14">
                  <c:v>2018</c:v>
                </c:pt>
              </c:numCache>
            </c:numRef>
          </c:cat>
          <c:val>
            <c:numRef>
              <c:f>'SBE2 Equifax Scorecard'!$J$17:$J$31</c:f>
              <c:numCache>
                <c:formatCode>0.00%</c:formatCode>
                <c:ptCount val="15"/>
                <c:pt idx="0">
                  <c:v>3.7199999999999997E-2</c:v>
                </c:pt>
                <c:pt idx="1">
                  <c:v>3.0700000000000002E-2</c:v>
                </c:pt>
                <c:pt idx="2">
                  <c:v>2.41E-2</c:v>
                </c:pt>
                <c:pt idx="3">
                  <c:v>2.6200000000000001E-2</c:v>
                </c:pt>
                <c:pt idx="4">
                  <c:v>3.2599999999999997E-2</c:v>
                </c:pt>
                <c:pt idx="5">
                  <c:v>3.3500000000000002E-2</c:v>
                </c:pt>
                <c:pt idx="6">
                  <c:v>3.2099999999999997E-2</c:v>
                </c:pt>
                <c:pt idx="7">
                  <c:v>2.63E-2</c:v>
                </c:pt>
                <c:pt idx="8">
                  <c:v>2.41E-2</c:v>
                </c:pt>
                <c:pt idx="9">
                  <c:v>2.29E-2</c:v>
                </c:pt>
                <c:pt idx="10">
                  <c:v>2.3099999999999999E-2</c:v>
                </c:pt>
                <c:pt idx="11">
                  <c:v>2.5899999999999999E-2</c:v>
                </c:pt>
                <c:pt idx="12">
                  <c:v>2.7E-2</c:v>
                </c:pt>
                <c:pt idx="13">
                  <c:v>2.6599999999999999E-2</c:v>
                </c:pt>
                <c:pt idx="14">
                  <c:v>2.4E-2</c:v>
                </c:pt>
              </c:numCache>
            </c:numRef>
          </c:val>
          <c:smooth val="0"/>
          <c:extLst>
            <c:ext xmlns:c16="http://schemas.microsoft.com/office/drawing/2014/chart" uri="{C3380CC4-5D6E-409C-BE32-E72D297353CC}">
              <c16:uniqueId val="{00000000-9958-4C82-9125-3C378A46FB70}"/>
            </c:ext>
          </c:extLst>
        </c:ser>
        <c:ser>
          <c:idx val="1"/>
          <c:order val="1"/>
          <c:tx>
            <c:v>SBE2 Equifax Model Default Rates</c:v>
          </c:tx>
          <c:spPr>
            <a:ln w="28575" cap="rnd">
              <a:solidFill>
                <a:schemeClr val="accent2"/>
              </a:solidFill>
              <a:round/>
            </a:ln>
            <a:effectLst/>
          </c:spPr>
          <c:marker>
            <c:symbol val="circle"/>
            <c:size val="5"/>
            <c:spPr>
              <a:solidFill>
                <a:schemeClr val="accent2"/>
              </a:solidFill>
              <a:ln w="9525">
                <a:solidFill>
                  <a:schemeClr val="accent2"/>
                </a:solidFill>
              </a:ln>
              <a:effectLst/>
            </c:spPr>
          </c:marker>
          <c:cat>
            <c:numRef>
              <c:f>'SBE2 Equifax Scorecard'!$I$17:$I$31</c:f>
              <c:numCache>
                <c:formatCode>General</c:formatCode>
                <c:ptCount val="15"/>
                <c:pt idx="0">
                  <c:v>2004</c:v>
                </c:pt>
                <c:pt idx="1">
                  <c:v>2005</c:v>
                </c:pt>
                <c:pt idx="2">
                  <c:v>2006</c:v>
                </c:pt>
                <c:pt idx="3">
                  <c:v>2007</c:v>
                </c:pt>
                <c:pt idx="4">
                  <c:v>2008</c:v>
                </c:pt>
                <c:pt idx="5">
                  <c:v>2009</c:v>
                </c:pt>
                <c:pt idx="6">
                  <c:v>2010</c:v>
                </c:pt>
                <c:pt idx="7">
                  <c:v>2011</c:v>
                </c:pt>
                <c:pt idx="8">
                  <c:v>2012</c:v>
                </c:pt>
                <c:pt idx="9">
                  <c:v>2013</c:v>
                </c:pt>
                <c:pt idx="10">
                  <c:v>2014</c:v>
                </c:pt>
                <c:pt idx="11">
                  <c:v>2015</c:v>
                </c:pt>
                <c:pt idx="12">
                  <c:v>2016</c:v>
                </c:pt>
                <c:pt idx="13">
                  <c:v>2017</c:v>
                </c:pt>
                <c:pt idx="14">
                  <c:v>2018</c:v>
                </c:pt>
              </c:numCache>
            </c:numRef>
          </c:cat>
          <c:val>
            <c:numRef>
              <c:f>'SBE2 Equifax Scorecard'!$K$17:$K$31</c:f>
              <c:numCache>
                <c:formatCode>0.00%</c:formatCode>
                <c:ptCount val="15"/>
                <c:pt idx="0">
                  <c:v>#N/A</c:v>
                </c:pt>
                <c:pt idx="1">
                  <c:v>#N/A</c:v>
                </c:pt>
                <c:pt idx="2">
                  <c:v>#N/A</c:v>
                </c:pt>
                <c:pt idx="3">
                  <c:v>#N/A</c:v>
                </c:pt>
                <c:pt idx="4">
                  <c:v>#N/A</c:v>
                </c:pt>
                <c:pt idx="5">
                  <c:v>#N/A</c:v>
                </c:pt>
                <c:pt idx="6">
                  <c:v>2.7255349324782636E-2</c:v>
                </c:pt>
                <c:pt idx="7">
                  <c:v>2.3707512139388747E-2</c:v>
                </c:pt>
                <c:pt idx="8">
                  <c:v>2.2839538960004249E-2</c:v>
                </c:pt>
                <c:pt idx="9">
                  <c:v>2.1827487580912238E-2</c:v>
                </c:pt>
                <c:pt idx="10">
                  <c:v>2.0967595534174457E-2</c:v>
                </c:pt>
                <c:pt idx="11">
                  <c:v>2.5343011790374691E-2</c:v>
                </c:pt>
                <c:pt idx="12">
                  <c:v>#N/A</c:v>
                </c:pt>
                <c:pt idx="13">
                  <c:v>#N/A</c:v>
                </c:pt>
                <c:pt idx="14">
                  <c:v>#N/A</c:v>
                </c:pt>
              </c:numCache>
            </c:numRef>
          </c:val>
          <c:smooth val="0"/>
          <c:extLst>
            <c:ext xmlns:c16="http://schemas.microsoft.com/office/drawing/2014/chart" uri="{C3380CC4-5D6E-409C-BE32-E72D297353CC}">
              <c16:uniqueId val="{00000001-9958-4C82-9125-3C378A46FB70}"/>
            </c:ext>
          </c:extLst>
        </c:ser>
        <c:dLbls>
          <c:showLegendKey val="0"/>
          <c:showVal val="0"/>
          <c:showCatName val="0"/>
          <c:showSerName val="0"/>
          <c:showPercent val="0"/>
          <c:showBubbleSize val="0"/>
        </c:dLbls>
        <c:marker val="1"/>
        <c:smooth val="0"/>
        <c:axId val="1030248944"/>
        <c:axId val="1030242384"/>
      </c:lineChart>
      <c:catAx>
        <c:axId val="1030248944"/>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dirty="0">
                    <a:solidFill>
                      <a:srgbClr val="003B5C"/>
                    </a:solidFill>
                  </a:rPr>
                  <a:t>Year</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030242384"/>
        <c:crosses val="autoZero"/>
        <c:auto val="1"/>
        <c:lblAlgn val="ctr"/>
        <c:lblOffset val="100"/>
        <c:noMultiLvlLbl val="0"/>
      </c:catAx>
      <c:valAx>
        <c:axId val="1030242384"/>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dirty="0">
                    <a:solidFill>
                      <a:srgbClr val="003B5C"/>
                    </a:solidFill>
                  </a:rPr>
                  <a:t>Default Rate</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030248944"/>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v>Current Portfolio</c:v>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'SBE2 Equifax BRR Distribution'!$B$21:$B$28</c:f>
              <c:strCache>
                <c:ptCount val="8"/>
                <c:pt idx="0">
                  <c:v>7 (6H)</c:v>
                </c:pt>
                <c:pt idx="1">
                  <c:v>9 (6L)</c:v>
                </c:pt>
                <c:pt idx="2">
                  <c:v>11 (7M)</c:v>
                </c:pt>
                <c:pt idx="3">
                  <c:v>13 (8H)</c:v>
                </c:pt>
                <c:pt idx="4">
                  <c:v>15 (8L)</c:v>
                </c:pt>
                <c:pt idx="5">
                  <c:v>15 (8L) - Missing Risk Drivers</c:v>
                </c:pt>
                <c:pt idx="6">
                  <c:v>17 (9M)</c:v>
                </c:pt>
                <c:pt idx="7">
                  <c:v>18 (9L)</c:v>
                </c:pt>
              </c:strCache>
            </c:strRef>
          </c:cat>
          <c:val>
            <c:numRef>
              <c:f>'SBE2 Equifax BRR Distribution'!$J$21:$J$28</c:f>
              <c:numCache>
                <c:formatCode>0.00%</c:formatCode>
                <c:ptCount val="8"/>
                <c:pt idx="0">
                  <c:v>1.94568637191588E-2</c:v>
                </c:pt>
                <c:pt idx="1">
                  <c:v>0.13065076999503228</c:v>
                </c:pt>
                <c:pt idx="2">
                  <c:v>0.29797979797979796</c:v>
                </c:pt>
                <c:pt idx="3">
                  <c:v>0.20019870839542972</c:v>
                </c:pt>
                <c:pt idx="4">
                  <c:v>6.1434012253684382E-2</c:v>
                </c:pt>
                <c:pt idx="5">
                  <c:v>0.25550587845669814</c:v>
                </c:pt>
                <c:pt idx="6">
                  <c:v>2.608047690014903E-2</c:v>
                </c:pt>
                <c:pt idx="7">
                  <c:v>8.6934923000496767E-3</c:v>
                </c:pt>
              </c:numCache>
            </c:numRef>
          </c:val>
          <c:extLst>
            <c:ext xmlns:c16="http://schemas.microsoft.com/office/drawing/2014/chart" uri="{C3380CC4-5D6E-409C-BE32-E72D297353CC}">
              <c16:uniqueId val="{00000000-D9EA-41D1-ACA1-7C4F74029144}"/>
            </c:ext>
          </c:extLst>
        </c:ser>
        <c:ser>
          <c:idx val="1"/>
          <c:order val="1"/>
          <c:tx>
            <c:v>Historical Data (2010 - 2017)</c:v>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'SBE2 Equifax BRR Distribution'!$B$21:$B$28</c:f>
              <c:strCache>
                <c:ptCount val="8"/>
                <c:pt idx="0">
                  <c:v>7 (6H)</c:v>
                </c:pt>
                <c:pt idx="1">
                  <c:v>9 (6L)</c:v>
                </c:pt>
                <c:pt idx="2">
                  <c:v>11 (7M)</c:v>
                </c:pt>
                <c:pt idx="3">
                  <c:v>13 (8H)</c:v>
                </c:pt>
                <c:pt idx="4">
                  <c:v>15 (8L)</c:v>
                </c:pt>
                <c:pt idx="5">
                  <c:v>15 (8L) - Missing Risk Drivers</c:v>
                </c:pt>
                <c:pt idx="6">
                  <c:v>17 (9M)</c:v>
                </c:pt>
                <c:pt idx="7">
                  <c:v>18 (9L)</c:v>
                </c:pt>
              </c:strCache>
            </c:strRef>
          </c:cat>
          <c:val>
            <c:numRef>
              <c:f>'SBE2 Equifax BRR Distribution'!$L$21:$L$28</c:f>
              <c:numCache>
                <c:formatCode>0.00%</c:formatCode>
                <c:ptCount val="8"/>
                <c:pt idx="0">
                  <c:v>3.4447632249121563E-2</c:v>
                </c:pt>
                <c:pt idx="1">
                  <c:v>0.21123110151187904</c:v>
                </c:pt>
                <c:pt idx="2">
                  <c:v>0.39862028948131911</c:v>
                </c:pt>
                <c:pt idx="3">
                  <c:v>0.22943812256213533</c:v>
                </c:pt>
                <c:pt idx="4">
                  <c:v>7.8069694722929628E-2</c:v>
                </c:pt>
                <c:pt idx="5">
                  <c:v>0</c:v>
                </c:pt>
                <c:pt idx="6">
                  <c:v>3.803230069952613E-2</c:v>
                </c:pt>
                <c:pt idx="7">
                  <c:v>1.0160858773089197E-2</c:v>
                </c:pt>
              </c:numCache>
            </c:numRef>
          </c:val>
          <c:extLst>
            <c:ext xmlns:c16="http://schemas.microsoft.com/office/drawing/2014/chart" uri="{C3380CC4-5D6E-409C-BE32-E72D297353CC}">
              <c16:uniqueId val="{00000001-D9EA-41D1-ACA1-7C4F74029144}"/>
            </c:ext>
          </c:extLst>
        </c:ser>
        <c:dLbls>
          <c:dLblPos val="outEnd"/>
          <c:showLegendKey val="0"/>
          <c:showVal val="1"/>
          <c:showCatName val="0"/>
          <c:showSerName val="0"/>
          <c:showPercent val="0"/>
          <c:showBubbleSize val="0"/>
        </c:dLbls>
        <c:gapWidth val="219"/>
        <c:overlap val="-27"/>
        <c:axId val="1025148888"/>
        <c:axId val="1025146264"/>
      </c:barChart>
      <c:catAx>
        <c:axId val="1025148888"/>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BRR</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025146264"/>
        <c:crosses val="autoZero"/>
        <c:auto val="1"/>
        <c:lblAlgn val="ctr"/>
        <c:lblOffset val="100"/>
        <c:noMultiLvlLbl val="0"/>
      </c:catAx>
      <c:valAx>
        <c:axId val="1025146264"/>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Percent of Obligors</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025148888"/>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v>Non-EFG/Non-NL</c:v>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'SBE2 Equifax BRR Distribution'!$B$21:$B$28</c:f>
              <c:strCache>
                <c:ptCount val="8"/>
                <c:pt idx="0">
                  <c:v>7 (6H)</c:v>
                </c:pt>
                <c:pt idx="1">
                  <c:v>9 (6L)</c:v>
                </c:pt>
                <c:pt idx="2">
                  <c:v>11 (7M)</c:v>
                </c:pt>
                <c:pt idx="3">
                  <c:v>13 (8H)</c:v>
                </c:pt>
                <c:pt idx="4">
                  <c:v>15 (8L)</c:v>
                </c:pt>
                <c:pt idx="5">
                  <c:v>15 (8L) - Missing Risk Drivers</c:v>
                </c:pt>
                <c:pt idx="6">
                  <c:v>17 (9M)</c:v>
                </c:pt>
                <c:pt idx="7">
                  <c:v>18 (9L)</c:v>
                </c:pt>
              </c:strCache>
            </c:strRef>
          </c:cat>
          <c:val>
            <c:numRef>
              <c:f>'SBE2 Equifax BRR Distribution'!$D$21:$D$28</c:f>
              <c:numCache>
                <c:formatCode>0%</c:formatCode>
                <c:ptCount val="8"/>
                <c:pt idx="0">
                  <c:v>4.6268656716417909E-2</c:v>
                </c:pt>
                <c:pt idx="1">
                  <c:v>0.2462686567164179</c:v>
                </c:pt>
                <c:pt idx="2">
                  <c:v>0.258955223880597</c:v>
                </c:pt>
                <c:pt idx="3">
                  <c:v>6.2686567164179099E-2</c:v>
                </c:pt>
                <c:pt idx="4">
                  <c:v>1.4925373134328358E-2</c:v>
                </c:pt>
                <c:pt idx="5">
                  <c:v>0.36268656716417913</c:v>
                </c:pt>
                <c:pt idx="6">
                  <c:v>7.462686567164179E-3</c:v>
                </c:pt>
                <c:pt idx="7">
                  <c:v>7.4626865671641792E-4</c:v>
                </c:pt>
              </c:numCache>
            </c:numRef>
          </c:val>
          <c:extLst>
            <c:ext xmlns:c16="http://schemas.microsoft.com/office/drawing/2014/chart" uri="{C3380CC4-5D6E-409C-BE32-E72D297353CC}">
              <c16:uniqueId val="{00000000-3A2E-412C-9B99-9DD7387FCEC5}"/>
            </c:ext>
          </c:extLst>
        </c:ser>
        <c:ser>
          <c:idx val="1"/>
          <c:order val="1"/>
          <c:tx>
            <c:v>EFG</c:v>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'SBE2 Equifax BRR Distribution'!$B$21:$B$28</c:f>
              <c:strCache>
                <c:ptCount val="8"/>
                <c:pt idx="0">
                  <c:v>7 (6H)</c:v>
                </c:pt>
                <c:pt idx="1">
                  <c:v>9 (6L)</c:v>
                </c:pt>
                <c:pt idx="2">
                  <c:v>11 (7M)</c:v>
                </c:pt>
                <c:pt idx="3">
                  <c:v>13 (8H)</c:v>
                </c:pt>
                <c:pt idx="4">
                  <c:v>15 (8L)</c:v>
                </c:pt>
                <c:pt idx="5">
                  <c:v>15 (8L) - Missing Risk Drivers</c:v>
                </c:pt>
                <c:pt idx="6">
                  <c:v>17 (9M)</c:v>
                </c:pt>
                <c:pt idx="7">
                  <c:v>18 (9L)</c:v>
                </c:pt>
              </c:strCache>
            </c:strRef>
          </c:cat>
          <c:val>
            <c:numRef>
              <c:f>'SBE2 Equifax BRR Distribution'!$F$21:$F$28</c:f>
              <c:numCache>
                <c:formatCode>0%</c:formatCode>
                <c:ptCount val="8"/>
                <c:pt idx="0">
                  <c:v>2.4772914946325351E-2</c:v>
                </c:pt>
                <c:pt idx="1">
                  <c:v>7.9273327828241119E-2</c:v>
                </c:pt>
                <c:pt idx="2">
                  <c:v>0.25846407927332782</c:v>
                </c:pt>
                <c:pt idx="3">
                  <c:v>0.21222130470685385</c:v>
                </c:pt>
                <c:pt idx="4">
                  <c:v>7.4318744838976047E-2</c:v>
                </c:pt>
                <c:pt idx="5">
                  <c:v>0.33195706028075972</c:v>
                </c:pt>
                <c:pt idx="6">
                  <c:v>1.2386457473162676E-2</c:v>
                </c:pt>
                <c:pt idx="7">
                  <c:v>6.6061106523534266E-3</c:v>
                </c:pt>
              </c:numCache>
            </c:numRef>
          </c:val>
          <c:extLst>
            <c:ext xmlns:c16="http://schemas.microsoft.com/office/drawing/2014/chart" uri="{C3380CC4-5D6E-409C-BE32-E72D297353CC}">
              <c16:uniqueId val="{00000001-3A2E-412C-9B99-9DD7387FCEC5}"/>
            </c:ext>
          </c:extLst>
        </c:ser>
        <c:ser>
          <c:idx val="2"/>
          <c:order val="2"/>
          <c:tx>
            <c:v>NL</c:v>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'SBE2 Equifax BRR Distribution'!$B$21:$B$28</c:f>
              <c:strCache>
                <c:ptCount val="8"/>
                <c:pt idx="0">
                  <c:v>7 (6H)</c:v>
                </c:pt>
                <c:pt idx="1">
                  <c:v>9 (6L)</c:v>
                </c:pt>
                <c:pt idx="2">
                  <c:v>11 (7M)</c:v>
                </c:pt>
                <c:pt idx="3">
                  <c:v>13 (8H)</c:v>
                </c:pt>
                <c:pt idx="4">
                  <c:v>15 (8L)</c:v>
                </c:pt>
                <c:pt idx="5">
                  <c:v>15 (8L) - Missing Risk Drivers</c:v>
                </c:pt>
                <c:pt idx="6">
                  <c:v>17 (9M)</c:v>
                </c:pt>
                <c:pt idx="7">
                  <c:v>18 (9L)</c:v>
                </c:pt>
              </c:strCache>
            </c:strRef>
          </c:cat>
          <c:val>
            <c:numRef>
              <c:f>'SBE2 Equifax BRR Distribution'!$H$21:$H$28</c:f>
              <c:numCache>
                <c:formatCode>0%</c:formatCode>
                <c:ptCount val="8"/>
                <c:pt idx="0">
                  <c:v>1.5009971659494069E-2</c:v>
                </c:pt>
                <c:pt idx="1">
                  <c:v>0.12091949197018999</c:v>
                </c:pt>
                <c:pt idx="2">
                  <c:v>0.30849165529547601</c:v>
                </c:pt>
                <c:pt idx="3">
                  <c:v>0.21801196599139289</c:v>
                </c:pt>
                <c:pt idx="4">
                  <c:v>6.6337776844757002E-2</c:v>
                </c:pt>
                <c:pt idx="5">
                  <c:v>0.23071271124173401</c:v>
                </c:pt>
                <c:pt idx="6">
                  <c:v>3.0439802666106856E-2</c:v>
                </c:pt>
                <c:pt idx="7">
                  <c:v>1.0076624330849165E-2</c:v>
                </c:pt>
              </c:numCache>
            </c:numRef>
          </c:val>
          <c:extLst>
            <c:ext xmlns:c16="http://schemas.microsoft.com/office/drawing/2014/chart" uri="{C3380CC4-5D6E-409C-BE32-E72D297353CC}">
              <c16:uniqueId val="{00000002-3A2E-412C-9B99-9DD7387FCEC5}"/>
            </c:ext>
          </c:extLst>
        </c:ser>
        <c:dLbls>
          <c:dLblPos val="outEnd"/>
          <c:showLegendKey val="0"/>
          <c:showVal val="1"/>
          <c:showCatName val="0"/>
          <c:showSerName val="0"/>
          <c:showPercent val="0"/>
          <c:showBubbleSize val="0"/>
        </c:dLbls>
        <c:gapWidth val="219"/>
        <c:overlap val="-27"/>
        <c:axId val="1307997264"/>
        <c:axId val="1308015632"/>
      </c:barChart>
      <c:catAx>
        <c:axId val="1307997264"/>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BRR</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08015632"/>
        <c:crosses val="autoZero"/>
        <c:auto val="1"/>
        <c:lblAlgn val="ctr"/>
        <c:lblOffset val="100"/>
        <c:noMultiLvlLbl val="0"/>
      </c:catAx>
      <c:valAx>
        <c:axId val="1308015632"/>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Percent of Obligors</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07997264"/>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'SBE2 Equifax BRR Distribution'!$B$4:$B$14</c:f>
              <c:strCache>
                <c:ptCount val="11"/>
                <c:pt idx="0">
                  <c:v>7 (6H)</c:v>
                </c:pt>
                <c:pt idx="1">
                  <c:v>9 (6L)</c:v>
                </c:pt>
                <c:pt idx="2">
                  <c:v>11 (7M)</c:v>
                </c:pt>
                <c:pt idx="3">
                  <c:v>13 (8H)</c:v>
                </c:pt>
                <c:pt idx="4">
                  <c:v>15 (8L)</c:v>
                </c:pt>
                <c:pt idx="5">
                  <c:v>15 (8L) - Missing Risk Drivers</c:v>
                </c:pt>
                <c:pt idx="6">
                  <c:v>16 (9H)</c:v>
                </c:pt>
                <c:pt idx="7">
                  <c:v>17 (9M)</c:v>
                </c:pt>
                <c:pt idx="8">
                  <c:v>18 (9L)</c:v>
                </c:pt>
                <c:pt idx="9">
                  <c:v>19 (10H)</c:v>
                </c:pt>
                <c:pt idx="10">
                  <c:v>20 (10L)</c:v>
                </c:pt>
              </c:strCache>
            </c:strRef>
          </c:cat>
          <c:val>
            <c:numRef>
              <c:f>'SBE2 Equifax BRR Distribution'!$J$4:$J$14</c:f>
              <c:numCache>
                <c:formatCode>0.00%</c:formatCode>
                <c:ptCount val="11"/>
                <c:pt idx="0">
                  <c:v>1.9373454245671887E-2</c:v>
                </c:pt>
                <c:pt idx="1">
                  <c:v>0.1300906842539159</c:v>
                </c:pt>
                <c:pt idx="2">
                  <c:v>0.29670239076669414</c:v>
                </c:pt>
                <c:pt idx="3">
                  <c:v>0.19934047815333883</c:v>
                </c:pt>
                <c:pt idx="4">
                  <c:v>6.1170651277823576E-2</c:v>
                </c:pt>
                <c:pt idx="5">
                  <c:v>0.25441055234954657</c:v>
                </c:pt>
                <c:pt idx="6">
                  <c:v>1.6488046166529267E-4</c:v>
                </c:pt>
                <c:pt idx="7">
                  <c:v>2.6380873866446827E-2</c:v>
                </c:pt>
                <c:pt idx="8">
                  <c:v>8.7386644682605104E-3</c:v>
                </c:pt>
                <c:pt idx="9">
                  <c:v>3.2976092333058534E-4</c:v>
                </c:pt>
                <c:pt idx="10">
                  <c:v>3.2976092333058533E-3</c:v>
                </c:pt>
              </c:numCache>
            </c:numRef>
          </c:val>
          <c:extLst>
            <c:ext xmlns:c16="http://schemas.microsoft.com/office/drawing/2014/chart" uri="{C3380CC4-5D6E-409C-BE32-E72D297353CC}">
              <c16:uniqueId val="{00000000-03C4-4F65-8244-70416D4ECDAF}"/>
            </c:ext>
          </c:extLst>
        </c:ser>
        <c:dLbls>
          <c:dLblPos val="outEnd"/>
          <c:showLegendKey val="0"/>
          <c:showVal val="1"/>
          <c:showCatName val="0"/>
          <c:showSerName val="0"/>
          <c:showPercent val="0"/>
          <c:showBubbleSize val="0"/>
        </c:dLbls>
        <c:gapWidth val="219"/>
        <c:overlap val="-27"/>
        <c:axId val="871217744"/>
        <c:axId val="871224632"/>
      </c:barChart>
      <c:catAx>
        <c:axId val="871217744"/>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BRR</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871224632"/>
        <c:crosses val="autoZero"/>
        <c:auto val="1"/>
        <c:lblAlgn val="ctr"/>
        <c:lblOffset val="100"/>
        <c:noMultiLvlLbl val="0"/>
      </c:catAx>
      <c:valAx>
        <c:axId val="871224632"/>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Percent of Obligors</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871217744"/>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'SBE2 Equifax Risk Drivers'!$AB$2</c:f>
              <c:strCache>
                <c:ptCount val="1"/>
                <c:pt idx="0">
                  <c:v>Current Portfolio</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'SBE2 Equifax Risk Drivers'!$B$5:$B$8</c:f>
              <c:strCache>
                <c:ptCount val="4"/>
                <c:pt idx="0">
                  <c:v>&lt; 1264 or Missing</c:v>
                </c:pt>
                <c:pt idx="1">
                  <c:v>1264 - 1333</c:v>
                </c:pt>
                <c:pt idx="2">
                  <c:v>1333 - 1425</c:v>
                </c:pt>
                <c:pt idx="3">
                  <c:v>&gt;= 1425</c:v>
                </c:pt>
              </c:strCache>
            </c:strRef>
          </c:cat>
          <c:val>
            <c:numRef>
              <c:f>'SBE2 Equifax Risk Drivers'!$G$5:$G$8</c:f>
              <c:numCache>
                <c:formatCode>0.00%</c:formatCode>
                <c:ptCount val="4"/>
                <c:pt idx="0">
                  <c:v>2.9581850533807828E-2</c:v>
                </c:pt>
                <c:pt idx="1">
                  <c:v>8.7188612099644125E-2</c:v>
                </c:pt>
                <c:pt idx="2">
                  <c:v>0.5266903914590747</c:v>
                </c:pt>
                <c:pt idx="3">
                  <c:v>0.35653914590747332</c:v>
                </c:pt>
              </c:numCache>
            </c:numRef>
          </c:val>
          <c:extLst>
            <c:ext xmlns:c16="http://schemas.microsoft.com/office/drawing/2014/chart" uri="{C3380CC4-5D6E-409C-BE32-E72D297353CC}">
              <c16:uniqueId val="{00000000-150D-43E7-9C2E-129014E76D90}"/>
            </c:ext>
          </c:extLst>
        </c:ser>
        <c:ser>
          <c:idx val="1"/>
          <c:order val="1"/>
          <c:tx>
            <c:strRef>
              <c:f>'SBE2 Equifax Risk Drivers'!$AB$3</c:f>
              <c:strCache>
                <c:ptCount val="1"/>
                <c:pt idx="0">
                  <c:v>Historical Data (2010 - 2017)</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'SBE2 Equifax Risk Drivers'!$B$5:$B$8</c:f>
              <c:strCache>
                <c:ptCount val="4"/>
                <c:pt idx="0">
                  <c:v>&lt; 1264 or Missing</c:v>
                </c:pt>
                <c:pt idx="1">
                  <c:v>1264 - 1333</c:v>
                </c:pt>
                <c:pt idx="2">
                  <c:v>1333 - 1425</c:v>
                </c:pt>
                <c:pt idx="3">
                  <c:v>&gt;= 1425</c:v>
                </c:pt>
              </c:strCache>
            </c:strRef>
          </c:cat>
          <c:val>
            <c:numRef>
              <c:f>'SBE2 Equifax Risk Drivers'!$I$5:$I$8</c:f>
              <c:numCache>
                <c:formatCode>0.00%</c:formatCode>
                <c:ptCount val="4"/>
                <c:pt idx="0">
                  <c:v>4.8322104380903258E-2</c:v>
                </c:pt>
                <c:pt idx="1">
                  <c:v>0.11494149124786435</c:v>
                </c:pt>
                <c:pt idx="2">
                  <c:v>0.4843622062473808</c:v>
                </c:pt>
                <c:pt idx="3">
                  <c:v>0.35237419812385157</c:v>
                </c:pt>
              </c:numCache>
            </c:numRef>
          </c:val>
          <c:extLst>
            <c:ext xmlns:c16="http://schemas.microsoft.com/office/drawing/2014/chart" uri="{C3380CC4-5D6E-409C-BE32-E72D297353CC}">
              <c16:uniqueId val="{00000001-150D-43E7-9C2E-129014E76D90}"/>
            </c:ext>
          </c:extLst>
        </c:ser>
        <c:dLbls>
          <c:dLblPos val="outEnd"/>
          <c:showLegendKey val="0"/>
          <c:showVal val="1"/>
          <c:showCatName val="0"/>
          <c:showSerName val="0"/>
          <c:showPercent val="0"/>
          <c:showBubbleSize val="0"/>
        </c:dLbls>
        <c:gapWidth val="219"/>
        <c:overlap val="-27"/>
        <c:axId val="661066672"/>
        <c:axId val="661067000"/>
      </c:barChart>
      <c:catAx>
        <c:axId val="661066672"/>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Business Failure Risk Score</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61067000"/>
        <c:crosses val="autoZero"/>
        <c:auto val="1"/>
        <c:lblAlgn val="ctr"/>
        <c:lblOffset val="100"/>
        <c:noMultiLvlLbl val="0"/>
      </c:catAx>
      <c:valAx>
        <c:axId val="661067000"/>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Percent of Obligors</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61066672"/>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v>Non-EFG/Non-NL</c:v>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'SBE2 Equifax Risk Drivers'!$B$5:$B$8</c:f>
              <c:strCache>
                <c:ptCount val="4"/>
                <c:pt idx="0">
                  <c:v>&lt; 1264 or Missing</c:v>
                </c:pt>
                <c:pt idx="1">
                  <c:v>1264 - 1333</c:v>
                </c:pt>
                <c:pt idx="2">
                  <c:v>1333 - 1425</c:v>
                </c:pt>
                <c:pt idx="3">
                  <c:v>&gt;= 1425</c:v>
                </c:pt>
              </c:strCache>
            </c:strRef>
          </c:cat>
          <c:val>
            <c:numRef>
              <c:f>'SBE2 Equifax Risk Drivers'!$C$5:$C$8</c:f>
              <c:numCache>
                <c:formatCode>0.00%</c:formatCode>
                <c:ptCount val="4"/>
                <c:pt idx="0">
                  <c:v>4.8000000000000001E-2</c:v>
                </c:pt>
                <c:pt idx="1">
                  <c:v>0.12529999999999999</c:v>
                </c:pt>
                <c:pt idx="2">
                  <c:v>0.52580000000000005</c:v>
                </c:pt>
                <c:pt idx="3">
                  <c:v>0.3009</c:v>
                </c:pt>
              </c:numCache>
            </c:numRef>
          </c:val>
          <c:extLst>
            <c:ext xmlns:c16="http://schemas.microsoft.com/office/drawing/2014/chart" uri="{C3380CC4-5D6E-409C-BE32-E72D297353CC}">
              <c16:uniqueId val="{00000000-A202-4364-AB6E-F55A6759398B}"/>
            </c:ext>
          </c:extLst>
        </c:ser>
        <c:ser>
          <c:idx val="1"/>
          <c:order val="1"/>
          <c:tx>
            <c:v>EFG</c:v>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'SBE2 Equifax Risk Drivers'!$B$5:$B$8</c:f>
              <c:strCache>
                <c:ptCount val="4"/>
                <c:pt idx="0">
                  <c:v>&lt; 1264 or Missing</c:v>
                </c:pt>
                <c:pt idx="1">
                  <c:v>1264 - 1333</c:v>
                </c:pt>
                <c:pt idx="2">
                  <c:v>1333 - 1425</c:v>
                </c:pt>
                <c:pt idx="3">
                  <c:v>&gt;= 1425</c:v>
                </c:pt>
              </c:strCache>
            </c:strRef>
          </c:cat>
          <c:val>
            <c:numRef>
              <c:f>'SBE2 Equifax Risk Drivers'!$D$5:$D$8</c:f>
              <c:numCache>
                <c:formatCode>0.00%</c:formatCode>
                <c:ptCount val="4"/>
                <c:pt idx="0">
                  <c:v>3.5799999999999998E-2</c:v>
                </c:pt>
                <c:pt idx="1">
                  <c:v>0.1174</c:v>
                </c:pt>
                <c:pt idx="2">
                  <c:v>0.57230000000000003</c:v>
                </c:pt>
                <c:pt idx="3">
                  <c:v>0.27439999999999998</c:v>
                </c:pt>
              </c:numCache>
            </c:numRef>
          </c:val>
          <c:extLst>
            <c:ext xmlns:c16="http://schemas.microsoft.com/office/drawing/2014/chart" uri="{C3380CC4-5D6E-409C-BE32-E72D297353CC}">
              <c16:uniqueId val="{00000001-A202-4364-AB6E-F55A6759398B}"/>
            </c:ext>
          </c:extLst>
        </c:ser>
        <c:ser>
          <c:idx val="2"/>
          <c:order val="2"/>
          <c:tx>
            <c:v>NL</c:v>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'SBE2 Equifax Risk Drivers'!$B$5:$B$8</c:f>
              <c:strCache>
                <c:ptCount val="4"/>
                <c:pt idx="0">
                  <c:v>&lt; 1264 or Missing</c:v>
                </c:pt>
                <c:pt idx="1">
                  <c:v>1264 - 1333</c:v>
                </c:pt>
                <c:pt idx="2">
                  <c:v>1333 - 1425</c:v>
                </c:pt>
                <c:pt idx="3">
                  <c:v>&gt;= 1425</c:v>
                </c:pt>
              </c:strCache>
            </c:strRef>
          </c:cat>
          <c:val>
            <c:numRef>
              <c:f>'SBE2 Equifax Risk Drivers'!$E$5:$E$8</c:f>
              <c:numCache>
                <c:formatCode>0.00%</c:formatCode>
                <c:ptCount val="4"/>
                <c:pt idx="0">
                  <c:v>2.6700000000000002E-2</c:v>
                </c:pt>
                <c:pt idx="1">
                  <c:v>7.9399999999999998E-2</c:v>
                </c:pt>
                <c:pt idx="2">
                  <c:v>0.52180000000000004</c:v>
                </c:pt>
                <c:pt idx="3">
                  <c:v>0.37209999999999999</c:v>
                </c:pt>
              </c:numCache>
            </c:numRef>
          </c:val>
          <c:extLst>
            <c:ext xmlns:c16="http://schemas.microsoft.com/office/drawing/2014/chart" uri="{C3380CC4-5D6E-409C-BE32-E72D297353CC}">
              <c16:uniqueId val="{00000002-A202-4364-AB6E-F55A6759398B}"/>
            </c:ext>
          </c:extLst>
        </c:ser>
        <c:dLbls>
          <c:dLblPos val="outEnd"/>
          <c:showLegendKey val="0"/>
          <c:showVal val="1"/>
          <c:showCatName val="0"/>
          <c:showSerName val="0"/>
          <c:showPercent val="0"/>
          <c:showBubbleSize val="0"/>
        </c:dLbls>
        <c:gapWidth val="219"/>
        <c:overlap val="-27"/>
        <c:axId val="528997352"/>
        <c:axId val="528994400"/>
      </c:barChart>
      <c:catAx>
        <c:axId val="528997352"/>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Business Failure Risk Score</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28994400"/>
        <c:crosses val="autoZero"/>
        <c:auto val="1"/>
        <c:lblAlgn val="ctr"/>
        <c:lblOffset val="100"/>
        <c:noMultiLvlLbl val="0"/>
      </c:catAx>
      <c:valAx>
        <c:axId val="528994400"/>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Percent of Obligors</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2899735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'SBE2 Equifax Risk Drivers'!$AB$2</c:f>
              <c:strCache>
                <c:ptCount val="1"/>
                <c:pt idx="0">
                  <c:v>Current Portfolio</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'SBE2 Equifax Risk Drivers'!$B$14:$B$17</c:f>
              <c:strCache>
                <c:ptCount val="4"/>
                <c:pt idx="0">
                  <c:v>&lt; 351 or Missing</c:v>
                </c:pt>
                <c:pt idx="1">
                  <c:v>351 - 416</c:v>
                </c:pt>
                <c:pt idx="2">
                  <c:v>416 - 513</c:v>
                </c:pt>
                <c:pt idx="3">
                  <c:v>&gt;= 513</c:v>
                </c:pt>
              </c:strCache>
            </c:strRef>
          </c:cat>
          <c:val>
            <c:numRef>
              <c:f>'SBE2 Equifax Risk Drivers'!$G$14:$G$17</c:f>
              <c:numCache>
                <c:formatCode>0.00%</c:formatCode>
                <c:ptCount val="4"/>
                <c:pt idx="0">
                  <c:v>5.8385231316725981E-2</c:v>
                </c:pt>
                <c:pt idx="1">
                  <c:v>0.30315836298932386</c:v>
                </c:pt>
                <c:pt idx="2">
                  <c:v>0.44395017793594305</c:v>
                </c:pt>
                <c:pt idx="3">
                  <c:v>0.19450622775800711</c:v>
                </c:pt>
              </c:numCache>
            </c:numRef>
          </c:val>
          <c:extLst>
            <c:ext xmlns:c16="http://schemas.microsoft.com/office/drawing/2014/chart" uri="{C3380CC4-5D6E-409C-BE32-E72D297353CC}">
              <c16:uniqueId val="{00000000-00C6-4521-951D-E84E426DE930}"/>
            </c:ext>
          </c:extLst>
        </c:ser>
        <c:ser>
          <c:idx val="1"/>
          <c:order val="1"/>
          <c:tx>
            <c:strRef>
              <c:f>'SBE2 Equifax Risk Drivers'!$AB$3</c:f>
              <c:strCache>
                <c:ptCount val="1"/>
                <c:pt idx="0">
                  <c:v>Historical Data (2010 - 2017)</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'SBE2 Equifax Risk Drivers'!$B$14:$B$17</c:f>
              <c:strCache>
                <c:ptCount val="4"/>
                <c:pt idx="0">
                  <c:v>&lt; 351 or Missing</c:v>
                </c:pt>
                <c:pt idx="1">
                  <c:v>351 - 416</c:v>
                </c:pt>
                <c:pt idx="2">
                  <c:v>416 - 513</c:v>
                </c:pt>
                <c:pt idx="3">
                  <c:v>&gt;= 513</c:v>
                </c:pt>
              </c:strCache>
            </c:strRef>
          </c:cat>
          <c:val>
            <c:numRef>
              <c:f>'SBE2 Equifax Risk Drivers'!$I$14:$I$17</c:f>
              <c:numCache>
                <c:formatCode>0.00%</c:formatCode>
                <c:ptCount val="4"/>
                <c:pt idx="0">
                  <c:v>9.8926533638502956E-2</c:v>
                </c:pt>
                <c:pt idx="1">
                  <c:v>0.19464233906063635</c:v>
                </c:pt>
                <c:pt idx="2">
                  <c:v>0.45495631991231744</c:v>
                </c:pt>
                <c:pt idx="3">
                  <c:v>0.25147480738854322</c:v>
                </c:pt>
              </c:numCache>
            </c:numRef>
          </c:val>
          <c:extLst>
            <c:ext xmlns:c16="http://schemas.microsoft.com/office/drawing/2014/chart" uri="{C3380CC4-5D6E-409C-BE32-E72D297353CC}">
              <c16:uniqueId val="{00000001-00C6-4521-951D-E84E426DE930}"/>
            </c:ext>
          </c:extLst>
        </c:ser>
        <c:dLbls>
          <c:dLblPos val="outEnd"/>
          <c:showLegendKey val="0"/>
          <c:showVal val="1"/>
          <c:showCatName val="0"/>
          <c:showSerName val="0"/>
          <c:showPercent val="0"/>
          <c:showBubbleSize val="0"/>
        </c:dLbls>
        <c:gapWidth val="219"/>
        <c:overlap val="-27"/>
        <c:axId val="661038792"/>
        <c:axId val="661030920"/>
      </c:barChart>
      <c:catAx>
        <c:axId val="661038792"/>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Commercial Delinquency Score</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61030920"/>
        <c:crosses val="autoZero"/>
        <c:auto val="1"/>
        <c:lblAlgn val="ctr"/>
        <c:lblOffset val="100"/>
        <c:noMultiLvlLbl val="0"/>
      </c:catAx>
      <c:valAx>
        <c:axId val="661030920"/>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Percent of Obligors</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61038792"/>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9.6624559200038651E-2"/>
          <c:y val="3.4147628293356512E-2"/>
          <c:w val="0.88650427515578956"/>
          <c:h val="0.70299749255429334"/>
        </c:manualLayout>
      </c:layout>
      <c:barChart>
        <c:barDir val="col"/>
        <c:grouping val="clustered"/>
        <c:varyColors val="0"/>
        <c:ser>
          <c:idx val="0"/>
          <c:order val="0"/>
          <c:tx>
            <c:v>Non-EFG/Non-NL</c:v>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'SBE2 Equifax Risk Drivers'!$B$14:$B$17</c:f>
              <c:strCache>
                <c:ptCount val="4"/>
                <c:pt idx="0">
                  <c:v>&lt; 351 or Missing</c:v>
                </c:pt>
                <c:pt idx="1">
                  <c:v>351 - 416</c:v>
                </c:pt>
                <c:pt idx="2">
                  <c:v>416 - 513</c:v>
                </c:pt>
                <c:pt idx="3">
                  <c:v>&gt;= 513</c:v>
                </c:pt>
              </c:strCache>
            </c:strRef>
          </c:cat>
          <c:val>
            <c:numRef>
              <c:f>'SBE2 Equifax Risk Drivers'!$C$14:$C$17</c:f>
              <c:numCache>
                <c:formatCode>0.00%</c:formatCode>
                <c:ptCount val="4"/>
                <c:pt idx="0">
                  <c:v>6.9099999999999995E-2</c:v>
                </c:pt>
                <c:pt idx="1">
                  <c:v>0.29509999999999997</c:v>
                </c:pt>
                <c:pt idx="2">
                  <c:v>0.47420000000000001</c:v>
                </c:pt>
                <c:pt idx="3">
                  <c:v>0.16159999999999999</c:v>
                </c:pt>
              </c:numCache>
            </c:numRef>
          </c:val>
          <c:extLst>
            <c:ext xmlns:c16="http://schemas.microsoft.com/office/drawing/2014/chart" uri="{C3380CC4-5D6E-409C-BE32-E72D297353CC}">
              <c16:uniqueId val="{00000000-5921-4014-9FA9-F8D740E440B5}"/>
            </c:ext>
          </c:extLst>
        </c:ser>
        <c:ser>
          <c:idx val="1"/>
          <c:order val="1"/>
          <c:tx>
            <c:v>EFG</c:v>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'SBE2 Equifax Risk Drivers'!$B$14:$B$17</c:f>
              <c:strCache>
                <c:ptCount val="4"/>
                <c:pt idx="0">
                  <c:v>&lt; 351 or Missing</c:v>
                </c:pt>
                <c:pt idx="1">
                  <c:v>351 - 416</c:v>
                </c:pt>
                <c:pt idx="2">
                  <c:v>416 - 513</c:v>
                </c:pt>
                <c:pt idx="3">
                  <c:v>&gt;= 513</c:v>
                </c:pt>
              </c:strCache>
            </c:strRef>
          </c:cat>
          <c:val>
            <c:numRef>
              <c:f>'SBE2 Equifax Risk Drivers'!$D$14:$D$17</c:f>
              <c:numCache>
                <c:formatCode>0.00%</c:formatCode>
                <c:ptCount val="4"/>
                <c:pt idx="0">
                  <c:v>7.4200000000000002E-2</c:v>
                </c:pt>
                <c:pt idx="1">
                  <c:v>0.3548</c:v>
                </c:pt>
                <c:pt idx="2">
                  <c:v>0.45119999999999999</c:v>
                </c:pt>
                <c:pt idx="3">
                  <c:v>0.11990000000000001</c:v>
                </c:pt>
              </c:numCache>
            </c:numRef>
          </c:val>
          <c:extLst>
            <c:ext xmlns:c16="http://schemas.microsoft.com/office/drawing/2014/chart" uri="{C3380CC4-5D6E-409C-BE32-E72D297353CC}">
              <c16:uniqueId val="{00000001-5921-4014-9FA9-F8D740E440B5}"/>
            </c:ext>
          </c:extLst>
        </c:ser>
        <c:ser>
          <c:idx val="2"/>
          <c:order val="2"/>
          <c:tx>
            <c:v>NL</c:v>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'SBE2 Equifax Risk Drivers'!$B$14:$B$17</c:f>
              <c:strCache>
                <c:ptCount val="4"/>
                <c:pt idx="0">
                  <c:v>&lt; 351 or Missing</c:v>
                </c:pt>
                <c:pt idx="1">
                  <c:v>351 - 416</c:v>
                </c:pt>
                <c:pt idx="2">
                  <c:v>416 - 513</c:v>
                </c:pt>
                <c:pt idx="3">
                  <c:v>&gt;= 513</c:v>
                </c:pt>
              </c:strCache>
            </c:strRef>
          </c:cat>
          <c:val>
            <c:numRef>
              <c:f>'SBE2 Equifax Risk Drivers'!$E$14:$E$17</c:f>
              <c:numCache>
                <c:formatCode>0.00%</c:formatCode>
                <c:ptCount val="4"/>
                <c:pt idx="0">
                  <c:v>5.5399999999999998E-2</c:v>
                </c:pt>
                <c:pt idx="1">
                  <c:v>0.2984</c:v>
                </c:pt>
                <c:pt idx="2">
                  <c:v>0.43959999999999999</c:v>
                </c:pt>
                <c:pt idx="3">
                  <c:v>0.20660000000000001</c:v>
                </c:pt>
              </c:numCache>
            </c:numRef>
          </c:val>
          <c:extLst>
            <c:ext xmlns:c16="http://schemas.microsoft.com/office/drawing/2014/chart" uri="{C3380CC4-5D6E-409C-BE32-E72D297353CC}">
              <c16:uniqueId val="{00000002-5921-4014-9FA9-F8D740E440B5}"/>
            </c:ext>
          </c:extLst>
        </c:ser>
        <c:dLbls>
          <c:dLblPos val="outEnd"/>
          <c:showLegendKey val="0"/>
          <c:showVal val="1"/>
          <c:showCatName val="0"/>
          <c:showSerName val="0"/>
          <c:showPercent val="0"/>
          <c:showBubbleSize val="0"/>
        </c:dLbls>
        <c:gapWidth val="219"/>
        <c:overlap val="-27"/>
        <c:axId val="528998008"/>
        <c:axId val="528999648"/>
      </c:barChart>
      <c:catAx>
        <c:axId val="528998008"/>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Commercial Delinquency Score</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28999648"/>
        <c:crosses val="autoZero"/>
        <c:auto val="1"/>
        <c:lblAlgn val="ctr"/>
        <c:lblOffset val="100"/>
        <c:noMultiLvlLbl val="0"/>
      </c:catAx>
      <c:valAx>
        <c:axId val="528999648"/>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Percent of Obligors</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28998008"/>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'SBE2 Equifax Risk Drivers'!$AB$2</c:f>
              <c:strCache>
                <c:ptCount val="1"/>
                <c:pt idx="0">
                  <c:v>Current Portfolio</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'SBE2 Equifax Risk Drivers'!$B$24:$B$29</c:f>
              <c:strCache>
                <c:ptCount val="6"/>
                <c:pt idx="0">
                  <c:v>&lt; 14</c:v>
                </c:pt>
                <c:pt idx="1">
                  <c:v>14 - 16</c:v>
                </c:pt>
                <c:pt idx="2">
                  <c:v>16 - 20</c:v>
                </c:pt>
                <c:pt idx="3">
                  <c:v>20 - 28</c:v>
                </c:pt>
                <c:pt idx="4">
                  <c:v>28 - 70</c:v>
                </c:pt>
                <c:pt idx="5">
                  <c:v>&gt;= 70 or Missing</c:v>
                </c:pt>
              </c:strCache>
            </c:strRef>
          </c:cat>
          <c:val>
            <c:numRef>
              <c:f>'SBE2 Equifax Risk Drivers'!$G$24:$G$29</c:f>
              <c:numCache>
                <c:formatCode>0.00%</c:formatCode>
                <c:ptCount val="6"/>
                <c:pt idx="0">
                  <c:v>0.37733540925266906</c:v>
                </c:pt>
                <c:pt idx="1">
                  <c:v>0.17871441281138789</c:v>
                </c:pt>
                <c:pt idx="2">
                  <c:v>0.22664590747330962</c:v>
                </c:pt>
                <c:pt idx="3">
                  <c:v>0.17471085409252668</c:v>
                </c:pt>
                <c:pt idx="4">
                  <c:v>4.1481316725978649E-2</c:v>
                </c:pt>
                <c:pt idx="5">
                  <c:v>1.112099644128114E-3</c:v>
                </c:pt>
              </c:numCache>
            </c:numRef>
          </c:val>
          <c:extLst>
            <c:ext xmlns:c16="http://schemas.microsoft.com/office/drawing/2014/chart" uri="{C3380CC4-5D6E-409C-BE32-E72D297353CC}">
              <c16:uniqueId val="{00000000-AC1D-4571-A28C-A3966F0AB6AA}"/>
            </c:ext>
          </c:extLst>
        </c:ser>
        <c:ser>
          <c:idx val="1"/>
          <c:order val="1"/>
          <c:tx>
            <c:strRef>
              <c:f>'SBE2 Equifax Risk Drivers'!$AB$3</c:f>
              <c:strCache>
                <c:ptCount val="1"/>
                <c:pt idx="0">
                  <c:v>Historical Data (2010 - 2017)</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'SBE2 Equifax Risk Drivers'!$B$24:$B$29</c:f>
              <c:strCache>
                <c:ptCount val="6"/>
                <c:pt idx="0">
                  <c:v>&lt; 14</c:v>
                </c:pt>
                <c:pt idx="1">
                  <c:v>14 - 16</c:v>
                </c:pt>
                <c:pt idx="2">
                  <c:v>16 - 20</c:v>
                </c:pt>
                <c:pt idx="3">
                  <c:v>20 - 28</c:v>
                </c:pt>
                <c:pt idx="4">
                  <c:v>28 - 70</c:v>
                </c:pt>
                <c:pt idx="5">
                  <c:v>&gt;= 70 or Missing</c:v>
                </c:pt>
              </c:strCache>
            </c:strRef>
          </c:cat>
          <c:val>
            <c:numRef>
              <c:f>'SBE2 Equifax Risk Drivers'!$I$24:$I$29</c:f>
              <c:numCache>
                <c:formatCode>0.00%</c:formatCode>
                <c:ptCount val="6"/>
                <c:pt idx="0">
                  <c:v>0.47080364914090456</c:v>
                </c:pt>
                <c:pt idx="1">
                  <c:v>0.16434673285838625</c:v>
                </c:pt>
                <c:pt idx="2">
                  <c:v>0.17513297443667195</c:v>
                </c:pt>
                <c:pt idx="3">
                  <c:v>0.13212984752264595</c:v>
                </c:pt>
                <c:pt idx="4">
                  <c:v>5.5446310563811614E-2</c:v>
                </c:pt>
                <c:pt idx="5">
                  <c:v>2.1404854775797042E-3</c:v>
                </c:pt>
              </c:numCache>
            </c:numRef>
          </c:val>
          <c:extLst>
            <c:ext xmlns:c16="http://schemas.microsoft.com/office/drawing/2014/chart" uri="{C3380CC4-5D6E-409C-BE32-E72D297353CC}">
              <c16:uniqueId val="{00000001-AC1D-4571-A28C-A3966F0AB6AA}"/>
            </c:ext>
          </c:extLst>
        </c:ser>
        <c:dLbls>
          <c:dLblPos val="outEnd"/>
          <c:showLegendKey val="0"/>
          <c:showVal val="1"/>
          <c:showCatName val="0"/>
          <c:showSerName val="0"/>
          <c:showPercent val="0"/>
          <c:showBubbleSize val="0"/>
        </c:dLbls>
        <c:gapWidth val="219"/>
        <c:overlap val="-27"/>
        <c:axId val="660121152"/>
        <c:axId val="660122136"/>
      </c:barChart>
      <c:catAx>
        <c:axId val="660121152"/>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Credit Information Score</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60122136"/>
        <c:crosses val="autoZero"/>
        <c:auto val="1"/>
        <c:lblAlgn val="ctr"/>
        <c:lblOffset val="100"/>
        <c:noMultiLvlLbl val="0"/>
      </c:catAx>
      <c:valAx>
        <c:axId val="660122136"/>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Percent of Obligors</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60121152"/>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v>Non-EFG/Non-NL</c:v>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'SBE2 Equifax Risk Drivers'!$B$24:$B$29</c:f>
              <c:strCache>
                <c:ptCount val="6"/>
                <c:pt idx="0">
                  <c:v>&lt; 14</c:v>
                </c:pt>
                <c:pt idx="1">
                  <c:v>14 - 16</c:v>
                </c:pt>
                <c:pt idx="2">
                  <c:v>16 - 20</c:v>
                </c:pt>
                <c:pt idx="3">
                  <c:v>20 - 28</c:v>
                </c:pt>
                <c:pt idx="4">
                  <c:v>28 - 70</c:v>
                </c:pt>
                <c:pt idx="5">
                  <c:v>&gt;= 70 or Missing</c:v>
                </c:pt>
              </c:strCache>
            </c:strRef>
          </c:cat>
          <c:val>
            <c:numRef>
              <c:f>'SBE2 Equifax Risk Drivers'!$C$24:$C$29</c:f>
              <c:numCache>
                <c:formatCode>0.00%</c:formatCode>
                <c:ptCount val="6"/>
                <c:pt idx="0">
                  <c:v>0.50819999999999999</c:v>
                </c:pt>
                <c:pt idx="1">
                  <c:v>0.20019999999999999</c:v>
                </c:pt>
                <c:pt idx="2">
                  <c:v>0.1464</c:v>
                </c:pt>
                <c:pt idx="3">
                  <c:v>0.10299999999999999</c:v>
                </c:pt>
                <c:pt idx="4">
                  <c:v>3.9800000000000002E-2</c:v>
                </c:pt>
                <c:pt idx="5">
                  <c:v>2.3E-3</c:v>
                </c:pt>
              </c:numCache>
            </c:numRef>
          </c:val>
          <c:extLst>
            <c:ext xmlns:c16="http://schemas.microsoft.com/office/drawing/2014/chart" uri="{C3380CC4-5D6E-409C-BE32-E72D297353CC}">
              <c16:uniqueId val="{00000000-B314-48BF-BF60-709AC34076D1}"/>
            </c:ext>
          </c:extLst>
        </c:ser>
        <c:ser>
          <c:idx val="1"/>
          <c:order val="1"/>
          <c:tx>
            <c:v>EFG</c:v>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'SBE2 Equifax Risk Drivers'!$B$24:$B$29</c:f>
              <c:strCache>
                <c:ptCount val="6"/>
                <c:pt idx="0">
                  <c:v>&lt; 14</c:v>
                </c:pt>
                <c:pt idx="1">
                  <c:v>14 - 16</c:v>
                </c:pt>
                <c:pt idx="2">
                  <c:v>16 - 20</c:v>
                </c:pt>
                <c:pt idx="3">
                  <c:v>20 - 28</c:v>
                </c:pt>
                <c:pt idx="4">
                  <c:v>28 - 70</c:v>
                </c:pt>
                <c:pt idx="5">
                  <c:v>&gt;= 70 or Missing</c:v>
                </c:pt>
              </c:strCache>
            </c:strRef>
          </c:cat>
          <c:val>
            <c:numRef>
              <c:f>'SBE2 Equifax Risk Drivers'!$D$24:$D$29</c:f>
              <c:numCache>
                <c:formatCode>0.00%</c:formatCode>
                <c:ptCount val="6"/>
                <c:pt idx="0">
                  <c:v>0.3523</c:v>
                </c:pt>
                <c:pt idx="1">
                  <c:v>0.20269999999999999</c:v>
                </c:pt>
                <c:pt idx="2">
                  <c:v>0.20399999999999999</c:v>
                </c:pt>
                <c:pt idx="3">
                  <c:v>0.20519999999999999</c:v>
                </c:pt>
                <c:pt idx="4">
                  <c:v>3.5799999999999998E-2</c:v>
                </c:pt>
                <c:pt idx="5">
                  <c:v>0</c:v>
                </c:pt>
              </c:numCache>
            </c:numRef>
          </c:val>
          <c:extLst>
            <c:ext xmlns:c16="http://schemas.microsoft.com/office/drawing/2014/chart" uri="{C3380CC4-5D6E-409C-BE32-E72D297353CC}">
              <c16:uniqueId val="{00000001-B314-48BF-BF60-709AC34076D1}"/>
            </c:ext>
          </c:extLst>
        </c:ser>
        <c:ser>
          <c:idx val="2"/>
          <c:order val="2"/>
          <c:tx>
            <c:v>NL</c:v>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'SBE2 Equifax Risk Drivers'!$B$24:$B$29</c:f>
              <c:strCache>
                <c:ptCount val="6"/>
                <c:pt idx="0">
                  <c:v>&lt; 14</c:v>
                </c:pt>
                <c:pt idx="1">
                  <c:v>14 - 16</c:v>
                </c:pt>
                <c:pt idx="2">
                  <c:v>16 - 20</c:v>
                </c:pt>
                <c:pt idx="3">
                  <c:v>20 - 28</c:v>
                </c:pt>
                <c:pt idx="4">
                  <c:v>28 - 70</c:v>
                </c:pt>
                <c:pt idx="5">
                  <c:v>&gt;= 70 or Missing</c:v>
                </c:pt>
              </c:strCache>
            </c:strRef>
          </c:cat>
          <c:val>
            <c:numRef>
              <c:f>'SBE2 Equifax Risk Drivers'!$E$24:$E$29</c:f>
              <c:numCache>
                <c:formatCode>0.00%</c:formatCode>
                <c:ptCount val="6"/>
                <c:pt idx="0">
                  <c:v>0.3649</c:v>
                </c:pt>
                <c:pt idx="1">
                  <c:v>0.1736</c:v>
                </c:pt>
                <c:pt idx="2">
                  <c:v>0.23849999999999999</c:v>
                </c:pt>
                <c:pt idx="3">
                  <c:v>0.1797</c:v>
                </c:pt>
                <c:pt idx="4">
                  <c:v>4.2299999999999997E-2</c:v>
                </c:pt>
                <c:pt idx="5">
                  <c:v>1.1000000000000001E-3</c:v>
                </c:pt>
              </c:numCache>
            </c:numRef>
          </c:val>
          <c:extLst>
            <c:ext xmlns:c16="http://schemas.microsoft.com/office/drawing/2014/chart" uri="{C3380CC4-5D6E-409C-BE32-E72D297353CC}">
              <c16:uniqueId val="{00000002-B314-48BF-BF60-709AC34076D1}"/>
            </c:ext>
          </c:extLst>
        </c:ser>
        <c:dLbls>
          <c:dLblPos val="outEnd"/>
          <c:showLegendKey val="0"/>
          <c:showVal val="1"/>
          <c:showCatName val="0"/>
          <c:showSerName val="0"/>
          <c:showPercent val="0"/>
          <c:showBubbleSize val="0"/>
        </c:dLbls>
        <c:gapWidth val="219"/>
        <c:overlap val="-27"/>
        <c:axId val="668892976"/>
        <c:axId val="668902160"/>
      </c:barChart>
      <c:catAx>
        <c:axId val="668892976"/>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Credit Information Score</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68902160"/>
        <c:crosses val="autoZero"/>
        <c:auto val="1"/>
        <c:lblAlgn val="ctr"/>
        <c:lblOffset val="100"/>
        <c:noMultiLvlLbl val="0"/>
      </c:catAx>
      <c:valAx>
        <c:axId val="668902160"/>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Percent of Obligors</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6889297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'SBE2 Equifax Risk Drivers'!$AB$2</c:f>
              <c:strCache>
                <c:ptCount val="1"/>
                <c:pt idx="0">
                  <c:v>Current Portfolio</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'SBE2 Equifax Risk Drivers'!$B$66:$B$70</c:f>
              <c:strCache>
                <c:ptCount val="5"/>
                <c:pt idx="0">
                  <c:v>New Customer</c:v>
                </c:pt>
                <c:pt idx="1">
                  <c:v>&lt; 6</c:v>
                </c:pt>
                <c:pt idx="2">
                  <c:v>6 - 30</c:v>
                </c:pt>
                <c:pt idx="3">
                  <c:v>30 - 60</c:v>
                </c:pt>
                <c:pt idx="4">
                  <c:v>&gt;= 60</c:v>
                </c:pt>
              </c:strCache>
            </c:strRef>
          </c:cat>
          <c:val>
            <c:numRef>
              <c:f>'SBE2 Equifax Risk Drivers'!$G$66:$G$70</c:f>
              <c:numCache>
                <c:formatCode>0.00%</c:formatCode>
                <c:ptCount val="5"/>
                <c:pt idx="0">
                  <c:v>0.20351423487544484</c:v>
                </c:pt>
                <c:pt idx="1">
                  <c:v>0.63289590747330959</c:v>
                </c:pt>
                <c:pt idx="2">
                  <c:v>0.10309163701067615</c:v>
                </c:pt>
                <c:pt idx="3">
                  <c:v>4.1147686832740213E-2</c:v>
                </c:pt>
                <c:pt idx="4">
                  <c:v>1.9350533807829182E-2</c:v>
                </c:pt>
              </c:numCache>
            </c:numRef>
          </c:val>
          <c:extLst>
            <c:ext xmlns:c16="http://schemas.microsoft.com/office/drawing/2014/chart" uri="{C3380CC4-5D6E-409C-BE32-E72D297353CC}">
              <c16:uniqueId val="{00000000-A759-46C4-86AA-589E334B0266}"/>
            </c:ext>
          </c:extLst>
        </c:ser>
        <c:ser>
          <c:idx val="1"/>
          <c:order val="1"/>
          <c:tx>
            <c:strRef>
              <c:f>'SBE2 Equifax Risk Drivers'!$AB$3</c:f>
              <c:strCache>
                <c:ptCount val="1"/>
                <c:pt idx="0">
                  <c:v>Historical Data (2010 - 2017)</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'SBE2 Equifax Risk Drivers'!$B$66:$B$70</c:f>
              <c:strCache>
                <c:ptCount val="5"/>
                <c:pt idx="0">
                  <c:v>New Customer</c:v>
                </c:pt>
                <c:pt idx="1">
                  <c:v>&lt; 6</c:v>
                </c:pt>
                <c:pt idx="2">
                  <c:v>6 - 30</c:v>
                </c:pt>
                <c:pt idx="3">
                  <c:v>30 - 60</c:v>
                </c:pt>
                <c:pt idx="4">
                  <c:v>&gt;= 60</c:v>
                </c:pt>
              </c:strCache>
            </c:strRef>
          </c:cat>
          <c:val>
            <c:numRef>
              <c:f>'SBE2 Equifax Risk Drivers'!$I$66:$I$70</c:f>
              <c:numCache>
                <c:formatCode>0.00%</c:formatCode>
                <c:ptCount val="5"/>
                <c:pt idx="0">
                  <c:v>7.2105992714612682E-2</c:v>
                </c:pt>
                <c:pt idx="1">
                  <c:v>0.6966571032526353</c:v>
                </c:pt>
                <c:pt idx="2">
                  <c:v>0.16378582250733373</c:v>
                </c:pt>
                <c:pt idx="3">
                  <c:v>5.4872505721930302E-2</c:v>
                </c:pt>
                <c:pt idx="4">
                  <c:v>1.257857580348796E-2</c:v>
                </c:pt>
              </c:numCache>
            </c:numRef>
          </c:val>
          <c:extLst>
            <c:ext xmlns:c16="http://schemas.microsoft.com/office/drawing/2014/chart" uri="{C3380CC4-5D6E-409C-BE32-E72D297353CC}">
              <c16:uniqueId val="{00000001-A759-46C4-86AA-589E334B0266}"/>
            </c:ext>
          </c:extLst>
        </c:ser>
        <c:dLbls>
          <c:dLblPos val="outEnd"/>
          <c:showLegendKey val="0"/>
          <c:showVal val="1"/>
          <c:showCatName val="0"/>
          <c:showSerName val="0"/>
          <c:showPercent val="0"/>
          <c:showBubbleSize val="0"/>
        </c:dLbls>
        <c:gapWidth val="219"/>
        <c:overlap val="-27"/>
        <c:axId val="601183312"/>
        <c:axId val="601189872"/>
      </c:barChart>
      <c:catAx>
        <c:axId val="601183312"/>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Max Delinquency</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01189872"/>
        <c:crosses val="autoZero"/>
        <c:auto val="1"/>
        <c:lblAlgn val="ctr"/>
        <c:lblOffset val="100"/>
        <c:noMultiLvlLbl val="0"/>
      </c:catAx>
      <c:valAx>
        <c:axId val="601189872"/>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Percent of Obligors</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01183312"/>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v>Non-EFG/Non-NL</c:v>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'SBE2 Equifax Risk Drivers'!$B$66:$B$70</c:f>
              <c:strCache>
                <c:ptCount val="5"/>
                <c:pt idx="0">
                  <c:v>New Customer</c:v>
                </c:pt>
                <c:pt idx="1">
                  <c:v>&lt; 6</c:v>
                </c:pt>
                <c:pt idx="2">
                  <c:v>6 - 30</c:v>
                </c:pt>
                <c:pt idx="3">
                  <c:v>30 - 60</c:v>
                </c:pt>
                <c:pt idx="4">
                  <c:v>&gt;= 60</c:v>
                </c:pt>
              </c:strCache>
            </c:strRef>
          </c:cat>
          <c:val>
            <c:numRef>
              <c:f>'SBE2 Equifax Risk Drivers'!$C$66:$C$70</c:f>
              <c:numCache>
                <c:formatCode>0.00%</c:formatCode>
                <c:ptCount val="5"/>
                <c:pt idx="0">
                  <c:v>7.6100000000000001E-2</c:v>
                </c:pt>
                <c:pt idx="1">
                  <c:v>0.88880000000000003</c:v>
                </c:pt>
                <c:pt idx="2">
                  <c:v>1.6400000000000001E-2</c:v>
                </c:pt>
                <c:pt idx="3">
                  <c:v>1.52E-2</c:v>
                </c:pt>
                <c:pt idx="4">
                  <c:v>3.5000000000000001E-3</c:v>
                </c:pt>
              </c:numCache>
            </c:numRef>
          </c:val>
          <c:extLst>
            <c:ext xmlns:c16="http://schemas.microsoft.com/office/drawing/2014/chart" uri="{C3380CC4-5D6E-409C-BE32-E72D297353CC}">
              <c16:uniqueId val="{00000000-456B-4A0E-90DD-C408DE1CA653}"/>
            </c:ext>
          </c:extLst>
        </c:ser>
        <c:ser>
          <c:idx val="1"/>
          <c:order val="1"/>
          <c:tx>
            <c:v>EFG</c:v>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'SBE2 Equifax Risk Drivers'!$B$66:$B$70</c:f>
              <c:strCache>
                <c:ptCount val="5"/>
                <c:pt idx="0">
                  <c:v>New Customer</c:v>
                </c:pt>
                <c:pt idx="1">
                  <c:v>&lt; 6</c:v>
                </c:pt>
                <c:pt idx="2">
                  <c:v>6 - 30</c:v>
                </c:pt>
                <c:pt idx="3">
                  <c:v>30 - 60</c:v>
                </c:pt>
                <c:pt idx="4">
                  <c:v>&gt;= 60</c:v>
                </c:pt>
              </c:strCache>
            </c:strRef>
          </c:cat>
          <c:val>
            <c:numRef>
              <c:f>'SBE2 Equifax Risk Drivers'!$D$66:$D$70</c:f>
              <c:numCache>
                <c:formatCode>0.00%</c:formatCode>
                <c:ptCount val="5"/>
                <c:pt idx="0">
                  <c:v>0.16189999999999999</c:v>
                </c:pt>
                <c:pt idx="1">
                  <c:v>0.77010000000000001</c:v>
                </c:pt>
                <c:pt idx="2">
                  <c:v>3.4599999999999999E-2</c:v>
                </c:pt>
                <c:pt idx="3">
                  <c:v>2.8400000000000002E-2</c:v>
                </c:pt>
                <c:pt idx="4">
                  <c:v>4.8999999999999998E-3</c:v>
                </c:pt>
              </c:numCache>
            </c:numRef>
          </c:val>
          <c:extLst>
            <c:ext xmlns:c16="http://schemas.microsoft.com/office/drawing/2014/chart" uri="{C3380CC4-5D6E-409C-BE32-E72D297353CC}">
              <c16:uniqueId val="{00000001-456B-4A0E-90DD-C408DE1CA653}"/>
            </c:ext>
          </c:extLst>
        </c:ser>
        <c:ser>
          <c:idx val="2"/>
          <c:order val="2"/>
          <c:tx>
            <c:v>NL</c:v>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'SBE2 Equifax Risk Drivers'!$B$66:$B$70</c:f>
              <c:strCache>
                <c:ptCount val="5"/>
                <c:pt idx="0">
                  <c:v>New Customer</c:v>
                </c:pt>
                <c:pt idx="1">
                  <c:v>&lt; 6</c:v>
                </c:pt>
                <c:pt idx="2">
                  <c:v>6 - 30</c:v>
                </c:pt>
                <c:pt idx="3">
                  <c:v>30 - 60</c:v>
                </c:pt>
                <c:pt idx="4">
                  <c:v>&gt;= 60</c:v>
                </c:pt>
              </c:strCache>
            </c:strRef>
          </c:cat>
          <c:val>
            <c:numRef>
              <c:f>'SBE2 Equifax Risk Drivers'!$E$66:$E$70</c:f>
              <c:numCache>
                <c:formatCode>0.00%</c:formatCode>
                <c:ptCount val="5"/>
                <c:pt idx="0">
                  <c:v>0.22289999999999999</c:v>
                </c:pt>
                <c:pt idx="1">
                  <c:v>0.58789999999999998</c:v>
                </c:pt>
                <c:pt idx="2">
                  <c:v>0.1208</c:v>
                </c:pt>
                <c:pt idx="3">
                  <c:v>4.5600000000000002E-2</c:v>
                </c:pt>
                <c:pt idx="4">
                  <c:v>2.2800000000000001E-2</c:v>
                </c:pt>
              </c:numCache>
            </c:numRef>
          </c:val>
          <c:extLst>
            <c:ext xmlns:c16="http://schemas.microsoft.com/office/drawing/2014/chart" uri="{C3380CC4-5D6E-409C-BE32-E72D297353CC}">
              <c16:uniqueId val="{00000002-456B-4A0E-90DD-C408DE1CA653}"/>
            </c:ext>
          </c:extLst>
        </c:ser>
        <c:dLbls>
          <c:dLblPos val="outEnd"/>
          <c:showLegendKey val="0"/>
          <c:showVal val="1"/>
          <c:showCatName val="0"/>
          <c:showSerName val="0"/>
          <c:showPercent val="0"/>
          <c:showBubbleSize val="0"/>
        </c:dLbls>
        <c:gapWidth val="219"/>
        <c:overlap val="-27"/>
        <c:axId val="326394536"/>
        <c:axId val="326392896"/>
      </c:barChart>
      <c:catAx>
        <c:axId val="326394536"/>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Max Delinquency</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26392896"/>
        <c:crosses val="autoZero"/>
        <c:auto val="1"/>
        <c:lblAlgn val="ctr"/>
        <c:lblOffset val="100"/>
        <c:noMultiLvlLbl val="0"/>
      </c:catAx>
      <c:valAx>
        <c:axId val="326392896"/>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Percent of Obligors</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2639453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'SBE2 Equifax Risk Drivers'!$AB$2</c:f>
              <c:strCache>
                <c:ptCount val="1"/>
                <c:pt idx="0">
                  <c:v>Current Portfolio</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'SBE2 Equifax Risk Drivers'!$B$52:$B$53</c:f>
              <c:strCache>
                <c:ptCount val="2"/>
                <c:pt idx="0">
                  <c:v>&lt; 60 or Missing</c:v>
                </c:pt>
                <c:pt idx="1">
                  <c:v>&gt;= 60</c:v>
                </c:pt>
              </c:strCache>
            </c:strRef>
          </c:cat>
          <c:val>
            <c:numRef>
              <c:f>'SBE2 Equifax Risk Drivers'!$G$52:$G$53</c:f>
              <c:numCache>
                <c:formatCode>0.00%</c:formatCode>
                <c:ptCount val="2"/>
                <c:pt idx="0">
                  <c:v>0.82328736654804269</c:v>
                </c:pt>
                <c:pt idx="1">
                  <c:v>0.17671263345195729</c:v>
                </c:pt>
              </c:numCache>
            </c:numRef>
          </c:val>
          <c:extLst>
            <c:ext xmlns:c16="http://schemas.microsoft.com/office/drawing/2014/chart" uri="{C3380CC4-5D6E-409C-BE32-E72D297353CC}">
              <c16:uniqueId val="{00000000-29E3-42C3-AF7A-0046A28C0C60}"/>
            </c:ext>
          </c:extLst>
        </c:ser>
        <c:ser>
          <c:idx val="1"/>
          <c:order val="1"/>
          <c:tx>
            <c:strRef>
              <c:f>'SBE2 Equifax Risk Drivers'!$AB$3</c:f>
              <c:strCache>
                <c:ptCount val="1"/>
                <c:pt idx="0">
                  <c:v>Historical Data (2010 - 2017)</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'SBE2 Equifax Risk Drivers'!$B$52:$B$53</c:f>
              <c:strCache>
                <c:ptCount val="2"/>
                <c:pt idx="0">
                  <c:v>&lt; 60 or Missing</c:v>
                </c:pt>
                <c:pt idx="1">
                  <c:v>&gt;= 60</c:v>
                </c:pt>
              </c:strCache>
            </c:strRef>
          </c:cat>
          <c:val>
            <c:numRef>
              <c:f>'SBE2 Equifax Risk Drivers'!$I$52:$I$53</c:f>
              <c:numCache>
                <c:formatCode>0.00%</c:formatCode>
                <c:ptCount val="2"/>
                <c:pt idx="0">
                  <c:v>0.84545952741691111</c:v>
                </c:pt>
                <c:pt idx="1">
                  <c:v>0.15454047258308887</c:v>
                </c:pt>
              </c:numCache>
            </c:numRef>
          </c:val>
          <c:extLst>
            <c:ext xmlns:c16="http://schemas.microsoft.com/office/drawing/2014/chart" uri="{C3380CC4-5D6E-409C-BE32-E72D297353CC}">
              <c16:uniqueId val="{00000001-29E3-42C3-AF7A-0046A28C0C60}"/>
            </c:ext>
          </c:extLst>
        </c:ser>
        <c:dLbls>
          <c:dLblPos val="outEnd"/>
          <c:showLegendKey val="0"/>
          <c:showVal val="1"/>
          <c:showCatName val="0"/>
          <c:showSerName val="0"/>
          <c:showPercent val="0"/>
          <c:showBubbleSize val="0"/>
        </c:dLbls>
        <c:gapWidth val="219"/>
        <c:overlap val="-27"/>
        <c:axId val="756737288"/>
        <c:axId val="756690712"/>
      </c:barChart>
      <c:catAx>
        <c:axId val="756737288"/>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Months as Client</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56690712"/>
        <c:crosses val="autoZero"/>
        <c:auto val="1"/>
        <c:lblAlgn val="ctr"/>
        <c:lblOffset val="100"/>
        <c:noMultiLvlLbl val="0"/>
      </c:catAx>
      <c:valAx>
        <c:axId val="756690712"/>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Percent of Obligors</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56737288"/>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v>Non-EFG/Non-NL</c:v>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'SBE2 Equifax Risk Drivers'!$B$52:$B$53</c:f>
              <c:strCache>
                <c:ptCount val="2"/>
                <c:pt idx="0">
                  <c:v>&lt; 60 or Missing</c:v>
                </c:pt>
                <c:pt idx="1">
                  <c:v>&gt;= 60</c:v>
                </c:pt>
              </c:strCache>
            </c:strRef>
          </c:cat>
          <c:val>
            <c:numRef>
              <c:f>'SBE2 Equifax Risk Drivers'!$C$52:$C$53</c:f>
              <c:numCache>
                <c:formatCode>0.00%</c:formatCode>
                <c:ptCount val="2"/>
                <c:pt idx="0">
                  <c:v>0.46250000000000002</c:v>
                </c:pt>
                <c:pt idx="1">
                  <c:v>0.53749999999999998</c:v>
                </c:pt>
              </c:numCache>
            </c:numRef>
          </c:val>
          <c:extLst>
            <c:ext xmlns:c16="http://schemas.microsoft.com/office/drawing/2014/chart" uri="{C3380CC4-5D6E-409C-BE32-E72D297353CC}">
              <c16:uniqueId val="{00000000-851C-4A6D-B764-913674E68DC3}"/>
            </c:ext>
          </c:extLst>
        </c:ser>
        <c:ser>
          <c:idx val="1"/>
          <c:order val="1"/>
          <c:tx>
            <c:v>EFG</c:v>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'SBE2 Equifax Risk Drivers'!$B$52:$B$53</c:f>
              <c:strCache>
                <c:ptCount val="2"/>
                <c:pt idx="0">
                  <c:v>&lt; 60 or Missing</c:v>
                </c:pt>
                <c:pt idx="1">
                  <c:v>&gt;= 60</c:v>
                </c:pt>
              </c:strCache>
            </c:strRef>
          </c:cat>
          <c:val>
            <c:numRef>
              <c:f>'SBE2 Equifax Risk Drivers'!$D$52:$D$53</c:f>
              <c:numCache>
                <c:formatCode>0.00%</c:formatCode>
                <c:ptCount val="2"/>
                <c:pt idx="0">
                  <c:v>0.76890000000000003</c:v>
                </c:pt>
                <c:pt idx="1">
                  <c:v>0.2311</c:v>
                </c:pt>
              </c:numCache>
            </c:numRef>
          </c:val>
          <c:extLst>
            <c:ext xmlns:c16="http://schemas.microsoft.com/office/drawing/2014/chart" uri="{C3380CC4-5D6E-409C-BE32-E72D297353CC}">
              <c16:uniqueId val="{00000001-851C-4A6D-B764-913674E68DC3}"/>
            </c:ext>
          </c:extLst>
        </c:ser>
        <c:ser>
          <c:idx val="2"/>
          <c:order val="2"/>
          <c:tx>
            <c:v>NL</c:v>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'SBE2 Equifax Risk Drivers'!$B$52:$B$53</c:f>
              <c:strCache>
                <c:ptCount val="2"/>
                <c:pt idx="0">
                  <c:v>&lt; 60 or Missing</c:v>
                </c:pt>
                <c:pt idx="1">
                  <c:v>&gt;= 60</c:v>
                </c:pt>
              </c:strCache>
            </c:strRef>
          </c:cat>
          <c:val>
            <c:numRef>
              <c:f>'SBE2 Equifax Risk Drivers'!$E$52:$E$53</c:f>
              <c:numCache>
                <c:formatCode>0.00%</c:formatCode>
                <c:ptCount val="2"/>
                <c:pt idx="0">
                  <c:v>0.87129999999999996</c:v>
                </c:pt>
                <c:pt idx="1">
                  <c:v>0.12870000000000001</c:v>
                </c:pt>
              </c:numCache>
            </c:numRef>
          </c:val>
          <c:extLst>
            <c:ext xmlns:c16="http://schemas.microsoft.com/office/drawing/2014/chart" uri="{C3380CC4-5D6E-409C-BE32-E72D297353CC}">
              <c16:uniqueId val="{00000002-851C-4A6D-B764-913674E68DC3}"/>
            </c:ext>
          </c:extLst>
        </c:ser>
        <c:dLbls>
          <c:dLblPos val="outEnd"/>
          <c:showLegendKey val="0"/>
          <c:showVal val="1"/>
          <c:showCatName val="0"/>
          <c:showSerName val="0"/>
          <c:showPercent val="0"/>
          <c:showBubbleSize val="0"/>
        </c:dLbls>
        <c:gapWidth val="219"/>
        <c:overlap val="-27"/>
        <c:axId val="668915608"/>
        <c:axId val="668916920"/>
      </c:barChart>
      <c:catAx>
        <c:axId val="668915608"/>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Months as a Client</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68916920"/>
        <c:crosses val="autoZero"/>
        <c:auto val="1"/>
        <c:lblAlgn val="ctr"/>
        <c:lblOffset val="100"/>
        <c:noMultiLvlLbl val="0"/>
      </c:catAx>
      <c:valAx>
        <c:axId val="668916920"/>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Percent of Obligors</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68915608"/>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'SBE2 Equifax Risk Drivers'!$AB$2</c:f>
              <c:strCache>
                <c:ptCount val="1"/>
                <c:pt idx="0">
                  <c:v>Current Portfolio</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'SBE2 Equifax Risk Drivers'!$B$59:$B$60</c:f>
              <c:strCache>
                <c:ptCount val="2"/>
                <c:pt idx="0">
                  <c:v>&lt; 1 or Missing</c:v>
                </c:pt>
                <c:pt idx="1">
                  <c:v>&gt;= 1</c:v>
                </c:pt>
              </c:strCache>
            </c:strRef>
          </c:cat>
          <c:val>
            <c:numRef>
              <c:f>'SBE2 Equifax Risk Drivers'!$G$59:$G$60</c:f>
              <c:numCache>
                <c:formatCode>0.00%</c:formatCode>
                <c:ptCount val="2"/>
                <c:pt idx="0">
                  <c:v>0.95429270462633453</c:v>
                </c:pt>
                <c:pt idx="1">
                  <c:v>4.5707295373665482E-2</c:v>
                </c:pt>
              </c:numCache>
            </c:numRef>
          </c:val>
          <c:extLst>
            <c:ext xmlns:c16="http://schemas.microsoft.com/office/drawing/2014/chart" uri="{C3380CC4-5D6E-409C-BE32-E72D297353CC}">
              <c16:uniqueId val="{00000000-E7D4-4F76-B9EC-E3376E649DE2}"/>
            </c:ext>
          </c:extLst>
        </c:ser>
        <c:ser>
          <c:idx val="1"/>
          <c:order val="1"/>
          <c:tx>
            <c:strRef>
              <c:f>'SBE2 Equifax Risk Drivers'!$AB$3</c:f>
              <c:strCache>
                <c:ptCount val="1"/>
                <c:pt idx="0">
                  <c:v>Historical Data (2010 - 2017)</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'SBE2 Equifax Risk Drivers'!$B$59:$B$60</c:f>
              <c:strCache>
                <c:ptCount val="2"/>
                <c:pt idx="0">
                  <c:v>&lt; 1 or Missing</c:v>
                </c:pt>
                <c:pt idx="1">
                  <c:v>&gt;= 1</c:v>
                </c:pt>
              </c:strCache>
            </c:strRef>
          </c:cat>
          <c:val>
            <c:numRef>
              <c:f>'SBE2 Equifax Risk Drivers'!$I$59:$I$60</c:f>
              <c:numCache>
                <c:formatCode>0.00%</c:formatCode>
                <c:ptCount val="2"/>
                <c:pt idx="0">
                  <c:v>0.91663711679185067</c:v>
                </c:pt>
                <c:pt idx="1">
                  <c:v>8.3362883208149316E-2</c:v>
                </c:pt>
              </c:numCache>
            </c:numRef>
          </c:val>
          <c:extLst>
            <c:ext xmlns:c16="http://schemas.microsoft.com/office/drawing/2014/chart" uri="{C3380CC4-5D6E-409C-BE32-E72D297353CC}">
              <c16:uniqueId val="{00000001-E7D4-4F76-B9EC-E3376E649DE2}"/>
            </c:ext>
          </c:extLst>
        </c:ser>
        <c:dLbls>
          <c:dLblPos val="outEnd"/>
          <c:showLegendKey val="0"/>
          <c:showVal val="1"/>
          <c:showCatName val="0"/>
          <c:showSerName val="0"/>
          <c:showPercent val="0"/>
          <c:showBubbleSize val="0"/>
        </c:dLbls>
        <c:gapWidth val="219"/>
        <c:overlap val="-27"/>
        <c:axId val="705671584"/>
        <c:axId val="705666008"/>
      </c:barChart>
      <c:catAx>
        <c:axId val="705671584"/>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Number of Collections</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05666008"/>
        <c:crosses val="autoZero"/>
        <c:auto val="1"/>
        <c:lblAlgn val="ctr"/>
        <c:lblOffset val="100"/>
        <c:noMultiLvlLbl val="0"/>
      </c:catAx>
      <c:valAx>
        <c:axId val="705666008"/>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Percent of Obligors</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05671584"/>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v>Non-EFG/Non-NL</c:v>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'SBE2 Equifax Risk Drivers'!$B$59:$B$60</c:f>
              <c:strCache>
                <c:ptCount val="2"/>
                <c:pt idx="0">
                  <c:v>&lt; 1 or Missing</c:v>
                </c:pt>
                <c:pt idx="1">
                  <c:v>&gt;= 1</c:v>
                </c:pt>
              </c:strCache>
            </c:strRef>
          </c:cat>
          <c:val>
            <c:numRef>
              <c:f>'SBE2 Equifax Risk Drivers'!$C$59:$C$60</c:f>
              <c:numCache>
                <c:formatCode>0.00%</c:formatCode>
                <c:ptCount val="2"/>
                <c:pt idx="0">
                  <c:v>0.95079999999999998</c:v>
                </c:pt>
                <c:pt idx="1">
                  <c:v>4.9200000000000001E-2</c:v>
                </c:pt>
              </c:numCache>
            </c:numRef>
          </c:val>
          <c:extLst>
            <c:ext xmlns:c16="http://schemas.microsoft.com/office/drawing/2014/chart" uri="{C3380CC4-5D6E-409C-BE32-E72D297353CC}">
              <c16:uniqueId val="{00000000-F5EA-4A02-89F5-42FEB98C9D92}"/>
            </c:ext>
          </c:extLst>
        </c:ser>
        <c:ser>
          <c:idx val="1"/>
          <c:order val="1"/>
          <c:tx>
            <c:v>EFG</c:v>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'SBE2 Equifax Risk Drivers'!$B$59:$B$60</c:f>
              <c:strCache>
                <c:ptCount val="2"/>
                <c:pt idx="0">
                  <c:v>&lt; 1 or Missing</c:v>
                </c:pt>
                <c:pt idx="1">
                  <c:v>&gt;= 1</c:v>
                </c:pt>
              </c:strCache>
            </c:strRef>
          </c:cat>
          <c:val>
            <c:numRef>
              <c:f>'SBE2 Equifax Risk Drivers'!$D$59:$D$60</c:f>
              <c:numCache>
                <c:formatCode>0.00%</c:formatCode>
                <c:ptCount val="2"/>
                <c:pt idx="0">
                  <c:v>0.95669999999999999</c:v>
                </c:pt>
                <c:pt idx="1">
                  <c:v>4.3299999999999998E-2</c:v>
                </c:pt>
              </c:numCache>
            </c:numRef>
          </c:val>
          <c:extLst>
            <c:ext xmlns:c16="http://schemas.microsoft.com/office/drawing/2014/chart" uri="{C3380CC4-5D6E-409C-BE32-E72D297353CC}">
              <c16:uniqueId val="{00000001-F5EA-4A02-89F5-42FEB98C9D92}"/>
            </c:ext>
          </c:extLst>
        </c:ser>
        <c:ser>
          <c:idx val="2"/>
          <c:order val="2"/>
          <c:tx>
            <c:v>NL</c:v>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'SBE2 Equifax Risk Drivers'!$B$59:$B$60</c:f>
              <c:strCache>
                <c:ptCount val="2"/>
                <c:pt idx="0">
                  <c:v>&lt; 1 or Missing</c:v>
                </c:pt>
                <c:pt idx="1">
                  <c:v>&gt;= 1</c:v>
                </c:pt>
              </c:strCache>
            </c:strRef>
          </c:cat>
          <c:val>
            <c:numRef>
              <c:f>'SBE2 Equifax Risk Drivers'!$E$59:$E$60</c:f>
              <c:numCache>
                <c:formatCode>0.00%</c:formatCode>
                <c:ptCount val="2"/>
                <c:pt idx="0">
                  <c:v>0.95440000000000003</c:v>
                </c:pt>
                <c:pt idx="1">
                  <c:v>4.5600000000000002E-2</c:v>
                </c:pt>
              </c:numCache>
            </c:numRef>
          </c:val>
          <c:extLst>
            <c:ext xmlns:c16="http://schemas.microsoft.com/office/drawing/2014/chart" uri="{C3380CC4-5D6E-409C-BE32-E72D297353CC}">
              <c16:uniqueId val="{00000002-F5EA-4A02-89F5-42FEB98C9D92}"/>
            </c:ext>
          </c:extLst>
        </c:ser>
        <c:dLbls>
          <c:dLblPos val="outEnd"/>
          <c:showLegendKey val="0"/>
          <c:showVal val="1"/>
          <c:showCatName val="0"/>
          <c:showSerName val="0"/>
          <c:showPercent val="0"/>
          <c:showBubbleSize val="0"/>
        </c:dLbls>
        <c:gapWidth val="219"/>
        <c:overlap val="-27"/>
        <c:axId val="673008768"/>
        <c:axId val="673009752"/>
      </c:barChart>
      <c:catAx>
        <c:axId val="673008768"/>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Number of Collections</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73009752"/>
        <c:crosses val="autoZero"/>
        <c:auto val="1"/>
        <c:lblAlgn val="ctr"/>
        <c:lblOffset val="100"/>
        <c:noMultiLvlLbl val="0"/>
      </c:catAx>
      <c:valAx>
        <c:axId val="673009752"/>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Percent of Obligors</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73008768"/>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'SBE2 Equifax Risk Drivers'!$AB$2</c:f>
              <c:strCache>
                <c:ptCount val="1"/>
                <c:pt idx="0">
                  <c:v>Current Portfolio</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'SBE2 Equifax Risk Drivers'!$B$40:$B$43</c:f>
              <c:strCache>
                <c:ptCount val="4"/>
                <c:pt idx="0">
                  <c:v>7 - 19 or &lt; 1 or Missing</c:v>
                </c:pt>
                <c:pt idx="1">
                  <c:v>1 - 7</c:v>
                </c:pt>
                <c:pt idx="2">
                  <c:v>19 - 27</c:v>
                </c:pt>
                <c:pt idx="3">
                  <c:v>&gt;= 27</c:v>
                </c:pt>
              </c:strCache>
            </c:strRef>
          </c:cat>
          <c:val>
            <c:numRef>
              <c:f>'SBE2 Equifax Risk Drivers'!$G$40:$G$43</c:f>
              <c:numCache>
                <c:formatCode>0.00%</c:formatCode>
                <c:ptCount val="4"/>
                <c:pt idx="0">
                  <c:v>0.40513790035587188</c:v>
                </c:pt>
                <c:pt idx="1">
                  <c:v>0.53069395017793597</c:v>
                </c:pt>
                <c:pt idx="2">
                  <c:v>2.9359430604982206E-2</c:v>
                </c:pt>
                <c:pt idx="3">
                  <c:v>3.4808718861209967E-2</c:v>
                </c:pt>
              </c:numCache>
            </c:numRef>
          </c:val>
          <c:extLst>
            <c:ext xmlns:c16="http://schemas.microsoft.com/office/drawing/2014/chart" uri="{C3380CC4-5D6E-409C-BE32-E72D297353CC}">
              <c16:uniqueId val="{00000000-C63E-4DF6-8EAE-2A0606C67A23}"/>
            </c:ext>
          </c:extLst>
        </c:ser>
        <c:ser>
          <c:idx val="1"/>
          <c:order val="1"/>
          <c:tx>
            <c:strRef>
              <c:f>'SBE2 Equifax Risk Drivers'!$AB$3</c:f>
              <c:strCache>
                <c:ptCount val="1"/>
                <c:pt idx="0">
                  <c:v>Historical Data (2010 - 2017)</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'SBE2 Equifax Risk Drivers'!$B$40:$B$43</c:f>
              <c:strCache>
                <c:ptCount val="4"/>
                <c:pt idx="0">
                  <c:v>7 - 19 or &lt; 1 or Missing</c:v>
                </c:pt>
                <c:pt idx="1">
                  <c:v>1 - 7</c:v>
                </c:pt>
                <c:pt idx="2">
                  <c:v>19 - 27</c:v>
                </c:pt>
                <c:pt idx="3">
                  <c:v>&gt;= 27</c:v>
                </c:pt>
              </c:strCache>
            </c:strRef>
          </c:cat>
          <c:val>
            <c:numRef>
              <c:f>'SBE2 Equifax Risk Drivers'!$I$40:$I$43</c:f>
              <c:numCache>
                <c:formatCode>0.00%</c:formatCode>
                <c:ptCount val="4"/>
                <c:pt idx="0">
                  <c:v>0.40003223622707196</c:v>
                </c:pt>
                <c:pt idx="1">
                  <c:v>0.49770155700976759</c:v>
                </c:pt>
                <c:pt idx="2">
                  <c:v>5.1300731762354536E-2</c:v>
                </c:pt>
                <c:pt idx="3">
                  <c:v>5.0965475000805907E-2</c:v>
                </c:pt>
              </c:numCache>
            </c:numRef>
          </c:val>
          <c:extLst>
            <c:ext xmlns:c16="http://schemas.microsoft.com/office/drawing/2014/chart" uri="{C3380CC4-5D6E-409C-BE32-E72D297353CC}">
              <c16:uniqueId val="{00000001-C63E-4DF6-8EAE-2A0606C67A23}"/>
            </c:ext>
          </c:extLst>
        </c:ser>
        <c:dLbls>
          <c:dLblPos val="outEnd"/>
          <c:showLegendKey val="0"/>
          <c:showVal val="1"/>
          <c:showCatName val="0"/>
          <c:showSerName val="0"/>
          <c:showPercent val="0"/>
          <c:showBubbleSize val="0"/>
        </c:dLbls>
        <c:gapWidth val="219"/>
        <c:overlap val="-27"/>
        <c:axId val="656648824"/>
        <c:axId val="656646200"/>
      </c:barChart>
      <c:catAx>
        <c:axId val="656648824"/>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Number of Inquiries</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56646200"/>
        <c:crosses val="autoZero"/>
        <c:auto val="1"/>
        <c:lblAlgn val="ctr"/>
        <c:lblOffset val="100"/>
        <c:noMultiLvlLbl val="0"/>
      </c:catAx>
      <c:valAx>
        <c:axId val="656646200"/>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Percent of Obligors</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56648824"/>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v>Non-EFG/Non-NL</c:v>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'SBE2 Equifax Risk Drivers'!$B$40:$B$43</c:f>
              <c:strCache>
                <c:ptCount val="4"/>
                <c:pt idx="0">
                  <c:v>7 - 19 or &lt; 1 or Missing</c:v>
                </c:pt>
                <c:pt idx="1">
                  <c:v>1 - 7</c:v>
                </c:pt>
                <c:pt idx="2">
                  <c:v>19 - 27</c:v>
                </c:pt>
                <c:pt idx="3">
                  <c:v>&gt;= 27</c:v>
                </c:pt>
              </c:strCache>
            </c:strRef>
          </c:cat>
          <c:val>
            <c:numRef>
              <c:f>'SBE2 Equifax Risk Drivers'!$C$40:$C$43</c:f>
              <c:numCache>
                <c:formatCode>0.00%</c:formatCode>
                <c:ptCount val="4"/>
                <c:pt idx="0">
                  <c:v>0.26350000000000001</c:v>
                </c:pt>
                <c:pt idx="1">
                  <c:v>0.68269999999999997</c:v>
                </c:pt>
                <c:pt idx="2">
                  <c:v>3.2800000000000003E-2</c:v>
                </c:pt>
                <c:pt idx="3">
                  <c:v>2.1100000000000001E-2</c:v>
                </c:pt>
              </c:numCache>
            </c:numRef>
          </c:val>
          <c:extLst>
            <c:ext xmlns:c16="http://schemas.microsoft.com/office/drawing/2014/chart" uri="{C3380CC4-5D6E-409C-BE32-E72D297353CC}">
              <c16:uniqueId val="{00000000-C41C-4F3C-B35D-45C8008C76AE}"/>
            </c:ext>
          </c:extLst>
        </c:ser>
        <c:ser>
          <c:idx val="1"/>
          <c:order val="1"/>
          <c:tx>
            <c:v>EFG</c:v>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'SBE2 Equifax Risk Drivers'!$B$40:$B$43</c:f>
              <c:strCache>
                <c:ptCount val="4"/>
                <c:pt idx="0">
                  <c:v>7 - 19 or &lt; 1 or Missing</c:v>
                </c:pt>
                <c:pt idx="1">
                  <c:v>1 - 7</c:v>
                </c:pt>
                <c:pt idx="2">
                  <c:v>19 - 27</c:v>
                </c:pt>
                <c:pt idx="3">
                  <c:v>&gt;= 27</c:v>
                </c:pt>
              </c:strCache>
            </c:strRef>
          </c:cat>
          <c:val>
            <c:numRef>
              <c:f>'SBE2 Equifax Risk Drivers'!$D$40:$D$43</c:f>
              <c:numCache>
                <c:formatCode>0.00%</c:formatCode>
                <c:ptCount val="4"/>
                <c:pt idx="0">
                  <c:v>0.41039999999999999</c:v>
                </c:pt>
                <c:pt idx="1">
                  <c:v>0.53029999999999999</c:v>
                </c:pt>
                <c:pt idx="2">
                  <c:v>2.2200000000000001E-2</c:v>
                </c:pt>
                <c:pt idx="3">
                  <c:v>3.7100000000000001E-2</c:v>
                </c:pt>
              </c:numCache>
            </c:numRef>
          </c:val>
          <c:extLst>
            <c:ext xmlns:c16="http://schemas.microsoft.com/office/drawing/2014/chart" uri="{C3380CC4-5D6E-409C-BE32-E72D297353CC}">
              <c16:uniqueId val="{00000001-C41C-4F3C-B35D-45C8008C76AE}"/>
            </c:ext>
          </c:extLst>
        </c:ser>
        <c:ser>
          <c:idx val="2"/>
          <c:order val="2"/>
          <c:tx>
            <c:v>NL</c:v>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'SBE2 Equifax Risk Drivers'!$B$40:$B$43</c:f>
              <c:strCache>
                <c:ptCount val="4"/>
                <c:pt idx="0">
                  <c:v>7 - 19 or &lt; 1 or Missing</c:v>
                </c:pt>
                <c:pt idx="1">
                  <c:v>1 - 7</c:v>
                </c:pt>
                <c:pt idx="2">
                  <c:v>19 - 27</c:v>
                </c:pt>
                <c:pt idx="3">
                  <c:v>&gt;= 27</c:v>
                </c:pt>
              </c:strCache>
            </c:strRef>
          </c:cat>
          <c:val>
            <c:numRef>
              <c:f>'SBE2 Equifax Risk Drivers'!$E$40:$E$43</c:f>
              <c:numCache>
                <c:formatCode>0.00%</c:formatCode>
                <c:ptCount val="4"/>
                <c:pt idx="0">
                  <c:v>0.42109999999999997</c:v>
                </c:pt>
                <c:pt idx="1">
                  <c:v>0.51300000000000001</c:v>
                </c:pt>
                <c:pt idx="2">
                  <c:v>2.9700000000000001E-2</c:v>
                </c:pt>
                <c:pt idx="3">
                  <c:v>3.6200000000000003E-2</c:v>
                </c:pt>
              </c:numCache>
            </c:numRef>
          </c:val>
          <c:extLst>
            <c:ext xmlns:c16="http://schemas.microsoft.com/office/drawing/2014/chart" uri="{C3380CC4-5D6E-409C-BE32-E72D297353CC}">
              <c16:uniqueId val="{00000002-C41C-4F3C-B35D-45C8008C76AE}"/>
            </c:ext>
          </c:extLst>
        </c:ser>
        <c:dLbls>
          <c:dLblPos val="outEnd"/>
          <c:showLegendKey val="0"/>
          <c:showVal val="1"/>
          <c:showCatName val="0"/>
          <c:showSerName val="0"/>
          <c:showPercent val="0"/>
          <c:showBubbleSize val="0"/>
        </c:dLbls>
        <c:gapWidth val="219"/>
        <c:overlap val="-27"/>
        <c:axId val="475957208"/>
        <c:axId val="475954584"/>
      </c:barChart>
      <c:catAx>
        <c:axId val="475957208"/>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Number of Inquiries</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75954584"/>
        <c:crosses val="autoZero"/>
        <c:auto val="1"/>
        <c:lblAlgn val="ctr"/>
        <c:lblOffset val="100"/>
        <c:noMultiLvlLbl val="0"/>
      </c:catAx>
      <c:valAx>
        <c:axId val="475954584"/>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Percent of Obligors</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75957208"/>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'SBE2 Equifax Risk Drivers'!$AB$2</c:f>
              <c:strCache>
                <c:ptCount val="1"/>
                <c:pt idx="0">
                  <c:v>Current Portfolio</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'SBE2 Equifax Risk Drivers'!$A$89:$A$92</c:f>
              <c:numCache>
                <c:formatCode>General</c:formatCode>
                <c:ptCount val="4"/>
                <c:pt idx="0">
                  <c:v>0</c:v>
                </c:pt>
                <c:pt idx="1">
                  <c:v>5</c:v>
                </c:pt>
                <c:pt idx="2">
                  <c:v>11</c:v>
                </c:pt>
                <c:pt idx="3">
                  <c:v>16</c:v>
                </c:pt>
              </c:numCache>
            </c:numRef>
          </c:cat>
          <c:val>
            <c:numRef>
              <c:f>'SBE2 Equifax Risk Drivers'!$G$89:$G$92</c:f>
              <c:numCache>
                <c:formatCode>0.00%</c:formatCode>
                <c:ptCount val="4"/>
                <c:pt idx="0">
                  <c:v>2.6690391459074734E-3</c:v>
                </c:pt>
                <c:pt idx="1">
                  <c:v>0.14668594306049823</c:v>
                </c:pt>
                <c:pt idx="2">
                  <c:v>0.52880338078291811</c:v>
                </c:pt>
                <c:pt idx="3">
                  <c:v>0.32184163701067614</c:v>
                </c:pt>
              </c:numCache>
            </c:numRef>
          </c:val>
          <c:extLst>
            <c:ext xmlns:c16="http://schemas.microsoft.com/office/drawing/2014/chart" uri="{C3380CC4-5D6E-409C-BE32-E72D297353CC}">
              <c16:uniqueId val="{00000000-ED87-46E3-B236-4937986DF3F6}"/>
            </c:ext>
          </c:extLst>
        </c:ser>
        <c:ser>
          <c:idx val="1"/>
          <c:order val="1"/>
          <c:tx>
            <c:strRef>
              <c:f>'SBE2 Equifax Risk Drivers'!$AB$3</c:f>
              <c:strCache>
                <c:ptCount val="1"/>
                <c:pt idx="0">
                  <c:v>Historical Data (2010 - 2017)</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'SBE2 Equifax Risk Drivers'!$A$89:$A$92</c:f>
              <c:numCache>
                <c:formatCode>General</c:formatCode>
                <c:ptCount val="4"/>
                <c:pt idx="0">
                  <c:v>0</c:v>
                </c:pt>
                <c:pt idx="1">
                  <c:v>5</c:v>
                </c:pt>
                <c:pt idx="2">
                  <c:v>11</c:v>
                </c:pt>
                <c:pt idx="3">
                  <c:v>16</c:v>
                </c:pt>
              </c:numCache>
            </c:numRef>
          </c:cat>
          <c:val>
            <c:numRef>
              <c:f>'SBE2 Equifax Risk Drivers'!$I$89:$I$92</c:f>
              <c:numCache>
                <c:formatCode>0.00%</c:formatCode>
                <c:ptCount val="4"/>
                <c:pt idx="0">
                  <c:v>9.7353405757390156E-4</c:v>
                </c:pt>
                <c:pt idx="1">
                  <c:v>0.17810515457270881</c:v>
                </c:pt>
                <c:pt idx="2">
                  <c:v>0.51181457722188195</c:v>
                </c:pt>
                <c:pt idx="3">
                  <c:v>0.30910673414783535</c:v>
                </c:pt>
              </c:numCache>
            </c:numRef>
          </c:val>
          <c:extLst>
            <c:ext xmlns:c16="http://schemas.microsoft.com/office/drawing/2014/chart" uri="{C3380CC4-5D6E-409C-BE32-E72D297353CC}">
              <c16:uniqueId val="{00000001-ED87-46E3-B236-4937986DF3F6}"/>
            </c:ext>
          </c:extLst>
        </c:ser>
        <c:dLbls>
          <c:dLblPos val="outEnd"/>
          <c:showLegendKey val="0"/>
          <c:showVal val="1"/>
          <c:showCatName val="0"/>
          <c:showSerName val="0"/>
          <c:showPercent val="0"/>
          <c:showBubbleSize val="0"/>
        </c:dLbls>
        <c:gapWidth val="219"/>
        <c:overlap val="-27"/>
        <c:axId val="656610448"/>
        <c:axId val="656614056"/>
      </c:barChart>
      <c:catAx>
        <c:axId val="656610448"/>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Province Score</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56614056"/>
        <c:crosses val="autoZero"/>
        <c:auto val="1"/>
        <c:lblAlgn val="ctr"/>
        <c:lblOffset val="100"/>
        <c:noMultiLvlLbl val="0"/>
      </c:catAx>
      <c:valAx>
        <c:axId val="656614056"/>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Percent of Obligors</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56610448"/>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v>Non-EFG/Non-NL</c:v>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'SBE2 Equifax Risk Drivers'!$A$89:$A$92</c:f>
              <c:numCache>
                <c:formatCode>General</c:formatCode>
                <c:ptCount val="4"/>
                <c:pt idx="0">
                  <c:v>0</c:v>
                </c:pt>
                <c:pt idx="1">
                  <c:v>5</c:v>
                </c:pt>
                <c:pt idx="2">
                  <c:v>11</c:v>
                </c:pt>
                <c:pt idx="3">
                  <c:v>16</c:v>
                </c:pt>
              </c:numCache>
            </c:numRef>
          </c:cat>
          <c:val>
            <c:numRef>
              <c:f>'SBE2 Equifax Risk Drivers'!$C$89:$C$92</c:f>
              <c:numCache>
                <c:formatCode>0.00%</c:formatCode>
                <c:ptCount val="4"/>
                <c:pt idx="0">
                  <c:v>1.1999999999999999E-3</c:v>
                </c:pt>
                <c:pt idx="1">
                  <c:v>1.1999999999999999E-3</c:v>
                </c:pt>
                <c:pt idx="2">
                  <c:v>0.46489999999999998</c:v>
                </c:pt>
                <c:pt idx="3">
                  <c:v>0.53280000000000005</c:v>
                </c:pt>
              </c:numCache>
            </c:numRef>
          </c:val>
          <c:extLst>
            <c:ext xmlns:c16="http://schemas.microsoft.com/office/drawing/2014/chart" uri="{C3380CC4-5D6E-409C-BE32-E72D297353CC}">
              <c16:uniqueId val="{00000000-4479-4BDF-901E-B5EFB28225B2}"/>
            </c:ext>
          </c:extLst>
        </c:ser>
        <c:ser>
          <c:idx val="1"/>
          <c:order val="1"/>
          <c:tx>
            <c:v>EFG</c:v>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'SBE2 Equifax Risk Drivers'!$A$89:$A$92</c:f>
              <c:numCache>
                <c:formatCode>General</c:formatCode>
                <c:ptCount val="4"/>
                <c:pt idx="0">
                  <c:v>0</c:v>
                </c:pt>
                <c:pt idx="1">
                  <c:v>5</c:v>
                </c:pt>
                <c:pt idx="2">
                  <c:v>11</c:v>
                </c:pt>
                <c:pt idx="3">
                  <c:v>16</c:v>
                </c:pt>
              </c:numCache>
            </c:numRef>
          </c:cat>
          <c:val>
            <c:numRef>
              <c:f>'SBE2 Equifax Risk Drivers'!$D$89:$D$92</c:f>
              <c:numCache>
                <c:formatCode>0.00%</c:formatCode>
                <c:ptCount val="4"/>
                <c:pt idx="0">
                  <c:v>0</c:v>
                </c:pt>
                <c:pt idx="1">
                  <c:v>2.47E-2</c:v>
                </c:pt>
                <c:pt idx="2">
                  <c:v>0.43630000000000002</c:v>
                </c:pt>
                <c:pt idx="3">
                  <c:v>0.53890000000000005</c:v>
                </c:pt>
              </c:numCache>
            </c:numRef>
          </c:val>
          <c:extLst>
            <c:ext xmlns:c16="http://schemas.microsoft.com/office/drawing/2014/chart" uri="{C3380CC4-5D6E-409C-BE32-E72D297353CC}">
              <c16:uniqueId val="{00000001-4479-4BDF-901E-B5EFB28225B2}"/>
            </c:ext>
          </c:extLst>
        </c:ser>
        <c:ser>
          <c:idx val="2"/>
          <c:order val="2"/>
          <c:tx>
            <c:v>NL</c:v>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'SBE2 Equifax Risk Drivers'!$A$89:$A$92</c:f>
              <c:numCache>
                <c:formatCode>General</c:formatCode>
                <c:ptCount val="4"/>
                <c:pt idx="0">
                  <c:v>0</c:v>
                </c:pt>
                <c:pt idx="1">
                  <c:v>5</c:v>
                </c:pt>
                <c:pt idx="2">
                  <c:v>11</c:v>
                </c:pt>
                <c:pt idx="3">
                  <c:v>16</c:v>
                </c:pt>
              </c:numCache>
            </c:numRef>
          </c:cat>
          <c:val>
            <c:numRef>
              <c:f>'SBE2 Equifax Risk Drivers'!$E$89:$E$92</c:f>
              <c:numCache>
                <c:formatCode>0.00%</c:formatCode>
                <c:ptCount val="4"/>
                <c:pt idx="0">
                  <c:v>3.0999999999999999E-3</c:v>
                </c:pt>
                <c:pt idx="1">
                  <c:v>0.17710000000000001</c:v>
                </c:pt>
                <c:pt idx="2">
                  <c:v>0.54649999999999999</c:v>
                </c:pt>
                <c:pt idx="3">
                  <c:v>0.27329999999999999</c:v>
                </c:pt>
              </c:numCache>
            </c:numRef>
          </c:val>
          <c:extLst>
            <c:ext xmlns:c16="http://schemas.microsoft.com/office/drawing/2014/chart" uri="{C3380CC4-5D6E-409C-BE32-E72D297353CC}">
              <c16:uniqueId val="{00000002-4479-4BDF-901E-B5EFB28225B2}"/>
            </c:ext>
          </c:extLst>
        </c:ser>
        <c:dLbls>
          <c:dLblPos val="outEnd"/>
          <c:showLegendKey val="0"/>
          <c:showVal val="1"/>
          <c:showCatName val="0"/>
          <c:showSerName val="0"/>
          <c:showPercent val="0"/>
          <c:showBubbleSize val="0"/>
        </c:dLbls>
        <c:gapWidth val="219"/>
        <c:overlap val="-27"/>
        <c:axId val="669077664"/>
        <c:axId val="669078976"/>
      </c:barChart>
      <c:catAx>
        <c:axId val="669077664"/>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Province Score</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69078976"/>
        <c:crosses val="autoZero"/>
        <c:auto val="1"/>
        <c:lblAlgn val="ctr"/>
        <c:lblOffset val="100"/>
        <c:noMultiLvlLbl val="0"/>
      </c:catAx>
      <c:valAx>
        <c:axId val="669078976"/>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Percent of Obligors</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69077664"/>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'SBE2 Equifax Risk Drivers'!$AB$2</c:f>
              <c:strCache>
                <c:ptCount val="1"/>
                <c:pt idx="0">
                  <c:v>Current Portfolio</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'SBE2 Equifax Risk Drivers'!$A$80:$A$83</c:f>
              <c:numCache>
                <c:formatCode>General</c:formatCode>
                <c:ptCount val="4"/>
                <c:pt idx="0">
                  <c:v>0</c:v>
                </c:pt>
                <c:pt idx="1">
                  <c:v>9</c:v>
                </c:pt>
                <c:pt idx="2">
                  <c:v>12</c:v>
                </c:pt>
                <c:pt idx="3">
                  <c:v>22</c:v>
                </c:pt>
              </c:numCache>
            </c:numRef>
          </c:cat>
          <c:val>
            <c:numRef>
              <c:f>'SBE2 Equifax Risk Drivers'!$G$80:$G$83</c:f>
              <c:numCache>
                <c:formatCode>0.00%</c:formatCode>
                <c:ptCount val="4"/>
                <c:pt idx="0">
                  <c:v>0.22397686832740213</c:v>
                </c:pt>
                <c:pt idx="1">
                  <c:v>0.16559163701067617</c:v>
                </c:pt>
                <c:pt idx="2">
                  <c:v>0.26846085409252668</c:v>
                </c:pt>
                <c:pt idx="3">
                  <c:v>0.34197064056939502</c:v>
                </c:pt>
              </c:numCache>
            </c:numRef>
          </c:val>
          <c:extLst>
            <c:ext xmlns:c16="http://schemas.microsoft.com/office/drawing/2014/chart" uri="{C3380CC4-5D6E-409C-BE32-E72D297353CC}">
              <c16:uniqueId val="{00000000-6742-4B46-BE22-0AC2DEBAFC3A}"/>
            </c:ext>
          </c:extLst>
        </c:ser>
        <c:ser>
          <c:idx val="1"/>
          <c:order val="1"/>
          <c:tx>
            <c:strRef>
              <c:f>'SBE2 Equifax Risk Drivers'!$AB$3</c:f>
              <c:strCache>
                <c:ptCount val="1"/>
                <c:pt idx="0">
                  <c:v>Historical Data (2010 - 2017)</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'SBE2 Equifax Risk Drivers'!$A$80:$A$83</c:f>
              <c:numCache>
                <c:formatCode>General</c:formatCode>
                <c:ptCount val="4"/>
                <c:pt idx="0">
                  <c:v>0</c:v>
                </c:pt>
                <c:pt idx="1">
                  <c:v>9</c:v>
                </c:pt>
                <c:pt idx="2">
                  <c:v>12</c:v>
                </c:pt>
                <c:pt idx="3">
                  <c:v>22</c:v>
                </c:pt>
              </c:numCache>
            </c:numRef>
          </c:cat>
          <c:val>
            <c:numRef>
              <c:f>'SBE2 Equifax Risk Drivers'!$I$80:$I$83</c:f>
              <c:numCache>
                <c:formatCode>0.00%</c:formatCode>
                <c:ptCount val="4"/>
                <c:pt idx="0">
                  <c:v>0.18747944940524161</c:v>
                </c:pt>
                <c:pt idx="1">
                  <c:v>0.14934399277908514</c:v>
                </c:pt>
                <c:pt idx="2">
                  <c:v>0.32122110828148676</c:v>
                </c:pt>
                <c:pt idx="3">
                  <c:v>0.3419554495341865</c:v>
                </c:pt>
              </c:numCache>
            </c:numRef>
          </c:val>
          <c:extLst>
            <c:ext xmlns:c16="http://schemas.microsoft.com/office/drawing/2014/chart" uri="{C3380CC4-5D6E-409C-BE32-E72D297353CC}">
              <c16:uniqueId val="{00000001-6742-4B46-BE22-0AC2DEBAFC3A}"/>
            </c:ext>
          </c:extLst>
        </c:ser>
        <c:dLbls>
          <c:dLblPos val="outEnd"/>
          <c:showLegendKey val="0"/>
          <c:showVal val="1"/>
          <c:showCatName val="0"/>
          <c:showSerName val="0"/>
          <c:showPercent val="0"/>
          <c:showBubbleSize val="0"/>
        </c:dLbls>
        <c:gapWidth val="219"/>
        <c:overlap val="-27"/>
        <c:axId val="652516760"/>
        <c:axId val="652522336"/>
      </c:barChart>
      <c:catAx>
        <c:axId val="652516760"/>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NAICS2 Score</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52522336"/>
        <c:crosses val="autoZero"/>
        <c:auto val="1"/>
        <c:lblAlgn val="ctr"/>
        <c:lblOffset val="100"/>
        <c:noMultiLvlLbl val="0"/>
      </c:catAx>
      <c:valAx>
        <c:axId val="652522336"/>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Percent of Obligors</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52516760"/>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v>Non-EFG/Non-NL</c:v>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'SBE2 Equifax Risk Drivers'!$A$80:$A$83</c:f>
              <c:numCache>
                <c:formatCode>General</c:formatCode>
                <c:ptCount val="4"/>
                <c:pt idx="0">
                  <c:v>0</c:v>
                </c:pt>
                <c:pt idx="1">
                  <c:v>9</c:v>
                </c:pt>
                <c:pt idx="2">
                  <c:v>12</c:v>
                </c:pt>
                <c:pt idx="3">
                  <c:v>22</c:v>
                </c:pt>
              </c:numCache>
            </c:numRef>
          </c:cat>
          <c:val>
            <c:numRef>
              <c:f>'SBE2 Equifax Risk Drivers'!$C$80:$C$83</c:f>
              <c:numCache>
                <c:formatCode>0.00%</c:formatCode>
                <c:ptCount val="4"/>
                <c:pt idx="0">
                  <c:v>7.1400000000000005E-2</c:v>
                </c:pt>
                <c:pt idx="1">
                  <c:v>0.1721</c:v>
                </c:pt>
                <c:pt idx="2">
                  <c:v>0.39229999999999998</c:v>
                </c:pt>
                <c:pt idx="3">
                  <c:v>0.36420000000000002</c:v>
                </c:pt>
              </c:numCache>
            </c:numRef>
          </c:val>
          <c:extLst>
            <c:ext xmlns:c16="http://schemas.microsoft.com/office/drawing/2014/chart" uri="{C3380CC4-5D6E-409C-BE32-E72D297353CC}">
              <c16:uniqueId val="{00000000-6C51-460D-8E1A-F6DDD5991D26}"/>
            </c:ext>
          </c:extLst>
        </c:ser>
        <c:ser>
          <c:idx val="1"/>
          <c:order val="1"/>
          <c:tx>
            <c:v>EFG</c:v>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'SBE2 Equifax Risk Drivers'!$A$80:$A$83</c:f>
              <c:numCache>
                <c:formatCode>General</c:formatCode>
                <c:ptCount val="4"/>
                <c:pt idx="0">
                  <c:v>0</c:v>
                </c:pt>
                <c:pt idx="1">
                  <c:v>9</c:v>
                </c:pt>
                <c:pt idx="2">
                  <c:v>12</c:v>
                </c:pt>
                <c:pt idx="3">
                  <c:v>22</c:v>
                </c:pt>
              </c:numCache>
            </c:numRef>
          </c:cat>
          <c:val>
            <c:numRef>
              <c:f>'SBE2 Equifax Risk Drivers'!$D$80:$D$83</c:f>
              <c:numCache>
                <c:formatCode>0.00%</c:formatCode>
                <c:ptCount val="4"/>
                <c:pt idx="0">
                  <c:v>0.61560000000000004</c:v>
                </c:pt>
                <c:pt idx="1">
                  <c:v>0.16320000000000001</c:v>
                </c:pt>
                <c:pt idx="2">
                  <c:v>8.8999999999999996E-2</c:v>
                </c:pt>
                <c:pt idx="3">
                  <c:v>0.1323</c:v>
                </c:pt>
              </c:numCache>
            </c:numRef>
          </c:val>
          <c:extLst>
            <c:ext xmlns:c16="http://schemas.microsoft.com/office/drawing/2014/chart" uri="{C3380CC4-5D6E-409C-BE32-E72D297353CC}">
              <c16:uniqueId val="{00000001-6C51-460D-8E1A-F6DDD5991D26}"/>
            </c:ext>
          </c:extLst>
        </c:ser>
        <c:ser>
          <c:idx val="2"/>
          <c:order val="2"/>
          <c:tx>
            <c:v>NL</c:v>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'SBE2 Equifax Risk Drivers'!$A$80:$A$83</c:f>
              <c:numCache>
                <c:formatCode>General</c:formatCode>
                <c:ptCount val="4"/>
                <c:pt idx="0">
                  <c:v>0</c:v>
                </c:pt>
                <c:pt idx="1">
                  <c:v>9</c:v>
                </c:pt>
                <c:pt idx="2">
                  <c:v>12</c:v>
                </c:pt>
                <c:pt idx="3">
                  <c:v>22</c:v>
                </c:pt>
              </c:numCache>
            </c:numRef>
          </c:cat>
          <c:val>
            <c:numRef>
              <c:f>'SBE2 Equifax Risk Drivers'!$E$80:$E$83</c:f>
              <c:numCache>
                <c:formatCode>0.00%</c:formatCode>
                <c:ptCount val="4"/>
                <c:pt idx="0">
                  <c:v>0.19850000000000001</c:v>
                </c:pt>
                <c:pt idx="1">
                  <c:v>0.1651</c:v>
                </c:pt>
                <c:pt idx="2">
                  <c:v>0.27379999999999999</c:v>
                </c:pt>
                <c:pt idx="3">
                  <c:v>0.36249999999999999</c:v>
                </c:pt>
              </c:numCache>
            </c:numRef>
          </c:val>
          <c:extLst>
            <c:ext xmlns:c16="http://schemas.microsoft.com/office/drawing/2014/chart" uri="{C3380CC4-5D6E-409C-BE32-E72D297353CC}">
              <c16:uniqueId val="{00000002-6C51-460D-8E1A-F6DDD5991D26}"/>
            </c:ext>
          </c:extLst>
        </c:ser>
        <c:dLbls>
          <c:dLblPos val="outEnd"/>
          <c:showLegendKey val="0"/>
          <c:showVal val="1"/>
          <c:showCatName val="0"/>
          <c:showSerName val="0"/>
          <c:showPercent val="0"/>
          <c:showBubbleSize val="0"/>
        </c:dLbls>
        <c:gapWidth val="219"/>
        <c:overlap val="-27"/>
        <c:axId val="666000312"/>
        <c:axId val="665999984"/>
      </c:barChart>
      <c:catAx>
        <c:axId val="666000312"/>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NAICS2 Score</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65999984"/>
        <c:crosses val="autoZero"/>
        <c:auto val="1"/>
        <c:lblAlgn val="ctr"/>
        <c:lblOffset val="100"/>
        <c:noMultiLvlLbl val="0"/>
      </c:catAx>
      <c:valAx>
        <c:axId val="665999984"/>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Percent of Obligors</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6600031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29.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61" tIns="48331" rIns="96661" bIns="48331" rtlCol="0"/>
          <a:lstStyle>
            <a:lvl1pPr algn="l">
              <a:defRPr sz="1300"/>
            </a:lvl1pPr>
          </a:lstStyle>
          <a:p>
            <a:endParaRPr lang="en-CA"/>
          </a:p>
        </p:txBody>
      </p:sp>
      <p:sp>
        <p:nvSpPr>
          <p:cNvPr id="3" name="Date Placeholder 2"/>
          <p:cNvSpPr>
            <a:spLocks noGrp="1"/>
          </p:cNvSpPr>
          <p:nvPr>
            <p:ph type="dt" sz="quarter" idx="1"/>
          </p:nvPr>
        </p:nvSpPr>
        <p:spPr>
          <a:xfrm>
            <a:off x="4143587" y="0"/>
            <a:ext cx="3169920" cy="480060"/>
          </a:xfrm>
          <a:prstGeom prst="rect">
            <a:avLst/>
          </a:prstGeom>
        </p:spPr>
        <p:txBody>
          <a:bodyPr vert="horz" lIns="96661" tIns="48331" rIns="96661" bIns="48331" rtlCol="0"/>
          <a:lstStyle>
            <a:lvl1pPr algn="r">
              <a:defRPr sz="1300"/>
            </a:lvl1pPr>
          </a:lstStyle>
          <a:p>
            <a:fld id="{7F320C92-5B60-47CE-AF8E-33393E468A4F}" type="datetimeFigureOut">
              <a:rPr lang="en-CA" smtClean="0"/>
              <a:t>01/25/2021</a:t>
            </a:fld>
            <a:endParaRPr lang="en-CA"/>
          </a:p>
        </p:txBody>
      </p:sp>
      <p:sp>
        <p:nvSpPr>
          <p:cNvPr id="4" name="Footer Placeholder 3"/>
          <p:cNvSpPr>
            <a:spLocks noGrp="1"/>
          </p:cNvSpPr>
          <p:nvPr>
            <p:ph type="ftr" sz="quarter" idx="2"/>
          </p:nvPr>
        </p:nvSpPr>
        <p:spPr>
          <a:xfrm>
            <a:off x="0" y="9119474"/>
            <a:ext cx="3169920" cy="480060"/>
          </a:xfrm>
          <a:prstGeom prst="rect">
            <a:avLst/>
          </a:prstGeom>
        </p:spPr>
        <p:txBody>
          <a:bodyPr vert="horz" lIns="96661" tIns="48331" rIns="96661" bIns="48331" rtlCol="0" anchor="b"/>
          <a:lstStyle>
            <a:lvl1pPr algn="l">
              <a:defRPr sz="1300"/>
            </a:lvl1pPr>
          </a:lstStyle>
          <a:p>
            <a:endParaRPr lang="en-CA"/>
          </a:p>
        </p:txBody>
      </p:sp>
      <p:sp>
        <p:nvSpPr>
          <p:cNvPr id="5" name="Slide Number Placeholder 4"/>
          <p:cNvSpPr>
            <a:spLocks noGrp="1"/>
          </p:cNvSpPr>
          <p:nvPr>
            <p:ph type="sldNum" sz="quarter" idx="3"/>
          </p:nvPr>
        </p:nvSpPr>
        <p:spPr>
          <a:xfrm>
            <a:off x="4143587" y="9119474"/>
            <a:ext cx="3169920" cy="480060"/>
          </a:xfrm>
          <a:prstGeom prst="rect">
            <a:avLst/>
          </a:prstGeom>
        </p:spPr>
        <p:txBody>
          <a:bodyPr vert="horz" lIns="96661" tIns="48331" rIns="96661" bIns="48331" rtlCol="0" anchor="b"/>
          <a:lstStyle>
            <a:lvl1pPr algn="r">
              <a:defRPr sz="1300"/>
            </a:lvl1pPr>
          </a:lstStyle>
          <a:p>
            <a:fld id="{D932885D-FA4E-45F3-9C34-9BE667995CEE}" type="slidenum">
              <a:rPr lang="en-CA" smtClean="0"/>
              <a:t>‹#›</a:t>
            </a:fld>
            <a:endParaRPr lang="en-CA"/>
          </a:p>
        </p:txBody>
      </p:sp>
    </p:spTree>
    <p:extLst>
      <p:ext uri="{BB962C8B-B14F-4D97-AF65-F5344CB8AC3E}">
        <p14:creationId xmlns:p14="http://schemas.microsoft.com/office/powerpoint/2010/main" val="54296507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70238" cy="479425"/>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4143375" y="0"/>
            <a:ext cx="3170238" cy="479425"/>
          </a:xfrm>
          <a:prstGeom prst="rect">
            <a:avLst/>
          </a:prstGeom>
        </p:spPr>
        <p:txBody>
          <a:bodyPr vert="horz" lIns="91440" tIns="45720" rIns="91440" bIns="45720" rtlCol="0"/>
          <a:lstStyle>
            <a:lvl1pPr algn="r">
              <a:defRPr sz="1200"/>
            </a:lvl1pPr>
          </a:lstStyle>
          <a:p>
            <a:fld id="{B0CF9F78-B7FC-4D34-B5E9-CFFF0660210F}" type="datetimeFigureOut">
              <a:rPr lang="en-CA" smtClean="0"/>
              <a:t>01/25/2021</a:t>
            </a:fld>
            <a:endParaRPr lang="en-CA"/>
          </a:p>
        </p:txBody>
      </p:sp>
      <p:sp>
        <p:nvSpPr>
          <p:cNvPr id="4" name="Slide Image Placeholder 3"/>
          <p:cNvSpPr>
            <a:spLocks noGrp="1" noRot="1" noChangeAspect="1"/>
          </p:cNvSpPr>
          <p:nvPr>
            <p:ph type="sldImg" idx="2"/>
          </p:nvPr>
        </p:nvSpPr>
        <p:spPr>
          <a:xfrm>
            <a:off x="457200" y="720725"/>
            <a:ext cx="6400800" cy="360045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731838" y="4560888"/>
            <a:ext cx="5851525" cy="4319587"/>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6" name="Footer Placeholder 5"/>
          <p:cNvSpPr>
            <a:spLocks noGrp="1"/>
          </p:cNvSpPr>
          <p:nvPr>
            <p:ph type="ftr" sz="quarter" idx="4"/>
          </p:nvPr>
        </p:nvSpPr>
        <p:spPr>
          <a:xfrm>
            <a:off x="0" y="9120188"/>
            <a:ext cx="3170238" cy="479425"/>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4143375" y="9120188"/>
            <a:ext cx="3170238" cy="479425"/>
          </a:xfrm>
          <a:prstGeom prst="rect">
            <a:avLst/>
          </a:prstGeom>
        </p:spPr>
        <p:txBody>
          <a:bodyPr vert="horz" lIns="91440" tIns="45720" rIns="91440" bIns="45720" rtlCol="0" anchor="b"/>
          <a:lstStyle>
            <a:lvl1pPr algn="r">
              <a:defRPr sz="1200"/>
            </a:lvl1pPr>
          </a:lstStyle>
          <a:p>
            <a:fld id="{761EB8C7-5EFC-4FA9-BA9E-FFC3022A4650}" type="slidenum">
              <a:rPr lang="en-CA" smtClean="0"/>
              <a:t>‹#›</a:t>
            </a:fld>
            <a:endParaRPr lang="en-CA"/>
          </a:p>
        </p:txBody>
      </p:sp>
    </p:spTree>
    <p:extLst>
      <p:ext uri="{BB962C8B-B14F-4D97-AF65-F5344CB8AC3E}">
        <p14:creationId xmlns:p14="http://schemas.microsoft.com/office/powerpoint/2010/main" val="1141028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10"/>
          </p:nvPr>
        </p:nvSpPr>
        <p:spPr/>
        <p:txBody>
          <a:bodyPr/>
          <a:lstStyle/>
          <a:p>
            <a:fld id="{761EB8C7-5EFC-4FA9-BA9E-FFC3022A4650}" type="slidenum">
              <a:rPr lang="en-CA" smtClean="0"/>
              <a:t>1</a:t>
            </a:fld>
            <a:endParaRPr lang="en-CA"/>
          </a:p>
        </p:txBody>
      </p:sp>
    </p:spTree>
    <p:extLst>
      <p:ext uri="{BB962C8B-B14F-4D97-AF65-F5344CB8AC3E}">
        <p14:creationId xmlns:p14="http://schemas.microsoft.com/office/powerpoint/2010/main" val="406846068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0.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1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Master" Target="../slideMasters/slideMaster16.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Master" Target="../slideMasters/slideMaster19.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Master" Target="../slideMasters/slideMaster25.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Master" Target="../slideMasters/slideMaster26.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Master" Target="../slideMasters/slideMaster27.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3"/>
          <p:cNvSpPr>
            <a:spLocks noGrp="1"/>
          </p:cNvSpPr>
          <p:nvPr>
            <p:ph type="body" sz="quarter" idx="13" hasCustomPrompt="1"/>
          </p:nvPr>
        </p:nvSpPr>
        <p:spPr>
          <a:xfrm>
            <a:off x="377826" y="2851689"/>
            <a:ext cx="6362700" cy="398089"/>
          </a:xfrm>
          <a:prstGeom prst="rect">
            <a:avLst/>
          </a:prstGeom>
        </p:spPr>
        <p:txBody>
          <a:bodyPr lIns="0" tIns="0" rIns="0" bIns="0"/>
          <a:lstStyle>
            <a:lvl1pPr marL="0" marR="0" indent="0" algn="l" defTabSz="914400" rtl="0" eaLnBrk="1" fontAlgn="auto" latinLnBrk="0" hangingPunct="1">
              <a:lnSpc>
                <a:spcPts val="2000"/>
              </a:lnSpc>
              <a:spcBef>
                <a:spcPts val="0"/>
              </a:spcBef>
              <a:spcAft>
                <a:spcPts val="0"/>
              </a:spcAft>
              <a:buClrTx/>
              <a:buSzTx/>
              <a:buFont typeface="Arial" panose="020B0604020202020204" pitchFamily="34" charset="0"/>
              <a:buNone/>
              <a:tabLst/>
              <a:defRPr sz="1400" baseline="0">
                <a:solidFill>
                  <a:schemeClr val="bg1"/>
                </a:solidFill>
                <a:latin typeface="+mn-lt"/>
                <a:cs typeface="Arial" panose="020B0604020202020204" pitchFamily="34" charset="0"/>
              </a:defRPr>
            </a:lvl1pPr>
          </a:lstStyle>
          <a:p>
            <a:r>
              <a:rPr lang="en-CA" dirty="0" smtClean="0"/>
              <a:t>Additional text…</a:t>
            </a:r>
            <a:endParaRPr lang="en-CA" dirty="0"/>
          </a:p>
        </p:txBody>
      </p:sp>
      <p:sp>
        <p:nvSpPr>
          <p:cNvPr id="8" name="Text Placeholder 9"/>
          <p:cNvSpPr>
            <a:spLocks noGrp="1"/>
          </p:cNvSpPr>
          <p:nvPr>
            <p:ph type="body" sz="quarter" idx="12" hasCustomPrompt="1"/>
          </p:nvPr>
        </p:nvSpPr>
        <p:spPr>
          <a:xfrm>
            <a:off x="377826" y="2239233"/>
            <a:ext cx="8331201" cy="457199"/>
          </a:xfrm>
          <a:prstGeom prst="rect">
            <a:avLst/>
          </a:prstGeom>
        </p:spPr>
        <p:txBody>
          <a:bodyPr lIns="0" tIns="0" rIns="0" bIns="0"/>
          <a:lstStyle>
            <a:lvl1pPr marL="0" marR="0" indent="0" algn="l" defTabSz="914400" rtl="0" eaLnBrk="1" fontAlgn="auto" latinLnBrk="0" hangingPunct="1">
              <a:lnSpc>
                <a:spcPts val="4000"/>
              </a:lnSpc>
              <a:spcBef>
                <a:spcPts val="0"/>
              </a:spcBef>
              <a:spcAft>
                <a:spcPts val="0"/>
              </a:spcAft>
              <a:buClrTx/>
              <a:buSzTx/>
              <a:buFont typeface="Arial" panose="020B0604020202020204" pitchFamily="34" charset="0"/>
              <a:buNone/>
              <a:tabLst/>
              <a:defRPr sz="3200" spc="-100" baseline="0">
                <a:solidFill>
                  <a:schemeClr val="bg1"/>
                </a:solidFill>
                <a:latin typeface="+mn-lt"/>
                <a:cs typeface="Arial" panose="020B0604020202020204" pitchFamily="34" charset="0"/>
              </a:defRPr>
            </a:lvl1pPr>
          </a:lstStyle>
          <a:p>
            <a:pPr marL="0" marR="0" lvl="0" indent="0" algn="l" defTabSz="914400" rtl="0" eaLnBrk="1" fontAlgn="auto" latinLnBrk="0" hangingPunct="1">
              <a:lnSpc>
                <a:spcPts val="4000"/>
              </a:lnSpc>
              <a:spcBef>
                <a:spcPts val="0"/>
              </a:spcBef>
              <a:spcAft>
                <a:spcPts val="0"/>
              </a:spcAft>
              <a:buClrTx/>
              <a:buSzTx/>
              <a:buFont typeface="Arial" panose="020B0604020202020204" pitchFamily="34" charset="0"/>
              <a:buNone/>
              <a:tabLst/>
              <a:defRPr/>
            </a:pPr>
            <a:r>
              <a:rPr lang="en-CA" dirty="0" smtClean="0"/>
              <a:t>Subtitle</a:t>
            </a:r>
            <a:endParaRPr lang="en-CA" dirty="0"/>
          </a:p>
        </p:txBody>
      </p:sp>
      <p:sp>
        <p:nvSpPr>
          <p:cNvPr id="9" name="Text Placeholder 4"/>
          <p:cNvSpPr>
            <a:spLocks noGrp="1"/>
          </p:cNvSpPr>
          <p:nvPr>
            <p:ph type="body" sz="quarter" idx="14" hasCustomPrompt="1"/>
          </p:nvPr>
        </p:nvSpPr>
        <p:spPr>
          <a:xfrm>
            <a:off x="377826" y="1492530"/>
            <a:ext cx="8350249" cy="528638"/>
          </a:xfrm>
          <a:prstGeom prst="rect">
            <a:avLst/>
          </a:prstGeom>
        </p:spPr>
        <p:txBody>
          <a:bodyPr lIns="0" tIns="0" rIns="0" bIns="0"/>
          <a:lstStyle>
            <a:lvl1pPr marL="0" indent="0">
              <a:lnSpc>
                <a:spcPts val="5800"/>
              </a:lnSpc>
              <a:spcBef>
                <a:spcPts val="0"/>
              </a:spcBef>
              <a:buNone/>
              <a:defRPr sz="4800" spc="-100" baseline="0">
                <a:solidFill>
                  <a:schemeClr val="bg1"/>
                </a:solidFill>
                <a:latin typeface="+mn-lt"/>
                <a:cs typeface="Arial" panose="020B0604020202020204" pitchFamily="34" charset="0"/>
              </a:defRPr>
            </a:lvl1pPr>
          </a:lstStyle>
          <a:p>
            <a:pPr lvl="0"/>
            <a:r>
              <a:rPr lang="en-US" dirty="0" smtClean="0"/>
              <a:t>Title</a:t>
            </a:r>
            <a:endParaRPr lang="en-CA" dirty="0"/>
          </a:p>
        </p:txBody>
      </p:sp>
    </p:spTree>
    <p:extLst>
      <p:ext uri="{BB962C8B-B14F-4D97-AF65-F5344CB8AC3E}">
        <p14:creationId xmlns:p14="http://schemas.microsoft.com/office/powerpoint/2010/main" val="5514240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cxnSp>
        <p:nvCxnSpPr>
          <p:cNvPr id="8" name="Straight Connector 7"/>
          <p:cNvCxnSpPr/>
          <p:nvPr userDrawn="1"/>
        </p:nvCxnSpPr>
        <p:spPr>
          <a:xfrm>
            <a:off x="417830" y="4796316"/>
            <a:ext cx="8186799"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9" name="Text Placeholder 3"/>
          <p:cNvSpPr>
            <a:spLocks noGrp="1"/>
          </p:cNvSpPr>
          <p:nvPr>
            <p:ph type="body" sz="quarter" idx="10" hasCustomPrompt="1"/>
          </p:nvPr>
        </p:nvSpPr>
        <p:spPr>
          <a:xfrm>
            <a:off x="417830" y="2134394"/>
            <a:ext cx="7340600" cy="530225"/>
          </a:xfrm>
          <a:prstGeom prst="rect">
            <a:avLst/>
          </a:prstGeom>
        </p:spPr>
        <p:txBody>
          <a:bodyPr lIns="0" rIns="0"/>
          <a:lstStyle>
            <a:lvl1pPr marL="0" indent="0">
              <a:buNone/>
              <a:defRPr sz="3600">
                <a:solidFill>
                  <a:schemeClr val="bg1"/>
                </a:solidFill>
                <a:latin typeface="+mn-lt"/>
                <a:cs typeface="Arial" panose="020B0604020202020204" pitchFamily="34" charset="0"/>
              </a:defRPr>
            </a:lvl1pPr>
            <a:lvl2pPr marL="457200" indent="0">
              <a:buNone/>
              <a:defRPr sz="3600">
                <a:solidFill>
                  <a:schemeClr val="bg1"/>
                </a:solidFill>
                <a:latin typeface="Arial" panose="020B0604020202020204" pitchFamily="34" charset="0"/>
                <a:cs typeface="Arial" panose="020B0604020202020204" pitchFamily="34" charset="0"/>
              </a:defRPr>
            </a:lvl2pPr>
            <a:lvl3pPr marL="914400" indent="0">
              <a:buNone/>
              <a:defRPr sz="3600">
                <a:solidFill>
                  <a:schemeClr val="bg1"/>
                </a:solidFill>
                <a:latin typeface="Arial" panose="020B0604020202020204" pitchFamily="34" charset="0"/>
                <a:cs typeface="Arial" panose="020B0604020202020204" pitchFamily="34" charset="0"/>
              </a:defRPr>
            </a:lvl3pPr>
            <a:lvl4pPr marL="1371600" indent="0">
              <a:buNone/>
              <a:defRPr sz="3600">
                <a:solidFill>
                  <a:schemeClr val="bg1"/>
                </a:solidFill>
                <a:latin typeface="Arial" panose="020B0604020202020204" pitchFamily="34" charset="0"/>
                <a:cs typeface="Arial" panose="020B0604020202020204" pitchFamily="34" charset="0"/>
              </a:defRPr>
            </a:lvl4pPr>
            <a:lvl5pPr marL="1828800" indent="0">
              <a:buNone/>
              <a:defRPr sz="3600">
                <a:solidFill>
                  <a:schemeClr val="bg1"/>
                </a:solidFill>
                <a:latin typeface="Arial" panose="020B0604020202020204" pitchFamily="34" charset="0"/>
                <a:cs typeface="Arial" panose="020B0604020202020204" pitchFamily="34" charset="0"/>
              </a:defRPr>
            </a:lvl5pPr>
          </a:lstStyle>
          <a:p>
            <a:pPr lvl="0"/>
            <a:r>
              <a:rPr lang="en-US" dirty="0" smtClean="0"/>
              <a:t>Section Title</a:t>
            </a:r>
            <a:endParaRPr lang="en-CA" dirty="0"/>
          </a:p>
        </p:txBody>
      </p:sp>
      <p:sp>
        <p:nvSpPr>
          <p:cNvPr id="11" name="Rectangle 10"/>
          <p:cNvSpPr/>
          <p:nvPr userDrawn="1"/>
        </p:nvSpPr>
        <p:spPr>
          <a:xfrm>
            <a:off x="8411284" y="4847236"/>
            <a:ext cx="325730" cy="230832"/>
          </a:xfrm>
          <a:prstGeom prst="rect">
            <a:avLst/>
          </a:prstGeom>
        </p:spPr>
        <p:txBody>
          <a:bodyPr wrap="none">
            <a:spAutoFit/>
          </a:bodyPr>
          <a:lstStyle/>
          <a:p>
            <a:fld id="{167796FD-2C35-44D3-9582-043279E26514}" type="slidenum">
              <a:rPr lang="en-CA" sz="900" b="1" smtClean="0">
                <a:solidFill>
                  <a:schemeClr val="bg1"/>
                </a:solidFill>
                <a:latin typeface="+mn-lt"/>
              </a:rPr>
              <a:pPr/>
              <a:t>‹#›</a:t>
            </a:fld>
            <a:endParaRPr lang="en-CA" sz="900" dirty="0">
              <a:solidFill>
                <a:schemeClr val="bg1"/>
              </a:solidFill>
              <a:latin typeface="+mn-lt"/>
            </a:endParaRPr>
          </a:p>
        </p:txBody>
      </p:sp>
      <p:sp>
        <p:nvSpPr>
          <p:cNvPr id="6" name="TextBox 5"/>
          <p:cNvSpPr txBox="1"/>
          <p:nvPr userDrawn="1"/>
        </p:nvSpPr>
        <p:spPr>
          <a:xfrm>
            <a:off x="407942" y="4885010"/>
            <a:ext cx="3916551" cy="153888"/>
          </a:xfrm>
          <a:prstGeom prst="rect">
            <a:avLst/>
          </a:prstGeom>
          <a:noFill/>
        </p:spPr>
        <p:txBody>
          <a:bodyPr wrap="square" lIns="0" tIns="0" rIns="0" bIns="0" rtlCol="0">
            <a:spAutoFit/>
          </a:bodyPr>
          <a:lstStyle/>
          <a:p>
            <a:pPr algn="l"/>
            <a:r>
              <a:rPr lang="en-CA" sz="1000" b="1" i="0" baseline="0" dirty="0" smtClean="0">
                <a:solidFill>
                  <a:schemeClr val="bg1"/>
                </a:solidFill>
                <a:latin typeface="+mn-lt"/>
                <a:cs typeface="Arial" panose="020B0604020202020204" pitchFamily="34" charset="0"/>
              </a:rPr>
              <a:t>CWB Canadian Western Bank</a:t>
            </a:r>
            <a:endParaRPr lang="en-CA" sz="1000" b="1" i="0" dirty="0">
              <a:solidFill>
                <a:schemeClr val="bg1"/>
              </a:solidFill>
              <a:latin typeface="+mn-lt"/>
              <a:cs typeface="Arial" panose="020B0604020202020204" pitchFamily="34" charset="0"/>
            </a:endParaRPr>
          </a:p>
        </p:txBody>
      </p:sp>
    </p:spTree>
    <p:extLst>
      <p:ext uri="{BB962C8B-B14F-4D97-AF65-F5344CB8AC3E}">
        <p14:creationId xmlns:p14="http://schemas.microsoft.com/office/powerpoint/2010/main" val="135439191"/>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Text Placeholder 3"/>
          <p:cNvSpPr>
            <a:spLocks noGrp="1"/>
          </p:cNvSpPr>
          <p:nvPr>
            <p:ph type="body" sz="quarter" idx="13" hasCustomPrompt="1"/>
          </p:nvPr>
        </p:nvSpPr>
        <p:spPr>
          <a:xfrm>
            <a:off x="3749040" y="1870102"/>
            <a:ext cx="4931609" cy="2536467"/>
          </a:xfrm>
          <a:prstGeom prst="rect">
            <a:avLst/>
          </a:prstGeom>
          <a:noFill/>
        </p:spPr>
        <p:txBody>
          <a:bodyPr/>
          <a:lstStyle>
            <a:lvl1pPr>
              <a:defRPr sz="1800" baseline="0">
                <a:solidFill>
                  <a:schemeClr val="tx1">
                    <a:lumMod val="50000"/>
                    <a:lumOff val="50000"/>
                  </a:schemeClr>
                </a:solidFill>
                <a:latin typeface="+mn-lt"/>
                <a:cs typeface="Arial" panose="020B0604020202020204" pitchFamily="34" charset="0"/>
              </a:defRPr>
            </a:lvl1pPr>
            <a:lvl2pPr>
              <a:defRPr sz="1600">
                <a:solidFill>
                  <a:schemeClr val="tx1">
                    <a:lumMod val="50000"/>
                    <a:lumOff val="50000"/>
                  </a:schemeClr>
                </a:solidFill>
                <a:latin typeface="+mn-lt"/>
                <a:cs typeface="Arial" panose="020B0604020202020204" pitchFamily="34" charset="0"/>
              </a:defRPr>
            </a:lvl2pPr>
            <a:lvl3pPr marL="1143000" indent="-228600">
              <a:buFont typeface="Wingdings" panose="05000000000000000000" pitchFamily="2" charset="2"/>
              <a:buChar char="s"/>
              <a:defRPr sz="1400">
                <a:solidFill>
                  <a:schemeClr val="tx1">
                    <a:lumMod val="50000"/>
                    <a:lumOff val="50000"/>
                  </a:schemeClr>
                </a:solidFill>
                <a:latin typeface="+mn-lt"/>
                <a:cs typeface="Arial" panose="020B0604020202020204" pitchFamily="34" charset="0"/>
              </a:defRPr>
            </a:lvl3pPr>
          </a:lstStyle>
          <a:p>
            <a:pPr lvl="0"/>
            <a:r>
              <a:rPr lang="en-CA" dirty="0" smtClean="0"/>
              <a:t>Bullet</a:t>
            </a:r>
          </a:p>
          <a:p>
            <a:pPr lvl="1"/>
            <a:r>
              <a:rPr lang="en-US" dirty="0" smtClean="0"/>
              <a:t>Second Level</a:t>
            </a:r>
          </a:p>
          <a:p>
            <a:pPr lvl="2"/>
            <a:r>
              <a:rPr lang="en-US" dirty="0" smtClean="0"/>
              <a:t>Third level</a:t>
            </a:r>
            <a:endParaRPr lang="en-CA" dirty="0" smtClean="0"/>
          </a:p>
          <a:p>
            <a:pPr lvl="0"/>
            <a:r>
              <a:rPr lang="en-CA" dirty="0" smtClean="0"/>
              <a:t>Bullet</a:t>
            </a:r>
          </a:p>
          <a:p>
            <a:pPr lvl="0"/>
            <a:r>
              <a:rPr lang="en-CA" dirty="0" smtClean="0"/>
              <a:t>Bullet</a:t>
            </a:r>
          </a:p>
          <a:p>
            <a:pPr lvl="0"/>
            <a:r>
              <a:rPr lang="en-CA" dirty="0" smtClean="0"/>
              <a:t>Bullet</a:t>
            </a:r>
          </a:p>
        </p:txBody>
      </p:sp>
      <p:sp>
        <p:nvSpPr>
          <p:cNvPr id="8" name="Text Placeholder 9"/>
          <p:cNvSpPr>
            <a:spLocks noGrp="1"/>
          </p:cNvSpPr>
          <p:nvPr>
            <p:ph type="body" sz="quarter" idx="12" hasCustomPrompt="1"/>
          </p:nvPr>
        </p:nvSpPr>
        <p:spPr>
          <a:xfrm>
            <a:off x="406203" y="399966"/>
            <a:ext cx="2832297" cy="1009734"/>
          </a:xfrm>
          <a:prstGeom prst="rect">
            <a:avLst/>
          </a:prstGeom>
        </p:spPr>
        <p:txBody>
          <a:bodyPr lIns="0" tIns="0" rIns="0" bIns="0"/>
          <a:lstStyle>
            <a:lvl1pPr marL="0" indent="0">
              <a:lnSpc>
                <a:spcPts val="3400"/>
              </a:lnSpc>
              <a:spcBef>
                <a:spcPts val="0"/>
              </a:spcBef>
              <a:buNone/>
              <a:defRPr sz="3200" b="0" spc="-100" baseline="0">
                <a:solidFill>
                  <a:schemeClr val="bg1"/>
                </a:solidFill>
                <a:latin typeface="+mn-lt"/>
                <a:cs typeface="Arial" panose="020B0604020202020204" pitchFamily="34" charset="0"/>
              </a:defRPr>
            </a:lvl1pPr>
          </a:lstStyle>
          <a:p>
            <a:pPr lvl="0"/>
            <a:r>
              <a:rPr lang="en-CA" dirty="0" smtClean="0"/>
              <a:t>Title</a:t>
            </a:r>
            <a:endParaRPr lang="en-CA" dirty="0"/>
          </a:p>
        </p:txBody>
      </p:sp>
      <p:sp>
        <p:nvSpPr>
          <p:cNvPr id="9" name="Text Placeholder 9"/>
          <p:cNvSpPr>
            <a:spLocks noGrp="1"/>
          </p:cNvSpPr>
          <p:nvPr>
            <p:ph type="body" sz="quarter" idx="14" hasCustomPrompt="1"/>
          </p:nvPr>
        </p:nvSpPr>
        <p:spPr>
          <a:xfrm>
            <a:off x="406203" y="1618602"/>
            <a:ext cx="2321757" cy="1208417"/>
          </a:xfrm>
          <a:prstGeom prst="rect">
            <a:avLst/>
          </a:prstGeom>
        </p:spPr>
        <p:txBody>
          <a:bodyPr lIns="0" tIns="0" rIns="0" bIns="0"/>
          <a:lstStyle>
            <a:lvl1pPr marL="0" indent="0">
              <a:lnSpc>
                <a:spcPts val="2200"/>
              </a:lnSpc>
              <a:spcBef>
                <a:spcPts val="0"/>
              </a:spcBef>
              <a:buNone/>
              <a:defRPr sz="2000" b="0" spc="0" baseline="0">
                <a:solidFill>
                  <a:schemeClr val="bg1"/>
                </a:solidFill>
                <a:latin typeface="+mn-lt"/>
                <a:cs typeface="Arial" panose="020B0604020202020204" pitchFamily="34" charset="0"/>
              </a:defRPr>
            </a:lvl1pPr>
          </a:lstStyle>
          <a:p>
            <a:pPr lvl="0"/>
            <a:r>
              <a:rPr lang="en-CA" dirty="0" smtClean="0"/>
              <a:t>Subtitle</a:t>
            </a:r>
            <a:endParaRPr lang="en-CA" dirty="0"/>
          </a:p>
        </p:txBody>
      </p:sp>
      <p:cxnSp>
        <p:nvCxnSpPr>
          <p:cNvPr id="12" name="Straight Connector 11"/>
          <p:cNvCxnSpPr/>
          <p:nvPr userDrawn="1"/>
        </p:nvCxnSpPr>
        <p:spPr>
          <a:xfrm>
            <a:off x="406203" y="1501140"/>
            <a:ext cx="2626557"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Rectangle 9"/>
          <p:cNvSpPr/>
          <p:nvPr userDrawn="1"/>
        </p:nvSpPr>
        <p:spPr>
          <a:xfrm>
            <a:off x="8411284" y="4847236"/>
            <a:ext cx="325730" cy="230832"/>
          </a:xfrm>
          <a:prstGeom prst="rect">
            <a:avLst/>
          </a:prstGeom>
        </p:spPr>
        <p:txBody>
          <a:bodyPr wrap="none">
            <a:spAutoFit/>
          </a:bodyPr>
          <a:lstStyle/>
          <a:p>
            <a:fld id="{167796FD-2C35-44D3-9582-043279E26514}" type="slidenum">
              <a:rPr lang="en-CA" sz="900" b="1" smtClean="0">
                <a:solidFill>
                  <a:schemeClr val="bg2"/>
                </a:solidFill>
                <a:latin typeface="+mn-lt"/>
              </a:rPr>
              <a:pPr/>
              <a:t>‹#›</a:t>
            </a:fld>
            <a:endParaRPr lang="en-CA" sz="900" dirty="0">
              <a:solidFill>
                <a:schemeClr val="bg2"/>
              </a:solidFill>
              <a:latin typeface="+mn-lt"/>
            </a:endParaRPr>
          </a:p>
        </p:txBody>
      </p:sp>
      <p:sp>
        <p:nvSpPr>
          <p:cNvPr id="11" name="TextBox 10"/>
          <p:cNvSpPr txBox="1"/>
          <p:nvPr userDrawn="1"/>
        </p:nvSpPr>
        <p:spPr>
          <a:xfrm>
            <a:off x="407942" y="4885010"/>
            <a:ext cx="3916551" cy="153888"/>
          </a:xfrm>
          <a:prstGeom prst="rect">
            <a:avLst/>
          </a:prstGeom>
          <a:noFill/>
        </p:spPr>
        <p:txBody>
          <a:bodyPr wrap="square" lIns="0" tIns="0" rIns="0" bIns="0" rtlCol="0">
            <a:spAutoFit/>
          </a:bodyPr>
          <a:lstStyle/>
          <a:p>
            <a:pPr algn="l"/>
            <a:r>
              <a:rPr lang="en-CA" sz="1000" b="1" i="0" baseline="0" dirty="0" smtClean="0">
                <a:solidFill>
                  <a:srgbClr val="BAC5B9"/>
                </a:solidFill>
                <a:latin typeface="+mn-lt"/>
                <a:cs typeface="Arial" panose="020B0604020202020204" pitchFamily="34" charset="0"/>
              </a:rPr>
              <a:t>CWB Canadian Western Bank</a:t>
            </a:r>
            <a:endParaRPr lang="en-CA" sz="1000" b="1" i="0" dirty="0">
              <a:solidFill>
                <a:srgbClr val="BAC5B9"/>
              </a:solidFill>
              <a:latin typeface="+mn-lt"/>
              <a:cs typeface="Arial" panose="020B0604020202020204" pitchFamily="34" charset="0"/>
            </a:endParaRPr>
          </a:p>
        </p:txBody>
      </p:sp>
    </p:spTree>
    <p:extLst>
      <p:ext uri="{BB962C8B-B14F-4D97-AF65-F5344CB8AC3E}">
        <p14:creationId xmlns:p14="http://schemas.microsoft.com/office/powerpoint/2010/main" val="1552885"/>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cxnSp>
        <p:nvCxnSpPr>
          <p:cNvPr id="7" name="Straight Connector 6"/>
          <p:cNvCxnSpPr/>
          <p:nvPr userDrawn="1"/>
        </p:nvCxnSpPr>
        <p:spPr>
          <a:xfrm>
            <a:off x="417830" y="4796316"/>
            <a:ext cx="8186799"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8" name="Text Placeholder 3"/>
          <p:cNvSpPr>
            <a:spLocks noGrp="1"/>
          </p:cNvSpPr>
          <p:nvPr>
            <p:ph type="body" sz="quarter" idx="10" hasCustomPrompt="1"/>
          </p:nvPr>
        </p:nvSpPr>
        <p:spPr>
          <a:xfrm>
            <a:off x="417830" y="2134394"/>
            <a:ext cx="7340600" cy="530225"/>
          </a:xfrm>
          <a:prstGeom prst="rect">
            <a:avLst/>
          </a:prstGeom>
        </p:spPr>
        <p:txBody>
          <a:bodyPr lIns="0" rIns="0"/>
          <a:lstStyle>
            <a:lvl1pPr marL="0" indent="0">
              <a:buNone/>
              <a:defRPr sz="3600">
                <a:solidFill>
                  <a:schemeClr val="bg1"/>
                </a:solidFill>
                <a:latin typeface="+mn-lt"/>
                <a:cs typeface="Arial" panose="020B0604020202020204" pitchFamily="34" charset="0"/>
              </a:defRPr>
            </a:lvl1pPr>
            <a:lvl2pPr marL="457200" indent="0">
              <a:buNone/>
              <a:defRPr sz="3600">
                <a:solidFill>
                  <a:schemeClr val="bg1"/>
                </a:solidFill>
                <a:latin typeface="Arial" panose="020B0604020202020204" pitchFamily="34" charset="0"/>
                <a:cs typeface="Arial" panose="020B0604020202020204" pitchFamily="34" charset="0"/>
              </a:defRPr>
            </a:lvl2pPr>
            <a:lvl3pPr marL="914400" indent="0">
              <a:buNone/>
              <a:defRPr sz="3600">
                <a:solidFill>
                  <a:schemeClr val="bg1"/>
                </a:solidFill>
                <a:latin typeface="Arial" panose="020B0604020202020204" pitchFamily="34" charset="0"/>
                <a:cs typeface="Arial" panose="020B0604020202020204" pitchFamily="34" charset="0"/>
              </a:defRPr>
            </a:lvl3pPr>
            <a:lvl4pPr marL="1371600" indent="0">
              <a:buNone/>
              <a:defRPr sz="3600">
                <a:solidFill>
                  <a:schemeClr val="bg1"/>
                </a:solidFill>
                <a:latin typeface="Arial" panose="020B0604020202020204" pitchFamily="34" charset="0"/>
                <a:cs typeface="Arial" panose="020B0604020202020204" pitchFamily="34" charset="0"/>
              </a:defRPr>
            </a:lvl4pPr>
            <a:lvl5pPr marL="1828800" indent="0">
              <a:buNone/>
              <a:defRPr sz="3600">
                <a:solidFill>
                  <a:schemeClr val="bg1"/>
                </a:solidFill>
                <a:latin typeface="Arial" panose="020B0604020202020204" pitchFamily="34" charset="0"/>
                <a:cs typeface="Arial" panose="020B0604020202020204" pitchFamily="34" charset="0"/>
              </a:defRPr>
            </a:lvl5pPr>
          </a:lstStyle>
          <a:p>
            <a:pPr lvl="0"/>
            <a:r>
              <a:rPr lang="en-US" dirty="0" smtClean="0"/>
              <a:t>Section Title</a:t>
            </a:r>
            <a:endParaRPr lang="en-CA" dirty="0"/>
          </a:p>
        </p:txBody>
      </p:sp>
      <p:sp>
        <p:nvSpPr>
          <p:cNvPr id="9" name="Rectangle 8"/>
          <p:cNvSpPr/>
          <p:nvPr userDrawn="1"/>
        </p:nvSpPr>
        <p:spPr>
          <a:xfrm>
            <a:off x="8411284" y="4847236"/>
            <a:ext cx="325730" cy="230832"/>
          </a:xfrm>
          <a:prstGeom prst="rect">
            <a:avLst/>
          </a:prstGeom>
        </p:spPr>
        <p:txBody>
          <a:bodyPr wrap="none">
            <a:spAutoFit/>
          </a:bodyPr>
          <a:lstStyle/>
          <a:p>
            <a:fld id="{167796FD-2C35-44D3-9582-043279E26514}" type="slidenum">
              <a:rPr lang="en-CA" sz="900" b="1" smtClean="0">
                <a:solidFill>
                  <a:schemeClr val="bg1"/>
                </a:solidFill>
                <a:latin typeface="+mn-lt"/>
              </a:rPr>
              <a:pPr/>
              <a:t>‹#›</a:t>
            </a:fld>
            <a:endParaRPr lang="en-CA" sz="900" dirty="0">
              <a:solidFill>
                <a:schemeClr val="bg1"/>
              </a:solidFill>
              <a:latin typeface="+mn-lt"/>
            </a:endParaRPr>
          </a:p>
        </p:txBody>
      </p:sp>
      <p:sp>
        <p:nvSpPr>
          <p:cNvPr id="6" name="TextBox 5"/>
          <p:cNvSpPr txBox="1"/>
          <p:nvPr userDrawn="1"/>
        </p:nvSpPr>
        <p:spPr>
          <a:xfrm>
            <a:off x="407942" y="4885010"/>
            <a:ext cx="3916551" cy="153888"/>
          </a:xfrm>
          <a:prstGeom prst="rect">
            <a:avLst/>
          </a:prstGeom>
          <a:noFill/>
        </p:spPr>
        <p:txBody>
          <a:bodyPr wrap="square" lIns="0" tIns="0" rIns="0" bIns="0" rtlCol="0">
            <a:spAutoFit/>
          </a:bodyPr>
          <a:lstStyle/>
          <a:p>
            <a:pPr algn="l"/>
            <a:r>
              <a:rPr lang="en-CA" sz="1000" b="1" i="0" baseline="0" dirty="0" smtClean="0">
                <a:solidFill>
                  <a:schemeClr val="bg1"/>
                </a:solidFill>
                <a:latin typeface="+mn-lt"/>
                <a:cs typeface="Arial" panose="020B0604020202020204" pitchFamily="34" charset="0"/>
              </a:rPr>
              <a:t>CWB Canadian Western Bank</a:t>
            </a:r>
            <a:endParaRPr lang="en-CA" sz="1000" b="1" i="0" dirty="0">
              <a:solidFill>
                <a:schemeClr val="bg1"/>
              </a:solidFill>
              <a:latin typeface="+mn-lt"/>
              <a:cs typeface="Arial" panose="020B0604020202020204" pitchFamily="34" charset="0"/>
            </a:endParaRPr>
          </a:p>
        </p:txBody>
      </p:sp>
    </p:spTree>
    <p:extLst>
      <p:ext uri="{BB962C8B-B14F-4D97-AF65-F5344CB8AC3E}">
        <p14:creationId xmlns:p14="http://schemas.microsoft.com/office/powerpoint/2010/main" val="3549609729"/>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10" name="Text Placeholder 3"/>
          <p:cNvSpPr>
            <a:spLocks noGrp="1"/>
          </p:cNvSpPr>
          <p:nvPr>
            <p:ph type="body" sz="quarter" idx="13" hasCustomPrompt="1"/>
          </p:nvPr>
        </p:nvSpPr>
        <p:spPr>
          <a:xfrm>
            <a:off x="3749040" y="1870102"/>
            <a:ext cx="4931609" cy="2536467"/>
          </a:xfrm>
          <a:prstGeom prst="rect">
            <a:avLst/>
          </a:prstGeom>
          <a:noFill/>
        </p:spPr>
        <p:txBody>
          <a:bodyPr/>
          <a:lstStyle>
            <a:lvl1pPr>
              <a:defRPr sz="1800" baseline="0">
                <a:solidFill>
                  <a:schemeClr val="tx1">
                    <a:lumMod val="50000"/>
                    <a:lumOff val="50000"/>
                  </a:schemeClr>
                </a:solidFill>
                <a:latin typeface="+mn-lt"/>
                <a:cs typeface="Arial" panose="020B0604020202020204" pitchFamily="34" charset="0"/>
              </a:defRPr>
            </a:lvl1pPr>
            <a:lvl2pPr>
              <a:defRPr sz="1600">
                <a:solidFill>
                  <a:schemeClr val="tx1">
                    <a:lumMod val="50000"/>
                    <a:lumOff val="50000"/>
                  </a:schemeClr>
                </a:solidFill>
                <a:latin typeface="+mn-lt"/>
                <a:cs typeface="Arial" panose="020B0604020202020204" pitchFamily="34" charset="0"/>
              </a:defRPr>
            </a:lvl2pPr>
            <a:lvl3pPr marL="1143000" indent="-228600">
              <a:buFont typeface="Wingdings" panose="05000000000000000000" pitchFamily="2" charset="2"/>
              <a:buChar char="s"/>
              <a:defRPr sz="1400">
                <a:solidFill>
                  <a:schemeClr val="tx1">
                    <a:lumMod val="50000"/>
                    <a:lumOff val="50000"/>
                  </a:schemeClr>
                </a:solidFill>
                <a:latin typeface="+mn-lt"/>
                <a:cs typeface="Arial" panose="020B0604020202020204" pitchFamily="34" charset="0"/>
              </a:defRPr>
            </a:lvl3pPr>
          </a:lstStyle>
          <a:p>
            <a:pPr lvl="0"/>
            <a:r>
              <a:rPr lang="en-CA" dirty="0" smtClean="0"/>
              <a:t>Bullet</a:t>
            </a:r>
          </a:p>
          <a:p>
            <a:pPr lvl="1"/>
            <a:r>
              <a:rPr lang="en-US" dirty="0" smtClean="0"/>
              <a:t>Second Level</a:t>
            </a:r>
          </a:p>
          <a:p>
            <a:pPr lvl="2"/>
            <a:r>
              <a:rPr lang="en-US" dirty="0" smtClean="0"/>
              <a:t>Third level</a:t>
            </a:r>
            <a:endParaRPr lang="en-CA" dirty="0" smtClean="0"/>
          </a:p>
          <a:p>
            <a:pPr lvl="0"/>
            <a:r>
              <a:rPr lang="en-CA" dirty="0" smtClean="0"/>
              <a:t>Bullet</a:t>
            </a:r>
          </a:p>
          <a:p>
            <a:pPr lvl="0"/>
            <a:r>
              <a:rPr lang="en-CA" dirty="0" smtClean="0"/>
              <a:t>Bullet</a:t>
            </a:r>
          </a:p>
          <a:p>
            <a:pPr lvl="0"/>
            <a:r>
              <a:rPr lang="en-CA" dirty="0" smtClean="0"/>
              <a:t>Bullet</a:t>
            </a:r>
          </a:p>
        </p:txBody>
      </p:sp>
      <p:sp>
        <p:nvSpPr>
          <p:cNvPr id="11" name="Text Placeholder 9"/>
          <p:cNvSpPr>
            <a:spLocks noGrp="1"/>
          </p:cNvSpPr>
          <p:nvPr>
            <p:ph type="body" sz="quarter" idx="12" hasCustomPrompt="1"/>
          </p:nvPr>
        </p:nvSpPr>
        <p:spPr>
          <a:xfrm>
            <a:off x="406203" y="399966"/>
            <a:ext cx="2832297" cy="1009734"/>
          </a:xfrm>
          <a:prstGeom prst="rect">
            <a:avLst/>
          </a:prstGeom>
        </p:spPr>
        <p:txBody>
          <a:bodyPr lIns="0" tIns="0" rIns="0" bIns="0"/>
          <a:lstStyle>
            <a:lvl1pPr marL="0" indent="0">
              <a:lnSpc>
                <a:spcPts val="3400"/>
              </a:lnSpc>
              <a:spcBef>
                <a:spcPts val="0"/>
              </a:spcBef>
              <a:buNone/>
              <a:defRPr sz="3200" b="0" spc="-100" baseline="0">
                <a:solidFill>
                  <a:schemeClr val="bg1"/>
                </a:solidFill>
                <a:latin typeface="+mn-lt"/>
                <a:cs typeface="Arial" panose="020B0604020202020204" pitchFamily="34" charset="0"/>
              </a:defRPr>
            </a:lvl1pPr>
          </a:lstStyle>
          <a:p>
            <a:pPr lvl="0"/>
            <a:r>
              <a:rPr lang="en-CA" dirty="0" smtClean="0"/>
              <a:t>Title</a:t>
            </a:r>
            <a:endParaRPr lang="en-CA" dirty="0"/>
          </a:p>
        </p:txBody>
      </p:sp>
      <p:sp>
        <p:nvSpPr>
          <p:cNvPr id="15" name="Text Placeholder 9"/>
          <p:cNvSpPr>
            <a:spLocks noGrp="1"/>
          </p:cNvSpPr>
          <p:nvPr>
            <p:ph type="body" sz="quarter" idx="14" hasCustomPrompt="1"/>
          </p:nvPr>
        </p:nvSpPr>
        <p:spPr>
          <a:xfrm>
            <a:off x="406203" y="1618602"/>
            <a:ext cx="2321757" cy="1208417"/>
          </a:xfrm>
          <a:prstGeom prst="rect">
            <a:avLst/>
          </a:prstGeom>
        </p:spPr>
        <p:txBody>
          <a:bodyPr lIns="0" tIns="0" rIns="0" bIns="0"/>
          <a:lstStyle>
            <a:lvl1pPr marL="0" indent="0">
              <a:lnSpc>
                <a:spcPts val="2200"/>
              </a:lnSpc>
              <a:spcBef>
                <a:spcPts val="0"/>
              </a:spcBef>
              <a:buNone/>
              <a:defRPr sz="2000" b="0" spc="0" baseline="0">
                <a:solidFill>
                  <a:schemeClr val="bg1"/>
                </a:solidFill>
                <a:latin typeface="+mn-lt"/>
                <a:cs typeface="Arial" panose="020B0604020202020204" pitchFamily="34" charset="0"/>
              </a:defRPr>
            </a:lvl1pPr>
          </a:lstStyle>
          <a:p>
            <a:pPr lvl="0"/>
            <a:r>
              <a:rPr lang="en-CA" dirty="0" smtClean="0"/>
              <a:t>Subtitle</a:t>
            </a:r>
            <a:endParaRPr lang="en-CA" dirty="0"/>
          </a:p>
        </p:txBody>
      </p:sp>
      <p:cxnSp>
        <p:nvCxnSpPr>
          <p:cNvPr id="16" name="Straight Connector 15"/>
          <p:cNvCxnSpPr/>
          <p:nvPr userDrawn="1"/>
        </p:nvCxnSpPr>
        <p:spPr>
          <a:xfrm>
            <a:off x="406203" y="1501140"/>
            <a:ext cx="2626557"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7" name="Rectangle 16"/>
          <p:cNvSpPr/>
          <p:nvPr userDrawn="1"/>
        </p:nvSpPr>
        <p:spPr>
          <a:xfrm>
            <a:off x="8411284" y="4847236"/>
            <a:ext cx="325730" cy="230832"/>
          </a:xfrm>
          <a:prstGeom prst="rect">
            <a:avLst/>
          </a:prstGeom>
        </p:spPr>
        <p:txBody>
          <a:bodyPr wrap="none">
            <a:spAutoFit/>
          </a:bodyPr>
          <a:lstStyle/>
          <a:p>
            <a:fld id="{167796FD-2C35-44D3-9582-043279E26514}" type="slidenum">
              <a:rPr lang="en-CA" sz="900" b="1" smtClean="0">
                <a:solidFill>
                  <a:srgbClr val="BAC5B9"/>
                </a:solidFill>
                <a:latin typeface="+mn-lt"/>
              </a:rPr>
              <a:pPr/>
              <a:t>‹#›</a:t>
            </a:fld>
            <a:endParaRPr lang="en-CA" sz="900" dirty="0">
              <a:solidFill>
                <a:srgbClr val="BAC5B9"/>
              </a:solidFill>
              <a:latin typeface="+mn-lt"/>
            </a:endParaRPr>
          </a:p>
        </p:txBody>
      </p:sp>
      <p:sp>
        <p:nvSpPr>
          <p:cNvPr id="18" name="TextBox 17"/>
          <p:cNvSpPr txBox="1"/>
          <p:nvPr userDrawn="1"/>
        </p:nvSpPr>
        <p:spPr>
          <a:xfrm>
            <a:off x="407942" y="4885010"/>
            <a:ext cx="3916551" cy="153888"/>
          </a:xfrm>
          <a:prstGeom prst="rect">
            <a:avLst/>
          </a:prstGeom>
          <a:noFill/>
        </p:spPr>
        <p:txBody>
          <a:bodyPr wrap="square" lIns="0" tIns="0" rIns="0" bIns="0" rtlCol="0">
            <a:spAutoFit/>
          </a:bodyPr>
          <a:lstStyle/>
          <a:p>
            <a:pPr algn="l"/>
            <a:r>
              <a:rPr lang="en-CA" sz="1000" b="1" i="0" baseline="0" dirty="0" smtClean="0">
                <a:solidFill>
                  <a:srgbClr val="BAC5B9"/>
                </a:solidFill>
                <a:latin typeface="+mn-lt"/>
                <a:cs typeface="Arial" panose="020B0604020202020204" pitchFamily="34" charset="0"/>
              </a:rPr>
              <a:t>CWB Canadian Western Bank</a:t>
            </a:r>
            <a:endParaRPr lang="en-CA" sz="1000" b="1" i="0" dirty="0">
              <a:solidFill>
                <a:srgbClr val="BAC5B9"/>
              </a:solidFill>
              <a:latin typeface="+mn-lt"/>
              <a:cs typeface="Arial" panose="020B0604020202020204" pitchFamily="34" charset="0"/>
            </a:endParaRPr>
          </a:p>
        </p:txBody>
      </p:sp>
    </p:spTree>
    <p:extLst>
      <p:ext uri="{BB962C8B-B14F-4D97-AF65-F5344CB8AC3E}">
        <p14:creationId xmlns:p14="http://schemas.microsoft.com/office/powerpoint/2010/main" val="1659885884"/>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116695511"/>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Photo w Title">
    <p:spTree>
      <p:nvGrpSpPr>
        <p:cNvPr id="1" name=""/>
        <p:cNvGrpSpPr/>
        <p:nvPr/>
      </p:nvGrpSpPr>
      <p:grpSpPr>
        <a:xfrm>
          <a:off x="0" y="0"/>
          <a:ext cx="0" cy="0"/>
          <a:chOff x="0" y="0"/>
          <a:chExt cx="0" cy="0"/>
        </a:xfrm>
      </p:grpSpPr>
      <p:sp>
        <p:nvSpPr>
          <p:cNvPr id="7" name="Text Placeholder 3"/>
          <p:cNvSpPr>
            <a:spLocks noGrp="1"/>
          </p:cNvSpPr>
          <p:nvPr>
            <p:ph type="body" sz="quarter" idx="10" hasCustomPrompt="1"/>
          </p:nvPr>
        </p:nvSpPr>
        <p:spPr>
          <a:xfrm>
            <a:off x="4579683" y="4407694"/>
            <a:ext cx="4112747" cy="242886"/>
          </a:xfrm>
          <a:prstGeom prst="rect">
            <a:avLst/>
          </a:prstGeom>
        </p:spPr>
        <p:txBody>
          <a:bodyPr lIns="0" tIns="0" rIns="0" bIns="0"/>
          <a:lstStyle>
            <a:lvl1pPr marL="0" indent="0">
              <a:buNone/>
              <a:defRPr sz="1200" b="0">
                <a:solidFill>
                  <a:schemeClr val="tx1"/>
                </a:solidFill>
                <a:latin typeface="+mn-lt"/>
                <a:cs typeface="Arial" panose="020B0604020202020204" pitchFamily="34" charset="0"/>
              </a:defRPr>
            </a:lvl1pPr>
          </a:lstStyle>
          <a:p>
            <a:pPr lvl="0"/>
            <a:r>
              <a:rPr lang="en-US" dirty="0" smtClean="0"/>
              <a:t>Photo Caption</a:t>
            </a:r>
          </a:p>
        </p:txBody>
      </p:sp>
      <p:sp>
        <p:nvSpPr>
          <p:cNvPr id="8" name="Text Placeholder 9"/>
          <p:cNvSpPr>
            <a:spLocks noGrp="1"/>
          </p:cNvSpPr>
          <p:nvPr>
            <p:ph type="body" sz="quarter" idx="12" hasCustomPrompt="1"/>
          </p:nvPr>
        </p:nvSpPr>
        <p:spPr>
          <a:xfrm>
            <a:off x="406203" y="701040"/>
            <a:ext cx="3715741" cy="397483"/>
          </a:xfrm>
          <a:prstGeom prst="rect">
            <a:avLst/>
          </a:prstGeom>
        </p:spPr>
        <p:txBody>
          <a:bodyPr lIns="0" tIns="0" rIns="0" bIns="0"/>
          <a:lstStyle>
            <a:lvl1pPr marL="0" indent="0">
              <a:lnSpc>
                <a:spcPts val="3400"/>
              </a:lnSpc>
              <a:spcBef>
                <a:spcPts val="0"/>
              </a:spcBef>
              <a:buNone/>
              <a:defRPr sz="3200" spc="-100" baseline="0">
                <a:solidFill>
                  <a:srgbClr val="0097A9"/>
                </a:solidFill>
                <a:latin typeface="+mn-lt"/>
                <a:cs typeface="Arial" panose="020B0604020202020204" pitchFamily="34" charset="0"/>
              </a:defRPr>
            </a:lvl1pPr>
          </a:lstStyle>
          <a:p>
            <a:pPr lvl="0"/>
            <a:r>
              <a:rPr lang="en-CA" dirty="0" smtClean="0"/>
              <a:t>Title</a:t>
            </a:r>
            <a:endParaRPr lang="en-CA" dirty="0"/>
          </a:p>
        </p:txBody>
      </p:sp>
      <p:sp>
        <p:nvSpPr>
          <p:cNvPr id="9" name="Text Placeholder 9"/>
          <p:cNvSpPr>
            <a:spLocks noGrp="1"/>
          </p:cNvSpPr>
          <p:nvPr>
            <p:ph type="body" sz="quarter" idx="14" hasCustomPrompt="1"/>
          </p:nvPr>
        </p:nvSpPr>
        <p:spPr>
          <a:xfrm>
            <a:off x="406203" y="1157677"/>
            <a:ext cx="3715741" cy="238208"/>
          </a:xfrm>
          <a:prstGeom prst="rect">
            <a:avLst/>
          </a:prstGeom>
        </p:spPr>
        <p:txBody>
          <a:bodyPr lIns="0" tIns="0" rIns="0" bIns="0"/>
          <a:lstStyle>
            <a:lvl1pPr marL="0" indent="0">
              <a:lnSpc>
                <a:spcPts val="2200"/>
              </a:lnSpc>
              <a:spcBef>
                <a:spcPts val="0"/>
              </a:spcBef>
              <a:buNone/>
              <a:defRPr sz="1800" b="0" spc="0" baseline="0">
                <a:solidFill>
                  <a:srgbClr val="DAAA00"/>
                </a:solidFill>
                <a:latin typeface="+mn-lt"/>
                <a:cs typeface="Arial" panose="020B0604020202020204" pitchFamily="34" charset="0"/>
              </a:defRPr>
            </a:lvl1pPr>
          </a:lstStyle>
          <a:p>
            <a:pPr lvl="0"/>
            <a:r>
              <a:rPr lang="en-CA" dirty="0" smtClean="0"/>
              <a:t>Subtitle</a:t>
            </a:r>
            <a:endParaRPr lang="en-CA" dirty="0"/>
          </a:p>
        </p:txBody>
      </p:sp>
      <p:sp>
        <p:nvSpPr>
          <p:cNvPr id="10" name="Text Placeholder 3"/>
          <p:cNvSpPr>
            <a:spLocks noGrp="1"/>
          </p:cNvSpPr>
          <p:nvPr>
            <p:ph type="body" sz="quarter" idx="13" hasCustomPrompt="1"/>
          </p:nvPr>
        </p:nvSpPr>
        <p:spPr>
          <a:xfrm>
            <a:off x="406203" y="1744980"/>
            <a:ext cx="3715741" cy="2419825"/>
          </a:xfrm>
          <a:prstGeom prst="rect">
            <a:avLst/>
          </a:prstGeom>
          <a:noFill/>
        </p:spPr>
        <p:txBody>
          <a:bodyPr/>
          <a:lstStyle>
            <a:lvl1pPr>
              <a:defRPr sz="1500" baseline="0">
                <a:solidFill>
                  <a:schemeClr val="tx1"/>
                </a:solidFill>
                <a:latin typeface="+mn-lt"/>
                <a:cs typeface="Arial" panose="020B0604020202020204" pitchFamily="34" charset="0"/>
              </a:defRPr>
            </a:lvl1pPr>
            <a:lvl2pPr>
              <a:defRPr sz="1400">
                <a:solidFill>
                  <a:schemeClr val="tx1"/>
                </a:solidFill>
                <a:latin typeface="+mn-lt"/>
                <a:cs typeface="Arial" panose="020B0604020202020204" pitchFamily="34" charset="0"/>
              </a:defRPr>
            </a:lvl2pPr>
            <a:lvl3pPr marL="1143000" indent="-228600">
              <a:buFont typeface="Wingdings" panose="05000000000000000000" pitchFamily="2" charset="2"/>
              <a:buChar char="s"/>
              <a:defRPr sz="1200">
                <a:solidFill>
                  <a:schemeClr val="tx1"/>
                </a:solidFill>
                <a:latin typeface="+mn-lt"/>
                <a:cs typeface="Arial" panose="020B0604020202020204" pitchFamily="34" charset="0"/>
              </a:defRPr>
            </a:lvl3pPr>
          </a:lstStyle>
          <a:p>
            <a:pPr lvl="0"/>
            <a:r>
              <a:rPr lang="en-CA" dirty="0" smtClean="0"/>
              <a:t>Bullet</a:t>
            </a:r>
          </a:p>
          <a:p>
            <a:pPr lvl="1"/>
            <a:r>
              <a:rPr lang="en-US" dirty="0" smtClean="0"/>
              <a:t>Second Level</a:t>
            </a:r>
          </a:p>
          <a:p>
            <a:pPr lvl="2"/>
            <a:r>
              <a:rPr lang="en-US" dirty="0" smtClean="0"/>
              <a:t>Third level</a:t>
            </a:r>
            <a:endParaRPr lang="en-CA" dirty="0" smtClean="0"/>
          </a:p>
          <a:p>
            <a:pPr lvl="0"/>
            <a:r>
              <a:rPr lang="en-CA" dirty="0" smtClean="0"/>
              <a:t>Bullet</a:t>
            </a:r>
          </a:p>
          <a:p>
            <a:pPr lvl="0"/>
            <a:r>
              <a:rPr lang="en-CA" dirty="0" smtClean="0"/>
              <a:t>Bullet</a:t>
            </a:r>
          </a:p>
          <a:p>
            <a:pPr lvl="0"/>
            <a:r>
              <a:rPr lang="en-CA" dirty="0" smtClean="0"/>
              <a:t>Bullet</a:t>
            </a:r>
          </a:p>
        </p:txBody>
      </p:sp>
    </p:spTree>
    <p:extLst>
      <p:ext uri="{BB962C8B-B14F-4D97-AF65-F5344CB8AC3E}">
        <p14:creationId xmlns:p14="http://schemas.microsoft.com/office/powerpoint/2010/main" val="1119194023"/>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 Column">
    <p:spTree>
      <p:nvGrpSpPr>
        <p:cNvPr id="1" name=""/>
        <p:cNvGrpSpPr/>
        <p:nvPr/>
      </p:nvGrpSpPr>
      <p:grpSpPr>
        <a:xfrm>
          <a:off x="0" y="0"/>
          <a:ext cx="0" cy="0"/>
          <a:chOff x="0" y="0"/>
          <a:chExt cx="0" cy="0"/>
        </a:xfrm>
      </p:grpSpPr>
      <p:sp>
        <p:nvSpPr>
          <p:cNvPr id="4" name="Text Placeholder 3"/>
          <p:cNvSpPr>
            <a:spLocks noGrp="1"/>
          </p:cNvSpPr>
          <p:nvPr>
            <p:ph type="body" sz="quarter" idx="13" hasCustomPrompt="1"/>
          </p:nvPr>
        </p:nvSpPr>
        <p:spPr>
          <a:xfrm>
            <a:off x="406203" y="1744981"/>
            <a:ext cx="8280401" cy="2681022"/>
          </a:xfrm>
          <a:prstGeom prst="rect">
            <a:avLst/>
          </a:prstGeom>
          <a:noFill/>
        </p:spPr>
        <p:txBody>
          <a:bodyPr numCol="2" spcCol="144000"/>
          <a:lstStyle>
            <a:lvl1pPr>
              <a:defRPr sz="1500" baseline="0">
                <a:solidFill>
                  <a:schemeClr val="tx1"/>
                </a:solidFill>
                <a:latin typeface="+mn-lt"/>
                <a:cs typeface="Arial" panose="020B0604020202020204" pitchFamily="34" charset="0"/>
              </a:defRPr>
            </a:lvl1pPr>
            <a:lvl2pPr>
              <a:defRPr sz="1400">
                <a:solidFill>
                  <a:schemeClr val="tx1"/>
                </a:solidFill>
                <a:latin typeface="+mn-lt"/>
                <a:cs typeface="Arial" panose="020B0604020202020204" pitchFamily="34" charset="0"/>
              </a:defRPr>
            </a:lvl2pPr>
            <a:lvl3pPr marL="1143000" indent="-228600">
              <a:buFont typeface="Wingdings" panose="05000000000000000000" pitchFamily="2" charset="2"/>
              <a:buChar char="s"/>
              <a:defRPr sz="1200">
                <a:solidFill>
                  <a:schemeClr val="tx1"/>
                </a:solidFill>
                <a:latin typeface="+mn-lt"/>
                <a:cs typeface="Arial" panose="020B0604020202020204" pitchFamily="34" charset="0"/>
              </a:defRPr>
            </a:lvl3pPr>
          </a:lstStyle>
          <a:p>
            <a:pPr lvl="0"/>
            <a:r>
              <a:rPr lang="en-CA" dirty="0" smtClean="0"/>
              <a:t>Bullet</a:t>
            </a:r>
          </a:p>
          <a:p>
            <a:pPr lvl="1"/>
            <a:r>
              <a:rPr lang="en-US" dirty="0" smtClean="0"/>
              <a:t>Second Level</a:t>
            </a:r>
          </a:p>
          <a:p>
            <a:pPr lvl="2"/>
            <a:r>
              <a:rPr lang="en-US" dirty="0" smtClean="0"/>
              <a:t>Third level</a:t>
            </a:r>
            <a:endParaRPr lang="en-CA" dirty="0" smtClean="0"/>
          </a:p>
          <a:p>
            <a:pPr lvl="0"/>
            <a:r>
              <a:rPr lang="en-CA" dirty="0" smtClean="0"/>
              <a:t>Bullet</a:t>
            </a:r>
          </a:p>
          <a:p>
            <a:pPr lvl="0"/>
            <a:r>
              <a:rPr lang="en-CA" dirty="0" smtClean="0"/>
              <a:t>Bullet</a:t>
            </a:r>
          </a:p>
          <a:p>
            <a:pPr lvl="0"/>
            <a:r>
              <a:rPr lang="en-CA" dirty="0" smtClean="0"/>
              <a:t>Bullet</a:t>
            </a:r>
          </a:p>
          <a:p>
            <a:pPr lvl="0"/>
            <a:r>
              <a:rPr lang="en-CA" dirty="0" smtClean="0"/>
              <a:t>Bullet</a:t>
            </a:r>
          </a:p>
          <a:p>
            <a:pPr lvl="1"/>
            <a:r>
              <a:rPr lang="en-US" dirty="0" smtClean="0"/>
              <a:t>Second Level</a:t>
            </a:r>
          </a:p>
          <a:p>
            <a:pPr lvl="2"/>
            <a:r>
              <a:rPr lang="en-US" dirty="0" smtClean="0"/>
              <a:t>Third level</a:t>
            </a:r>
            <a:endParaRPr lang="en-CA" dirty="0" smtClean="0"/>
          </a:p>
          <a:p>
            <a:pPr lvl="0"/>
            <a:endParaRPr lang="en-CA" dirty="0" smtClean="0"/>
          </a:p>
          <a:p>
            <a:pPr lvl="0"/>
            <a:r>
              <a:rPr lang="en-CA" dirty="0" smtClean="0"/>
              <a:t>Bullet</a:t>
            </a:r>
          </a:p>
          <a:p>
            <a:pPr lvl="0"/>
            <a:r>
              <a:rPr lang="en-CA" dirty="0" smtClean="0"/>
              <a:t>Bullet</a:t>
            </a:r>
          </a:p>
          <a:p>
            <a:pPr lvl="0"/>
            <a:r>
              <a:rPr lang="en-CA" dirty="0" smtClean="0"/>
              <a:t>Bullet</a:t>
            </a:r>
          </a:p>
          <a:p>
            <a:pPr lvl="0"/>
            <a:r>
              <a:rPr lang="en-CA" dirty="0" smtClean="0"/>
              <a:t>Bullet</a:t>
            </a:r>
          </a:p>
          <a:p>
            <a:pPr lvl="1"/>
            <a:r>
              <a:rPr lang="en-US" dirty="0" smtClean="0"/>
              <a:t>Second Level</a:t>
            </a:r>
          </a:p>
          <a:p>
            <a:pPr lvl="2"/>
            <a:r>
              <a:rPr lang="en-US" dirty="0" smtClean="0"/>
              <a:t>Third level</a:t>
            </a:r>
            <a:endParaRPr lang="en-CA" dirty="0" smtClean="0"/>
          </a:p>
          <a:p>
            <a:pPr lvl="0"/>
            <a:r>
              <a:rPr lang="en-CA" dirty="0" smtClean="0"/>
              <a:t>Bullet</a:t>
            </a:r>
          </a:p>
          <a:p>
            <a:pPr lvl="0"/>
            <a:r>
              <a:rPr lang="en-CA" dirty="0" smtClean="0"/>
              <a:t>Bullet</a:t>
            </a:r>
          </a:p>
          <a:p>
            <a:pPr lvl="0"/>
            <a:r>
              <a:rPr lang="en-CA" dirty="0" smtClean="0"/>
              <a:t>Bullet</a:t>
            </a:r>
          </a:p>
          <a:p>
            <a:pPr lvl="0"/>
            <a:endParaRPr lang="en-CA" dirty="0" smtClean="0"/>
          </a:p>
        </p:txBody>
      </p:sp>
      <p:sp>
        <p:nvSpPr>
          <p:cNvPr id="5" name="Text Placeholder 9"/>
          <p:cNvSpPr>
            <a:spLocks noGrp="1"/>
          </p:cNvSpPr>
          <p:nvPr>
            <p:ph type="body" sz="quarter" idx="12" hasCustomPrompt="1"/>
          </p:nvPr>
        </p:nvSpPr>
        <p:spPr>
          <a:xfrm>
            <a:off x="406203" y="701040"/>
            <a:ext cx="8280401" cy="397483"/>
          </a:xfrm>
          <a:prstGeom prst="rect">
            <a:avLst/>
          </a:prstGeom>
        </p:spPr>
        <p:txBody>
          <a:bodyPr lIns="0" tIns="0" rIns="0" bIns="0"/>
          <a:lstStyle>
            <a:lvl1pPr marL="0" indent="0">
              <a:lnSpc>
                <a:spcPts val="3400"/>
              </a:lnSpc>
              <a:spcBef>
                <a:spcPts val="0"/>
              </a:spcBef>
              <a:buNone/>
              <a:defRPr sz="3200" spc="-100" baseline="0">
                <a:solidFill>
                  <a:srgbClr val="0097A9"/>
                </a:solidFill>
                <a:latin typeface="+mn-lt"/>
                <a:cs typeface="Arial" panose="020B0604020202020204" pitchFamily="34" charset="0"/>
              </a:defRPr>
            </a:lvl1pPr>
          </a:lstStyle>
          <a:p>
            <a:pPr lvl="0"/>
            <a:r>
              <a:rPr lang="en-CA" dirty="0" smtClean="0"/>
              <a:t>Title</a:t>
            </a:r>
            <a:endParaRPr lang="en-CA" dirty="0"/>
          </a:p>
        </p:txBody>
      </p:sp>
      <p:sp>
        <p:nvSpPr>
          <p:cNvPr id="6" name="Text Placeholder 9"/>
          <p:cNvSpPr>
            <a:spLocks noGrp="1"/>
          </p:cNvSpPr>
          <p:nvPr>
            <p:ph type="body" sz="quarter" idx="14" hasCustomPrompt="1"/>
          </p:nvPr>
        </p:nvSpPr>
        <p:spPr>
          <a:xfrm>
            <a:off x="406203" y="1157677"/>
            <a:ext cx="8280401" cy="238208"/>
          </a:xfrm>
          <a:prstGeom prst="rect">
            <a:avLst/>
          </a:prstGeom>
        </p:spPr>
        <p:txBody>
          <a:bodyPr lIns="0" tIns="0" rIns="0" bIns="0"/>
          <a:lstStyle>
            <a:lvl1pPr marL="0" indent="0">
              <a:lnSpc>
                <a:spcPts val="2200"/>
              </a:lnSpc>
              <a:spcBef>
                <a:spcPts val="0"/>
              </a:spcBef>
              <a:buNone/>
              <a:defRPr sz="1800" b="0" spc="0" baseline="0">
                <a:solidFill>
                  <a:srgbClr val="DAAA00"/>
                </a:solidFill>
                <a:latin typeface="+mn-lt"/>
                <a:cs typeface="Arial" panose="020B0604020202020204" pitchFamily="34" charset="0"/>
              </a:defRPr>
            </a:lvl1pPr>
          </a:lstStyle>
          <a:p>
            <a:pPr lvl="0"/>
            <a:r>
              <a:rPr lang="en-CA" dirty="0" smtClean="0"/>
              <a:t>Subtitle</a:t>
            </a:r>
            <a:endParaRPr lang="en-CA" dirty="0"/>
          </a:p>
        </p:txBody>
      </p:sp>
    </p:spTree>
    <p:extLst>
      <p:ext uri="{BB962C8B-B14F-4D97-AF65-F5344CB8AC3E}">
        <p14:creationId xmlns:p14="http://schemas.microsoft.com/office/powerpoint/2010/main" val="3830157508"/>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1 Column">
    <p:spTree>
      <p:nvGrpSpPr>
        <p:cNvPr id="1" name=""/>
        <p:cNvGrpSpPr/>
        <p:nvPr/>
      </p:nvGrpSpPr>
      <p:grpSpPr>
        <a:xfrm>
          <a:off x="0" y="0"/>
          <a:ext cx="0" cy="0"/>
          <a:chOff x="0" y="0"/>
          <a:chExt cx="0" cy="0"/>
        </a:xfrm>
      </p:grpSpPr>
      <p:sp>
        <p:nvSpPr>
          <p:cNvPr id="5" name="Text Placeholder 9"/>
          <p:cNvSpPr>
            <a:spLocks noGrp="1"/>
          </p:cNvSpPr>
          <p:nvPr>
            <p:ph type="body" sz="quarter" idx="12" hasCustomPrompt="1"/>
          </p:nvPr>
        </p:nvSpPr>
        <p:spPr>
          <a:xfrm>
            <a:off x="406203" y="701040"/>
            <a:ext cx="8280401" cy="397483"/>
          </a:xfrm>
          <a:prstGeom prst="rect">
            <a:avLst/>
          </a:prstGeom>
        </p:spPr>
        <p:txBody>
          <a:bodyPr lIns="0" tIns="0" rIns="0" bIns="0"/>
          <a:lstStyle>
            <a:lvl1pPr marL="0" indent="0">
              <a:lnSpc>
                <a:spcPts val="3400"/>
              </a:lnSpc>
              <a:spcBef>
                <a:spcPts val="0"/>
              </a:spcBef>
              <a:buNone/>
              <a:defRPr sz="3200" spc="-100" baseline="0">
                <a:solidFill>
                  <a:srgbClr val="0097A9"/>
                </a:solidFill>
                <a:latin typeface="+mn-lt"/>
                <a:cs typeface="Arial" panose="020B0604020202020204" pitchFamily="34" charset="0"/>
              </a:defRPr>
            </a:lvl1pPr>
          </a:lstStyle>
          <a:p>
            <a:pPr lvl="0"/>
            <a:r>
              <a:rPr lang="en-CA" dirty="0" smtClean="0"/>
              <a:t>Title</a:t>
            </a:r>
            <a:endParaRPr lang="en-CA" dirty="0"/>
          </a:p>
        </p:txBody>
      </p:sp>
      <p:sp>
        <p:nvSpPr>
          <p:cNvPr id="6" name="Text Placeholder 9"/>
          <p:cNvSpPr>
            <a:spLocks noGrp="1"/>
          </p:cNvSpPr>
          <p:nvPr>
            <p:ph type="body" sz="quarter" idx="14" hasCustomPrompt="1"/>
          </p:nvPr>
        </p:nvSpPr>
        <p:spPr>
          <a:xfrm>
            <a:off x="406203" y="1157677"/>
            <a:ext cx="8280401" cy="238208"/>
          </a:xfrm>
          <a:prstGeom prst="rect">
            <a:avLst/>
          </a:prstGeom>
        </p:spPr>
        <p:txBody>
          <a:bodyPr lIns="0" tIns="0" rIns="0" bIns="0"/>
          <a:lstStyle>
            <a:lvl1pPr marL="0" indent="0">
              <a:lnSpc>
                <a:spcPts val="2200"/>
              </a:lnSpc>
              <a:spcBef>
                <a:spcPts val="0"/>
              </a:spcBef>
              <a:buNone/>
              <a:defRPr sz="1800" b="0" spc="0" baseline="0">
                <a:solidFill>
                  <a:srgbClr val="DAAA00"/>
                </a:solidFill>
                <a:latin typeface="+mn-lt"/>
                <a:cs typeface="Arial" panose="020B0604020202020204" pitchFamily="34" charset="0"/>
              </a:defRPr>
            </a:lvl1pPr>
          </a:lstStyle>
          <a:p>
            <a:pPr lvl="0"/>
            <a:r>
              <a:rPr lang="en-CA" dirty="0" smtClean="0"/>
              <a:t>Subtitle</a:t>
            </a:r>
            <a:endParaRPr lang="en-CA" dirty="0"/>
          </a:p>
        </p:txBody>
      </p:sp>
      <p:sp>
        <p:nvSpPr>
          <p:cNvPr id="7" name="Text Placeholder 6"/>
          <p:cNvSpPr>
            <a:spLocks noGrp="1"/>
          </p:cNvSpPr>
          <p:nvPr>
            <p:ph type="body" sz="quarter" idx="15" hasCustomPrompt="1"/>
          </p:nvPr>
        </p:nvSpPr>
        <p:spPr>
          <a:xfrm>
            <a:off x="406400" y="1636713"/>
            <a:ext cx="8280400" cy="2743200"/>
          </a:xfrm>
          <a:prstGeom prst="rect">
            <a:avLst/>
          </a:prstGeom>
        </p:spPr>
        <p:txBody>
          <a:bodyPr lIns="0" rIns="0"/>
          <a:lstStyle>
            <a:lvl1pPr marL="0" marR="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lang="en-US" sz="1600" b="0" i="0" u="none" strike="noStrike" baseline="0" smtClean="0">
                <a:solidFill>
                  <a:schemeClr val="tx1"/>
                </a:solidFill>
              </a:defRPr>
            </a:lvl1pPr>
            <a:lvl2pPr marL="457200" indent="0">
              <a:buNone/>
              <a:defRPr sz="1600">
                <a:solidFill>
                  <a:schemeClr val="tx1">
                    <a:lumMod val="50000"/>
                    <a:lumOff val="50000"/>
                  </a:schemeClr>
                </a:solidFill>
              </a:defRPr>
            </a:lvl2pPr>
            <a:lvl3pPr marL="914400" indent="0">
              <a:buNone/>
              <a:defRPr sz="1600">
                <a:solidFill>
                  <a:schemeClr val="tx1">
                    <a:lumMod val="50000"/>
                    <a:lumOff val="50000"/>
                  </a:schemeClr>
                </a:solidFill>
              </a:defRPr>
            </a:lvl3pPr>
            <a:lvl4pPr marL="1371600" indent="0">
              <a:buNone/>
              <a:defRPr sz="1600">
                <a:solidFill>
                  <a:schemeClr val="tx1">
                    <a:lumMod val="50000"/>
                    <a:lumOff val="50000"/>
                  </a:schemeClr>
                </a:solidFill>
              </a:defRPr>
            </a:lvl4pPr>
            <a:lvl5pPr marL="1828800" indent="0">
              <a:buNone/>
              <a:defRPr sz="1600">
                <a:solidFill>
                  <a:schemeClr val="tx1">
                    <a:lumMod val="50000"/>
                    <a:lumOff val="50000"/>
                  </a:schemeClr>
                </a:solidFill>
              </a:defRPr>
            </a:lvl5pPr>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smtClean="0"/>
              <a:t>Click to add text. Body placeholder text goes here. </a:t>
            </a:r>
            <a:r>
              <a:rPr lang="en-US" dirty="0" err="1" smtClean="0"/>
              <a:t>Aperchil</a:t>
            </a:r>
            <a:r>
              <a:rPr lang="en-US" dirty="0" smtClean="0"/>
              <a:t> </a:t>
            </a:r>
            <a:r>
              <a:rPr lang="en-US" dirty="0" err="1" smtClean="0"/>
              <a:t>inus</a:t>
            </a:r>
            <a:r>
              <a:rPr lang="en-US" dirty="0" smtClean="0"/>
              <a:t>, </a:t>
            </a:r>
            <a:r>
              <a:rPr lang="en-US" dirty="0" err="1" smtClean="0"/>
              <a:t>ullabo</a:t>
            </a:r>
            <a:r>
              <a:rPr lang="en-US" dirty="0" smtClean="0"/>
              <a:t>. </a:t>
            </a:r>
            <a:r>
              <a:rPr lang="en-US" dirty="0" err="1" smtClean="0"/>
              <a:t>Otat</a:t>
            </a:r>
            <a:r>
              <a:rPr lang="en-US" dirty="0" smtClean="0"/>
              <a:t>. </a:t>
            </a:r>
            <a:r>
              <a:rPr lang="en-US" dirty="0" err="1" smtClean="0"/>
              <a:t>Bissecto</a:t>
            </a:r>
            <a:r>
              <a:rPr lang="en-US" dirty="0" smtClean="0"/>
              <a:t> </a:t>
            </a:r>
            <a:r>
              <a:rPr lang="en-US" dirty="0" err="1" smtClean="0"/>
              <a:t>occust</a:t>
            </a:r>
            <a:r>
              <a:rPr lang="en-US" dirty="0" smtClean="0"/>
              <a:t>, to </a:t>
            </a:r>
            <a:r>
              <a:rPr lang="en-US" dirty="0" err="1" smtClean="0"/>
              <a:t>dolupta</a:t>
            </a:r>
            <a:r>
              <a:rPr lang="en-US" dirty="0" smtClean="0"/>
              <a:t> turbos </a:t>
            </a:r>
            <a:r>
              <a:rPr lang="en-US" dirty="0" err="1" smtClean="0"/>
              <a:t>consequidi</a:t>
            </a:r>
            <a:r>
              <a:rPr lang="en-US" dirty="0" smtClean="0"/>
              <a:t> </a:t>
            </a:r>
            <a:r>
              <a:rPr lang="en-US" dirty="0" err="1" smtClean="0"/>
              <a:t>aut</a:t>
            </a:r>
            <a:r>
              <a:rPr lang="en-US" dirty="0" smtClean="0"/>
              <a:t> </a:t>
            </a:r>
            <a:r>
              <a:rPr lang="en-US" dirty="0" err="1" smtClean="0"/>
              <a:t>eos</a:t>
            </a:r>
            <a:r>
              <a:rPr lang="en-US" dirty="0" smtClean="0"/>
              <a:t> </a:t>
            </a:r>
            <a:r>
              <a:rPr lang="en-US" dirty="0" err="1" smtClean="0"/>
              <a:t>aut</a:t>
            </a:r>
            <a:r>
              <a:rPr lang="en-US" dirty="0" smtClean="0"/>
              <a:t> </a:t>
            </a:r>
            <a:r>
              <a:rPr lang="en-US" dirty="0" err="1" smtClean="0"/>
              <a:t>dolesequam</a:t>
            </a:r>
            <a:r>
              <a:rPr lang="en-US" dirty="0" smtClean="0"/>
              <a:t> </a:t>
            </a:r>
            <a:r>
              <a:rPr lang="en-US" dirty="0" err="1" smtClean="0"/>
              <a:t>commole</a:t>
            </a:r>
            <a:r>
              <a:rPr lang="en-US" dirty="0" smtClean="0"/>
              <a:t> </a:t>
            </a:r>
            <a:r>
              <a:rPr lang="en-US" dirty="0" err="1" smtClean="0"/>
              <a:t>ntotas</a:t>
            </a:r>
            <a:r>
              <a:rPr lang="en-US" dirty="0" smtClean="0"/>
              <a:t> se </a:t>
            </a:r>
            <a:r>
              <a:rPr lang="en-US" dirty="0" err="1" smtClean="0"/>
              <a:t>volum</a:t>
            </a:r>
            <a:r>
              <a:rPr lang="en-US" dirty="0" smtClean="0"/>
              <a:t> </a:t>
            </a:r>
            <a:r>
              <a:rPr lang="en-US" dirty="0" err="1" smtClean="0"/>
              <a:t>est</a:t>
            </a:r>
            <a:r>
              <a:rPr lang="en-US" dirty="0" smtClean="0"/>
              <a:t> </a:t>
            </a:r>
            <a:r>
              <a:rPr lang="en-US" dirty="0" err="1" smtClean="0"/>
              <a:t>aut</a:t>
            </a:r>
            <a:r>
              <a:rPr lang="en-US" dirty="0" smtClean="0"/>
              <a:t> </a:t>
            </a:r>
            <a:r>
              <a:rPr lang="en-US" dirty="0" err="1" smtClean="0"/>
              <a:t>veliatuint</a:t>
            </a:r>
            <a:r>
              <a:rPr lang="en-US" dirty="0" smtClean="0"/>
              <a:t> </a:t>
            </a:r>
            <a:r>
              <a:rPr lang="en-US" dirty="0" err="1" smtClean="0"/>
              <a:t>fuga</a:t>
            </a:r>
            <a:r>
              <a:rPr lang="en-US" dirty="0" smtClean="0"/>
              <a:t>. </a:t>
            </a:r>
            <a:r>
              <a:rPr lang="en-US" dirty="0" err="1" smtClean="0"/>
              <a:t>Sunt</a:t>
            </a:r>
            <a:r>
              <a:rPr lang="en-US" dirty="0" smtClean="0"/>
              <a:t> </a:t>
            </a:r>
            <a:r>
              <a:rPr lang="en-US" dirty="0" err="1" smtClean="0"/>
              <a:t>volupta</a:t>
            </a:r>
            <a:r>
              <a:rPr lang="en-US" dirty="0" smtClean="0"/>
              <a:t> </a:t>
            </a:r>
            <a:r>
              <a:rPr lang="en-US" dirty="0" err="1" smtClean="0"/>
              <a:t>tiuntem</a:t>
            </a:r>
            <a:r>
              <a:rPr lang="en-US" dirty="0" smtClean="0"/>
              <a:t> </a:t>
            </a:r>
            <a:r>
              <a:rPr lang="en-US" dirty="0" err="1" smtClean="0"/>
              <a:t>inulparum</a:t>
            </a:r>
            <a:r>
              <a:rPr lang="en-US" dirty="0" smtClean="0"/>
              <a:t> et </a:t>
            </a:r>
            <a:r>
              <a:rPr lang="en-US" dirty="0" err="1" smtClean="0"/>
              <a:t>fugioto</a:t>
            </a:r>
            <a:r>
              <a:rPr lang="en-US" dirty="0" smtClean="0"/>
              <a:t> </a:t>
            </a:r>
            <a:r>
              <a:rPr lang="en-US" dirty="0" err="1" smtClean="0"/>
              <a:t>cusa</a:t>
            </a:r>
            <a:r>
              <a:rPr lang="en-US" dirty="0" smtClean="0"/>
              <a:t> net </a:t>
            </a:r>
            <a:r>
              <a:rPr lang="en-US" dirty="0" err="1" smtClean="0"/>
              <a:t>aut</a:t>
            </a:r>
            <a:r>
              <a:rPr lang="en-US" dirty="0" smtClean="0"/>
              <a:t> colossus. </a:t>
            </a:r>
            <a:r>
              <a:rPr lang="en-US" dirty="0" err="1" smtClean="0"/>
              <a:t>Evelegndigim</a:t>
            </a:r>
            <a:r>
              <a:rPr lang="en-US" dirty="0" smtClean="0"/>
              <a:t> qui </a:t>
            </a:r>
            <a:r>
              <a:rPr lang="en-US" dirty="0" err="1" smtClean="0"/>
              <a:t>ommodiao</a:t>
            </a:r>
            <a:r>
              <a:rPr lang="en-US" dirty="0" smtClean="0"/>
              <a:t> </a:t>
            </a:r>
            <a:r>
              <a:rPr lang="en-US" dirty="0" err="1" smtClean="0"/>
              <a:t>exceaswum</a:t>
            </a:r>
            <a:r>
              <a:rPr lang="en-US" dirty="0" smtClean="0"/>
              <a:t> </a:t>
            </a:r>
            <a:r>
              <a:rPr lang="en-US" dirty="0" err="1" smtClean="0"/>
              <a:t>enus</a:t>
            </a:r>
            <a:r>
              <a:rPr lang="en-US" dirty="0" smtClean="0"/>
              <a:t> as </a:t>
            </a:r>
            <a:r>
              <a:rPr lang="en-US" dirty="0" err="1" smtClean="0"/>
              <a:t>deerro</a:t>
            </a:r>
            <a:r>
              <a:rPr lang="en-US" dirty="0" smtClean="0"/>
              <a:t> </a:t>
            </a:r>
            <a:r>
              <a:rPr lang="en-US" dirty="0" err="1" smtClean="0"/>
              <a:t>consedi</a:t>
            </a:r>
            <a:r>
              <a:rPr lang="en-US" dirty="0" smtClean="0"/>
              <a:t> </a:t>
            </a:r>
            <a:r>
              <a:rPr lang="en-US" dirty="0" err="1" smtClean="0"/>
              <a:t>rerum</a:t>
            </a:r>
            <a:r>
              <a:rPr lang="en-US" dirty="0" smtClean="0"/>
              <a:t> et </a:t>
            </a:r>
            <a:r>
              <a:rPr lang="en-US" dirty="0" err="1" smtClean="0"/>
              <a:t>il</a:t>
            </a:r>
            <a:r>
              <a:rPr lang="en-US" dirty="0" smtClean="0"/>
              <a:t> </a:t>
            </a:r>
            <a:r>
              <a:rPr lang="en-US" dirty="0" err="1" smtClean="0"/>
              <a:t>est</a:t>
            </a:r>
            <a:r>
              <a:rPr lang="en-US" dirty="0" smtClean="0"/>
              <a:t> qui </a:t>
            </a:r>
            <a:r>
              <a:rPr lang="en-US" dirty="0" err="1" smtClean="0"/>
              <a:t>cus</a:t>
            </a:r>
            <a:r>
              <a:rPr lang="en-US" dirty="0" smtClean="0"/>
              <a:t> </a:t>
            </a:r>
            <a:r>
              <a:rPr lang="en-US" dirty="0" err="1" smtClean="0"/>
              <a:t>aut</a:t>
            </a:r>
            <a:r>
              <a:rPr lang="en-US" dirty="0" smtClean="0"/>
              <a:t> et </a:t>
            </a:r>
            <a:r>
              <a:rPr lang="en-US" dirty="0" err="1" smtClean="0"/>
              <a:t>secsaill</a:t>
            </a:r>
            <a:r>
              <a:rPr lang="en-US" dirty="0" smtClean="0"/>
              <a:t> to </a:t>
            </a:r>
            <a:r>
              <a:rPr lang="en-US" dirty="0" err="1" smtClean="0"/>
              <a:t>cid</a:t>
            </a:r>
            <a:r>
              <a:rPr lang="en-US" dirty="0" smtClean="0"/>
              <a:t> et </a:t>
            </a:r>
            <a:r>
              <a:rPr lang="en-US" dirty="0" err="1" smtClean="0"/>
              <a:t>poreupudam</a:t>
            </a:r>
            <a:r>
              <a:rPr lang="en-US" dirty="0" smtClean="0"/>
              <a:t> </a:t>
            </a:r>
            <a:r>
              <a:rPr lang="en-US" dirty="0" err="1" smtClean="0"/>
              <a:t>unti</a:t>
            </a:r>
            <a:r>
              <a:rPr lang="en-US" dirty="0" smtClean="0"/>
              <a:t>, </a:t>
            </a:r>
            <a:r>
              <a:rPr lang="en-US" dirty="0" err="1" smtClean="0"/>
              <a:t>uptodemsd</a:t>
            </a:r>
            <a:r>
              <a:rPr lang="en-US" dirty="0" smtClean="0"/>
              <a:t> </a:t>
            </a:r>
            <a:r>
              <a:rPr lang="en-US" dirty="0" err="1" smtClean="0"/>
              <a:t>blacsccsuam</a:t>
            </a:r>
            <a:r>
              <a:rPr lang="en-US" dirty="0" smtClean="0"/>
              <a:t> </a:t>
            </a:r>
            <a:r>
              <a:rPr lang="en-US" dirty="0" err="1" smtClean="0"/>
              <a:t>reprio</a:t>
            </a:r>
            <a:r>
              <a:rPr lang="en-US" dirty="0" smtClean="0"/>
              <a:t> </a:t>
            </a:r>
            <a:r>
              <a:rPr lang="en-US" dirty="0" err="1" smtClean="0"/>
              <a:t>endes</a:t>
            </a:r>
            <a:r>
              <a:rPr lang="en-US" dirty="0" smtClean="0"/>
              <a:t> </a:t>
            </a:r>
            <a:r>
              <a:rPr lang="en-US" dirty="0" err="1" smtClean="0"/>
              <a:t>autem</a:t>
            </a:r>
            <a:r>
              <a:rPr lang="en-US" dirty="0" smtClean="0"/>
              <a:t> </a:t>
            </a:r>
            <a:r>
              <a:rPr lang="en-US" dirty="0" err="1" smtClean="0"/>
              <a:t>quie</a:t>
            </a:r>
            <a:r>
              <a:rPr lang="en-US" dirty="0" smtClean="0"/>
              <a:t> </a:t>
            </a:r>
            <a:r>
              <a:rPr lang="en-US" dirty="0" err="1" smtClean="0"/>
              <a:t>prem</a:t>
            </a:r>
            <a:r>
              <a:rPr lang="en-US" dirty="0" smtClean="0"/>
              <a:t> </a:t>
            </a:r>
            <a:r>
              <a:rPr lang="en-US" dirty="0" err="1" smtClean="0"/>
              <a:t>aditas</a:t>
            </a:r>
            <a:r>
              <a:rPr lang="en-US" dirty="0" smtClean="0"/>
              <a:t> discus </a:t>
            </a:r>
            <a:r>
              <a:rPr lang="en-US" dirty="0" err="1" smtClean="0"/>
              <a:t>magnihilibus</a:t>
            </a:r>
            <a:r>
              <a:rPr lang="en-US" dirty="0" smtClean="0"/>
              <a:t> </a:t>
            </a:r>
            <a:r>
              <a:rPr lang="en-US" dirty="0" err="1" smtClean="0"/>
              <a:t>cusiccs</a:t>
            </a:r>
            <a:r>
              <a:rPr lang="en-US" dirty="0" smtClean="0"/>
              <a:t> </a:t>
            </a:r>
            <a:r>
              <a:rPr lang="en-US" dirty="0" err="1" smtClean="0"/>
              <a:t>eatumse</a:t>
            </a:r>
            <a:r>
              <a:rPr lang="en-US" dirty="0" smtClean="0"/>
              <a:t> </a:t>
            </a:r>
            <a:r>
              <a:rPr lang="en-US" dirty="0" err="1" smtClean="0"/>
              <a:t>luptaquie</a:t>
            </a:r>
            <a:r>
              <a:rPr lang="en-US" dirty="0" smtClean="0"/>
              <a:t> </a:t>
            </a:r>
            <a:r>
              <a:rPr lang="en-US" dirty="0" err="1" smtClean="0"/>
              <a:t>dolum</a:t>
            </a:r>
            <a:r>
              <a:rPr lang="en-US" dirty="0" smtClean="0"/>
              <a:t> </a:t>
            </a:r>
            <a:r>
              <a:rPr lang="en-US" dirty="0" err="1" smtClean="0"/>
              <a:t>Aperchil</a:t>
            </a:r>
            <a:r>
              <a:rPr lang="en-US" dirty="0" smtClean="0"/>
              <a:t> </a:t>
            </a:r>
            <a:r>
              <a:rPr lang="en-US" dirty="0" err="1" smtClean="0"/>
              <a:t>inus</a:t>
            </a:r>
            <a:r>
              <a:rPr lang="en-US" dirty="0" smtClean="0"/>
              <a:t>, </a:t>
            </a:r>
            <a:r>
              <a:rPr lang="en-US" dirty="0" err="1" smtClean="0"/>
              <a:t>ullabo</a:t>
            </a:r>
            <a:r>
              <a:rPr lang="en-US" dirty="0" smtClean="0"/>
              <a:t>. </a:t>
            </a:r>
            <a:r>
              <a:rPr lang="en-US" dirty="0" err="1" smtClean="0"/>
              <a:t>Otat</a:t>
            </a:r>
            <a:r>
              <a:rPr lang="en-US" dirty="0" smtClean="0"/>
              <a:t>. </a:t>
            </a:r>
            <a:r>
              <a:rPr lang="en-US" dirty="0" err="1" smtClean="0"/>
              <a:t>Bissecto</a:t>
            </a:r>
            <a:r>
              <a:rPr lang="en-US" dirty="0" smtClean="0"/>
              <a:t> </a:t>
            </a:r>
            <a:r>
              <a:rPr lang="en-US" dirty="0" err="1" smtClean="0"/>
              <a:t>occust</a:t>
            </a:r>
            <a:r>
              <a:rPr lang="en-US" dirty="0" smtClean="0"/>
              <a:t>, to </a:t>
            </a:r>
            <a:r>
              <a:rPr lang="en-US" dirty="0" err="1" smtClean="0"/>
              <a:t>dolupta</a:t>
            </a:r>
            <a:r>
              <a:rPr lang="en-US" dirty="0" smtClean="0"/>
              <a:t> turbos </a:t>
            </a:r>
            <a:r>
              <a:rPr lang="en-US" dirty="0" err="1" smtClean="0"/>
              <a:t>consequidi</a:t>
            </a:r>
            <a:r>
              <a:rPr lang="en-US" dirty="0" smtClean="0"/>
              <a:t> </a:t>
            </a:r>
            <a:r>
              <a:rPr lang="en-US" dirty="0" err="1" smtClean="0"/>
              <a:t>aut</a:t>
            </a:r>
            <a:r>
              <a:rPr lang="en-US" dirty="0" smtClean="0"/>
              <a:t> </a:t>
            </a:r>
            <a:r>
              <a:rPr lang="en-US" dirty="0" err="1" smtClean="0"/>
              <a:t>eos</a:t>
            </a:r>
            <a:r>
              <a:rPr lang="en-US" dirty="0" smtClean="0"/>
              <a:t> </a:t>
            </a:r>
            <a:r>
              <a:rPr lang="en-US" dirty="0" err="1" smtClean="0"/>
              <a:t>aut</a:t>
            </a:r>
            <a:r>
              <a:rPr lang="en-US" dirty="0" smtClean="0"/>
              <a:t> </a:t>
            </a:r>
            <a:r>
              <a:rPr lang="en-US" dirty="0" err="1" smtClean="0"/>
              <a:t>dolesequam</a:t>
            </a:r>
            <a:r>
              <a:rPr lang="en-US" dirty="0" smtClean="0"/>
              <a:t> </a:t>
            </a:r>
            <a:r>
              <a:rPr lang="en-US" dirty="0" err="1" smtClean="0"/>
              <a:t>commole</a:t>
            </a:r>
            <a:r>
              <a:rPr lang="en-US" dirty="0" smtClean="0"/>
              <a:t> </a:t>
            </a:r>
            <a:r>
              <a:rPr lang="en-US" dirty="0" err="1" smtClean="0"/>
              <a:t>ntotas</a:t>
            </a:r>
            <a:r>
              <a:rPr lang="en-US" dirty="0" smtClean="0"/>
              <a:t> se </a:t>
            </a:r>
            <a:r>
              <a:rPr lang="en-US" dirty="0" err="1" smtClean="0"/>
              <a:t>volum</a:t>
            </a:r>
            <a:r>
              <a:rPr lang="en-US" dirty="0" smtClean="0"/>
              <a:t> </a:t>
            </a:r>
            <a:r>
              <a:rPr lang="en-US" dirty="0" err="1" smtClean="0"/>
              <a:t>est</a:t>
            </a:r>
            <a:r>
              <a:rPr lang="en-US" dirty="0" smtClean="0"/>
              <a:t> </a:t>
            </a:r>
            <a:r>
              <a:rPr lang="en-US" dirty="0" err="1" smtClean="0"/>
              <a:t>aut</a:t>
            </a:r>
            <a:r>
              <a:rPr lang="en-US" dirty="0" smtClean="0"/>
              <a:t> </a:t>
            </a:r>
            <a:r>
              <a:rPr lang="en-US" dirty="0" err="1" smtClean="0"/>
              <a:t>veliatuint</a:t>
            </a:r>
            <a:r>
              <a:rPr lang="en-US" dirty="0" smtClean="0"/>
              <a:t> </a:t>
            </a:r>
            <a:r>
              <a:rPr lang="en-US" dirty="0" err="1" smtClean="0"/>
              <a:t>fuga</a:t>
            </a:r>
            <a:r>
              <a:rPr lang="en-US" dirty="0" smtClean="0"/>
              <a:t>. </a:t>
            </a:r>
            <a:r>
              <a:rPr lang="en-US" dirty="0" err="1" smtClean="0"/>
              <a:t>Sunt</a:t>
            </a:r>
            <a:r>
              <a:rPr lang="en-US" dirty="0" smtClean="0"/>
              <a:t> </a:t>
            </a:r>
            <a:r>
              <a:rPr lang="en-US" dirty="0" err="1" smtClean="0"/>
              <a:t>volupta</a:t>
            </a:r>
            <a:r>
              <a:rPr lang="en-US" dirty="0" smtClean="0"/>
              <a:t> </a:t>
            </a:r>
            <a:r>
              <a:rPr lang="en-US" dirty="0" err="1" smtClean="0"/>
              <a:t>tiuntem</a:t>
            </a:r>
            <a:r>
              <a:rPr lang="en-US" dirty="0" smtClean="0"/>
              <a:t> </a:t>
            </a:r>
            <a:r>
              <a:rPr lang="en-US" dirty="0" err="1" smtClean="0"/>
              <a:t>inulparum</a:t>
            </a:r>
            <a:r>
              <a:rPr lang="en-US" dirty="0" smtClean="0"/>
              <a:t> et </a:t>
            </a:r>
            <a:r>
              <a:rPr lang="en-US" dirty="0" err="1" smtClean="0"/>
              <a:t>fugioto</a:t>
            </a:r>
            <a:r>
              <a:rPr lang="en-US" dirty="0" smtClean="0"/>
              <a:t> </a:t>
            </a:r>
            <a:r>
              <a:rPr lang="en-US" dirty="0" err="1" smtClean="0"/>
              <a:t>cusa</a:t>
            </a:r>
            <a:r>
              <a:rPr lang="en-US" dirty="0" smtClean="0"/>
              <a:t> net </a:t>
            </a:r>
            <a:r>
              <a:rPr lang="en-US" dirty="0" err="1" smtClean="0"/>
              <a:t>aut</a:t>
            </a:r>
            <a:r>
              <a:rPr lang="en-US" dirty="0" smtClean="0"/>
              <a:t> colossus. </a:t>
            </a:r>
            <a:r>
              <a:rPr lang="en-US" dirty="0" err="1" smtClean="0"/>
              <a:t>Evelegndigim</a:t>
            </a:r>
            <a:r>
              <a:rPr lang="en-US" dirty="0" smtClean="0"/>
              <a:t> qui </a:t>
            </a:r>
            <a:r>
              <a:rPr lang="en-US" dirty="0" err="1" smtClean="0"/>
              <a:t>ommodiao</a:t>
            </a:r>
            <a:r>
              <a:rPr lang="en-US" dirty="0" smtClean="0"/>
              <a:t> </a:t>
            </a:r>
            <a:r>
              <a:rPr lang="en-US" dirty="0" err="1" smtClean="0"/>
              <a:t>exceaswum</a:t>
            </a:r>
            <a:r>
              <a:rPr lang="en-US" dirty="0" smtClean="0"/>
              <a:t> </a:t>
            </a:r>
            <a:r>
              <a:rPr lang="en-US" dirty="0" err="1" smtClean="0"/>
              <a:t>enus</a:t>
            </a:r>
            <a:r>
              <a:rPr lang="en-US" dirty="0" smtClean="0"/>
              <a:t> as </a:t>
            </a:r>
            <a:r>
              <a:rPr lang="en-US" dirty="0" err="1" smtClean="0"/>
              <a:t>deerro</a:t>
            </a:r>
            <a:r>
              <a:rPr lang="en-US" dirty="0" smtClean="0"/>
              <a:t> </a:t>
            </a:r>
            <a:r>
              <a:rPr lang="en-US" dirty="0" err="1" smtClean="0"/>
              <a:t>consedi</a:t>
            </a:r>
            <a:r>
              <a:rPr lang="en-US" dirty="0" smtClean="0"/>
              <a:t> </a:t>
            </a:r>
            <a:r>
              <a:rPr lang="en-US" dirty="0" err="1" smtClean="0"/>
              <a:t>rerum</a:t>
            </a:r>
            <a:r>
              <a:rPr lang="en-US" dirty="0" smtClean="0"/>
              <a:t> et </a:t>
            </a:r>
            <a:r>
              <a:rPr lang="en-US" dirty="0" err="1" smtClean="0"/>
              <a:t>il</a:t>
            </a:r>
            <a:r>
              <a:rPr lang="en-US" dirty="0" smtClean="0"/>
              <a:t> </a:t>
            </a:r>
            <a:r>
              <a:rPr lang="en-US" dirty="0" err="1" smtClean="0"/>
              <a:t>est</a:t>
            </a:r>
            <a:r>
              <a:rPr lang="en-US" dirty="0" smtClean="0"/>
              <a:t> qui </a:t>
            </a:r>
            <a:r>
              <a:rPr lang="en-US" dirty="0" err="1" smtClean="0"/>
              <a:t>cus</a:t>
            </a:r>
            <a:r>
              <a:rPr lang="en-US" dirty="0" smtClean="0"/>
              <a:t> </a:t>
            </a:r>
            <a:r>
              <a:rPr lang="en-US" dirty="0" err="1" smtClean="0"/>
              <a:t>aut</a:t>
            </a:r>
            <a:r>
              <a:rPr lang="en-US" dirty="0" smtClean="0"/>
              <a:t> et </a:t>
            </a:r>
            <a:r>
              <a:rPr lang="en-US" dirty="0" err="1" smtClean="0"/>
              <a:t>secsaill</a:t>
            </a:r>
            <a:r>
              <a:rPr lang="en-US" dirty="0" smtClean="0"/>
              <a:t> to </a:t>
            </a:r>
            <a:r>
              <a:rPr lang="en-US" dirty="0" err="1" smtClean="0"/>
              <a:t>cid</a:t>
            </a:r>
            <a:r>
              <a:rPr lang="en-US" dirty="0" smtClean="0"/>
              <a:t> et </a:t>
            </a:r>
            <a:r>
              <a:rPr lang="en-US" dirty="0" err="1" smtClean="0"/>
              <a:t>poreupudam</a:t>
            </a:r>
            <a:r>
              <a:rPr lang="en-US" dirty="0" smtClean="0"/>
              <a:t> </a:t>
            </a:r>
            <a:r>
              <a:rPr lang="en-US" dirty="0" err="1" smtClean="0"/>
              <a:t>unti</a:t>
            </a:r>
            <a:r>
              <a:rPr lang="en-US" dirty="0" smtClean="0"/>
              <a:t>, </a:t>
            </a:r>
            <a:r>
              <a:rPr lang="en-US" dirty="0" err="1" smtClean="0"/>
              <a:t>uptodemsd</a:t>
            </a:r>
            <a:r>
              <a:rPr lang="en-US" dirty="0" smtClean="0"/>
              <a:t> </a:t>
            </a:r>
            <a:r>
              <a:rPr lang="en-US" dirty="0" err="1" smtClean="0"/>
              <a:t>blacsccsuam</a:t>
            </a:r>
            <a:r>
              <a:rPr lang="en-US" dirty="0" smtClean="0"/>
              <a:t> </a:t>
            </a:r>
            <a:r>
              <a:rPr lang="en-US" dirty="0" err="1" smtClean="0"/>
              <a:t>reprio</a:t>
            </a:r>
            <a:r>
              <a:rPr lang="en-US" dirty="0" smtClean="0"/>
              <a:t>.</a:t>
            </a:r>
          </a:p>
        </p:txBody>
      </p:sp>
    </p:spTree>
    <p:extLst>
      <p:ext uri="{BB962C8B-B14F-4D97-AF65-F5344CB8AC3E}">
        <p14:creationId xmlns:p14="http://schemas.microsoft.com/office/powerpoint/2010/main" val="2566482103"/>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1 Column">
    <p:spTree>
      <p:nvGrpSpPr>
        <p:cNvPr id="1" name=""/>
        <p:cNvGrpSpPr/>
        <p:nvPr/>
      </p:nvGrpSpPr>
      <p:grpSpPr>
        <a:xfrm>
          <a:off x="0" y="0"/>
          <a:ext cx="0" cy="0"/>
          <a:chOff x="0" y="0"/>
          <a:chExt cx="0" cy="0"/>
        </a:xfrm>
      </p:grpSpPr>
      <p:sp>
        <p:nvSpPr>
          <p:cNvPr id="9" name="Text Placeholder 9"/>
          <p:cNvSpPr>
            <a:spLocks noGrp="1"/>
          </p:cNvSpPr>
          <p:nvPr>
            <p:ph type="body" sz="quarter" idx="12" hasCustomPrompt="1"/>
          </p:nvPr>
        </p:nvSpPr>
        <p:spPr>
          <a:xfrm>
            <a:off x="406203" y="701040"/>
            <a:ext cx="8280597" cy="397483"/>
          </a:xfrm>
          <a:prstGeom prst="rect">
            <a:avLst/>
          </a:prstGeom>
        </p:spPr>
        <p:txBody>
          <a:bodyPr lIns="0" tIns="0" rIns="0" bIns="0"/>
          <a:lstStyle>
            <a:lvl1pPr marL="0" indent="0">
              <a:lnSpc>
                <a:spcPts val="3400"/>
              </a:lnSpc>
              <a:spcBef>
                <a:spcPts val="0"/>
              </a:spcBef>
              <a:buNone/>
              <a:defRPr sz="3200" spc="-100" baseline="0">
                <a:solidFill>
                  <a:srgbClr val="0097A9"/>
                </a:solidFill>
                <a:latin typeface="+mn-lt"/>
                <a:cs typeface="Arial" panose="020B0604020202020204" pitchFamily="34" charset="0"/>
              </a:defRPr>
            </a:lvl1pPr>
          </a:lstStyle>
          <a:p>
            <a:pPr lvl="0"/>
            <a:r>
              <a:rPr lang="en-CA" dirty="0" smtClean="0"/>
              <a:t>Title</a:t>
            </a:r>
            <a:endParaRPr lang="en-CA" dirty="0"/>
          </a:p>
        </p:txBody>
      </p:sp>
      <p:sp>
        <p:nvSpPr>
          <p:cNvPr id="10" name="Text Placeholder 9"/>
          <p:cNvSpPr>
            <a:spLocks noGrp="1"/>
          </p:cNvSpPr>
          <p:nvPr>
            <p:ph type="body" sz="quarter" idx="14" hasCustomPrompt="1"/>
          </p:nvPr>
        </p:nvSpPr>
        <p:spPr>
          <a:xfrm>
            <a:off x="406203" y="1157677"/>
            <a:ext cx="8280597" cy="238208"/>
          </a:xfrm>
          <a:prstGeom prst="rect">
            <a:avLst/>
          </a:prstGeom>
        </p:spPr>
        <p:txBody>
          <a:bodyPr lIns="0" tIns="0" rIns="0" bIns="0"/>
          <a:lstStyle>
            <a:lvl1pPr marL="0" indent="0">
              <a:lnSpc>
                <a:spcPts val="2200"/>
              </a:lnSpc>
              <a:spcBef>
                <a:spcPts val="0"/>
              </a:spcBef>
              <a:buNone/>
              <a:defRPr sz="1800" b="0" spc="0" baseline="0">
                <a:solidFill>
                  <a:srgbClr val="DAAA00"/>
                </a:solidFill>
                <a:latin typeface="+mn-lt"/>
                <a:cs typeface="Arial" panose="020B0604020202020204" pitchFamily="34" charset="0"/>
              </a:defRPr>
            </a:lvl1pPr>
          </a:lstStyle>
          <a:p>
            <a:pPr lvl="0"/>
            <a:r>
              <a:rPr lang="en-CA" dirty="0" smtClean="0"/>
              <a:t>Subtitle</a:t>
            </a:r>
            <a:endParaRPr lang="en-CA" dirty="0"/>
          </a:p>
        </p:txBody>
      </p:sp>
      <p:sp>
        <p:nvSpPr>
          <p:cNvPr id="6" name="Text Placeholder 6"/>
          <p:cNvSpPr>
            <a:spLocks noGrp="1"/>
          </p:cNvSpPr>
          <p:nvPr>
            <p:ph type="body" sz="quarter" idx="15" hasCustomPrompt="1"/>
          </p:nvPr>
        </p:nvSpPr>
        <p:spPr>
          <a:xfrm>
            <a:off x="406400" y="1636713"/>
            <a:ext cx="8280400" cy="2743200"/>
          </a:xfrm>
          <a:prstGeom prst="rect">
            <a:avLst/>
          </a:prstGeom>
        </p:spPr>
        <p:txBody>
          <a:bodyPr lIns="0" tIns="36000" rIns="0" numCol="2" spcCol="288000"/>
          <a:lstStyle>
            <a:lvl1pPr marL="0" marR="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lang="en-US" sz="1600" b="0" i="0" u="none" strike="noStrike" baseline="0" smtClean="0">
                <a:solidFill>
                  <a:schemeClr val="tx1"/>
                </a:solidFill>
              </a:defRPr>
            </a:lvl1pPr>
            <a:lvl2pPr marL="457200" indent="0">
              <a:buNone/>
              <a:defRPr sz="1600">
                <a:solidFill>
                  <a:schemeClr val="tx1">
                    <a:lumMod val="50000"/>
                    <a:lumOff val="50000"/>
                  </a:schemeClr>
                </a:solidFill>
              </a:defRPr>
            </a:lvl2pPr>
            <a:lvl3pPr marL="914400" indent="0">
              <a:buNone/>
              <a:defRPr sz="1600">
                <a:solidFill>
                  <a:schemeClr val="tx1">
                    <a:lumMod val="50000"/>
                    <a:lumOff val="50000"/>
                  </a:schemeClr>
                </a:solidFill>
              </a:defRPr>
            </a:lvl3pPr>
            <a:lvl4pPr marL="1371600" indent="0">
              <a:buNone/>
              <a:defRPr sz="1600">
                <a:solidFill>
                  <a:schemeClr val="tx1">
                    <a:lumMod val="50000"/>
                    <a:lumOff val="50000"/>
                  </a:schemeClr>
                </a:solidFill>
              </a:defRPr>
            </a:lvl4pPr>
            <a:lvl5pPr marL="1828800" indent="0">
              <a:buNone/>
              <a:defRPr sz="1600">
                <a:solidFill>
                  <a:schemeClr val="tx1">
                    <a:lumMod val="50000"/>
                    <a:lumOff val="50000"/>
                  </a:schemeClr>
                </a:solidFill>
              </a:defRPr>
            </a:lvl5pPr>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smtClean="0"/>
              <a:t>Click to add text. Body placeholder text goes here. </a:t>
            </a:r>
            <a:r>
              <a:rPr lang="en-US" dirty="0" err="1" smtClean="0"/>
              <a:t>Aperchil</a:t>
            </a:r>
            <a:r>
              <a:rPr lang="en-US" dirty="0" smtClean="0"/>
              <a:t> </a:t>
            </a:r>
            <a:r>
              <a:rPr lang="en-US" dirty="0" err="1" smtClean="0"/>
              <a:t>inus</a:t>
            </a:r>
            <a:r>
              <a:rPr lang="en-US" dirty="0" smtClean="0"/>
              <a:t>, </a:t>
            </a:r>
            <a:r>
              <a:rPr lang="en-US" dirty="0" err="1" smtClean="0"/>
              <a:t>ullabo</a:t>
            </a:r>
            <a:r>
              <a:rPr lang="en-US" dirty="0" smtClean="0"/>
              <a:t>. </a:t>
            </a:r>
            <a:r>
              <a:rPr lang="en-US" dirty="0" err="1" smtClean="0"/>
              <a:t>Otat</a:t>
            </a:r>
            <a:r>
              <a:rPr lang="en-US" dirty="0" smtClean="0"/>
              <a:t>. </a:t>
            </a:r>
            <a:r>
              <a:rPr lang="en-US" dirty="0" err="1" smtClean="0"/>
              <a:t>Bissecto</a:t>
            </a:r>
            <a:r>
              <a:rPr lang="en-US" dirty="0" smtClean="0"/>
              <a:t> </a:t>
            </a:r>
            <a:r>
              <a:rPr lang="en-US" dirty="0" err="1" smtClean="0"/>
              <a:t>occust</a:t>
            </a:r>
            <a:r>
              <a:rPr lang="en-US" dirty="0" smtClean="0"/>
              <a:t>, to </a:t>
            </a:r>
            <a:r>
              <a:rPr lang="en-US" dirty="0" err="1" smtClean="0"/>
              <a:t>dolupta</a:t>
            </a:r>
            <a:r>
              <a:rPr lang="en-US" dirty="0" smtClean="0"/>
              <a:t> turbos </a:t>
            </a:r>
            <a:r>
              <a:rPr lang="en-US" dirty="0" err="1" smtClean="0"/>
              <a:t>consequidi</a:t>
            </a:r>
            <a:r>
              <a:rPr lang="en-US" dirty="0" smtClean="0"/>
              <a:t> </a:t>
            </a:r>
            <a:r>
              <a:rPr lang="en-US" dirty="0" err="1" smtClean="0"/>
              <a:t>aut</a:t>
            </a:r>
            <a:r>
              <a:rPr lang="en-US" dirty="0" smtClean="0"/>
              <a:t> </a:t>
            </a:r>
            <a:r>
              <a:rPr lang="en-US" dirty="0" err="1" smtClean="0"/>
              <a:t>eos</a:t>
            </a:r>
            <a:r>
              <a:rPr lang="en-US" dirty="0" smtClean="0"/>
              <a:t> </a:t>
            </a:r>
            <a:r>
              <a:rPr lang="en-US" dirty="0" err="1" smtClean="0"/>
              <a:t>aut</a:t>
            </a:r>
            <a:r>
              <a:rPr lang="en-US" dirty="0" smtClean="0"/>
              <a:t> </a:t>
            </a:r>
            <a:r>
              <a:rPr lang="en-US" dirty="0" err="1" smtClean="0"/>
              <a:t>dolesequam</a:t>
            </a:r>
            <a:r>
              <a:rPr lang="en-US" dirty="0" smtClean="0"/>
              <a:t> </a:t>
            </a:r>
            <a:r>
              <a:rPr lang="en-US" dirty="0" err="1" smtClean="0"/>
              <a:t>aut</a:t>
            </a:r>
            <a:r>
              <a:rPr lang="en-US" dirty="0" smtClean="0"/>
              <a:t> colossus. </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err="1" smtClean="0"/>
              <a:t>Evelegndigim</a:t>
            </a:r>
            <a:r>
              <a:rPr lang="en-US" dirty="0" smtClean="0"/>
              <a:t> </a:t>
            </a:r>
            <a:r>
              <a:rPr lang="en-US" dirty="0" err="1" smtClean="0"/>
              <a:t>enus</a:t>
            </a:r>
            <a:r>
              <a:rPr lang="en-US" dirty="0" smtClean="0"/>
              <a:t> as </a:t>
            </a:r>
            <a:r>
              <a:rPr lang="en-US" dirty="0" err="1" smtClean="0"/>
              <a:t>deerro</a:t>
            </a:r>
            <a:r>
              <a:rPr lang="en-US" dirty="0" smtClean="0"/>
              <a:t> </a:t>
            </a:r>
            <a:r>
              <a:rPr lang="en-US" dirty="0" err="1" smtClean="0"/>
              <a:t>consedi</a:t>
            </a:r>
            <a:r>
              <a:rPr lang="en-US" dirty="0" smtClean="0"/>
              <a:t> </a:t>
            </a:r>
            <a:r>
              <a:rPr lang="en-US" dirty="0" err="1" smtClean="0"/>
              <a:t>rerum</a:t>
            </a:r>
            <a:r>
              <a:rPr lang="en-US" dirty="0" smtClean="0"/>
              <a:t> et </a:t>
            </a:r>
            <a:r>
              <a:rPr lang="en-US" dirty="0" err="1" smtClean="0"/>
              <a:t>il</a:t>
            </a:r>
            <a:r>
              <a:rPr lang="en-US" dirty="0" smtClean="0"/>
              <a:t> </a:t>
            </a:r>
            <a:r>
              <a:rPr lang="en-US" dirty="0" err="1" smtClean="0"/>
              <a:t>est</a:t>
            </a:r>
            <a:r>
              <a:rPr lang="en-US" dirty="0" smtClean="0"/>
              <a:t> qui </a:t>
            </a:r>
            <a:r>
              <a:rPr lang="en-US" dirty="0" err="1" smtClean="0"/>
              <a:t>cus</a:t>
            </a:r>
            <a:r>
              <a:rPr lang="en-US" dirty="0" smtClean="0"/>
              <a:t> </a:t>
            </a:r>
            <a:r>
              <a:rPr lang="en-US" dirty="0" err="1" smtClean="0"/>
              <a:t>aut</a:t>
            </a:r>
            <a:r>
              <a:rPr lang="en-US" dirty="0" smtClean="0"/>
              <a:t> et </a:t>
            </a:r>
            <a:r>
              <a:rPr lang="en-US" dirty="0" err="1" smtClean="0"/>
              <a:t>secsaill</a:t>
            </a:r>
            <a:r>
              <a:rPr lang="en-US" dirty="0" smtClean="0"/>
              <a:t> to </a:t>
            </a:r>
            <a:r>
              <a:rPr lang="en-US" dirty="0" err="1" smtClean="0"/>
              <a:t>cid</a:t>
            </a:r>
            <a:r>
              <a:rPr lang="en-US" dirty="0" smtClean="0"/>
              <a:t> et </a:t>
            </a:r>
            <a:r>
              <a:rPr lang="en-US" dirty="0" err="1" smtClean="0"/>
              <a:t>poreupudam</a:t>
            </a:r>
            <a:r>
              <a:rPr lang="en-US" dirty="0" smtClean="0"/>
              <a:t> </a:t>
            </a:r>
            <a:r>
              <a:rPr lang="en-US" dirty="0" err="1" smtClean="0"/>
              <a:t>unti</a:t>
            </a:r>
            <a:r>
              <a:rPr lang="en-US" dirty="0" smtClean="0"/>
              <a:t>, </a:t>
            </a:r>
            <a:r>
              <a:rPr lang="en-US" dirty="0" err="1" smtClean="0"/>
              <a:t>uptodemsd</a:t>
            </a:r>
            <a:r>
              <a:rPr lang="en-US" dirty="0" smtClean="0"/>
              <a:t> </a:t>
            </a:r>
            <a:r>
              <a:rPr lang="en-US" dirty="0" err="1" smtClean="0"/>
              <a:t>blacsccsuam</a:t>
            </a:r>
            <a:r>
              <a:rPr lang="en-US" dirty="0" smtClean="0"/>
              <a:t> </a:t>
            </a:r>
            <a:r>
              <a:rPr lang="en-US" dirty="0" err="1" smtClean="0"/>
              <a:t>reprio</a:t>
            </a:r>
            <a:r>
              <a:rPr lang="en-US" dirty="0" smtClean="0"/>
              <a:t> </a:t>
            </a:r>
            <a:r>
              <a:rPr lang="en-US" dirty="0" err="1" smtClean="0"/>
              <a:t>endes</a:t>
            </a:r>
            <a:r>
              <a:rPr lang="en-US" dirty="0" smtClean="0"/>
              <a:t> </a:t>
            </a:r>
            <a:r>
              <a:rPr lang="en-US" dirty="0" err="1" smtClean="0"/>
              <a:t>autem</a:t>
            </a:r>
            <a:r>
              <a:rPr lang="en-US" dirty="0" smtClean="0"/>
              <a:t> </a:t>
            </a:r>
            <a:r>
              <a:rPr lang="en-US" dirty="0" err="1" smtClean="0"/>
              <a:t>quie</a:t>
            </a:r>
            <a:r>
              <a:rPr lang="en-US" dirty="0" smtClean="0"/>
              <a:t> </a:t>
            </a:r>
            <a:r>
              <a:rPr lang="en-US" dirty="0" err="1" smtClean="0"/>
              <a:t>prem</a:t>
            </a:r>
            <a:r>
              <a:rPr lang="en-US" dirty="0" smtClean="0"/>
              <a:t> </a:t>
            </a:r>
            <a:r>
              <a:rPr lang="en-US" dirty="0" err="1" smtClean="0"/>
              <a:t>aditas</a:t>
            </a:r>
            <a:r>
              <a:rPr lang="en-US" dirty="0" smtClean="0"/>
              <a:t> discus.</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err="1" smtClean="0"/>
              <a:t>Aperchil</a:t>
            </a:r>
            <a:r>
              <a:rPr lang="en-US" dirty="0" smtClean="0"/>
              <a:t> </a:t>
            </a:r>
            <a:r>
              <a:rPr lang="en-US" dirty="0" err="1" smtClean="0"/>
              <a:t>inus</a:t>
            </a:r>
            <a:r>
              <a:rPr lang="en-US" dirty="0" smtClean="0"/>
              <a:t>, </a:t>
            </a:r>
            <a:r>
              <a:rPr lang="en-US" dirty="0" err="1" smtClean="0"/>
              <a:t>ullabo</a:t>
            </a:r>
            <a:r>
              <a:rPr lang="en-US" dirty="0" smtClean="0"/>
              <a:t>. </a:t>
            </a:r>
            <a:r>
              <a:rPr lang="en-US" dirty="0" err="1" smtClean="0"/>
              <a:t>Otat</a:t>
            </a:r>
            <a:r>
              <a:rPr lang="en-US" dirty="0" smtClean="0"/>
              <a:t>. </a:t>
            </a:r>
            <a:r>
              <a:rPr lang="en-US" dirty="0" err="1" smtClean="0"/>
              <a:t>Bissecto</a:t>
            </a:r>
            <a:r>
              <a:rPr lang="en-US" dirty="0" smtClean="0"/>
              <a:t> </a:t>
            </a:r>
            <a:r>
              <a:rPr lang="en-US" dirty="0" err="1" smtClean="0"/>
              <a:t>occust</a:t>
            </a:r>
            <a:r>
              <a:rPr lang="en-US" dirty="0" smtClean="0"/>
              <a:t>, to </a:t>
            </a:r>
            <a:r>
              <a:rPr lang="en-US" dirty="0" err="1" smtClean="0"/>
              <a:t>Dolupta</a:t>
            </a:r>
            <a:r>
              <a:rPr lang="en-US" dirty="0" smtClean="0"/>
              <a:t> turbos </a:t>
            </a:r>
            <a:r>
              <a:rPr lang="en-US" dirty="0" err="1" smtClean="0"/>
              <a:t>consequidi</a:t>
            </a:r>
            <a:r>
              <a:rPr lang="en-US" dirty="0" smtClean="0"/>
              <a:t> </a:t>
            </a:r>
            <a:r>
              <a:rPr lang="en-US" dirty="0" err="1" smtClean="0"/>
              <a:t>aut</a:t>
            </a:r>
            <a:r>
              <a:rPr lang="en-US" dirty="0" smtClean="0"/>
              <a:t> </a:t>
            </a:r>
            <a:r>
              <a:rPr lang="en-US" dirty="0" err="1" smtClean="0"/>
              <a:t>eos</a:t>
            </a:r>
            <a:r>
              <a:rPr lang="en-US" dirty="0" smtClean="0"/>
              <a:t> </a:t>
            </a:r>
            <a:r>
              <a:rPr lang="en-US" dirty="0" err="1" smtClean="0"/>
              <a:t>aut</a:t>
            </a:r>
            <a:r>
              <a:rPr lang="en-US" dirty="0" smtClean="0"/>
              <a:t>. </a:t>
            </a:r>
            <a:r>
              <a:rPr lang="en-US" dirty="0" err="1" smtClean="0"/>
              <a:t>est</a:t>
            </a:r>
            <a:r>
              <a:rPr lang="en-US" dirty="0" smtClean="0"/>
              <a:t> </a:t>
            </a:r>
            <a:r>
              <a:rPr lang="en-US" dirty="0" err="1" smtClean="0"/>
              <a:t>aut</a:t>
            </a:r>
            <a:r>
              <a:rPr lang="en-US" dirty="0" smtClean="0"/>
              <a:t> </a:t>
            </a:r>
            <a:r>
              <a:rPr lang="en-US" dirty="0" err="1" smtClean="0"/>
              <a:t>veliatuint</a:t>
            </a:r>
            <a:r>
              <a:rPr lang="en-US" dirty="0" smtClean="0"/>
              <a:t> </a:t>
            </a:r>
            <a:r>
              <a:rPr lang="en-US" dirty="0" err="1" smtClean="0"/>
              <a:t>fuga</a:t>
            </a:r>
            <a:r>
              <a:rPr lang="en-US" dirty="0" smtClean="0"/>
              <a:t>. </a:t>
            </a:r>
            <a:r>
              <a:rPr lang="en-US" dirty="0" err="1" smtClean="0"/>
              <a:t>Sunt</a:t>
            </a:r>
            <a:r>
              <a:rPr lang="en-US" dirty="0" smtClean="0"/>
              <a:t> </a:t>
            </a:r>
            <a:r>
              <a:rPr lang="en-US" dirty="0" err="1" smtClean="0"/>
              <a:t>volupta</a:t>
            </a:r>
            <a:r>
              <a:rPr lang="en-US" dirty="0" smtClean="0"/>
              <a:t> </a:t>
            </a:r>
            <a:r>
              <a:rPr lang="en-US" dirty="0" err="1" smtClean="0"/>
              <a:t>tiuntem</a:t>
            </a:r>
            <a:r>
              <a:rPr lang="en-US" dirty="0" smtClean="0"/>
              <a:t> </a:t>
            </a:r>
            <a:r>
              <a:rPr lang="en-US" dirty="0" err="1" smtClean="0"/>
              <a:t>inulparum</a:t>
            </a:r>
            <a:r>
              <a:rPr lang="en-US" dirty="0" smtClean="0"/>
              <a:t> et </a:t>
            </a:r>
            <a:r>
              <a:rPr lang="en-US" dirty="0" err="1" smtClean="0"/>
              <a:t>fugioto</a:t>
            </a:r>
            <a:r>
              <a:rPr lang="en-US" dirty="0" smtClean="0"/>
              <a:t> </a:t>
            </a:r>
            <a:r>
              <a:rPr lang="en-US" dirty="0" err="1" smtClean="0"/>
              <a:t>cusa</a:t>
            </a:r>
            <a:r>
              <a:rPr lang="en-US" dirty="0" smtClean="0"/>
              <a:t> net </a:t>
            </a:r>
            <a:r>
              <a:rPr lang="en-US" dirty="0" err="1" smtClean="0"/>
              <a:t>aut</a:t>
            </a:r>
            <a:r>
              <a:rPr lang="en-US" dirty="0" smtClean="0"/>
              <a:t> colossus. </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err="1" smtClean="0"/>
              <a:t>Evelegndigim</a:t>
            </a:r>
            <a:r>
              <a:rPr lang="en-US" dirty="0" smtClean="0"/>
              <a:t> qui </a:t>
            </a:r>
            <a:r>
              <a:rPr lang="en-US" dirty="0" err="1" smtClean="0"/>
              <a:t>ommodiao</a:t>
            </a:r>
            <a:r>
              <a:rPr lang="en-US" dirty="0" smtClean="0"/>
              <a:t> </a:t>
            </a:r>
            <a:r>
              <a:rPr lang="en-US" dirty="0" err="1" smtClean="0"/>
              <a:t>exceaswum</a:t>
            </a:r>
            <a:r>
              <a:rPr lang="en-US" dirty="0" smtClean="0"/>
              <a:t> </a:t>
            </a:r>
            <a:r>
              <a:rPr lang="en-US" dirty="0" err="1" smtClean="0"/>
              <a:t>enus</a:t>
            </a:r>
            <a:r>
              <a:rPr lang="en-US" dirty="0" smtClean="0"/>
              <a:t> as </a:t>
            </a:r>
            <a:r>
              <a:rPr lang="en-US" dirty="0" err="1" smtClean="0"/>
              <a:t>deerro</a:t>
            </a:r>
            <a:r>
              <a:rPr lang="en-US" dirty="0" smtClean="0"/>
              <a:t> </a:t>
            </a:r>
            <a:r>
              <a:rPr lang="en-US" dirty="0" err="1" smtClean="0"/>
              <a:t>consedi</a:t>
            </a:r>
            <a:r>
              <a:rPr lang="en-US" dirty="0" smtClean="0"/>
              <a:t> </a:t>
            </a:r>
            <a:r>
              <a:rPr lang="en-US" dirty="0" err="1" smtClean="0"/>
              <a:t>rerum</a:t>
            </a:r>
            <a:r>
              <a:rPr lang="en-US" dirty="0" smtClean="0"/>
              <a:t> et </a:t>
            </a:r>
            <a:r>
              <a:rPr lang="en-US" dirty="0" err="1" smtClean="0"/>
              <a:t>il</a:t>
            </a:r>
            <a:r>
              <a:rPr lang="en-US" dirty="0" smtClean="0"/>
              <a:t> </a:t>
            </a:r>
            <a:r>
              <a:rPr lang="en-US" dirty="0" err="1" smtClean="0"/>
              <a:t>Aperchil</a:t>
            </a:r>
            <a:r>
              <a:rPr lang="en-US" dirty="0" smtClean="0"/>
              <a:t> </a:t>
            </a:r>
            <a:r>
              <a:rPr lang="en-US" dirty="0" err="1" smtClean="0"/>
              <a:t>inus</a:t>
            </a:r>
            <a:r>
              <a:rPr lang="en-US" dirty="0" smtClean="0"/>
              <a:t>, </a:t>
            </a:r>
            <a:r>
              <a:rPr lang="en-US" dirty="0" err="1" smtClean="0"/>
              <a:t>ullabo</a:t>
            </a:r>
            <a:r>
              <a:rPr lang="en-US" dirty="0" smtClean="0"/>
              <a:t>. </a:t>
            </a:r>
            <a:r>
              <a:rPr lang="en-US" dirty="0" err="1" smtClean="0"/>
              <a:t>Otat</a:t>
            </a:r>
            <a:r>
              <a:rPr lang="en-US" dirty="0" smtClean="0"/>
              <a:t>. </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err="1" smtClean="0"/>
              <a:t>Bissecto</a:t>
            </a:r>
            <a:r>
              <a:rPr lang="en-US" dirty="0" smtClean="0"/>
              <a:t> </a:t>
            </a:r>
            <a:r>
              <a:rPr lang="en-US" dirty="0" err="1" smtClean="0"/>
              <a:t>occust</a:t>
            </a:r>
            <a:r>
              <a:rPr lang="en-US" dirty="0" smtClean="0"/>
              <a:t>, to </a:t>
            </a:r>
            <a:r>
              <a:rPr lang="en-US" dirty="0" err="1" smtClean="0"/>
              <a:t>dolupta</a:t>
            </a:r>
            <a:r>
              <a:rPr lang="en-US" dirty="0" smtClean="0"/>
              <a:t> turbos </a:t>
            </a:r>
            <a:r>
              <a:rPr lang="en-US" dirty="0" err="1" smtClean="0"/>
              <a:t>consequidi</a:t>
            </a:r>
            <a:r>
              <a:rPr lang="en-US" dirty="0" smtClean="0"/>
              <a:t> </a:t>
            </a:r>
            <a:r>
              <a:rPr lang="en-US" dirty="0" err="1" smtClean="0"/>
              <a:t>aut</a:t>
            </a:r>
            <a:r>
              <a:rPr lang="en-US" dirty="0" smtClean="0"/>
              <a:t> </a:t>
            </a:r>
            <a:r>
              <a:rPr lang="en-US" dirty="0" err="1" smtClean="0"/>
              <a:t>eos</a:t>
            </a:r>
            <a:r>
              <a:rPr lang="en-US" dirty="0" smtClean="0"/>
              <a:t> </a:t>
            </a:r>
            <a:r>
              <a:rPr lang="en-US" dirty="0" err="1" smtClean="0"/>
              <a:t>aut</a:t>
            </a:r>
            <a:r>
              <a:rPr lang="en-US" dirty="0" smtClean="0"/>
              <a:t> </a:t>
            </a:r>
            <a:r>
              <a:rPr lang="en-US" dirty="0" err="1" smtClean="0"/>
              <a:t>dolesequam</a:t>
            </a:r>
            <a:r>
              <a:rPr lang="en-US" dirty="0" smtClean="0"/>
              <a:t> </a:t>
            </a:r>
            <a:r>
              <a:rPr lang="en-US" dirty="0" err="1" smtClean="0"/>
              <a:t>commole</a:t>
            </a:r>
            <a:endParaRPr lang="en-US" dirty="0" smtClean="0"/>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err="1" smtClean="0"/>
              <a:t>Evelegndigim</a:t>
            </a:r>
            <a:r>
              <a:rPr lang="en-US" dirty="0" smtClean="0"/>
              <a:t> qui </a:t>
            </a:r>
            <a:r>
              <a:rPr lang="en-US" dirty="0" err="1" smtClean="0"/>
              <a:t>ommodiao</a:t>
            </a:r>
            <a:r>
              <a:rPr lang="en-US" dirty="0" smtClean="0"/>
              <a:t> </a:t>
            </a:r>
            <a:r>
              <a:rPr lang="en-US" dirty="0" err="1" smtClean="0"/>
              <a:t>exceaswum</a:t>
            </a:r>
            <a:r>
              <a:rPr lang="en-US" dirty="0" smtClean="0"/>
              <a:t> </a:t>
            </a:r>
            <a:r>
              <a:rPr lang="en-US" dirty="0" err="1" smtClean="0"/>
              <a:t>enus</a:t>
            </a:r>
            <a:r>
              <a:rPr lang="en-US" dirty="0" smtClean="0"/>
              <a:t> as </a:t>
            </a:r>
            <a:r>
              <a:rPr lang="en-US" dirty="0" err="1" smtClean="0"/>
              <a:t>deerro</a:t>
            </a:r>
            <a:r>
              <a:rPr lang="en-US" dirty="0" smtClean="0"/>
              <a:t> </a:t>
            </a:r>
            <a:r>
              <a:rPr lang="en-US" dirty="0" err="1" smtClean="0"/>
              <a:t>consedi</a:t>
            </a:r>
            <a:r>
              <a:rPr lang="en-US" dirty="0" smtClean="0"/>
              <a:t> </a:t>
            </a:r>
            <a:r>
              <a:rPr lang="en-US" dirty="0" err="1" smtClean="0"/>
              <a:t>rerum</a:t>
            </a:r>
            <a:r>
              <a:rPr lang="en-US" dirty="0" smtClean="0"/>
              <a:t> et </a:t>
            </a:r>
            <a:r>
              <a:rPr lang="en-US" dirty="0" err="1" smtClean="0"/>
              <a:t>il</a:t>
            </a:r>
            <a:r>
              <a:rPr lang="en-US" dirty="0" smtClean="0"/>
              <a:t> </a:t>
            </a:r>
            <a:r>
              <a:rPr lang="en-US" dirty="0" err="1" smtClean="0"/>
              <a:t>est</a:t>
            </a:r>
            <a:r>
              <a:rPr lang="en-US" dirty="0" smtClean="0"/>
              <a:t> qui </a:t>
            </a:r>
            <a:r>
              <a:rPr lang="en-US" dirty="0" err="1" smtClean="0"/>
              <a:t>cus</a:t>
            </a:r>
            <a:r>
              <a:rPr lang="en-US" dirty="0" smtClean="0"/>
              <a:t> </a:t>
            </a:r>
            <a:r>
              <a:rPr lang="en-US" dirty="0" err="1" smtClean="0"/>
              <a:t>aut</a:t>
            </a:r>
            <a:r>
              <a:rPr lang="en-US" dirty="0" smtClean="0"/>
              <a:t> et </a:t>
            </a:r>
            <a:r>
              <a:rPr lang="en-US" dirty="0" err="1" smtClean="0"/>
              <a:t>secsaill</a:t>
            </a:r>
            <a:r>
              <a:rPr lang="en-US" dirty="0" smtClean="0"/>
              <a:t> to.</a:t>
            </a:r>
          </a:p>
        </p:txBody>
      </p:sp>
    </p:spTree>
    <p:extLst>
      <p:ext uri="{BB962C8B-B14F-4D97-AF65-F5344CB8AC3E}">
        <p14:creationId xmlns:p14="http://schemas.microsoft.com/office/powerpoint/2010/main" val="499952371"/>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Photo w Title">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7286624" y="371475"/>
            <a:ext cx="1373281" cy="4000501"/>
          </a:xfrm>
          <a:prstGeom prst="rect">
            <a:avLst/>
          </a:prstGeom>
        </p:spPr>
        <p:txBody>
          <a:bodyPr lIns="0" tIns="0" rIns="0" bIns="0"/>
          <a:lstStyle>
            <a:lvl1pPr marL="0" indent="0">
              <a:buNone/>
              <a:defRPr sz="1200" b="0">
                <a:solidFill>
                  <a:schemeClr val="tx1"/>
                </a:solidFill>
                <a:latin typeface="+mn-lt"/>
                <a:cs typeface="Arial" panose="020B0604020202020204" pitchFamily="34" charset="0"/>
              </a:defRPr>
            </a:lvl1pPr>
          </a:lstStyle>
          <a:p>
            <a:pPr lvl="0"/>
            <a:r>
              <a:rPr lang="en-US" dirty="0" smtClean="0"/>
              <a:t>Photo Caption goes here</a:t>
            </a:r>
          </a:p>
        </p:txBody>
      </p:sp>
    </p:spTree>
    <p:extLst>
      <p:ext uri="{BB962C8B-B14F-4D97-AF65-F5344CB8AC3E}">
        <p14:creationId xmlns:p14="http://schemas.microsoft.com/office/powerpoint/2010/main" val="1948676261"/>
      </p:ext>
    </p:extLst>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cxnSp>
        <p:nvCxnSpPr>
          <p:cNvPr id="7" name="Straight Connector 6"/>
          <p:cNvCxnSpPr/>
          <p:nvPr userDrawn="1"/>
        </p:nvCxnSpPr>
        <p:spPr>
          <a:xfrm>
            <a:off x="417830" y="4796316"/>
            <a:ext cx="8186799"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8" name="Text Placeholder 3"/>
          <p:cNvSpPr>
            <a:spLocks noGrp="1"/>
          </p:cNvSpPr>
          <p:nvPr>
            <p:ph type="body" sz="quarter" idx="10" hasCustomPrompt="1"/>
          </p:nvPr>
        </p:nvSpPr>
        <p:spPr>
          <a:xfrm>
            <a:off x="417830" y="2134394"/>
            <a:ext cx="7340600" cy="530225"/>
          </a:xfrm>
          <a:prstGeom prst="rect">
            <a:avLst/>
          </a:prstGeom>
        </p:spPr>
        <p:txBody>
          <a:bodyPr lIns="0" rIns="0"/>
          <a:lstStyle>
            <a:lvl1pPr marL="0" indent="0">
              <a:buNone/>
              <a:defRPr sz="3600">
                <a:solidFill>
                  <a:schemeClr val="bg1"/>
                </a:solidFill>
                <a:latin typeface="+mn-lt"/>
                <a:cs typeface="Arial" panose="020B0604020202020204" pitchFamily="34" charset="0"/>
              </a:defRPr>
            </a:lvl1pPr>
            <a:lvl2pPr marL="457200" indent="0">
              <a:buNone/>
              <a:defRPr sz="3600">
                <a:solidFill>
                  <a:schemeClr val="bg1"/>
                </a:solidFill>
                <a:latin typeface="Arial" panose="020B0604020202020204" pitchFamily="34" charset="0"/>
                <a:cs typeface="Arial" panose="020B0604020202020204" pitchFamily="34" charset="0"/>
              </a:defRPr>
            </a:lvl2pPr>
            <a:lvl3pPr marL="914400" indent="0">
              <a:buNone/>
              <a:defRPr sz="3600">
                <a:solidFill>
                  <a:schemeClr val="bg1"/>
                </a:solidFill>
                <a:latin typeface="Arial" panose="020B0604020202020204" pitchFamily="34" charset="0"/>
                <a:cs typeface="Arial" panose="020B0604020202020204" pitchFamily="34" charset="0"/>
              </a:defRPr>
            </a:lvl3pPr>
            <a:lvl4pPr marL="1371600" indent="0">
              <a:buNone/>
              <a:defRPr sz="3600">
                <a:solidFill>
                  <a:schemeClr val="bg1"/>
                </a:solidFill>
                <a:latin typeface="Arial" panose="020B0604020202020204" pitchFamily="34" charset="0"/>
                <a:cs typeface="Arial" panose="020B0604020202020204" pitchFamily="34" charset="0"/>
              </a:defRPr>
            </a:lvl4pPr>
            <a:lvl5pPr marL="1828800" indent="0">
              <a:buNone/>
              <a:defRPr sz="3600">
                <a:solidFill>
                  <a:schemeClr val="bg1"/>
                </a:solidFill>
                <a:latin typeface="Arial" panose="020B0604020202020204" pitchFamily="34" charset="0"/>
                <a:cs typeface="Arial" panose="020B0604020202020204" pitchFamily="34" charset="0"/>
              </a:defRPr>
            </a:lvl5pPr>
          </a:lstStyle>
          <a:p>
            <a:pPr lvl="0"/>
            <a:r>
              <a:rPr lang="en-US" dirty="0" smtClean="0"/>
              <a:t>Section Title</a:t>
            </a:r>
            <a:endParaRPr lang="en-CA" dirty="0"/>
          </a:p>
        </p:txBody>
      </p:sp>
      <p:sp>
        <p:nvSpPr>
          <p:cNvPr id="9" name="Rectangle 8"/>
          <p:cNvSpPr/>
          <p:nvPr userDrawn="1"/>
        </p:nvSpPr>
        <p:spPr>
          <a:xfrm>
            <a:off x="8411284" y="4847236"/>
            <a:ext cx="325730" cy="230832"/>
          </a:xfrm>
          <a:prstGeom prst="rect">
            <a:avLst/>
          </a:prstGeom>
        </p:spPr>
        <p:txBody>
          <a:bodyPr wrap="none">
            <a:spAutoFit/>
          </a:bodyPr>
          <a:lstStyle/>
          <a:p>
            <a:fld id="{167796FD-2C35-44D3-9582-043279E26514}" type="slidenum">
              <a:rPr lang="en-CA" sz="900" b="1" smtClean="0">
                <a:solidFill>
                  <a:schemeClr val="bg1"/>
                </a:solidFill>
                <a:latin typeface="+mn-lt"/>
              </a:rPr>
              <a:pPr/>
              <a:t>‹#›</a:t>
            </a:fld>
            <a:endParaRPr lang="en-CA" sz="900" dirty="0">
              <a:solidFill>
                <a:schemeClr val="bg1"/>
              </a:solidFill>
              <a:latin typeface="+mn-lt"/>
            </a:endParaRPr>
          </a:p>
        </p:txBody>
      </p:sp>
      <p:sp>
        <p:nvSpPr>
          <p:cNvPr id="6" name="TextBox 5"/>
          <p:cNvSpPr txBox="1"/>
          <p:nvPr userDrawn="1"/>
        </p:nvSpPr>
        <p:spPr>
          <a:xfrm>
            <a:off x="407942" y="4885010"/>
            <a:ext cx="3916551" cy="153888"/>
          </a:xfrm>
          <a:prstGeom prst="rect">
            <a:avLst/>
          </a:prstGeom>
          <a:noFill/>
        </p:spPr>
        <p:txBody>
          <a:bodyPr wrap="square" lIns="0" tIns="0" rIns="0" bIns="0" rtlCol="0">
            <a:spAutoFit/>
          </a:bodyPr>
          <a:lstStyle/>
          <a:p>
            <a:pPr algn="l"/>
            <a:r>
              <a:rPr lang="en-CA" sz="1000" b="1" i="0" baseline="0" dirty="0" smtClean="0">
                <a:solidFill>
                  <a:schemeClr val="bg1"/>
                </a:solidFill>
                <a:latin typeface="+mn-lt"/>
                <a:cs typeface="Arial" panose="020B0604020202020204" pitchFamily="34" charset="0"/>
              </a:rPr>
              <a:t>CWB Canadian Western Bank</a:t>
            </a:r>
            <a:endParaRPr lang="en-CA" sz="1000" b="1" i="0" dirty="0">
              <a:solidFill>
                <a:schemeClr val="bg1"/>
              </a:solidFill>
              <a:latin typeface="+mn-lt"/>
              <a:cs typeface="Arial" panose="020B0604020202020204" pitchFamily="34" charset="0"/>
            </a:endParaRPr>
          </a:p>
        </p:txBody>
      </p:sp>
    </p:spTree>
    <p:extLst>
      <p:ext uri="{BB962C8B-B14F-4D97-AF65-F5344CB8AC3E}">
        <p14:creationId xmlns:p14="http://schemas.microsoft.com/office/powerpoint/2010/main" val="4149322195"/>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10" name="Text Placeholder 3"/>
          <p:cNvSpPr>
            <a:spLocks noGrp="1"/>
          </p:cNvSpPr>
          <p:nvPr>
            <p:ph type="body" sz="quarter" idx="13" hasCustomPrompt="1"/>
          </p:nvPr>
        </p:nvSpPr>
        <p:spPr>
          <a:xfrm>
            <a:off x="3749040" y="1870102"/>
            <a:ext cx="4931609" cy="2536467"/>
          </a:xfrm>
          <a:prstGeom prst="rect">
            <a:avLst/>
          </a:prstGeom>
          <a:noFill/>
        </p:spPr>
        <p:txBody>
          <a:bodyPr/>
          <a:lstStyle>
            <a:lvl1pPr>
              <a:defRPr sz="1800" baseline="0">
                <a:solidFill>
                  <a:schemeClr val="tx1">
                    <a:lumMod val="50000"/>
                    <a:lumOff val="50000"/>
                  </a:schemeClr>
                </a:solidFill>
                <a:latin typeface="+mn-lt"/>
                <a:cs typeface="Arial" panose="020B0604020202020204" pitchFamily="34" charset="0"/>
              </a:defRPr>
            </a:lvl1pPr>
            <a:lvl2pPr>
              <a:defRPr sz="1600">
                <a:solidFill>
                  <a:schemeClr val="tx1">
                    <a:lumMod val="50000"/>
                    <a:lumOff val="50000"/>
                  </a:schemeClr>
                </a:solidFill>
                <a:latin typeface="+mn-lt"/>
                <a:cs typeface="Arial" panose="020B0604020202020204" pitchFamily="34" charset="0"/>
              </a:defRPr>
            </a:lvl2pPr>
            <a:lvl3pPr marL="1143000" indent="-228600">
              <a:buFont typeface="Wingdings" panose="05000000000000000000" pitchFamily="2" charset="2"/>
              <a:buChar char="s"/>
              <a:defRPr sz="1400">
                <a:solidFill>
                  <a:schemeClr val="tx1">
                    <a:lumMod val="50000"/>
                    <a:lumOff val="50000"/>
                  </a:schemeClr>
                </a:solidFill>
                <a:latin typeface="+mn-lt"/>
                <a:cs typeface="Arial" panose="020B0604020202020204" pitchFamily="34" charset="0"/>
              </a:defRPr>
            </a:lvl3pPr>
          </a:lstStyle>
          <a:p>
            <a:pPr lvl="0"/>
            <a:r>
              <a:rPr lang="en-CA" dirty="0" smtClean="0"/>
              <a:t>Bullet</a:t>
            </a:r>
          </a:p>
          <a:p>
            <a:pPr lvl="1"/>
            <a:r>
              <a:rPr lang="en-US" dirty="0" smtClean="0"/>
              <a:t>Second Level</a:t>
            </a:r>
          </a:p>
          <a:p>
            <a:pPr lvl="2"/>
            <a:r>
              <a:rPr lang="en-US" dirty="0" smtClean="0"/>
              <a:t>Third level</a:t>
            </a:r>
            <a:endParaRPr lang="en-CA" dirty="0" smtClean="0"/>
          </a:p>
          <a:p>
            <a:pPr lvl="0"/>
            <a:r>
              <a:rPr lang="en-CA" dirty="0" smtClean="0"/>
              <a:t>Bullet</a:t>
            </a:r>
          </a:p>
          <a:p>
            <a:pPr lvl="0"/>
            <a:r>
              <a:rPr lang="en-CA" dirty="0" smtClean="0"/>
              <a:t>Bullet</a:t>
            </a:r>
          </a:p>
          <a:p>
            <a:pPr lvl="0"/>
            <a:r>
              <a:rPr lang="en-CA" dirty="0" smtClean="0"/>
              <a:t>Bullet</a:t>
            </a:r>
          </a:p>
        </p:txBody>
      </p:sp>
      <p:sp>
        <p:nvSpPr>
          <p:cNvPr id="11" name="Text Placeholder 9"/>
          <p:cNvSpPr>
            <a:spLocks noGrp="1"/>
          </p:cNvSpPr>
          <p:nvPr>
            <p:ph type="body" sz="quarter" idx="12" hasCustomPrompt="1"/>
          </p:nvPr>
        </p:nvSpPr>
        <p:spPr>
          <a:xfrm>
            <a:off x="406203" y="399966"/>
            <a:ext cx="2832297" cy="1009734"/>
          </a:xfrm>
          <a:prstGeom prst="rect">
            <a:avLst/>
          </a:prstGeom>
        </p:spPr>
        <p:txBody>
          <a:bodyPr lIns="0" tIns="0" rIns="0" bIns="0"/>
          <a:lstStyle>
            <a:lvl1pPr marL="0" indent="0">
              <a:lnSpc>
                <a:spcPts val="3400"/>
              </a:lnSpc>
              <a:spcBef>
                <a:spcPts val="0"/>
              </a:spcBef>
              <a:buNone/>
              <a:defRPr sz="3200" b="0" spc="-100" baseline="0">
                <a:solidFill>
                  <a:schemeClr val="bg1"/>
                </a:solidFill>
                <a:latin typeface="+mn-lt"/>
                <a:cs typeface="Arial" panose="020B0604020202020204" pitchFamily="34" charset="0"/>
              </a:defRPr>
            </a:lvl1pPr>
          </a:lstStyle>
          <a:p>
            <a:pPr lvl="0"/>
            <a:r>
              <a:rPr lang="en-CA" dirty="0" smtClean="0"/>
              <a:t>Title</a:t>
            </a:r>
            <a:endParaRPr lang="en-CA" dirty="0"/>
          </a:p>
        </p:txBody>
      </p:sp>
      <p:sp>
        <p:nvSpPr>
          <p:cNvPr id="16" name="Text Placeholder 9"/>
          <p:cNvSpPr>
            <a:spLocks noGrp="1"/>
          </p:cNvSpPr>
          <p:nvPr>
            <p:ph type="body" sz="quarter" idx="14" hasCustomPrompt="1"/>
          </p:nvPr>
        </p:nvSpPr>
        <p:spPr>
          <a:xfrm>
            <a:off x="406203" y="1618602"/>
            <a:ext cx="2321757" cy="1208417"/>
          </a:xfrm>
          <a:prstGeom prst="rect">
            <a:avLst/>
          </a:prstGeom>
        </p:spPr>
        <p:txBody>
          <a:bodyPr lIns="0" tIns="0" rIns="0" bIns="0"/>
          <a:lstStyle>
            <a:lvl1pPr marL="0" indent="0">
              <a:lnSpc>
                <a:spcPts val="2200"/>
              </a:lnSpc>
              <a:spcBef>
                <a:spcPts val="0"/>
              </a:spcBef>
              <a:buNone/>
              <a:defRPr sz="2000" b="0" spc="0" baseline="0">
                <a:solidFill>
                  <a:schemeClr val="bg1"/>
                </a:solidFill>
                <a:latin typeface="+mn-lt"/>
                <a:cs typeface="Arial" panose="020B0604020202020204" pitchFamily="34" charset="0"/>
              </a:defRPr>
            </a:lvl1pPr>
          </a:lstStyle>
          <a:p>
            <a:pPr lvl="0"/>
            <a:r>
              <a:rPr lang="en-CA" dirty="0" smtClean="0"/>
              <a:t>Subtitle</a:t>
            </a:r>
            <a:endParaRPr lang="en-CA" dirty="0"/>
          </a:p>
        </p:txBody>
      </p:sp>
      <p:cxnSp>
        <p:nvCxnSpPr>
          <p:cNvPr id="17" name="Straight Connector 16"/>
          <p:cNvCxnSpPr/>
          <p:nvPr userDrawn="1"/>
        </p:nvCxnSpPr>
        <p:spPr>
          <a:xfrm>
            <a:off x="406203" y="1501140"/>
            <a:ext cx="2626557"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8" name="Rectangle 17"/>
          <p:cNvSpPr/>
          <p:nvPr userDrawn="1"/>
        </p:nvSpPr>
        <p:spPr>
          <a:xfrm>
            <a:off x="8411284" y="4847236"/>
            <a:ext cx="325730" cy="230832"/>
          </a:xfrm>
          <a:prstGeom prst="rect">
            <a:avLst/>
          </a:prstGeom>
        </p:spPr>
        <p:txBody>
          <a:bodyPr wrap="none">
            <a:spAutoFit/>
          </a:bodyPr>
          <a:lstStyle/>
          <a:p>
            <a:fld id="{167796FD-2C35-44D3-9582-043279E26514}" type="slidenum">
              <a:rPr lang="en-CA" sz="900" b="1" smtClean="0">
                <a:solidFill>
                  <a:srgbClr val="BAC5B9"/>
                </a:solidFill>
                <a:latin typeface="+mn-lt"/>
              </a:rPr>
              <a:pPr/>
              <a:t>‹#›</a:t>
            </a:fld>
            <a:endParaRPr lang="en-CA" sz="900" dirty="0">
              <a:solidFill>
                <a:srgbClr val="BAC5B9"/>
              </a:solidFill>
              <a:latin typeface="+mn-lt"/>
            </a:endParaRPr>
          </a:p>
        </p:txBody>
      </p:sp>
      <p:sp>
        <p:nvSpPr>
          <p:cNvPr id="19" name="TextBox 18"/>
          <p:cNvSpPr txBox="1"/>
          <p:nvPr userDrawn="1"/>
        </p:nvSpPr>
        <p:spPr>
          <a:xfrm>
            <a:off x="407942" y="4885010"/>
            <a:ext cx="3916551" cy="153888"/>
          </a:xfrm>
          <a:prstGeom prst="rect">
            <a:avLst/>
          </a:prstGeom>
          <a:noFill/>
        </p:spPr>
        <p:txBody>
          <a:bodyPr wrap="square" lIns="0" tIns="0" rIns="0" bIns="0" rtlCol="0">
            <a:spAutoFit/>
          </a:bodyPr>
          <a:lstStyle/>
          <a:p>
            <a:pPr algn="l"/>
            <a:r>
              <a:rPr lang="en-CA" sz="1000" b="1" i="0" baseline="0" dirty="0" smtClean="0">
                <a:solidFill>
                  <a:srgbClr val="BAC5B9"/>
                </a:solidFill>
                <a:latin typeface="+mn-lt"/>
                <a:cs typeface="Arial" panose="020B0604020202020204" pitchFamily="34" charset="0"/>
              </a:rPr>
              <a:t>CWB Canadian Western Bank</a:t>
            </a:r>
            <a:endParaRPr lang="en-CA" sz="1000" b="1" i="0" dirty="0">
              <a:solidFill>
                <a:srgbClr val="BAC5B9"/>
              </a:solidFill>
              <a:latin typeface="+mn-lt"/>
              <a:cs typeface="Arial" panose="020B0604020202020204" pitchFamily="34" charset="0"/>
            </a:endParaRPr>
          </a:p>
        </p:txBody>
      </p:sp>
    </p:spTree>
    <p:extLst>
      <p:ext uri="{BB962C8B-B14F-4D97-AF65-F5344CB8AC3E}">
        <p14:creationId xmlns:p14="http://schemas.microsoft.com/office/powerpoint/2010/main" val="80493241"/>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436551675"/>
      </p:ext>
    </p:extLst>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Photo w Title">
    <p:spTree>
      <p:nvGrpSpPr>
        <p:cNvPr id="1" name=""/>
        <p:cNvGrpSpPr/>
        <p:nvPr/>
      </p:nvGrpSpPr>
      <p:grpSpPr>
        <a:xfrm>
          <a:off x="0" y="0"/>
          <a:ext cx="0" cy="0"/>
          <a:chOff x="0" y="0"/>
          <a:chExt cx="0" cy="0"/>
        </a:xfrm>
      </p:grpSpPr>
      <p:sp>
        <p:nvSpPr>
          <p:cNvPr id="6" name="Text Placeholder 3"/>
          <p:cNvSpPr>
            <a:spLocks noGrp="1"/>
          </p:cNvSpPr>
          <p:nvPr>
            <p:ph type="body" sz="quarter" idx="10" hasCustomPrompt="1"/>
          </p:nvPr>
        </p:nvSpPr>
        <p:spPr>
          <a:xfrm>
            <a:off x="4579683" y="4407694"/>
            <a:ext cx="4112747" cy="242886"/>
          </a:xfrm>
          <a:prstGeom prst="rect">
            <a:avLst/>
          </a:prstGeom>
        </p:spPr>
        <p:txBody>
          <a:bodyPr lIns="0" tIns="0" rIns="0" bIns="0"/>
          <a:lstStyle>
            <a:lvl1pPr marL="0" indent="0">
              <a:buNone/>
              <a:defRPr sz="1200" b="0">
                <a:solidFill>
                  <a:schemeClr val="tx1"/>
                </a:solidFill>
                <a:latin typeface="+mn-lt"/>
                <a:cs typeface="Arial" panose="020B0604020202020204" pitchFamily="34" charset="0"/>
              </a:defRPr>
            </a:lvl1pPr>
          </a:lstStyle>
          <a:p>
            <a:pPr lvl="0"/>
            <a:r>
              <a:rPr lang="en-US" dirty="0" smtClean="0"/>
              <a:t>Photo Caption</a:t>
            </a:r>
          </a:p>
        </p:txBody>
      </p:sp>
      <p:sp>
        <p:nvSpPr>
          <p:cNvPr id="3" name="Text Placeholder 9"/>
          <p:cNvSpPr>
            <a:spLocks noGrp="1"/>
          </p:cNvSpPr>
          <p:nvPr>
            <p:ph type="body" sz="quarter" idx="12" hasCustomPrompt="1"/>
          </p:nvPr>
        </p:nvSpPr>
        <p:spPr>
          <a:xfrm>
            <a:off x="406203" y="701040"/>
            <a:ext cx="3715741" cy="397483"/>
          </a:xfrm>
          <a:prstGeom prst="rect">
            <a:avLst/>
          </a:prstGeom>
        </p:spPr>
        <p:txBody>
          <a:bodyPr lIns="0" tIns="0" rIns="0" bIns="0"/>
          <a:lstStyle>
            <a:lvl1pPr marL="0" indent="0">
              <a:lnSpc>
                <a:spcPts val="3400"/>
              </a:lnSpc>
              <a:spcBef>
                <a:spcPts val="0"/>
              </a:spcBef>
              <a:buNone/>
              <a:defRPr sz="3200" spc="-100" baseline="0">
                <a:solidFill>
                  <a:srgbClr val="0097A9"/>
                </a:solidFill>
                <a:latin typeface="+mn-lt"/>
                <a:cs typeface="Arial" panose="020B0604020202020204" pitchFamily="34" charset="0"/>
              </a:defRPr>
            </a:lvl1pPr>
          </a:lstStyle>
          <a:p>
            <a:pPr lvl="0"/>
            <a:r>
              <a:rPr lang="en-CA" dirty="0" smtClean="0"/>
              <a:t>Title</a:t>
            </a:r>
            <a:endParaRPr lang="en-CA" dirty="0"/>
          </a:p>
        </p:txBody>
      </p:sp>
      <p:sp>
        <p:nvSpPr>
          <p:cNvPr id="4" name="Text Placeholder 9"/>
          <p:cNvSpPr>
            <a:spLocks noGrp="1"/>
          </p:cNvSpPr>
          <p:nvPr>
            <p:ph type="body" sz="quarter" idx="14" hasCustomPrompt="1"/>
          </p:nvPr>
        </p:nvSpPr>
        <p:spPr>
          <a:xfrm>
            <a:off x="406203" y="1157677"/>
            <a:ext cx="3715741" cy="238208"/>
          </a:xfrm>
          <a:prstGeom prst="rect">
            <a:avLst/>
          </a:prstGeom>
        </p:spPr>
        <p:txBody>
          <a:bodyPr lIns="0" tIns="0" rIns="0" bIns="0"/>
          <a:lstStyle>
            <a:lvl1pPr marL="0" indent="0">
              <a:lnSpc>
                <a:spcPts val="2200"/>
              </a:lnSpc>
              <a:spcBef>
                <a:spcPts val="0"/>
              </a:spcBef>
              <a:buNone/>
              <a:defRPr sz="1800" b="0" spc="0" baseline="0">
                <a:solidFill>
                  <a:srgbClr val="DAAA00"/>
                </a:solidFill>
                <a:latin typeface="+mn-lt"/>
                <a:cs typeface="Arial" panose="020B0604020202020204" pitchFamily="34" charset="0"/>
              </a:defRPr>
            </a:lvl1pPr>
          </a:lstStyle>
          <a:p>
            <a:pPr lvl="0"/>
            <a:r>
              <a:rPr lang="en-CA" dirty="0" smtClean="0"/>
              <a:t>Subtitle</a:t>
            </a:r>
            <a:endParaRPr lang="en-CA" dirty="0"/>
          </a:p>
        </p:txBody>
      </p:sp>
      <p:sp>
        <p:nvSpPr>
          <p:cNvPr id="5" name="Text Placeholder 3"/>
          <p:cNvSpPr>
            <a:spLocks noGrp="1"/>
          </p:cNvSpPr>
          <p:nvPr>
            <p:ph type="body" sz="quarter" idx="13" hasCustomPrompt="1"/>
          </p:nvPr>
        </p:nvSpPr>
        <p:spPr>
          <a:xfrm>
            <a:off x="406203" y="1744980"/>
            <a:ext cx="3715741" cy="2419825"/>
          </a:xfrm>
          <a:prstGeom prst="rect">
            <a:avLst/>
          </a:prstGeom>
          <a:noFill/>
        </p:spPr>
        <p:txBody>
          <a:bodyPr/>
          <a:lstStyle>
            <a:lvl1pPr>
              <a:defRPr sz="1500" baseline="0">
                <a:solidFill>
                  <a:schemeClr val="tx1"/>
                </a:solidFill>
                <a:latin typeface="+mn-lt"/>
                <a:cs typeface="Arial" panose="020B0604020202020204" pitchFamily="34" charset="0"/>
              </a:defRPr>
            </a:lvl1pPr>
            <a:lvl2pPr>
              <a:defRPr sz="1400">
                <a:solidFill>
                  <a:schemeClr val="tx1"/>
                </a:solidFill>
                <a:latin typeface="+mn-lt"/>
                <a:cs typeface="Arial" panose="020B0604020202020204" pitchFamily="34" charset="0"/>
              </a:defRPr>
            </a:lvl2pPr>
            <a:lvl3pPr marL="1143000" indent="-228600">
              <a:buFont typeface="Wingdings" panose="05000000000000000000" pitchFamily="2" charset="2"/>
              <a:buChar char="s"/>
              <a:defRPr sz="1200">
                <a:solidFill>
                  <a:schemeClr val="tx1"/>
                </a:solidFill>
                <a:latin typeface="+mn-lt"/>
                <a:cs typeface="Arial" panose="020B0604020202020204" pitchFamily="34" charset="0"/>
              </a:defRPr>
            </a:lvl3pPr>
          </a:lstStyle>
          <a:p>
            <a:pPr lvl="0"/>
            <a:r>
              <a:rPr lang="en-CA" dirty="0" smtClean="0"/>
              <a:t>Bullet</a:t>
            </a:r>
          </a:p>
          <a:p>
            <a:pPr lvl="1"/>
            <a:r>
              <a:rPr lang="en-US" dirty="0" smtClean="0"/>
              <a:t>Second Level</a:t>
            </a:r>
          </a:p>
          <a:p>
            <a:pPr lvl="2"/>
            <a:r>
              <a:rPr lang="en-US" dirty="0" smtClean="0"/>
              <a:t>Third level</a:t>
            </a:r>
            <a:endParaRPr lang="en-CA" dirty="0" smtClean="0"/>
          </a:p>
          <a:p>
            <a:pPr lvl="0"/>
            <a:r>
              <a:rPr lang="en-CA" dirty="0" smtClean="0"/>
              <a:t>Bullet</a:t>
            </a:r>
          </a:p>
          <a:p>
            <a:pPr lvl="0"/>
            <a:r>
              <a:rPr lang="en-CA" dirty="0" smtClean="0"/>
              <a:t>Bullet</a:t>
            </a:r>
          </a:p>
          <a:p>
            <a:pPr lvl="0"/>
            <a:r>
              <a:rPr lang="en-CA" dirty="0" smtClean="0"/>
              <a:t>Bullet</a:t>
            </a:r>
          </a:p>
        </p:txBody>
      </p:sp>
    </p:spTree>
    <p:extLst>
      <p:ext uri="{BB962C8B-B14F-4D97-AF65-F5344CB8AC3E}">
        <p14:creationId xmlns:p14="http://schemas.microsoft.com/office/powerpoint/2010/main" val="1705319843"/>
      </p:ext>
    </p:extLst>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 Column">
    <p:spTree>
      <p:nvGrpSpPr>
        <p:cNvPr id="1" name=""/>
        <p:cNvGrpSpPr/>
        <p:nvPr/>
      </p:nvGrpSpPr>
      <p:grpSpPr>
        <a:xfrm>
          <a:off x="0" y="0"/>
          <a:ext cx="0" cy="0"/>
          <a:chOff x="0" y="0"/>
          <a:chExt cx="0" cy="0"/>
        </a:xfrm>
      </p:grpSpPr>
      <p:sp>
        <p:nvSpPr>
          <p:cNvPr id="4" name="Text Placeholder 3"/>
          <p:cNvSpPr>
            <a:spLocks noGrp="1"/>
          </p:cNvSpPr>
          <p:nvPr>
            <p:ph type="body" sz="quarter" idx="13" hasCustomPrompt="1"/>
          </p:nvPr>
        </p:nvSpPr>
        <p:spPr>
          <a:xfrm>
            <a:off x="406203" y="1744981"/>
            <a:ext cx="8280401" cy="2681022"/>
          </a:xfrm>
          <a:prstGeom prst="rect">
            <a:avLst/>
          </a:prstGeom>
          <a:noFill/>
        </p:spPr>
        <p:txBody>
          <a:bodyPr numCol="2" spcCol="144000"/>
          <a:lstStyle>
            <a:lvl1pPr>
              <a:defRPr sz="1500" baseline="0">
                <a:solidFill>
                  <a:schemeClr val="tx1"/>
                </a:solidFill>
                <a:latin typeface="+mn-lt"/>
                <a:cs typeface="Arial" panose="020B0604020202020204" pitchFamily="34" charset="0"/>
              </a:defRPr>
            </a:lvl1pPr>
            <a:lvl2pPr>
              <a:defRPr sz="1400">
                <a:solidFill>
                  <a:schemeClr val="tx1"/>
                </a:solidFill>
                <a:latin typeface="+mn-lt"/>
                <a:cs typeface="Arial" panose="020B0604020202020204" pitchFamily="34" charset="0"/>
              </a:defRPr>
            </a:lvl2pPr>
            <a:lvl3pPr marL="1143000" indent="-228600">
              <a:buFont typeface="Wingdings" panose="05000000000000000000" pitchFamily="2" charset="2"/>
              <a:buChar char="s"/>
              <a:defRPr sz="1200">
                <a:solidFill>
                  <a:schemeClr val="tx1"/>
                </a:solidFill>
                <a:latin typeface="+mn-lt"/>
                <a:cs typeface="Arial" panose="020B0604020202020204" pitchFamily="34" charset="0"/>
              </a:defRPr>
            </a:lvl3pPr>
          </a:lstStyle>
          <a:p>
            <a:pPr lvl="0"/>
            <a:r>
              <a:rPr lang="en-CA" dirty="0" smtClean="0"/>
              <a:t>Bullet</a:t>
            </a:r>
          </a:p>
          <a:p>
            <a:pPr lvl="1"/>
            <a:r>
              <a:rPr lang="en-US" dirty="0" smtClean="0"/>
              <a:t>Second Level</a:t>
            </a:r>
          </a:p>
          <a:p>
            <a:pPr lvl="2"/>
            <a:r>
              <a:rPr lang="en-US" dirty="0" smtClean="0"/>
              <a:t>Third level</a:t>
            </a:r>
            <a:endParaRPr lang="en-CA" dirty="0" smtClean="0"/>
          </a:p>
          <a:p>
            <a:pPr lvl="0"/>
            <a:r>
              <a:rPr lang="en-CA" dirty="0" smtClean="0"/>
              <a:t>Bullet</a:t>
            </a:r>
          </a:p>
          <a:p>
            <a:pPr lvl="0"/>
            <a:r>
              <a:rPr lang="en-CA" dirty="0" smtClean="0"/>
              <a:t>Bullet</a:t>
            </a:r>
          </a:p>
          <a:p>
            <a:pPr lvl="0"/>
            <a:r>
              <a:rPr lang="en-CA" dirty="0" smtClean="0"/>
              <a:t>Bullet</a:t>
            </a:r>
          </a:p>
          <a:p>
            <a:pPr lvl="0"/>
            <a:r>
              <a:rPr lang="en-CA" dirty="0" smtClean="0"/>
              <a:t>Bullet</a:t>
            </a:r>
          </a:p>
          <a:p>
            <a:pPr lvl="1"/>
            <a:r>
              <a:rPr lang="en-US" dirty="0" smtClean="0"/>
              <a:t>Second Level</a:t>
            </a:r>
          </a:p>
          <a:p>
            <a:pPr lvl="2"/>
            <a:r>
              <a:rPr lang="en-US" dirty="0" smtClean="0"/>
              <a:t>Third level</a:t>
            </a:r>
            <a:endParaRPr lang="en-CA" dirty="0" smtClean="0"/>
          </a:p>
          <a:p>
            <a:pPr lvl="0"/>
            <a:endParaRPr lang="en-CA" dirty="0" smtClean="0"/>
          </a:p>
          <a:p>
            <a:pPr lvl="0"/>
            <a:r>
              <a:rPr lang="en-CA" dirty="0" smtClean="0"/>
              <a:t>Bullet</a:t>
            </a:r>
          </a:p>
          <a:p>
            <a:pPr lvl="0"/>
            <a:r>
              <a:rPr lang="en-CA" dirty="0" smtClean="0"/>
              <a:t>Bullet</a:t>
            </a:r>
          </a:p>
          <a:p>
            <a:pPr lvl="0"/>
            <a:r>
              <a:rPr lang="en-CA" dirty="0" smtClean="0"/>
              <a:t>Bullet</a:t>
            </a:r>
          </a:p>
          <a:p>
            <a:pPr lvl="0"/>
            <a:r>
              <a:rPr lang="en-CA" dirty="0" smtClean="0"/>
              <a:t>Bullet</a:t>
            </a:r>
          </a:p>
          <a:p>
            <a:pPr lvl="1"/>
            <a:r>
              <a:rPr lang="en-US" dirty="0" smtClean="0"/>
              <a:t>Second Level</a:t>
            </a:r>
          </a:p>
          <a:p>
            <a:pPr lvl="2"/>
            <a:r>
              <a:rPr lang="en-US" dirty="0" smtClean="0"/>
              <a:t>Third level</a:t>
            </a:r>
            <a:endParaRPr lang="en-CA" dirty="0" smtClean="0"/>
          </a:p>
          <a:p>
            <a:pPr lvl="0"/>
            <a:r>
              <a:rPr lang="en-CA" dirty="0" smtClean="0"/>
              <a:t>Bullet</a:t>
            </a:r>
          </a:p>
          <a:p>
            <a:pPr lvl="0"/>
            <a:r>
              <a:rPr lang="en-CA" dirty="0" smtClean="0"/>
              <a:t>Bullet</a:t>
            </a:r>
          </a:p>
          <a:p>
            <a:pPr lvl="0"/>
            <a:r>
              <a:rPr lang="en-CA" dirty="0" smtClean="0"/>
              <a:t>Bullet</a:t>
            </a:r>
          </a:p>
          <a:p>
            <a:pPr lvl="0"/>
            <a:endParaRPr lang="en-CA" dirty="0" smtClean="0"/>
          </a:p>
        </p:txBody>
      </p:sp>
      <p:sp>
        <p:nvSpPr>
          <p:cNvPr id="5" name="Text Placeholder 9"/>
          <p:cNvSpPr>
            <a:spLocks noGrp="1"/>
          </p:cNvSpPr>
          <p:nvPr>
            <p:ph type="body" sz="quarter" idx="12" hasCustomPrompt="1"/>
          </p:nvPr>
        </p:nvSpPr>
        <p:spPr>
          <a:xfrm>
            <a:off x="406203" y="701040"/>
            <a:ext cx="8280401" cy="397483"/>
          </a:xfrm>
          <a:prstGeom prst="rect">
            <a:avLst/>
          </a:prstGeom>
        </p:spPr>
        <p:txBody>
          <a:bodyPr lIns="0" tIns="0" rIns="0" bIns="0"/>
          <a:lstStyle>
            <a:lvl1pPr marL="0" indent="0">
              <a:lnSpc>
                <a:spcPts val="3400"/>
              </a:lnSpc>
              <a:spcBef>
                <a:spcPts val="0"/>
              </a:spcBef>
              <a:buNone/>
              <a:defRPr sz="3200" spc="-100" baseline="0">
                <a:solidFill>
                  <a:srgbClr val="0097A9"/>
                </a:solidFill>
                <a:latin typeface="+mn-lt"/>
                <a:cs typeface="Arial" panose="020B0604020202020204" pitchFamily="34" charset="0"/>
              </a:defRPr>
            </a:lvl1pPr>
          </a:lstStyle>
          <a:p>
            <a:pPr lvl="0"/>
            <a:r>
              <a:rPr lang="en-CA" dirty="0" smtClean="0"/>
              <a:t>Title</a:t>
            </a:r>
            <a:endParaRPr lang="en-CA" dirty="0"/>
          </a:p>
        </p:txBody>
      </p:sp>
      <p:sp>
        <p:nvSpPr>
          <p:cNvPr id="6" name="Text Placeholder 9"/>
          <p:cNvSpPr>
            <a:spLocks noGrp="1"/>
          </p:cNvSpPr>
          <p:nvPr>
            <p:ph type="body" sz="quarter" idx="14" hasCustomPrompt="1"/>
          </p:nvPr>
        </p:nvSpPr>
        <p:spPr>
          <a:xfrm>
            <a:off x="406203" y="1157677"/>
            <a:ext cx="8280401" cy="238208"/>
          </a:xfrm>
          <a:prstGeom prst="rect">
            <a:avLst/>
          </a:prstGeom>
        </p:spPr>
        <p:txBody>
          <a:bodyPr lIns="0" tIns="0" rIns="0" bIns="0"/>
          <a:lstStyle>
            <a:lvl1pPr marL="0" indent="0">
              <a:lnSpc>
                <a:spcPts val="2200"/>
              </a:lnSpc>
              <a:spcBef>
                <a:spcPts val="0"/>
              </a:spcBef>
              <a:buNone/>
              <a:defRPr sz="1800" b="0" spc="0" baseline="0">
                <a:solidFill>
                  <a:srgbClr val="DAAA00"/>
                </a:solidFill>
                <a:latin typeface="+mn-lt"/>
                <a:cs typeface="Arial" panose="020B0604020202020204" pitchFamily="34" charset="0"/>
              </a:defRPr>
            </a:lvl1pPr>
          </a:lstStyle>
          <a:p>
            <a:pPr lvl="0"/>
            <a:r>
              <a:rPr lang="en-CA" dirty="0" smtClean="0"/>
              <a:t>Subtitle</a:t>
            </a:r>
            <a:endParaRPr lang="en-CA" dirty="0"/>
          </a:p>
        </p:txBody>
      </p:sp>
    </p:spTree>
    <p:extLst>
      <p:ext uri="{BB962C8B-B14F-4D97-AF65-F5344CB8AC3E}">
        <p14:creationId xmlns:p14="http://schemas.microsoft.com/office/powerpoint/2010/main" val="1578816839"/>
      </p:ext>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1 Column">
    <p:spTree>
      <p:nvGrpSpPr>
        <p:cNvPr id="1" name=""/>
        <p:cNvGrpSpPr/>
        <p:nvPr/>
      </p:nvGrpSpPr>
      <p:grpSpPr>
        <a:xfrm>
          <a:off x="0" y="0"/>
          <a:ext cx="0" cy="0"/>
          <a:chOff x="0" y="0"/>
          <a:chExt cx="0" cy="0"/>
        </a:xfrm>
      </p:grpSpPr>
      <p:sp>
        <p:nvSpPr>
          <p:cNvPr id="5" name="Text Placeholder 9"/>
          <p:cNvSpPr>
            <a:spLocks noGrp="1"/>
          </p:cNvSpPr>
          <p:nvPr>
            <p:ph type="body" sz="quarter" idx="12" hasCustomPrompt="1"/>
          </p:nvPr>
        </p:nvSpPr>
        <p:spPr>
          <a:xfrm>
            <a:off x="406203" y="701040"/>
            <a:ext cx="8280401" cy="397483"/>
          </a:xfrm>
          <a:prstGeom prst="rect">
            <a:avLst/>
          </a:prstGeom>
        </p:spPr>
        <p:txBody>
          <a:bodyPr lIns="0" tIns="0" rIns="0" bIns="0"/>
          <a:lstStyle>
            <a:lvl1pPr marL="0" indent="0">
              <a:lnSpc>
                <a:spcPts val="3400"/>
              </a:lnSpc>
              <a:spcBef>
                <a:spcPts val="0"/>
              </a:spcBef>
              <a:buNone/>
              <a:defRPr sz="3200" spc="-100" baseline="0">
                <a:solidFill>
                  <a:srgbClr val="0097A9"/>
                </a:solidFill>
                <a:latin typeface="+mn-lt"/>
                <a:cs typeface="Arial" panose="020B0604020202020204" pitchFamily="34" charset="0"/>
              </a:defRPr>
            </a:lvl1pPr>
          </a:lstStyle>
          <a:p>
            <a:pPr lvl="0"/>
            <a:r>
              <a:rPr lang="en-CA" dirty="0" smtClean="0"/>
              <a:t>Title</a:t>
            </a:r>
            <a:endParaRPr lang="en-CA" dirty="0"/>
          </a:p>
        </p:txBody>
      </p:sp>
      <p:sp>
        <p:nvSpPr>
          <p:cNvPr id="6" name="Text Placeholder 9"/>
          <p:cNvSpPr>
            <a:spLocks noGrp="1"/>
          </p:cNvSpPr>
          <p:nvPr>
            <p:ph type="body" sz="quarter" idx="14" hasCustomPrompt="1"/>
          </p:nvPr>
        </p:nvSpPr>
        <p:spPr>
          <a:xfrm>
            <a:off x="406203" y="1157677"/>
            <a:ext cx="8280401" cy="238208"/>
          </a:xfrm>
          <a:prstGeom prst="rect">
            <a:avLst/>
          </a:prstGeom>
        </p:spPr>
        <p:txBody>
          <a:bodyPr lIns="0" tIns="0" rIns="0" bIns="0"/>
          <a:lstStyle>
            <a:lvl1pPr marL="0" indent="0">
              <a:lnSpc>
                <a:spcPts val="2200"/>
              </a:lnSpc>
              <a:spcBef>
                <a:spcPts val="0"/>
              </a:spcBef>
              <a:buNone/>
              <a:defRPr sz="1800" b="0" spc="0" baseline="0">
                <a:solidFill>
                  <a:srgbClr val="DAAA00"/>
                </a:solidFill>
                <a:latin typeface="+mn-lt"/>
                <a:cs typeface="Arial" panose="020B0604020202020204" pitchFamily="34" charset="0"/>
              </a:defRPr>
            </a:lvl1pPr>
          </a:lstStyle>
          <a:p>
            <a:pPr lvl="0"/>
            <a:r>
              <a:rPr lang="en-CA" dirty="0" smtClean="0"/>
              <a:t>Subtitle</a:t>
            </a:r>
            <a:endParaRPr lang="en-CA" dirty="0"/>
          </a:p>
        </p:txBody>
      </p:sp>
      <p:sp>
        <p:nvSpPr>
          <p:cNvPr id="7" name="Text Placeholder 6"/>
          <p:cNvSpPr>
            <a:spLocks noGrp="1"/>
          </p:cNvSpPr>
          <p:nvPr>
            <p:ph type="body" sz="quarter" idx="15" hasCustomPrompt="1"/>
          </p:nvPr>
        </p:nvSpPr>
        <p:spPr>
          <a:xfrm>
            <a:off x="406400" y="1636713"/>
            <a:ext cx="8280400" cy="2743200"/>
          </a:xfrm>
          <a:prstGeom prst="rect">
            <a:avLst/>
          </a:prstGeom>
        </p:spPr>
        <p:txBody>
          <a:bodyPr lIns="0" rIns="0"/>
          <a:lstStyle>
            <a:lvl1pPr marL="0" marR="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lang="en-US" sz="1600" b="0" i="0" u="none" strike="noStrike" baseline="0" smtClean="0">
                <a:solidFill>
                  <a:schemeClr val="tx1"/>
                </a:solidFill>
              </a:defRPr>
            </a:lvl1pPr>
            <a:lvl2pPr marL="457200" indent="0">
              <a:buNone/>
              <a:defRPr sz="1600">
                <a:solidFill>
                  <a:schemeClr val="tx1">
                    <a:lumMod val="50000"/>
                    <a:lumOff val="50000"/>
                  </a:schemeClr>
                </a:solidFill>
              </a:defRPr>
            </a:lvl2pPr>
            <a:lvl3pPr marL="914400" indent="0">
              <a:buNone/>
              <a:defRPr sz="1600">
                <a:solidFill>
                  <a:schemeClr val="tx1">
                    <a:lumMod val="50000"/>
                    <a:lumOff val="50000"/>
                  </a:schemeClr>
                </a:solidFill>
              </a:defRPr>
            </a:lvl3pPr>
            <a:lvl4pPr marL="1371600" indent="0">
              <a:buNone/>
              <a:defRPr sz="1600">
                <a:solidFill>
                  <a:schemeClr val="tx1">
                    <a:lumMod val="50000"/>
                    <a:lumOff val="50000"/>
                  </a:schemeClr>
                </a:solidFill>
              </a:defRPr>
            </a:lvl4pPr>
            <a:lvl5pPr marL="1828800" indent="0">
              <a:buNone/>
              <a:defRPr sz="1600">
                <a:solidFill>
                  <a:schemeClr val="tx1">
                    <a:lumMod val="50000"/>
                    <a:lumOff val="50000"/>
                  </a:schemeClr>
                </a:solidFill>
              </a:defRPr>
            </a:lvl5pPr>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smtClean="0"/>
              <a:t>Click to add text. Body placeholder text goes here. </a:t>
            </a:r>
            <a:r>
              <a:rPr lang="en-US" dirty="0" err="1" smtClean="0"/>
              <a:t>Aperchil</a:t>
            </a:r>
            <a:r>
              <a:rPr lang="en-US" dirty="0" smtClean="0"/>
              <a:t> </a:t>
            </a:r>
            <a:r>
              <a:rPr lang="en-US" dirty="0" err="1" smtClean="0"/>
              <a:t>inus</a:t>
            </a:r>
            <a:r>
              <a:rPr lang="en-US" dirty="0" smtClean="0"/>
              <a:t>, </a:t>
            </a:r>
            <a:r>
              <a:rPr lang="en-US" dirty="0" err="1" smtClean="0"/>
              <a:t>ullabo</a:t>
            </a:r>
            <a:r>
              <a:rPr lang="en-US" dirty="0" smtClean="0"/>
              <a:t>. </a:t>
            </a:r>
            <a:r>
              <a:rPr lang="en-US" dirty="0" err="1" smtClean="0"/>
              <a:t>Otat</a:t>
            </a:r>
            <a:r>
              <a:rPr lang="en-US" dirty="0" smtClean="0"/>
              <a:t>. </a:t>
            </a:r>
            <a:r>
              <a:rPr lang="en-US" dirty="0" err="1" smtClean="0"/>
              <a:t>Bissecto</a:t>
            </a:r>
            <a:r>
              <a:rPr lang="en-US" dirty="0" smtClean="0"/>
              <a:t> </a:t>
            </a:r>
            <a:r>
              <a:rPr lang="en-US" dirty="0" err="1" smtClean="0"/>
              <a:t>occust</a:t>
            </a:r>
            <a:r>
              <a:rPr lang="en-US" dirty="0" smtClean="0"/>
              <a:t>, to </a:t>
            </a:r>
            <a:r>
              <a:rPr lang="en-US" dirty="0" err="1" smtClean="0"/>
              <a:t>dolupta</a:t>
            </a:r>
            <a:r>
              <a:rPr lang="en-US" dirty="0" smtClean="0"/>
              <a:t> turbos </a:t>
            </a:r>
            <a:r>
              <a:rPr lang="en-US" dirty="0" err="1" smtClean="0"/>
              <a:t>consequidi</a:t>
            </a:r>
            <a:r>
              <a:rPr lang="en-US" dirty="0" smtClean="0"/>
              <a:t> </a:t>
            </a:r>
            <a:r>
              <a:rPr lang="en-US" dirty="0" err="1" smtClean="0"/>
              <a:t>aut</a:t>
            </a:r>
            <a:r>
              <a:rPr lang="en-US" dirty="0" smtClean="0"/>
              <a:t> </a:t>
            </a:r>
            <a:r>
              <a:rPr lang="en-US" dirty="0" err="1" smtClean="0"/>
              <a:t>eos</a:t>
            </a:r>
            <a:r>
              <a:rPr lang="en-US" dirty="0" smtClean="0"/>
              <a:t> </a:t>
            </a:r>
            <a:r>
              <a:rPr lang="en-US" dirty="0" err="1" smtClean="0"/>
              <a:t>aut</a:t>
            </a:r>
            <a:r>
              <a:rPr lang="en-US" dirty="0" smtClean="0"/>
              <a:t> </a:t>
            </a:r>
            <a:r>
              <a:rPr lang="en-US" dirty="0" err="1" smtClean="0"/>
              <a:t>dolesequam</a:t>
            </a:r>
            <a:r>
              <a:rPr lang="en-US" dirty="0" smtClean="0"/>
              <a:t> </a:t>
            </a:r>
            <a:r>
              <a:rPr lang="en-US" dirty="0" err="1" smtClean="0"/>
              <a:t>commole</a:t>
            </a:r>
            <a:r>
              <a:rPr lang="en-US" dirty="0" smtClean="0"/>
              <a:t> </a:t>
            </a:r>
            <a:r>
              <a:rPr lang="en-US" dirty="0" err="1" smtClean="0"/>
              <a:t>ntotas</a:t>
            </a:r>
            <a:r>
              <a:rPr lang="en-US" dirty="0" smtClean="0"/>
              <a:t> se </a:t>
            </a:r>
            <a:r>
              <a:rPr lang="en-US" dirty="0" err="1" smtClean="0"/>
              <a:t>volum</a:t>
            </a:r>
            <a:r>
              <a:rPr lang="en-US" dirty="0" smtClean="0"/>
              <a:t> </a:t>
            </a:r>
            <a:r>
              <a:rPr lang="en-US" dirty="0" err="1" smtClean="0"/>
              <a:t>est</a:t>
            </a:r>
            <a:r>
              <a:rPr lang="en-US" dirty="0" smtClean="0"/>
              <a:t> </a:t>
            </a:r>
            <a:r>
              <a:rPr lang="en-US" dirty="0" err="1" smtClean="0"/>
              <a:t>aut</a:t>
            </a:r>
            <a:r>
              <a:rPr lang="en-US" dirty="0" smtClean="0"/>
              <a:t> </a:t>
            </a:r>
            <a:r>
              <a:rPr lang="en-US" dirty="0" err="1" smtClean="0"/>
              <a:t>veliatuint</a:t>
            </a:r>
            <a:r>
              <a:rPr lang="en-US" dirty="0" smtClean="0"/>
              <a:t> </a:t>
            </a:r>
            <a:r>
              <a:rPr lang="en-US" dirty="0" err="1" smtClean="0"/>
              <a:t>fuga</a:t>
            </a:r>
            <a:r>
              <a:rPr lang="en-US" dirty="0" smtClean="0"/>
              <a:t>. </a:t>
            </a:r>
            <a:r>
              <a:rPr lang="en-US" dirty="0" err="1" smtClean="0"/>
              <a:t>Sunt</a:t>
            </a:r>
            <a:r>
              <a:rPr lang="en-US" dirty="0" smtClean="0"/>
              <a:t> </a:t>
            </a:r>
            <a:r>
              <a:rPr lang="en-US" dirty="0" err="1" smtClean="0"/>
              <a:t>volupta</a:t>
            </a:r>
            <a:r>
              <a:rPr lang="en-US" dirty="0" smtClean="0"/>
              <a:t> </a:t>
            </a:r>
            <a:r>
              <a:rPr lang="en-US" dirty="0" err="1" smtClean="0"/>
              <a:t>tiuntem</a:t>
            </a:r>
            <a:r>
              <a:rPr lang="en-US" dirty="0" smtClean="0"/>
              <a:t> </a:t>
            </a:r>
            <a:r>
              <a:rPr lang="en-US" dirty="0" err="1" smtClean="0"/>
              <a:t>inulparum</a:t>
            </a:r>
            <a:r>
              <a:rPr lang="en-US" dirty="0" smtClean="0"/>
              <a:t> et </a:t>
            </a:r>
            <a:r>
              <a:rPr lang="en-US" dirty="0" err="1" smtClean="0"/>
              <a:t>fugioto</a:t>
            </a:r>
            <a:r>
              <a:rPr lang="en-US" dirty="0" smtClean="0"/>
              <a:t> </a:t>
            </a:r>
            <a:r>
              <a:rPr lang="en-US" dirty="0" err="1" smtClean="0"/>
              <a:t>cusa</a:t>
            </a:r>
            <a:r>
              <a:rPr lang="en-US" dirty="0" smtClean="0"/>
              <a:t> net </a:t>
            </a:r>
            <a:r>
              <a:rPr lang="en-US" dirty="0" err="1" smtClean="0"/>
              <a:t>aut</a:t>
            </a:r>
            <a:r>
              <a:rPr lang="en-US" dirty="0" smtClean="0"/>
              <a:t> colossus. </a:t>
            </a:r>
            <a:r>
              <a:rPr lang="en-US" dirty="0" err="1" smtClean="0"/>
              <a:t>Evelegndigim</a:t>
            </a:r>
            <a:r>
              <a:rPr lang="en-US" dirty="0" smtClean="0"/>
              <a:t> qui </a:t>
            </a:r>
            <a:r>
              <a:rPr lang="en-US" dirty="0" err="1" smtClean="0"/>
              <a:t>ommodiao</a:t>
            </a:r>
            <a:r>
              <a:rPr lang="en-US" dirty="0" smtClean="0"/>
              <a:t> </a:t>
            </a:r>
            <a:r>
              <a:rPr lang="en-US" dirty="0" err="1" smtClean="0"/>
              <a:t>exceaswum</a:t>
            </a:r>
            <a:r>
              <a:rPr lang="en-US" dirty="0" smtClean="0"/>
              <a:t> </a:t>
            </a:r>
            <a:r>
              <a:rPr lang="en-US" dirty="0" err="1" smtClean="0"/>
              <a:t>enus</a:t>
            </a:r>
            <a:r>
              <a:rPr lang="en-US" dirty="0" smtClean="0"/>
              <a:t> as </a:t>
            </a:r>
            <a:r>
              <a:rPr lang="en-US" dirty="0" err="1" smtClean="0"/>
              <a:t>deerro</a:t>
            </a:r>
            <a:r>
              <a:rPr lang="en-US" dirty="0" smtClean="0"/>
              <a:t> </a:t>
            </a:r>
            <a:r>
              <a:rPr lang="en-US" dirty="0" err="1" smtClean="0"/>
              <a:t>consedi</a:t>
            </a:r>
            <a:r>
              <a:rPr lang="en-US" dirty="0" smtClean="0"/>
              <a:t> </a:t>
            </a:r>
            <a:r>
              <a:rPr lang="en-US" dirty="0" err="1" smtClean="0"/>
              <a:t>rerum</a:t>
            </a:r>
            <a:r>
              <a:rPr lang="en-US" dirty="0" smtClean="0"/>
              <a:t> et </a:t>
            </a:r>
            <a:r>
              <a:rPr lang="en-US" dirty="0" err="1" smtClean="0"/>
              <a:t>il</a:t>
            </a:r>
            <a:r>
              <a:rPr lang="en-US" dirty="0" smtClean="0"/>
              <a:t> </a:t>
            </a:r>
            <a:r>
              <a:rPr lang="en-US" dirty="0" err="1" smtClean="0"/>
              <a:t>est</a:t>
            </a:r>
            <a:r>
              <a:rPr lang="en-US" dirty="0" smtClean="0"/>
              <a:t> qui </a:t>
            </a:r>
            <a:r>
              <a:rPr lang="en-US" dirty="0" err="1" smtClean="0"/>
              <a:t>cus</a:t>
            </a:r>
            <a:r>
              <a:rPr lang="en-US" dirty="0" smtClean="0"/>
              <a:t> </a:t>
            </a:r>
            <a:r>
              <a:rPr lang="en-US" dirty="0" err="1" smtClean="0"/>
              <a:t>aut</a:t>
            </a:r>
            <a:r>
              <a:rPr lang="en-US" dirty="0" smtClean="0"/>
              <a:t> et </a:t>
            </a:r>
            <a:r>
              <a:rPr lang="en-US" dirty="0" err="1" smtClean="0"/>
              <a:t>secsaill</a:t>
            </a:r>
            <a:r>
              <a:rPr lang="en-US" dirty="0" smtClean="0"/>
              <a:t> to </a:t>
            </a:r>
            <a:r>
              <a:rPr lang="en-US" dirty="0" err="1" smtClean="0"/>
              <a:t>cid</a:t>
            </a:r>
            <a:r>
              <a:rPr lang="en-US" dirty="0" smtClean="0"/>
              <a:t> et </a:t>
            </a:r>
            <a:r>
              <a:rPr lang="en-US" dirty="0" err="1" smtClean="0"/>
              <a:t>poreupudam</a:t>
            </a:r>
            <a:r>
              <a:rPr lang="en-US" dirty="0" smtClean="0"/>
              <a:t> </a:t>
            </a:r>
            <a:r>
              <a:rPr lang="en-US" dirty="0" err="1" smtClean="0"/>
              <a:t>unti</a:t>
            </a:r>
            <a:r>
              <a:rPr lang="en-US" dirty="0" smtClean="0"/>
              <a:t>, </a:t>
            </a:r>
            <a:r>
              <a:rPr lang="en-US" dirty="0" err="1" smtClean="0"/>
              <a:t>uptodemsd</a:t>
            </a:r>
            <a:r>
              <a:rPr lang="en-US" dirty="0" smtClean="0"/>
              <a:t> </a:t>
            </a:r>
            <a:r>
              <a:rPr lang="en-US" dirty="0" err="1" smtClean="0"/>
              <a:t>blacsccsuam</a:t>
            </a:r>
            <a:r>
              <a:rPr lang="en-US" dirty="0" smtClean="0"/>
              <a:t> </a:t>
            </a:r>
            <a:r>
              <a:rPr lang="en-US" dirty="0" err="1" smtClean="0"/>
              <a:t>reprio</a:t>
            </a:r>
            <a:r>
              <a:rPr lang="en-US" dirty="0" smtClean="0"/>
              <a:t> </a:t>
            </a:r>
            <a:r>
              <a:rPr lang="en-US" dirty="0" err="1" smtClean="0"/>
              <a:t>endes</a:t>
            </a:r>
            <a:r>
              <a:rPr lang="en-US" dirty="0" smtClean="0"/>
              <a:t> </a:t>
            </a:r>
            <a:r>
              <a:rPr lang="en-US" dirty="0" err="1" smtClean="0"/>
              <a:t>autem</a:t>
            </a:r>
            <a:r>
              <a:rPr lang="en-US" dirty="0" smtClean="0"/>
              <a:t> </a:t>
            </a:r>
            <a:r>
              <a:rPr lang="en-US" dirty="0" err="1" smtClean="0"/>
              <a:t>quie</a:t>
            </a:r>
            <a:r>
              <a:rPr lang="en-US" dirty="0" smtClean="0"/>
              <a:t> </a:t>
            </a:r>
            <a:r>
              <a:rPr lang="en-US" dirty="0" err="1" smtClean="0"/>
              <a:t>prem</a:t>
            </a:r>
            <a:r>
              <a:rPr lang="en-US" dirty="0" smtClean="0"/>
              <a:t> </a:t>
            </a:r>
            <a:r>
              <a:rPr lang="en-US" dirty="0" err="1" smtClean="0"/>
              <a:t>aditas</a:t>
            </a:r>
            <a:r>
              <a:rPr lang="en-US" dirty="0" smtClean="0"/>
              <a:t> discus </a:t>
            </a:r>
            <a:r>
              <a:rPr lang="en-US" dirty="0" err="1" smtClean="0"/>
              <a:t>magnihilibus</a:t>
            </a:r>
            <a:r>
              <a:rPr lang="en-US" dirty="0" smtClean="0"/>
              <a:t> </a:t>
            </a:r>
            <a:r>
              <a:rPr lang="en-US" dirty="0" err="1" smtClean="0"/>
              <a:t>cusiccs</a:t>
            </a:r>
            <a:r>
              <a:rPr lang="en-US" dirty="0" smtClean="0"/>
              <a:t> </a:t>
            </a:r>
            <a:r>
              <a:rPr lang="en-US" dirty="0" err="1" smtClean="0"/>
              <a:t>eatumse</a:t>
            </a:r>
            <a:r>
              <a:rPr lang="en-US" dirty="0" smtClean="0"/>
              <a:t> </a:t>
            </a:r>
            <a:r>
              <a:rPr lang="en-US" dirty="0" err="1" smtClean="0"/>
              <a:t>luptaquie</a:t>
            </a:r>
            <a:r>
              <a:rPr lang="en-US" dirty="0" smtClean="0"/>
              <a:t> </a:t>
            </a:r>
            <a:r>
              <a:rPr lang="en-US" dirty="0" err="1" smtClean="0"/>
              <a:t>dolum</a:t>
            </a:r>
            <a:r>
              <a:rPr lang="en-US" dirty="0" smtClean="0"/>
              <a:t> </a:t>
            </a:r>
            <a:r>
              <a:rPr lang="en-US" dirty="0" err="1" smtClean="0"/>
              <a:t>Aperchil</a:t>
            </a:r>
            <a:r>
              <a:rPr lang="en-US" dirty="0" smtClean="0"/>
              <a:t> </a:t>
            </a:r>
            <a:r>
              <a:rPr lang="en-US" dirty="0" err="1" smtClean="0"/>
              <a:t>inus</a:t>
            </a:r>
            <a:r>
              <a:rPr lang="en-US" dirty="0" smtClean="0"/>
              <a:t>, </a:t>
            </a:r>
            <a:r>
              <a:rPr lang="en-US" dirty="0" err="1" smtClean="0"/>
              <a:t>ullabo</a:t>
            </a:r>
            <a:r>
              <a:rPr lang="en-US" dirty="0" smtClean="0"/>
              <a:t>. </a:t>
            </a:r>
            <a:r>
              <a:rPr lang="en-US" dirty="0" err="1" smtClean="0"/>
              <a:t>Otat</a:t>
            </a:r>
            <a:r>
              <a:rPr lang="en-US" dirty="0" smtClean="0"/>
              <a:t>. </a:t>
            </a:r>
            <a:r>
              <a:rPr lang="en-US" dirty="0" err="1" smtClean="0"/>
              <a:t>Bissecto</a:t>
            </a:r>
            <a:r>
              <a:rPr lang="en-US" dirty="0" smtClean="0"/>
              <a:t> </a:t>
            </a:r>
            <a:r>
              <a:rPr lang="en-US" dirty="0" err="1" smtClean="0"/>
              <a:t>occust</a:t>
            </a:r>
            <a:r>
              <a:rPr lang="en-US" dirty="0" smtClean="0"/>
              <a:t>, to </a:t>
            </a:r>
            <a:r>
              <a:rPr lang="en-US" dirty="0" err="1" smtClean="0"/>
              <a:t>dolupta</a:t>
            </a:r>
            <a:r>
              <a:rPr lang="en-US" dirty="0" smtClean="0"/>
              <a:t> turbos </a:t>
            </a:r>
            <a:r>
              <a:rPr lang="en-US" dirty="0" err="1" smtClean="0"/>
              <a:t>consequidi</a:t>
            </a:r>
            <a:r>
              <a:rPr lang="en-US" dirty="0" smtClean="0"/>
              <a:t> </a:t>
            </a:r>
            <a:r>
              <a:rPr lang="en-US" dirty="0" err="1" smtClean="0"/>
              <a:t>aut</a:t>
            </a:r>
            <a:r>
              <a:rPr lang="en-US" dirty="0" smtClean="0"/>
              <a:t> </a:t>
            </a:r>
            <a:r>
              <a:rPr lang="en-US" dirty="0" err="1" smtClean="0"/>
              <a:t>eos</a:t>
            </a:r>
            <a:r>
              <a:rPr lang="en-US" dirty="0" smtClean="0"/>
              <a:t> </a:t>
            </a:r>
            <a:r>
              <a:rPr lang="en-US" dirty="0" err="1" smtClean="0"/>
              <a:t>aut</a:t>
            </a:r>
            <a:r>
              <a:rPr lang="en-US" dirty="0" smtClean="0"/>
              <a:t> </a:t>
            </a:r>
            <a:r>
              <a:rPr lang="en-US" dirty="0" err="1" smtClean="0"/>
              <a:t>dolesequam</a:t>
            </a:r>
            <a:r>
              <a:rPr lang="en-US" dirty="0" smtClean="0"/>
              <a:t> </a:t>
            </a:r>
            <a:r>
              <a:rPr lang="en-US" dirty="0" err="1" smtClean="0"/>
              <a:t>commole</a:t>
            </a:r>
            <a:r>
              <a:rPr lang="en-US" dirty="0" smtClean="0"/>
              <a:t> </a:t>
            </a:r>
            <a:r>
              <a:rPr lang="en-US" dirty="0" err="1" smtClean="0"/>
              <a:t>ntotas</a:t>
            </a:r>
            <a:r>
              <a:rPr lang="en-US" dirty="0" smtClean="0"/>
              <a:t> se </a:t>
            </a:r>
            <a:r>
              <a:rPr lang="en-US" dirty="0" err="1" smtClean="0"/>
              <a:t>volum</a:t>
            </a:r>
            <a:r>
              <a:rPr lang="en-US" dirty="0" smtClean="0"/>
              <a:t> </a:t>
            </a:r>
            <a:r>
              <a:rPr lang="en-US" dirty="0" err="1" smtClean="0"/>
              <a:t>est</a:t>
            </a:r>
            <a:r>
              <a:rPr lang="en-US" dirty="0" smtClean="0"/>
              <a:t> </a:t>
            </a:r>
            <a:r>
              <a:rPr lang="en-US" dirty="0" err="1" smtClean="0"/>
              <a:t>aut</a:t>
            </a:r>
            <a:r>
              <a:rPr lang="en-US" dirty="0" smtClean="0"/>
              <a:t> </a:t>
            </a:r>
            <a:r>
              <a:rPr lang="en-US" dirty="0" err="1" smtClean="0"/>
              <a:t>veliatuint</a:t>
            </a:r>
            <a:r>
              <a:rPr lang="en-US" dirty="0" smtClean="0"/>
              <a:t> </a:t>
            </a:r>
            <a:r>
              <a:rPr lang="en-US" dirty="0" err="1" smtClean="0"/>
              <a:t>fuga</a:t>
            </a:r>
            <a:r>
              <a:rPr lang="en-US" dirty="0" smtClean="0"/>
              <a:t>. </a:t>
            </a:r>
            <a:r>
              <a:rPr lang="en-US" dirty="0" err="1" smtClean="0"/>
              <a:t>Sunt</a:t>
            </a:r>
            <a:r>
              <a:rPr lang="en-US" dirty="0" smtClean="0"/>
              <a:t> </a:t>
            </a:r>
            <a:r>
              <a:rPr lang="en-US" dirty="0" err="1" smtClean="0"/>
              <a:t>volupta</a:t>
            </a:r>
            <a:r>
              <a:rPr lang="en-US" dirty="0" smtClean="0"/>
              <a:t> </a:t>
            </a:r>
            <a:r>
              <a:rPr lang="en-US" dirty="0" err="1" smtClean="0"/>
              <a:t>tiuntem</a:t>
            </a:r>
            <a:r>
              <a:rPr lang="en-US" dirty="0" smtClean="0"/>
              <a:t> </a:t>
            </a:r>
            <a:r>
              <a:rPr lang="en-US" dirty="0" err="1" smtClean="0"/>
              <a:t>inulparum</a:t>
            </a:r>
            <a:r>
              <a:rPr lang="en-US" dirty="0" smtClean="0"/>
              <a:t> et </a:t>
            </a:r>
            <a:r>
              <a:rPr lang="en-US" dirty="0" err="1" smtClean="0"/>
              <a:t>fugioto</a:t>
            </a:r>
            <a:r>
              <a:rPr lang="en-US" dirty="0" smtClean="0"/>
              <a:t> </a:t>
            </a:r>
            <a:r>
              <a:rPr lang="en-US" dirty="0" err="1" smtClean="0"/>
              <a:t>cusa</a:t>
            </a:r>
            <a:r>
              <a:rPr lang="en-US" dirty="0" smtClean="0"/>
              <a:t> net </a:t>
            </a:r>
            <a:r>
              <a:rPr lang="en-US" dirty="0" err="1" smtClean="0"/>
              <a:t>aut</a:t>
            </a:r>
            <a:r>
              <a:rPr lang="en-US" dirty="0" smtClean="0"/>
              <a:t> colossus. </a:t>
            </a:r>
            <a:r>
              <a:rPr lang="en-US" dirty="0" err="1" smtClean="0"/>
              <a:t>Evelegndigim</a:t>
            </a:r>
            <a:r>
              <a:rPr lang="en-US" dirty="0" smtClean="0"/>
              <a:t> qui </a:t>
            </a:r>
            <a:r>
              <a:rPr lang="en-US" dirty="0" err="1" smtClean="0"/>
              <a:t>ommodiao</a:t>
            </a:r>
            <a:r>
              <a:rPr lang="en-US" dirty="0" smtClean="0"/>
              <a:t> </a:t>
            </a:r>
            <a:r>
              <a:rPr lang="en-US" dirty="0" err="1" smtClean="0"/>
              <a:t>exceaswum</a:t>
            </a:r>
            <a:r>
              <a:rPr lang="en-US" dirty="0" smtClean="0"/>
              <a:t> </a:t>
            </a:r>
            <a:r>
              <a:rPr lang="en-US" dirty="0" err="1" smtClean="0"/>
              <a:t>enus</a:t>
            </a:r>
            <a:r>
              <a:rPr lang="en-US" dirty="0" smtClean="0"/>
              <a:t> as </a:t>
            </a:r>
            <a:r>
              <a:rPr lang="en-US" dirty="0" err="1" smtClean="0"/>
              <a:t>deerro</a:t>
            </a:r>
            <a:r>
              <a:rPr lang="en-US" dirty="0" smtClean="0"/>
              <a:t> </a:t>
            </a:r>
            <a:r>
              <a:rPr lang="en-US" dirty="0" err="1" smtClean="0"/>
              <a:t>consedi</a:t>
            </a:r>
            <a:r>
              <a:rPr lang="en-US" dirty="0" smtClean="0"/>
              <a:t> </a:t>
            </a:r>
            <a:r>
              <a:rPr lang="en-US" dirty="0" err="1" smtClean="0"/>
              <a:t>rerum</a:t>
            </a:r>
            <a:r>
              <a:rPr lang="en-US" dirty="0" smtClean="0"/>
              <a:t> et </a:t>
            </a:r>
            <a:r>
              <a:rPr lang="en-US" dirty="0" err="1" smtClean="0"/>
              <a:t>il</a:t>
            </a:r>
            <a:r>
              <a:rPr lang="en-US" dirty="0" smtClean="0"/>
              <a:t> </a:t>
            </a:r>
            <a:r>
              <a:rPr lang="en-US" dirty="0" err="1" smtClean="0"/>
              <a:t>est</a:t>
            </a:r>
            <a:r>
              <a:rPr lang="en-US" dirty="0" smtClean="0"/>
              <a:t> qui </a:t>
            </a:r>
            <a:r>
              <a:rPr lang="en-US" dirty="0" err="1" smtClean="0"/>
              <a:t>cus</a:t>
            </a:r>
            <a:r>
              <a:rPr lang="en-US" dirty="0" smtClean="0"/>
              <a:t> </a:t>
            </a:r>
            <a:r>
              <a:rPr lang="en-US" dirty="0" err="1" smtClean="0"/>
              <a:t>aut</a:t>
            </a:r>
            <a:r>
              <a:rPr lang="en-US" dirty="0" smtClean="0"/>
              <a:t> et </a:t>
            </a:r>
            <a:r>
              <a:rPr lang="en-US" dirty="0" err="1" smtClean="0"/>
              <a:t>secsaill</a:t>
            </a:r>
            <a:r>
              <a:rPr lang="en-US" dirty="0" smtClean="0"/>
              <a:t> to </a:t>
            </a:r>
            <a:r>
              <a:rPr lang="en-US" dirty="0" err="1" smtClean="0"/>
              <a:t>cid</a:t>
            </a:r>
            <a:r>
              <a:rPr lang="en-US" dirty="0" smtClean="0"/>
              <a:t> et </a:t>
            </a:r>
            <a:r>
              <a:rPr lang="en-US" dirty="0" err="1" smtClean="0"/>
              <a:t>poreupudam</a:t>
            </a:r>
            <a:r>
              <a:rPr lang="en-US" dirty="0" smtClean="0"/>
              <a:t> </a:t>
            </a:r>
            <a:r>
              <a:rPr lang="en-US" dirty="0" err="1" smtClean="0"/>
              <a:t>unti</a:t>
            </a:r>
            <a:r>
              <a:rPr lang="en-US" dirty="0" smtClean="0"/>
              <a:t>, </a:t>
            </a:r>
            <a:r>
              <a:rPr lang="en-US" dirty="0" err="1" smtClean="0"/>
              <a:t>uptodemsd</a:t>
            </a:r>
            <a:r>
              <a:rPr lang="en-US" dirty="0" smtClean="0"/>
              <a:t> </a:t>
            </a:r>
            <a:r>
              <a:rPr lang="en-US" dirty="0" err="1" smtClean="0"/>
              <a:t>blacsccsuam</a:t>
            </a:r>
            <a:r>
              <a:rPr lang="en-US" dirty="0" smtClean="0"/>
              <a:t> </a:t>
            </a:r>
            <a:r>
              <a:rPr lang="en-US" dirty="0" err="1" smtClean="0"/>
              <a:t>reprio</a:t>
            </a:r>
            <a:r>
              <a:rPr lang="en-US" dirty="0" smtClean="0"/>
              <a:t>.</a:t>
            </a:r>
          </a:p>
        </p:txBody>
      </p:sp>
    </p:spTree>
    <p:extLst>
      <p:ext uri="{BB962C8B-B14F-4D97-AF65-F5344CB8AC3E}">
        <p14:creationId xmlns:p14="http://schemas.microsoft.com/office/powerpoint/2010/main" val="3462974846"/>
      </p:ext>
    </p:extLst>
  </p:cSld>
  <p:clrMapOvr>
    <a:masterClrMapping/>
  </p:clrMapOvr>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2_1 Column">
    <p:spTree>
      <p:nvGrpSpPr>
        <p:cNvPr id="1" name=""/>
        <p:cNvGrpSpPr/>
        <p:nvPr/>
      </p:nvGrpSpPr>
      <p:grpSpPr>
        <a:xfrm>
          <a:off x="0" y="0"/>
          <a:ext cx="0" cy="0"/>
          <a:chOff x="0" y="0"/>
          <a:chExt cx="0" cy="0"/>
        </a:xfrm>
      </p:grpSpPr>
      <p:sp>
        <p:nvSpPr>
          <p:cNvPr id="9" name="Text Placeholder 9"/>
          <p:cNvSpPr>
            <a:spLocks noGrp="1"/>
          </p:cNvSpPr>
          <p:nvPr>
            <p:ph type="body" sz="quarter" idx="12" hasCustomPrompt="1"/>
          </p:nvPr>
        </p:nvSpPr>
        <p:spPr>
          <a:xfrm>
            <a:off x="406203" y="701040"/>
            <a:ext cx="8280597" cy="397483"/>
          </a:xfrm>
          <a:prstGeom prst="rect">
            <a:avLst/>
          </a:prstGeom>
        </p:spPr>
        <p:txBody>
          <a:bodyPr lIns="0" tIns="0" rIns="0" bIns="0"/>
          <a:lstStyle>
            <a:lvl1pPr marL="0" indent="0">
              <a:lnSpc>
                <a:spcPts val="3400"/>
              </a:lnSpc>
              <a:spcBef>
                <a:spcPts val="0"/>
              </a:spcBef>
              <a:buNone/>
              <a:defRPr sz="3200" spc="-100" baseline="0">
                <a:solidFill>
                  <a:srgbClr val="0097A9"/>
                </a:solidFill>
                <a:latin typeface="+mn-lt"/>
                <a:cs typeface="Arial" panose="020B0604020202020204" pitchFamily="34" charset="0"/>
              </a:defRPr>
            </a:lvl1pPr>
          </a:lstStyle>
          <a:p>
            <a:pPr lvl="0"/>
            <a:r>
              <a:rPr lang="en-CA" dirty="0" smtClean="0"/>
              <a:t>Title</a:t>
            </a:r>
            <a:endParaRPr lang="en-CA" dirty="0"/>
          </a:p>
        </p:txBody>
      </p:sp>
      <p:sp>
        <p:nvSpPr>
          <p:cNvPr id="10" name="Text Placeholder 9"/>
          <p:cNvSpPr>
            <a:spLocks noGrp="1"/>
          </p:cNvSpPr>
          <p:nvPr>
            <p:ph type="body" sz="quarter" idx="14" hasCustomPrompt="1"/>
          </p:nvPr>
        </p:nvSpPr>
        <p:spPr>
          <a:xfrm>
            <a:off x="406203" y="1157677"/>
            <a:ext cx="8280597" cy="238208"/>
          </a:xfrm>
          <a:prstGeom prst="rect">
            <a:avLst/>
          </a:prstGeom>
        </p:spPr>
        <p:txBody>
          <a:bodyPr lIns="0" tIns="0" rIns="0" bIns="0"/>
          <a:lstStyle>
            <a:lvl1pPr marL="0" indent="0">
              <a:lnSpc>
                <a:spcPts val="2200"/>
              </a:lnSpc>
              <a:spcBef>
                <a:spcPts val="0"/>
              </a:spcBef>
              <a:buNone/>
              <a:defRPr sz="1800" b="0" spc="0" baseline="0">
                <a:solidFill>
                  <a:srgbClr val="DAAA00"/>
                </a:solidFill>
                <a:latin typeface="+mn-lt"/>
                <a:cs typeface="Arial" panose="020B0604020202020204" pitchFamily="34" charset="0"/>
              </a:defRPr>
            </a:lvl1pPr>
          </a:lstStyle>
          <a:p>
            <a:pPr lvl="0"/>
            <a:r>
              <a:rPr lang="en-CA" dirty="0" smtClean="0"/>
              <a:t>Subtitle</a:t>
            </a:r>
            <a:endParaRPr lang="en-CA" dirty="0"/>
          </a:p>
        </p:txBody>
      </p:sp>
      <p:sp>
        <p:nvSpPr>
          <p:cNvPr id="6" name="Text Placeholder 6"/>
          <p:cNvSpPr>
            <a:spLocks noGrp="1"/>
          </p:cNvSpPr>
          <p:nvPr>
            <p:ph type="body" sz="quarter" idx="15" hasCustomPrompt="1"/>
          </p:nvPr>
        </p:nvSpPr>
        <p:spPr>
          <a:xfrm>
            <a:off x="406400" y="1636713"/>
            <a:ext cx="8280400" cy="2743200"/>
          </a:xfrm>
          <a:prstGeom prst="rect">
            <a:avLst/>
          </a:prstGeom>
        </p:spPr>
        <p:txBody>
          <a:bodyPr lIns="0" tIns="36000" rIns="0" numCol="2" spcCol="288000"/>
          <a:lstStyle>
            <a:lvl1pPr marL="0" marR="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lang="en-US" sz="1600" b="0" i="0" u="none" strike="noStrike" baseline="0" smtClean="0">
                <a:solidFill>
                  <a:schemeClr val="tx1"/>
                </a:solidFill>
              </a:defRPr>
            </a:lvl1pPr>
            <a:lvl2pPr marL="457200" indent="0">
              <a:buNone/>
              <a:defRPr sz="1600">
                <a:solidFill>
                  <a:schemeClr val="tx1">
                    <a:lumMod val="50000"/>
                    <a:lumOff val="50000"/>
                  </a:schemeClr>
                </a:solidFill>
              </a:defRPr>
            </a:lvl2pPr>
            <a:lvl3pPr marL="914400" indent="0">
              <a:buNone/>
              <a:defRPr sz="1600">
                <a:solidFill>
                  <a:schemeClr val="tx1">
                    <a:lumMod val="50000"/>
                    <a:lumOff val="50000"/>
                  </a:schemeClr>
                </a:solidFill>
              </a:defRPr>
            </a:lvl3pPr>
            <a:lvl4pPr marL="1371600" indent="0">
              <a:buNone/>
              <a:defRPr sz="1600">
                <a:solidFill>
                  <a:schemeClr val="tx1">
                    <a:lumMod val="50000"/>
                    <a:lumOff val="50000"/>
                  </a:schemeClr>
                </a:solidFill>
              </a:defRPr>
            </a:lvl4pPr>
            <a:lvl5pPr marL="1828800" indent="0">
              <a:buNone/>
              <a:defRPr sz="1600">
                <a:solidFill>
                  <a:schemeClr val="tx1">
                    <a:lumMod val="50000"/>
                    <a:lumOff val="50000"/>
                  </a:schemeClr>
                </a:solidFill>
              </a:defRPr>
            </a:lvl5pPr>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smtClean="0"/>
              <a:t>Click to add text. Body placeholder text goes here. </a:t>
            </a:r>
            <a:r>
              <a:rPr lang="en-US" dirty="0" err="1" smtClean="0"/>
              <a:t>Aperchil</a:t>
            </a:r>
            <a:r>
              <a:rPr lang="en-US" dirty="0" smtClean="0"/>
              <a:t> </a:t>
            </a:r>
            <a:r>
              <a:rPr lang="en-US" dirty="0" err="1" smtClean="0"/>
              <a:t>inus</a:t>
            </a:r>
            <a:r>
              <a:rPr lang="en-US" dirty="0" smtClean="0"/>
              <a:t>, </a:t>
            </a:r>
            <a:r>
              <a:rPr lang="en-US" dirty="0" err="1" smtClean="0"/>
              <a:t>ullabo</a:t>
            </a:r>
            <a:r>
              <a:rPr lang="en-US" dirty="0" smtClean="0"/>
              <a:t>. </a:t>
            </a:r>
            <a:r>
              <a:rPr lang="en-US" dirty="0" err="1" smtClean="0"/>
              <a:t>Otat</a:t>
            </a:r>
            <a:r>
              <a:rPr lang="en-US" dirty="0" smtClean="0"/>
              <a:t>. </a:t>
            </a:r>
            <a:r>
              <a:rPr lang="en-US" dirty="0" err="1" smtClean="0"/>
              <a:t>Bissecto</a:t>
            </a:r>
            <a:r>
              <a:rPr lang="en-US" dirty="0" smtClean="0"/>
              <a:t> </a:t>
            </a:r>
            <a:r>
              <a:rPr lang="en-US" dirty="0" err="1" smtClean="0"/>
              <a:t>occust</a:t>
            </a:r>
            <a:r>
              <a:rPr lang="en-US" dirty="0" smtClean="0"/>
              <a:t>, to </a:t>
            </a:r>
            <a:r>
              <a:rPr lang="en-US" dirty="0" err="1" smtClean="0"/>
              <a:t>dolupta</a:t>
            </a:r>
            <a:r>
              <a:rPr lang="en-US" dirty="0" smtClean="0"/>
              <a:t> turbos </a:t>
            </a:r>
            <a:r>
              <a:rPr lang="en-US" dirty="0" err="1" smtClean="0"/>
              <a:t>consequidi</a:t>
            </a:r>
            <a:r>
              <a:rPr lang="en-US" dirty="0" smtClean="0"/>
              <a:t> </a:t>
            </a:r>
            <a:r>
              <a:rPr lang="en-US" dirty="0" err="1" smtClean="0"/>
              <a:t>aut</a:t>
            </a:r>
            <a:r>
              <a:rPr lang="en-US" dirty="0" smtClean="0"/>
              <a:t> </a:t>
            </a:r>
            <a:r>
              <a:rPr lang="en-US" dirty="0" err="1" smtClean="0"/>
              <a:t>eos</a:t>
            </a:r>
            <a:r>
              <a:rPr lang="en-US" dirty="0" smtClean="0"/>
              <a:t> </a:t>
            </a:r>
            <a:r>
              <a:rPr lang="en-US" dirty="0" err="1" smtClean="0"/>
              <a:t>aut</a:t>
            </a:r>
            <a:r>
              <a:rPr lang="en-US" dirty="0" smtClean="0"/>
              <a:t> </a:t>
            </a:r>
            <a:r>
              <a:rPr lang="en-US" dirty="0" err="1" smtClean="0"/>
              <a:t>dolesequam</a:t>
            </a:r>
            <a:r>
              <a:rPr lang="en-US" dirty="0" smtClean="0"/>
              <a:t> </a:t>
            </a:r>
            <a:r>
              <a:rPr lang="en-US" dirty="0" err="1" smtClean="0"/>
              <a:t>aut</a:t>
            </a:r>
            <a:r>
              <a:rPr lang="en-US" dirty="0" smtClean="0"/>
              <a:t> colossus. </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err="1" smtClean="0"/>
              <a:t>Evelegndigim</a:t>
            </a:r>
            <a:r>
              <a:rPr lang="en-US" dirty="0" smtClean="0"/>
              <a:t> </a:t>
            </a:r>
            <a:r>
              <a:rPr lang="en-US" dirty="0" err="1" smtClean="0"/>
              <a:t>enus</a:t>
            </a:r>
            <a:r>
              <a:rPr lang="en-US" dirty="0" smtClean="0"/>
              <a:t> as </a:t>
            </a:r>
            <a:r>
              <a:rPr lang="en-US" dirty="0" err="1" smtClean="0"/>
              <a:t>deerro</a:t>
            </a:r>
            <a:r>
              <a:rPr lang="en-US" dirty="0" smtClean="0"/>
              <a:t> </a:t>
            </a:r>
            <a:r>
              <a:rPr lang="en-US" dirty="0" err="1" smtClean="0"/>
              <a:t>consedi</a:t>
            </a:r>
            <a:r>
              <a:rPr lang="en-US" dirty="0" smtClean="0"/>
              <a:t> </a:t>
            </a:r>
            <a:r>
              <a:rPr lang="en-US" dirty="0" err="1" smtClean="0"/>
              <a:t>rerum</a:t>
            </a:r>
            <a:r>
              <a:rPr lang="en-US" dirty="0" smtClean="0"/>
              <a:t> et </a:t>
            </a:r>
            <a:r>
              <a:rPr lang="en-US" dirty="0" err="1" smtClean="0"/>
              <a:t>il</a:t>
            </a:r>
            <a:r>
              <a:rPr lang="en-US" dirty="0" smtClean="0"/>
              <a:t> </a:t>
            </a:r>
            <a:r>
              <a:rPr lang="en-US" dirty="0" err="1" smtClean="0"/>
              <a:t>est</a:t>
            </a:r>
            <a:r>
              <a:rPr lang="en-US" dirty="0" smtClean="0"/>
              <a:t> qui </a:t>
            </a:r>
            <a:r>
              <a:rPr lang="en-US" dirty="0" err="1" smtClean="0"/>
              <a:t>cus</a:t>
            </a:r>
            <a:r>
              <a:rPr lang="en-US" dirty="0" smtClean="0"/>
              <a:t> </a:t>
            </a:r>
            <a:r>
              <a:rPr lang="en-US" dirty="0" err="1" smtClean="0"/>
              <a:t>aut</a:t>
            </a:r>
            <a:r>
              <a:rPr lang="en-US" dirty="0" smtClean="0"/>
              <a:t> et </a:t>
            </a:r>
            <a:r>
              <a:rPr lang="en-US" dirty="0" err="1" smtClean="0"/>
              <a:t>secsaill</a:t>
            </a:r>
            <a:r>
              <a:rPr lang="en-US" dirty="0" smtClean="0"/>
              <a:t> to </a:t>
            </a:r>
            <a:r>
              <a:rPr lang="en-US" dirty="0" err="1" smtClean="0"/>
              <a:t>cid</a:t>
            </a:r>
            <a:r>
              <a:rPr lang="en-US" dirty="0" smtClean="0"/>
              <a:t> et </a:t>
            </a:r>
            <a:r>
              <a:rPr lang="en-US" dirty="0" err="1" smtClean="0"/>
              <a:t>poreupudam</a:t>
            </a:r>
            <a:r>
              <a:rPr lang="en-US" dirty="0" smtClean="0"/>
              <a:t> </a:t>
            </a:r>
            <a:r>
              <a:rPr lang="en-US" dirty="0" err="1" smtClean="0"/>
              <a:t>unti</a:t>
            </a:r>
            <a:r>
              <a:rPr lang="en-US" dirty="0" smtClean="0"/>
              <a:t>, </a:t>
            </a:r>
            <a:r>
              <a:rPr lang="en-US" dirty="0" err="1" smtClean="0"/>
              <a:t>uptodemsd</a:t>
            </a:r>
            <a:r>
              <a:rPr lang="en-US" dirty="0" smtClean="0"/>
              <a:t> </a:t>
            </a:r>
            <a:r>
              <a:rPr lang="en-US" dirty="0" err="1" smtClean="0"/>
              <a:t>blacsccsuam</a:t>
            </a:r>
            <a:r>
              <a:rPr lang="en-US" dirty="0" smtClean="0"/>
              <a:t> </a:t>
            </a:r>
            <a:r>
              <a:rPr lang="en-US" dirty="0" err="1" smtClean="0"/>
              <a:t>reprio</a:t>
            </a:r>
            <a:r>
              <a:rPr lang="en-US" dirty="0" smtClean="0"/>
              <a:t> </a:t>
            </a:r>
            <a:r>
              <a:rPr lang="en-US" dirty="0" err="1" smtClean="0"/>
              <a:t>endes</a:t>
            </a:r>
            <a:r>
              <a:rPr lang="en-US" dirty="0" smtClean="0"/>
              <a:t> </a:t>
            </a:r>
            <a:r>
              <a:rPr lang="en-US" dirty="0" err="1" smtClean="0"/>
              <a:t>autem</a:t>
            </a:r>
            <a:r>
              <a:rPr lang="en-US" dirty="0" smtClean="0"/>
              <a:t> </a:t>
            </a:r>
            <a:r>
              <a:rPr lang="en-US" dirty="0" err="1" smtClean="0"/>
              <a:t>quie</a:t>
            </a:r>
            <a:r>
              <a:rPr lang="en-US" dirty="0" smtClean="0"/>
              <a:t> </a:t>
            </a:r>
            <a:r>
              <a:rPr lang="en-US" dirty="0" err="1" smtClean="0"/>
              <a:t>prem</a:t>
            </a:r>
            <a:r>
              <a:rPr lang="en-US" dirty="0" smtClean="0"/>
              <a:t> </a:t>
            </a:r>
            <a:r>
              <a:rPr lang="en-US" dirty="0" err="1" smtClean="0"/>
              <a:t>aditas</a:t>
            </a:r>
            <a:r>
              <a:rPr lang="en-US" dirty="0" smtClean="0"/>
              <a:t> discus.</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err="1" smtClean="0"/>
              <a:t>Aperchil</a:t>
            </a:r>
            <a:r>
              <a:rPr lang="en-US" dirty="0" smtClean="0"/>
              <a:t> </a:t>
            </a:r>
            <a:r>
              <a:rPr lang="en-US" dirty="0" err="1" smtClean="0"/>
              <a:t>inus</a:t>
            </a:r>
            <a:r>
              <a:rPr lang="en-US" dirty="0" smtClean="0"/>
              <a:t>, </a:t>
            </a:r>
            <a:r>
              <a:rPr lang="en-US" dirty="0" err="1" smtClean="0"/>
              <a:t>ullabo</a:t>
            </a:r>
            <a:r>
              <a:rPr lang="en-US" dirty="0" smtClean="0"/>
              <a:t>. </a:t>
            </a:r>
            <a:r>
              <a:rPr lang="en-US" dirty="0" err="1" smtClean="0"/>
              <a:t>Otat</a:t>
            </a:r>
            <a:r>
              <a:rPr lang="en-US" dirty="0" smtClean="0"/>
              <a:t>. </a:t>
            </a:r>
            <a:r>
              <a:rPr lang="en-US" dirty="0" err="1" smtClean="0"/>
              <a:t>Bissecto</a:t>
            </a:r>
            <a:r>
              <a:rPr lang="en-US" dirty="0" smtClean="0"/>
              <a:t> </a:t>
            </a:r>
            <a:r>
              <a:rPr lang="en-US" dirty="0" err="1" smtClean="0"/>
              <a:t>occust</a:t>
            </a:r>
            <a:r>
              <a:rPr lang="en-US" dirty="0" smtClean="0"/>
              <a:t>, to </a:t>
            </a:r>
            <a:r>
              <a:rPr lang="en-US" dirty="0" err="1" smtClean="0"/>
              <a:t>Dolupta</a:t>
            </a:r>
            <a:r>
              <a:rPr lang="en-US" dirty="0" smtClean="0"/>
              <a:t> turbos </a:t>
            </a:r>
            <a:r>
              <a:rPr lang="en-US" dirty="0" err="1" smtClean="0"/>
              <a:t>consequidi</a:t>
            </a:r>
            <a:r>
              <a:rPr lang="en-US" dirty="0" smtClean="0"/>
              <a:t> </a:t>
            </a:r>
            <a:r>
              <a:rPr lang="en-US" dirty="0" err="1" smtClean="0"/>
              <a:t>aut</a:t>
            </a:r>
            <a:r>
              <a:rPr lang="en-US" dirty="0" smtClean="0"/>
              <a:t> </a:t>
            </a:r>
            <a:r>
              <a:rPr lang="en-US" dirty="0" err="1" smtClean="0"/>
              <a:t>eos</a:t>
            </a:r>
            <a:r>
              <a:rPr lang="en-US" dirty="0" smtClean="0"/>
              <a:t> </a:t>
            </a:r>
            <a:r>
              <a:rPr lang="en-US" dirty="0" err="1" smtClean="0"/>
              <a:t>aut</a:t>
            </a:r>
            <a:r>
              <a:rPr lang="en-US" dirty="0" smtClean="0"/>
              <a:t>. </a:t>
            </a:r>
            <a:r>
              <a:rPr lang="en-US" dirty="0" err="1" smtClean="0"/>
              <a:t>est</a:t>
            </a:r>
            <a:r>
              <a:rPr lang="en-US" dirty="0" smtClean="0"/>
              <a:t> </a:t>
            </a:r>
            <a:r>
              <a:rPr lang="en-US" dirty="0" err="1" smtClean="0"/>
              <a:t>aut</a:t>
            </a:r>
            <a:r>
              <a:rPr lang="en-US" dirty="0" smtClean="0"/>
              <a:t> </a:t>
            </a:r>
            <a:r>
              <a:rPr lang="en-US" dirty="0" err="1" smtClean="0"/>
              <a:t>veliatuint</a:t>
            </a:r>
            <a:r>
              <a:rPr lang="en-US" dirty="0" smtClean="0"/>
              <a:t> </a:t>
            </a:r>
            <a:r>
              <a:rPr lang="en-US" dirty="0" err="1" smtClean="0"/>
              <a:t>fuga</a:t>
            </a:r>
            <a:r>
              <a:rPr lang="en-US" dirty="0" smtClean="0"/>
              <a:t>. </a:t>
            </a:r>
            <a:r>
              <a:rPr lang="en-US" dirty="0" err="1" smtClean="0"/>
              <a:t>Sunt</a:t>
            </a:r>
            <a:r>
              <a:rPr lang="en-US" dirty="0" smtClean="0"/>
              <a:t> </a:t>
            </a:r>
            <a:r>
              <a:rPr lang="en-US" dirty="0" err="1" smtClean="0"/>
              <a:t>volupta</a:t>
            </a:r>
            <a:r>
              <a:rPr lang="en-US" dirty="0" smtClean="0"/>
              <a:t> </a:t>
            </a:r>
            <a:r>
              <a:rPr lang="en-US" dirty="0" err="1" smtClean="0"/>
              <a:t>tiuntem</a:t>
            </a:r>
            <a:r>
              <a:rPr lang="en-US" dirty="0" smtClean="0"/>
              <a:t> </a:t>
            </a:r>
            <a:r>
              <a:rPr lang="en-US" dirty="0" err="1" smtClean="0"/>
              <a:t>inulparum</a:t>
            </a:r>
            <a:r>
              <a:rPr lang="en-US" dirty="0" smtClean="0"/>
              <a:t> et </a:t>
            </a:r>
            <a:r>
              <a:rPr lang="en-US" dirty="0" err="1" smtClean="0"/>
              <a:t>fugioto</a:t>
            </a:r>
            <a:r>
              <a:rPr lang="en-US" dirty="0" smtClean="0"/>
              <a:t> </a:t>
            </a:r>
            <a:r>
              <a:rPr lang="en-US" dirty="0" err="1" smtClean="0"/>
              <a:t>cusa</a:t>
            </a:r>
            <a:r>
              <a:rPr lang="en-US" dirty="0" smtClean="0"/>
              <a:t> net </a:t>
            </a:r>
            <a:r>
              <a:rPr lang="en-US" dirty="0" err="1" smtClean="0"/>
              <a:t>aut</a:t>
            </a:r>
            <a:r>
              <a:rPr lang="en-US" dirty="0" smtClean="0"/>
              <a:t> colossus. </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err="1" smtClean="0"/>
              <a:t>Evelegndigim</a:t>
            </a:r>
            <a:r>
              <a:rPr lang="en-US" dirty="0" smtClean="0"/>
              <a:t> qui </a:t>
            </a:r>
            <a:r>
              <a:rPr lang="en-US" dirty="0" err="1" smtClean="0"/>
              <a:t>ommodiao</a:t>
            </a:r>
            <a:r>
              <a:rPr lang="en-US" dirty="0" smtClean="0"/>
              <a:t> </a:t>
            </a:r>
            <a:r>
              <a:rPr lang="en-US" dirty="0" err="1" smtClean="0"/>
              <a:t>exceaswum</a:t>
            </a:r>
            <a:r>
              <a:rPr lang="en-US" dirty="0" smtClean="0"/>
              <a:t> </a:t>
            </a:r>
            <a:r>
              <a:rPr lang="en-US" dirty="0" err="1" smtClean="0"/>
              <a:t>enus</a:t>
            </a:r>
            <a:r>
              <a:rPr lang="en-US" dirty="0" smtClean="0"/>
              <a:t> as </a:t>
            </a:r>
            <a:r>
              <a:rPr lang="en-US" dirty="0" err="1" smtClean="0"/>
              <a:t>deerro</a:t>
            </a:r>
            <a:r>
              <a:rPr lang="en-US" dirty="0" smtClean="0"/>
              <a:t> </a:t>
            </a:r>
            <a:r>
              <a:rPr lang="en-US" dirty="0" err="1" smtClean="0"/>
              <a:t>consedi</a:t>
            </a:r>
            <a:r>
              <a:rPr lang="en-US" dirty="0" smtClean="0"/>
              <a:t> </a:t>
            </a:r>
            <a:r>
              <a:rPr lang="en-US" dirty="0" err="1" smtClean="0"/>
              <a:t>rerum</a:t>
            </a:r>
            <a:r>
              <a:rPr lang="en-US" dirty="0" smtClean="0"/>
              <a:t> et </a:t>
            </a:r>
            <a:r>
              <a:rPr lang="en-US" dirty="0" err="1" smtClean="0"/>
              <a:t>il</a:t>
            </a:r>
            <a:r>
              <a:rPr lang="en-US" dirty="0" smtClean="0"/>
              <a:t> </a:t>
            </a:r>
            <a:r>
              <a:rPr lang="en-US" dirty="0" err="1" smtClean="0"/>
              <a:t>Aperchil</a:t>
            </a:r>
            <a:r>
              <a:rPr lang="en-US" dirty="0" smtClean="0"/>
              <a:t> </a:t>
            </a:r>
            <a:r>
              <a:rPr lang="en-US" dirty="0" err="1" smtClean="0"/>
              <a:t>inus</a:t>
            </a:r>
            <a:r>
              <a:rPr lang="en-US" dirty="0" smtClean="0"/>
              <a:t>, </a:t>
            </a:r>
            <a:r>
              <a:rPr lang="en-US" dirty="0" err="1" smtClean="0"/>
              <a:t>ullabo</a:t>
            </a:r>
            <a:r>
              <a:rPr lang="en-US" dirty="0" smtClean="0"/>
              <a:t>. </a:t>
            </a:r>
            <a:r>
              <a:rPr lang="en-US" dirty="0" err="1" smtClean="0"/>
              <a:t>Otat</a:t>
            </a:r>
            <a:r>
              <a:rPr lang="en-US" dirty="0" smtClean="0"/>
              <a:t>. </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err="1" smtClean="0"/>
              <a:t>Bissecto</a:t>
            </a:r>
            <a:r>
              <a:rPr lang="en-US" dirty="0" smtClean="0"/>
              <a:t> </a:t>
            </a:r>
            <a:r>
              <a:rPr lang="en-US" dirty="0" err="1" smtClean="0"/>
              <a:t>occust</a:t>
            </a:r>
            <a:r>
              <a:rPr lang="en-US" dirty="0" smtClean="0"/>
              <a:t>, to </a:t>
            </a:r>
            <a:r>
              <a:rPr lang="en-US" dirty="0" err="1" smtClean="0"/>
              <a:t>dolupta</a:t>
            </a:r>
            <a:r>
              <a:rPr lang="en-US" dirty="0" smtClean="0"/>
              <a:t> turbos </a:t>
            </a:r>
            <a:r>
              <a:rPr lang="en-US" dirty="0" err="1" smtClean="0"/>
              <a:t>consequidi</a:t>
            </a:r>
            <a:r>
              <a:rPr lang="en-US" dirty="0" smtClean="0"/>
              <a:t> </a:t>
            </a:r>
            <a:r>
              <a:rPr lang="en-US" dirty="0" err="1" smtClean="0"/>
              <a:t>aut</a:t>
            </a:r>
            <a:r>
              <a:rPr lang="en-US" dirty="0" smtClean="0"/>
              <a:t> </a:t>
            </a:r>
            <a:r>
              <a:rPr lang="en-US" dirty="0" err="1" smtClean="0"/>
              <a:t>eos</a:t>
            </a:r>
            <a:r>
              <a:rPr lang="en-US" dirty="0" smtClean="0"/>
              <a:t> </a:t>
            </a:r>
            <a:r>
              <a:rPr lang="en-US" dirty="0" err="1" smtClean="0"/>
              <a:t>aut</a:t>
            </a:r>
            <a:r>
              <a:rPr lang="en-US" dirty="0" smtClean="0"/>
              <a:t> </a:t>
            </a:r>
            <a:r>
              <a:rPr lang="en-US" dirty="0" err="1" smtClean="0"/>
              <a:t>dolesequam</a:t>
            </a:r>
            <a:r>
              <a:rPr lang="en-US" dirty="0" smtClean="0"/>
              <a:t> </a:t>
            </a:r>
            <a:r>
              <a:rPr lang="en-US" dirty="0" err="1" smtClean="0"/>
              <a:t>commole</a:t>
            </a:r>
            <a:endParaRPr lang="en-US" dirty="0" smtClean="0"/>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err="1" smtClean="0"/>
              <a:t>Evelegndigim</a:t>
            </a:r>
            <a:r>
              <a:rPr lang="en-US" dirty="0" smtClean="0"/>
              <a:t> qui </a:t>
            </a:r>
            <a:r>
              <a:rPr lang="en-US" dirty="0" err="1" smtClean="0"/>
              <a:t>ommodiao</a:t>
            </a:r>
            <a:r>
              <a:rPr lang="en-US" dirty="0" smtClean="0"/>
              <a:t> </a:t>
            </a:r>
            <a:r>
              <a:rPr lang="en-US" dirty="0" err="1" smtClean="0"/>
              <a:t>exceaswum</a:t>
            </a:r>
            <a:r>
              <a:rPr lang="en-US" dirty="0" smtClean="0"/>
              <a:t> </a:t>
            </a:r>
            <a:r>
              <a:rPr lang="en-US" dirty="0" err="1" smtClean="0"/>
              <a:t>enus</a:t>
            </a:r>
            <a:r>
              <a:rPr lang="en-US" dirty="0" smtClean="0"/>
              <a:t> as </a:t>
            </a:r>
            <a:r>
              <a:rPr lang="en-US" dirty="0" err="1" smtClean="0"/>
              <a:t>deerro</a:t>
            </a:r>
            <a:r>
              <a:rPr lang="en-US" dirty="0" smtClean="0"/>
              <a:t> </a:t>
            </a:r>
            <a:r>
              <a:rPr lang="en-US" dirty="0" err="1" smtClean="0"/>
              <a:t>consedi</a:t>
            </a:r>
            <a:r>
              <a:rPr lang="en-US" dirty="0" smtClean="0"/>
              <a:t> </a:t>
            </a:r>
            <a:r>
              <a:rPr lang="en-US" dirty="0" err="1" smtClean="0"/>
              <a:t>rerum</a:t>
            </a:r>
            <a:r>
              <a:rPr lang="en-US" dirty="0" smtClean="0"/>
              <a:t> et </a:t>
            </a:r>
            <a:r>
              <a:rPr lang="en-US" dirty="0" err="1" smtClean="0"/>
              <a:t>il</a:t>
            </a:r>
            <a:r>
              <a:rPr lang="en-US" dirty="0" smtClean="0"/>
              <a:t> </a:t>
            </a:r>
            <a:r>
              <a:rPr lang="en-US" dirty="0" err="1" smtClean="0"/>
              <a:t>est</a:t>
            </a:r>
            <a:r>
              <a:rPr lang="en-US" dirty="0" smtClean="0"/>
              <a:t> qui </a:t>
            </a:r>
            <a:r>
              <a:rPr lang="en-US" dirty="0" err="1" smtClean="0"/>
              <a:t>cus</a:t>
            </a:r>
            <a:r>
              <a:rPr lang="en-US" dirty="0" smtClean="0"/>
              <a:t> </a:t>
            </a:r>
            <a:r>
              <a:rPr lang="en-US" dirty="0" err="1" smtClean="0"/>
              <a:t>aut</a:t>
            </a:r>
            <a:r>
              <a:rPr lang="en-US" dirty="0" smtClean="0"/>
              <a:t> et </a:t>
            </a:r>
            <a:r>
              <a:rPr lang="en-US" dirty="0" err="1" smtClean="0"/>
              <a:t>secsaill</a:t>
            </a:r>
            <a:r>
              <a:rPr lang="en-US" dirty="0" smtClean="0"/>
              <a:t> to.</a:t>
            </a:r>
          </a:p>
        </p:txBody>
      </p:sp>
    </p:spTree>
    <p:extLst>
      <p:ext uri="{BB962C8B-B14F-4D97-AF65-F5344CB8AC3E}">
        <p14:creationId xmlns:p14="http://schemas.microsoft.com/office/powerpoint/2010/main" val="3303480610"/>
      </p:ext>
    </p:extLst>
  </p:cSld>
  <p:clrMapOvr>
    <a:masterClrMapping/>
  </p:clrMapOvr>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Photo w Title">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7286624" y="371475"/>
            <a:ext cx="1373281" cy="4000501"/>
          </a:xfrm>
          <a:prstGeom prst="rect">
            <a:avLst/>
          </a:prstGeom>
        </p:spPr>
        <p:txBody>
          <a:bodyPr lIns="0" tIns="0" rIns="0" bIns="0"/>
          <a:lstStyle>
            <a:lvl1pPr marL="0" indent="0">
              <a:buNone/>
              <a:defRPr sz="1200" b="0">
                <a:solidFill>
                  <a:schemeClr val="tx1"/>
                </a:solidFill>
                <a:latin typeface="+mn-lt"/>
                <a:cs typeface="Arial" panose="020B0604020202020204" pitchFamily="34" charset="0"/>
              </a:defRPr>
            </a:lvl1pPr>
          </a:lstStyle>
          <a:p>
            <a:pPr lvl="0"/>
            <a:r>
              <a:rPr lang="en-US" dirty="0" smtClean="0"/>
              <a:t>Photo Caption goes here</a:t>
            </a:r>
          </a:p>
        </p:txBody>
      </p:sp>
    </p:spTree>
    <p:extLst>
      <p:ext uri="{BB962C8B-B14F-4D97-AF65-F5344CB8AC3E}">
        <p14:creationId xmlns:p14="http://schemas.microsoft.com/office/powerpoint/2010/main" val="65227931"/>
      </p:ext>
    </p:extLst>
  </p:cSld>
  <p:clrMapOvr>
    <a:masterClrMapping/>
  </p:clrMapOvr>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cxnSp>
        <p:nvCxnSpPr>
          <p:cNvPr id="7" name="Straight Connector 6"/>
          <p:cNvCxnSpPr/>
          <p:nvPr userDrawn="1"/>
        </p:nvCxnSpPr>
        <p:spPr>
          <a:xfrm>
            <a:off x="417830" y="4796316"/>
            <a:ext cx="8186799"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8" name="Text Placeholder 3"/>
          <p:cNvSpPr>
            <a:spLocks noGrp="1"/>
          </p:cNvSpPr>
          <p:nvPr>
            <p:ph type="body" sz="quarter" idx="10" hasCustomPrompt="1"/>
          </p:nvPr>
        </p:nvSpPr>
        <p:spPr>
          <a:xfrm>
            <a:off x="417830" y="2134394"/>
            <a:ext cx="7340600" cy="530225"/>
          </a:xfrm>
          <a:prstGeom prst="rect">
            <a:avLst/>
          </a:prstGeom>
        </p:spPr>
        <p:txBody>
          <a:bodyPr lIns="0" rIns="0"/>
          <a:lstStyle>
            <a:lvl1pPr marL="0" indent="0">
              <a:buNone/>
              <a:defRPr sz="3600">
                <a:solidFill>
                  <a:schemeClr val="bg1"/>
                </a:solidFill>
                <a:latin typeface="+mn-lt"/>
                <a:cs typeface="Arial" panose="020B0604020202020204" pitchFamily="34" charset="0"/>
              </a:defRPr>
            </a:lvl1pPr>
            <a:lvl2pPr marL="457200" indent="0">
              <a:buNone/>
              <a:defRPr sz="3600">
                <a:solidFill>
                  <a:schemeClr val="bg1"/>
                </a:solidFill>
                <a:latin typeface="Arial" panose="020B0604020202020204" pitchFamily="34" charset="0"/>
                <a:cs typeface="Arial" panose="020B0604020202020204" pitchFamily="34" charset="0"/>
              </a:defRPr>
            </a:lvl2pPr>
            <a:lvl3pPr marL="914400" indent="0">
              <a:buNone/>
              <a:defRPr sz="3600">
                <a:solidFill>
                  <a:schemeClr val="bg1"/>
                </a:solidFill>
                <a:latin typeface="Arial" panose="020B0604020202020204" pitchFamily="34" charset="0"/>
                <a:cs typeface="Arial" panose="020B0604020202020204" pitchFamily="34" charset="0"/>
              </a:defRPr>
            </a:lvl3pPr>
            <a:lvl4pPr marL="1371600" indent="0">
              <a:buNone/>
              <a:defRPr sz="3600">
                <a:solidFill>
                  <a:schemeClr val="bg1"/>
                </a:solidFill>
                <a:latin typeface="Arial" panose="020B0604020202020204" pitchFamily="34" charset="0"/>
                <a:cs typeface="Arial" panose="020B0604020202020204" pitchFamily="34" charset="0"/>
              </a:defRPr>
            </a:lvl4pPr>
            <a:lvl5pPr marL="1828800" indent="0">
              <a:buNone/>
              <a:defRPr sz="3600">
                <a:solidFill>
                  <a:schemeClr val="bg1"/>
                </a:solidFill>
                <a:latin typeface="Arial" panose="020B0604020202020204" pitchFamily="34" charset="0"/>
                <a:cs typeface="Arial" panose="020B0604020202020204" pitchFamily="34" charset="0"/>
              </a:defRPr>
            </a:lvl5pPr>
          </a:lstStyle>
          <a:p>
            <a:pPr lvl="0"/>
            <a:r>
              <a:rPr lang="en-US" dirty="0" smtClean="0"/>
              <a:t>Section Title</a:t>
            </a:r>
            <a:endParaRPr lang="en-CA" dirty="0"/>
          </a:p>
        </p:txBody>
      </p:sp>
      <p:sp>
        <p:nvSpPr>
          <p:cNvPr id="9" name="Rectangle 8"/>
          <p:cNvSpPr/>
          <p:nvPr userDrawn="1"/>
        </p:nvSpPr>
        <p:spPr>
          <a:xfrm>
            <a:off x="8411284" y="4847236"/>
            <a:ext cx="325730" cy="230832"/>
          </a:xfrm>
          <a:prstGeom prst="rect">
            <a:avLst/>
          </a:prstGeom>
        </p:spPr>
        <p:txBody>
          <a:bodyPr wrap="none">
            <a:spAutoFit/>
          </a:bodyPr>
          <a:lstStyle/>
          <a:p>
            <a:fld id="{167796FD-2C35-44D3-9582-043279E26514}" type="slidenum">
              <a:rPr lang="en-CA" sz="900" b="1" smtClean="0">
                <a:solidFill>
                  <a:schemeClr val="bg1"/>
                </a:solidFill>
                <a:latin typeface="+mn-lt"/>
              </a:rPr>
              <a:pPr/>
              <a:t>‹#›</a:t>
            </a:fld>
            <a:endParaRPr lang="en-CA" sz="900" dirty="0">
              <a:solidFill>
                <a:schemeClr val="bg1"/>
              </a:solidFill>
              <a:latin typeface="+mn-lt"/>
            </a:endParaRPr>
          </a:p>
        </p:txBody>
      </p:sp>
      <p:sp>
        <p:nvSpPr>
          <p:cNvPr id="6" name="TextBox 5"/>
          <p:cNvSpPr txBox="1"/>
          <p:nvPr userDrawn="1"/>
        </p:nvSpPr>
        <p:spPr>
          <a:xfrm>
            <a:off x="407942" y="4885010"/>
            <a:ext cx="3916551" cy="153888"/>
          </a:xfrm>
          <a:prstGeom prst="rect">
            <a:avLst/>
          </a:prstGeom>
          <a:noFill/>
        </p:spPr>
        <p:txBody>
          <a:bodyPr wrap="square" lIns="0" tIns="0" rIns="0" bIns="0" rtlCol="0">
            <a:spAutoFit/>
          </a:bodyPr>
          <a:lstStyle/>
          <a:p>
            <a:pPr algn="l"/>
            <a:r>
              <a:rPr lang="en-CA" sz="1000" b="1" i="0" baseline="0" dirty="0" smtClean="0">
                <a:solidFill>
                  <a:schemeClr val="bg1"/>
                </a:solidFill>
                <a:latin typeface="+mn-lt"/>
                <a:cs typeface="Arial" panose="020B0604020202020204" pitchFamily="34" charset="0"/>
              </a:rPr>
              <a:t>CWB Canadian Western Bank</a:t>
            </a:r>
            <a:endParaRPr lang="en-CA" sz="1000" b="1" i="0" dirty="0">
              <a:solidFill>
                <a:schemeClr val="bg1"/>
              </a:solidFill>
              <a:latin typeface="+mn-lt"/>
              <a:cs typeface="Arial" panose="020B0604020202020204" pitchFamily="34" charset="0"/>
            </a:endParaRPr>
          </a:p>
        </p:txBody>
      </p:sp>
    </p:spTree>
    <p:extLst>
      <p:ext uri="{BB962C8B-B14F-4D97-AF65-F5344CB8AC3E}">
        <p14:creationId xmlns:p14="http://schemas.microsoft.com/office/powerpoint/2010/main" val="1420550849"/>
      </p:ext>
    </p:extLst>
  </p:cSld>
  <p:clrMapOvr>
    <a:masterClrMapping/>
  </p:clrMapOvr>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10" name="Text Placeholder 3"/>
          <p:cNvSpPr>
            <a:spLocks noGrp="1"/>
          </p:cNvSpPr>
          <p:nvPr>
            <p:ph type="body" sz="quarter" idx="13" hasCustomPrompt="1"/>
          </p:nvPr>
        </p:nvSpPr>
        <p:spPr>
          <a:xfrm>
            <a:off x="3749040" y="1870102"/>
            <a:ext cx="4931609" cy="2536467"/>
          </a:xfrm>
          <a:prstGeom prst="rect">
            <a:avLst/>
          </a:prstGeom>
          <a:noFill/>
        </p:spPr>
        <p:txBody>
          <a:bodyPr/>
          <a:lstStyle>
            <a:lvl1pPr>
              <a:defRPr sz="1800" baseline="0">
                <a:solidFill>
                  <a:schemeClr val="tx1">
                    <a:lumMod val="50000"/>
                    <a:lumOff val="50000"/>
                  </a:schemeClr>
                </a:solidFill>
                <a:latin typeface="+mn-lt"/>
                <a:cs typeface="Arial" panose="020B0604020202020204" pitchFamily="34" charset="0"/>
              </a:defRPr>
            </a:lvl1pPr>
            <a:lvl2pPr>
              <a:defRPr sz="1600">
                <a:solidFill>
                  <a:schemeClr val="tx1">
                    <a:lumMod val="50000"/>
                    <a:lumOff val="50000"/>
                  </a:schemeClr>
                </a:solidFill>
                <a:latin typeface="+mn-lt"/>
                <a:cs typeface="Arial" panose="020B0604020202020204" pitchFamily="34" charset="0"/>
              </a:defRPr>
            </a:lvl2pPr>
            <a:lvl3pPr marL="1143000" indent="-228600">
              <a:buFont typeface="Wingdings" panose="05000000000000000000" pitchFamily="2" charset="2"/>
              <a:buChar char="s"/>
              <a:defRPr sz="1400">
                <a:solidFill>
                  <a:schemeClr val="tx1">
                    <a:lumMod val="50000"/>
                    <a:lumOff val="50000"/>
                  </a:schemeClr>
                </a:solidFill>
                <a:latin typeface="+mn-lt"/>
                <a:cs typeface="Arial" panose="020B0604020202020204" pitchFamily="34" charset="0"/>
              </a:defRPr>
            </a:lvl3pPr>
          </a:lstStyle>
          <a:p>
            <a:pPr lvl="0"/>
            <a:r>
              <a:rPr lang="en-CA" dirty="0" smtClean="0"/>
              <a:t>Bullet</a:t>
            </a:r>
          </a:p>
          <a:p>
            <a:pPr lvl="1"/>
            <a:r>
              <a:rPr lang="en-US" dirty="0" smtClean="0"/>
              <a:t>Second Level</a:t>
            </a:r>
          </a:p>
          <a:p>
            <a:pPr lvl="2"/>
            <a:r>
              <a:rPr lang="en-US" dirty="0" smtClean="0"/>
              <a:t>Third level</a:t>
            </a:r>
            <a:endParaRPr lang="en-CA" dirty="0" smtClean="0"/>
          </a:p>
          <a:p>
            <a:pPr lvl="0"/>
            <a:r>
              <a:rPr lang="en-CA" dirty="0" smtClean="0"/>
              <a:t>Bullet</a:t>
            </a:r>
          </a:p>
          <a:p>
            <a:pPr lvl="0"/>
            <a:r>
              <a:rPr lang="en-CA" dirty="0" smtClean="0"/>
              <a:t>Bullet</a:t>
            </a:r>
          </a:p>
          <a:p>
            <a:pPr lvl="0"/>
            <a:r>
              <a:rPr lang="en-CA" dirty="0" smtClean="0"/>
              <a:t>Bullet</a:t>
            </a:r>
          </a:p>
        </p:txBody>
      </p:sp>
      <p:sp>
        <p:nvSpPr>
          <p:cNvPr id="11" name="Text Placeholder 9"/>
          <p:cNvSpPr>
            <a:spLocks noGrp="1"/>
          </p:cNvSpPr>
          <p:nvPr>
            <p:ph type="body" sz="quarter" idx="12" hasCustomPrompt="1"/>
          </p:nvPr>
        </p:nvSpPr>
        <p:spPr>
          <a:xfrm>
            <a:off x="406203" y="399966"/>
            <a:ext cx="2832297" cy="1009734"/>
          </a:xfrm>
          <a:prstGeom prst="rect">
            <a:avLst/>
          </a:prstGeom>
        </p:spPr>
        <p:txBody>
          <a:bodyPr lIns="0" tIns="0" rIns="0" bIns="0"/>
          <a:lstStyle>
            <a:lvl1pPr marL="0" indent="0">
              <a:lnSpc>
                <a:spcPts val="3400"/>
              </a:lnSpc>
              <a:spcBef>
                <a:spcPts val="0"/>
              </a:spcBef>
              <a:buNone/>
              <a:defRPr sz="3200" b="0" spc="-100" baseline="0">
                <a:solidFill>
                  <a:schemeClr val="bg1"/>
                </a:solidFill>
                <a:latin typeface="+mn-lt"/>
                <a:cs typeface="Arial" panose="020B0604020202020204" pitchFamily="34" charset="0"/>
              </a:defRPr>
            </a:lvl1pPr>
          </a:lstStyle>
          <a:p>
            <a:pPr lvl="0"/>
            <a:r>
              <a:rPr lang="en-CA" dirty="0" smtClean="0"/>
              <a:t>Title</a:t>
            </a:r>
            <a:endParaRPr lang="en-CA" dirty="0"/>
          </a:p>
        </p:txBody>
      </p:sp>
      <p:sp>
        <p:nvSpPr>
          <p:cNvPr id="16" name="Text Placeholder 9"/>
          <p:cNvSpPr>
            <a:spLocks noGrp="1"/>
          </p:cNvSpPr>
          <p:nvPr>
            <p:ph type="body" sz="quarter" idx="14" hasCustomPrompt="1"/>
          </p:nvPr>
        </p:nvSpPr>
        <p:spPr>
          <a:xfrm>
            <a:off x="406203" y="1618602"/>
            <a:ext cx="2321757" cy="1208417"/>
          </a:xfrm>
          <a:prstGeom prst="rect">
            <a:avLst/>
          </a:prstGeom>
        </p:spPr>
        <p:txBody>
          <a:bodyPr lIns="0" tIns="0" rIns="0" bIns="0"/>
          <a:lstStyle>
            <a:lvl1pPr marL="0" indent="0">
              <a:lnSpc>
                <a:spcPts val="2200"/>
              </a:lnSpc>
              <a:spcBef>
                <a:spcPts val="0"/>
              </a:spcBef>
              <a:buNone/>
              <a:defRPr sz="2000" b="0" spc="0" baseline="0">
                <a:solidFill>
                  <a:schemeClr val="bg1"/>
                </a:solidFill>
                <a:latin typeface="+mn-lt"/>
                <a:cs typeface="Arial" panose="020B0604020202020204" pitchFamily="34" charset="0"/>
              </a:defRPr>
            </a:lvl1pPr>
          </a:lstStyle>
          <a:p>
            <a:pPr lvl="0"/>
            <a:r>
              <a:rPr lang="en-CA" dirty="0" smtClean="0"/>
              <a:t>Subtitle</a:t>
            </a:r>
            <a:endParaRPr lang="en-CA" dirty="0"/>
          </a:p>
        </p:txBody>
      </p:sp>
      <p:cxnSp>
        <p:nvCxnSpPr>
          <p:cNvPr id="17" name="Straight Connector 16"/>
          <p:cNvCxnSpPr/>
          <p:nvPr userDrawn="1"/>
        </p:nvCxnSpPr>
        <p:spPr>
          <a:xfrm>
            <a:off x="406203" y="1501140"/>
            <a:ext cx="2626557"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8" name="Rectangle 17"/>
          <p:cNvSpPr/>
          <p:nvPr userDrawn="1"/>
        </p:nvSpPr>
        <p:spPr>
          <a:xfrm>
            <a:off x="8411284" y="4847236"/>
            <a:ext cx="325730" cy="230832"/>
          </a:xfrm>
          <a:prstGeom prst="rect">
            <a:avLst/>
          </a:prstGeom>
        </p:spPr>
        <p:txBody>
          <a:bodyPr wrap="none">
            <a:spAutoFit/>
          </a:bodyPr>
          <a:lstStyle/>
          <a:p>
            <a:fld id="{167796FD-2C35-44D3-9582-043279E26514}" type="slidenum">
              <a:rPr lang="en-CA" sz="900" b="1" smtClean="0">
                <a:solidFill>
                  <a:srgbClr val="BAC5B9"/>
                </a:solidFill>
                <a:latin typeface="+mn-lt"/>
              </a:rPr>
              <a:pPr/>
              <a:t>‹#›</a:t>
            </a:fld>
            <a:endParaRPr lang="en-CA" sz="900" dirty="0">
              <a:solidFill>
                <a:srgbClr val="BAC5B9"/>
              </a:solidFill>
              <a:latin typeface="+mn-lt"/>
            </a:endParaRPr>
          </a:p>
        </p:txBody>
      </p:sp>
      <p:sp>
        <p:nvSpPr>
          <p:cNvPr id="19" name="TextBox 18"/>
          <p:cNvSpPr txBox="1"/>
          <p:nvPr userDrawn="1"/>
        </p:nvSpPr>
        <p:spPr>
          <a:xfrm>
            <a:off x="407942" y="4885010"/>
            <a:ext cx="3916551" cy="153888"/>
          </a:xfrm>
          <a:prstGeom prst="rect">
            <a:avLst/>
          </a:prstGeom>
          <a:noFill/>
        </p:spPr>
        <p:txBody>
          <a:bodyPr wrap="square" lIns="0" tIns="0" rIns="0" bIns="0" rtlCol="0">
            <a:spAutoFit/>
          </a:bodyPr>
          <a:lstStyle/>
          <a:p>
            <a:pPr algn="l"/>
            <a:r>
              <a:rPr lang="en-CA" sz="1000" b="1" i="0" baseline="0" dirty="0" smtClean="0">
                <a:solidFill>
                  <a:srgbClr val="BAC5B9"/>
                </a:solidFill>
                <a:latin typeface="+mn-lt"/>
                <a:cs typeface="Arial" panose="020B0604020202020204" pitchFamily="34" charset="0"/>
              </a:rPr>
              <a:t>CWB Canadian Western Bank</a:t>
            </a:r>
            <a:endParaRPr lang="en-CA" sz="1000" b="1" i="0" dirty="0">
              <a:solidFill>
                <a:srgbClr val="BAC5B9"/>
              </a:solidFill>
              <a:latin typeface="+mn-lt"/>
              <a:cs typeface="Arial" panose="020B0604020202020204" pitchFamily="34" charset="0"/>
            </a:endParaRPr>
          </a:p>
        </p:txBody>
      </p:sp>
    </p:spTree>
    <p:extLst>
      <p:ext uri="{BB962C8B-B14F-4D97-AF65-F5344CB8AC3E}">
        <p14:creationId xmlns:p14="http://schemas.microsoft.com/office/powerpoint/2010/main" val="4024506591"/>
      </p:ext>
    </p:extLst>
  </p:cSld>
  <p:clrMapOvr>
    <a:masterClrMapping/>
  </p:clrMapOvr>
  <p:timing>
    <p:tnLst>
      <p:par>
        <p:cTn id="1" dur="indefinite" restart="never" nodeType="tmRoot"/>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866521085"/>
      </p:ext>
    </p:extLst>
  </p:cSld>
  <p:clrMapOvr>
    <a:masterClrMapping/>
  </p:clrMapOvr>
  <p:timing>
    <p:tnLst>
      <p:par>
        <p:cTn id="1" dur="indefinite" restart="never" nodeType="tmRoot"/>
      </p:par>
    </p:tn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Photo w Title">
    <p:spTree>
      <p:nvGrpSpPr>
        <p:cNvPr id="1" name=""/>
        <p:cNvGrpSpPr/>
        <p:nvPr/>
      </p:nvGrpSpPr>
      <p:grpSpPr>
        <a:xfrm>
          <a:off x="0" y="0"/>
          <a:ext cx="0" cy="0"/>
          <a:chOff x="0" y="0"/>
          <a:chExt cx="0" cy="0"/>
        </a:xfrm>
      </p:grpSpPr>
      <p:sp>
        <p:nvSpPr>
          <p:cNvPr id="7" name="Text Placeholder 3"/>
          <p:cNvSpPr>
            <a:spLocks noGrp="1"/>
          </p:cNvSpPr>
          <p:nvPr>
            <p:ph type="body" sz="quarter" idx="10" hasCustomPrompt="1"/>
          </p:nvPr>
        </p:nvSpPr>
        <p:spPr>
          <a:xfrm>
            <a:off x="4579683" y="4407694"/>
            <a:ext cx="4112747" cy="242886"/>
          </a:xfrm>
          <a:prstGeom prst="rect">
            <a:avLst/>
          </a:prstGeom>
        </p:spPr>
        <p:txBody>
          <a:bodyPr lIns="0" tIns="0" rIns="0" bIns="0"/>
          <a:lstStyle>
            <a:lvl1pPr marL="0" indent="0">
              <a:buNone/>
              <a:defRPr sz="1200" b="0">
                <a:solidFill>
                  <a:schemeClr val="tx1"/>
                </a:solidFill>
                <a:latin typeface="+mn-lt"/>
                <a:cs typeface="Arial" panose="020B0604020202020204" pitchFamily="34" charset="0"/>
              </a:defRPr>
            </a:lvl1pPr>
          </a:lstStyle>
          <a:p>
            <a:pPr lvl="0"/>
            <a:r>
              <a:rPr lang="en-US" dirty="0" smtClean="0"/>
              <a:t>Photo Caption</a:t>
            </a:r>
          </a:p>
        </p:txBody>
      </p:sp>
      <p:sp>
        <p:nvSpPr>
          <p:cNvPr id="8" name="Text Placeholder 9"/>
          <p:cNvSpPr>
            <a:spLocks noGrp="1"/>
          </p:cNvSpPr>
          <p:nvPr>
            <p:ph type="body" sz="quarter" idx="12" hasCustomPrompt="1"/>
          </p:nvPr>
        </p:nvSpPr>
        <p:spPr>
          <a:xfrm>
            <a:off x="406203" y="701040"/>
            <a:ext cx="3715741" cy="397483"/>
          </a:xfrm>
          <a:prstGeom prst="rect">
            <a:avLst/>
          </a:prstGeom>
        </p:spPr>
        <p:txBody>
          <a:bodyPr lIns="0" tIns="0" rIns="0" bIns="0"/>
          <a:lstStyle>
            <a:lvl1pPr marL="0" indent="0">
              <a:lnSpc>
                <a:spcPts val="3400"/>
              </a:lnSpc>
              <a:spcBef>
                <a:spcPts val="0"/>
              </a:spcBef>
              <a:buNone/>
              <a:defRPr sz="3200" spc="-100" baseline="0">
                <a:solidFill>
                  <a:srgbClr val="0097A9"/>
                </a:solidFill>
                <a:latin typeface="+mn-lt"/>
                <a:cs typeface="Arial" panose="020B0604020202020204" pitchFamily="34" charset="0"/>
              </a:defRPr>
            </a:lvl1pPr>
          </a:lstStyle>
          <a:p>
            <a:pPr lvl="0"/>
            <a:r>
              <a:rPr lang="en-CA" dirty="0" smtClean="0"/>
              <a:t>Title</a:t>
            </a:r>
            <a:endParaRPr lang="en-CA" dirty="0"/>
          </a:p>
        </p:txBody>
      </p:sp>
      <p:sp>
        <p:nvSpPr>
          <p:cNvPr id="9" name="Text Placeholder 9"/>
          <p:cNvSpPr>
            <a:spLocks noGrp="1"/>
          </p:cNvSpPr>
          <p:nvPr>
            <p:ph type="body" sz="quarter" idx="14" hasCustomPrompt="1"/>
          </p:nvPr>
        </p:nvSpPr>
        <p:spPr>
          <a:xfrm>
            <a:off x="406203" y="1157677"/>
            <a:ext cx="3715741" cy="238208"/>
          </a:xfrm>
          <a:prstGeom prst="rect">
            <a:avLst/>
          </a:prstGeom>
        </p:spPr>
        <p:txBody>
          <a:bodyPr lIns="0" tIns="0" rIns="0" bIns="0"/>
          <a:lstStyle>
            <a:lvl1pPr marL="0" indent="0">
              <a:lnSpc>
                <a:spcPts val="2200"/>
              </a:lnSpc>
              <a:spcBef>
                <a:spcPts val="0"/>
              </a:spcBef>
              <a:buNone/>
              <a:defRPr sz="1800" b="0" spc="0" baseline="0">
                <a:solidFill>
                  <a:srgbClr val="DAAA00"/>
                </a:solidFill>
                <a:latin typeface="+mn-lt"/>
                <a:cs typeface="Arial" panose="020B0604020202020204" pitchFamily="34" charset="0"/>
              </a:defRPr>
            </a:lvl1pPr>
          </a:lstStyle>
          <a:p>
            <a:pPr lvl="0"/>
            <a:r>
              <a:rPr lang="en-CA" dirty="0" smtClean="0"/>
              <a:t>Subtitle</a:t>
            </a:r>
            <a:endParaRPr lang="en-CA" dirty="0"/>
          </a:p>
        </p:txBody>
      </p:sp>
      <p:sp>
        <p:nvSpPr>
          <p:cNvPr id="10" name="Text Placeholder 3"/>
          <p:cNvSpPr>
            <a:spLocks noGrp="1"/>
          </p:cNvSpPr>
          <p:nvPr>
            <p:ph type="body" sz="quarter" idx="13" hasCustomPrompt="1"/>
          </p:nvPr>
        </p:nvSpPr>
        <p:spPr>
          <a:xfrm>
            <a:off x="406203" y="1744980"/>
            <a:ext cx="3715741" cy="2419825"/>
          </a:xfrm>
          <a:prstGeom prst="rect">
            <a:avLst/>
          </a:prstGeom>
          <a:noFill/>
        </p:spPr>
        <p:txBody>
          <a:bodyPr/>
          <a:lstStyle>
            <a:lvl1pPr>
              <a:defRPr sz="1500" baseline="0">
                <a:solidFill>
                  <a:schemeClr val="tx1"/>
                </a:solidFill>
                <a:latin typeface="+mn-lt"/>
                <a:cs typeface="Arial" panose="020B0604020202020204" pitchFamily="34" charset="0"/>
              </a:defRPr>
            </a:lvl1pPr>
            <a:lvl2pPr>
              <a:defRPr sz="1400">
                <a:solidFill>
                  <a:schemeClr val="tx1"/>
                </a:solidFill>
                <a:latin typeface="+mn-lt"/>
                <a:cs typeface="Arial" panose="020B0604020202020204" pitchFamily="34" charset="0"/>
              </a:defRPr>
            </a:lvl2pPr>
            <a:lvl3pPr marL="1143000" indent="-228600">
              <a:buFont typeface="Wingdings" panose="05000000000000000000" pitchFamily="2" charset="2"/>
              <a:buChar char="s"/>
              <a:defRPr sz="1200">
                <a:solidFill>
                  <a:schemeClr val="tx1"/>
                </a:solidFill>
                <a:latin typeface="+mn-lt"/>
                <a:cs typeface="Arial" panose="020B0604020202020204" pitchFamily="34" charset="0"/>
              </a:defRPr>
            </a:lvl3pPr>
          </a:lstStyle>
          <a:p>
            <a:pPr lvl="0"/>
            <a:r>
              <a:rPr lang="en-CA" dirty="0" smtClean="0"/>
              <a:t>Bullet</a:t>
            </a:r>
          </a:p>
          <a:p>
            <a:pPr lvl="1"/>
            <a:r>
              <a:rPr lang="en-US" dirty="0" smtClean="0"/>
              <a:t>Second Level</a:t>
            </a:r>
          </a:p>
          <a:p>
            <a:pPr lvl="2"/>
            <a:r>
              <a:rPr lang="en-US" dirty="0" smtClean="0"/>
              <a:t>Third level</a:t>
            </a:r>
            <a:endParaRPr lang="en-CA" dirty="0" smtClean="0"/>
          </a:p>
          <a:p>
            <a:pPr lvl="0"/>
            <a:r>
              <a:rPr lang="en-CA" dirty="0" smtClean="0"/>
              <a:t>Bullet</a:t>
            </a:r>
          </a:p>
          <a:p>
            <a:pPr lvl="0"/>
            <a:r>
              <a:rPr lang="en-CA" dirty="0" smtClean="0"/>
              <a:t>Bullet</a:t>
            </a:r>
          </a:p>
          <a:p>
            <a:pPr lvl="0"/>
            <a:r>
              <a:rPr lang="en-CA" dirty="0" smtClean="0"/>
              <a:t>Bullet</a:t>
            </a:r>
          </a:p>
        </p:txBody>
      </p:sp>
    </p:spTree>
    <p:extLst>
      <p:ext uri="{BB962C8B-B14F-4D97-AF65-F5344CB8AC3E}">
        <p14:creationId xmlns:p14="http://schemas.microsoft.com/office/powerpoint/2010/main" val="1516387069"/>
      </p:ext>
    </p:extLst>
  </p:cSld>
  <p:clrMapOvr>
    <a:masterClrMapping/>
  </p:clrMapOvr>
  <p:timing>
    <p:tnLst>
      <p:par>
        <p:cTn id="1" dur="indefinite" restart="never" nodeType="tmRoot"/>
      </p:par>
    </p:tn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 Column">
    <p:spTree>
      <p:nvGrpSpPr>
        <p:cNvPr id="1" name=""/>
        <p:cNvGrpSpPr/>
        <p:nvPr/>
      </p:nvGrpSpPr>
      <p:grpSpPr>
        <a:xfrm>
          <a:off x="0" y="0"/>
          <a:ext cx="0" cy="0"/>
          <a:chOff x="0" y="0"/>
          <a:chExt cx="0" cy="0"/>
        </a:xfrm>
      </p:grpSpPr>
      <p:sp>
        <p:nvSpPr>
          <p:cNvPr id="4" name="Text Placeholder 3"/>
          <p:cNvSpPr>
            <a:spLocks noGrp="1"/>
          </p:cNvSpPr>
          <p:nvPr>
            <p:ph type="body" sz="quarter" idx="13" hasCustomPrompt="1"/>
          </p:nvPr>
        </p:nvSpPr>
        <p:spPr>
          <a:xfrm>
            <a:off x="406203" y="1744981"/>
            <a:ext cx="8280401" cy="2681022"/>
          </a:xfrm>
          <a:prstGeom prst="rect">
            <a:avLst/>
          </a:prstGeom>
          <a:noFill/>
        </p:spPr>
        <p:txBody>
          <a:bodyPr numCol="2" spcCol="144000"/>
          <a:lstStyle>
            <a:lvl1pPr>
              <a:defRPr sz="1500" baseline="0">
                <a:solidFill>
                  <a:schemeClr val="tx1"/>
                </a:solidFill>
                <a:latin typeface="+mn-lt"/>
                <a:cs typeface="Arial" panose="020B0604020202020204" pitchFamily="34" charset="0"/>
              </a:defRPr>
            </a:lvl1pPr>
            <a:lvl2pPr>
              <a:defRPr sz="1400">
                <a:solidFill>
                  <a:schemeClr val="tx1"/>
                </a:solidFill>
                <a:latin typeface="+mn-lt"/>
                <a:cs typeface="Arial" panose="020B0604020202020204" pitchFamily="34" charset="0"/>
              </a:defRPr>
            </a:lvl2pPr>
            <a:lvl3pPr marL="1143000" indent="-228600">
              <a:buFont typeface="Wingdings" panose="05000000000000000000" pitchFamily="2" charset="2"/>
              <a:buChar char="s"/>
              <a:defRPr sz="1200">
                <a:solidFill>
                  <a:schemeClr val="tx1"/>
                </a:solidFill>
                <a:latin typeface="+mn-lt"/>
                <a:cs typeface="Arial" panose="020B0604020202020204" pitchFamily="34" charset="0"/>
              </a:defRPr>
            </a:lvl3pPr>
          </a:lstStyle>
          <a:p>
            <a:pPr lvl="0"/>
            <a:r>
              <a:rPr lang="en-CA" dirty="0" smtClean="0"/>
              <a:t>Bullet</a:t>
            </a:r>
          </a:p>
          <a:p>
            <a:pPr lvl="1"/>
            <a:r>
              <a:rPr lang="en-US" dirty="0" smtClean="0"/>
              <a:t>Second Level</a:t>
            </a:r>
          </a:p>
          <a:p>
            <a:pPr lvl="2"/>
            <a:r>
              <a:rPr lang="en-US" dirty="0" smtClean="0"/>
              <a:t>Third level</a:t>
            </a:r>
            <a:endParaRPr lang="en-CA" dirty="0" smtClean="0"/>
          </a:p>
          <a:p>
            <a:pPr lvl="0"/>
            <a:r>
              <a:rPr lang="en-CA" dirty="0" smtClean="0"/>
              <a:t>Bullet</a:t>
            </a:r>
          </a:p>
          <a:p>
            <a:pPr lvl="0"/>
            <a:r>
              <a:rPr lang="en-CA" dirty="0" smtClean="0"/>
              <a:t>Bullet</a:t>
            </a:r>
          </a:p>
          <a:p>
            <a:pPr lvl="0"/>
            <a:r>
              <a:rPr lang="en-CA" dirty="0" smtClean="0"/>
              <a:t>Bullet</a:t>
            </a:r>
          </a:p>
          <a:p>
            <a:pPr lvl="0"/>
            <a:r>
              <a:rPr lang="en-CA" dirty="0" smtClean="0"/>
              <a:t>Bullet</a:t>
            </a:r>
          </a:p>
          <a:p>
            <a:pPr lvl="1"/>
            <a:r>
              <a:rPr lang="en-US" dirty="0" smtClean="0"/>
              <a:t>Second Level</a:t>
            </a:r>
          </a:p>
          <a:p>
            <a:pPr lvl="2"/>
            <a:r>
              <a:rPr lang="en-US" dirty="0" smtClean="0"/>
              <a:t>Third level</a:t>
            </a:r>
            <a:endParaRPr lang="en-CA" dirty="0" smtClean="0"/>
          </a:p>
          <a:p>
            <a:pPr lvl="0"/>
            <a:endParaRPr lang="en-CA" dirty="0" smtClean="0"/>
          </a:p>
          <a:p>
            <a:pPr lvl="0"/>
            <a:r>
              <a:rPr lang="en-CA" dirty="0" smtClean="0"/>
              <a:t>Bullet</a:t>
            </a:r>
          </a:p>
          <a:p>
            <a:pPr lvl="0"/>
            <a:r>
              <a:rPr lang="en-CA" dirty="0" smtClean="0"/>
              <a:t>Bullet</a:t>
            </a:r>
          </a:p>
          <a:p>
            <a:pPr lvl="0"/>
            <a:r>
              <a:rPr lang="en-CA" dirty="0" smtClean="0"/>
              <a:t>Bullet</a:t>
            </a:r>
          </a:p>
          <a:p>
            <a:pPr lvl="0"/>
            <a:r>
              <a:rPr lang="en-CA" dirty="0" smtClean="0"/>
              <a:t>Bullet</a:t>
            </a:r>
          </a:p>
          <a:p>
            <a:pPr lvl="1"/>
            <a:r>
              <a:rPr lang="en-US" dirty="0" smtClean="0"/>
              <a:t>Second Level</a:t>
            </a:r>
          </a:p>
          <a:p>
            <a:pPr lvl="2"/>
            <a:r>
              <a:rPr lang="en-US" dirty="0" smtClean="0"/>
              <a:t>Third level</a:t>
            </a:r>
            <a:endParaRPr lang="en-CA" dirty="0" smtClean="0"/>
          </a:p>
          <a:p>
            <a:pPr lvl="0"/>
            <a:r>
              <a:rPr lang="en-CA" dirty="0" smtClean="0"/>
              <a:t>Bullet</a:t>
            </a:r>
          </a:p>
          <a:p>
            <a:pPr lvl="0"/>
            <a:r>
              <a:rPr lang="en-CA" dirty="0" smtClean="0"/>
              <a:t>Bullet</a:t>
            </a:r>
          </a:p>
          <a:p>
            <a:pPr lvl="0"/>
            <a:r>
              <a:rPr lang="en-CA" dirty="0" smtClean="0"/>
              <a:t>Bullet</a:t>
            </a:r>
          </a:p>
          <a:p>
            <a:pPr lvl="0"/>
            <a:endParaRPr lang="en-CA" dirty="0" smtClean="0"/>
          </a:p>
        </p:txBody>
      </p:sp>
      <p:sp>
        <p:nvSpPr>
          <p:cNvPr id="5" name="Text Placeholder 9"/>
          <p:cNvSpPr>
            <a:spLocks noGrp="1"/>
          </p:cNvSpPr>
          <p:nvPr>
            <p:ph type="body" sz="quarter" idx="12" hasCustomPrompt="1"/>
          </p:nvPr>
        </p:nvSpPr>
        <p:spPr>
          <a:xfrm>
            <a:off x="406203" y="701040"/>
            <a:ext cx="8280401" cy="397483"/>
          </a:xfrm>
          <a:prstGeom prst="rect">
            <a:avLst/>
          </a:prstGeom>
        </p:spPr>
        <p:txBody>
          <a:bodyPr lIns="0" tIns="0" rIns="0" bIns="0"/>
          <a:lstStyle>
            <a:lvl1pPr marL="0" indent="0">
              <a:lnSpc>
                <a:spcPts val="3400"/>
              </a:lnSpc>
              <a:spcBef>
                <a:spcPts val="0"/>
              </a:spcBef>
              <a:buNone/>
              <a:defRPr sz="3200" spc="-100" baseline="0">
                <a:solidFill>
                  <a:srgbClr val="0097A9"/>
                </a:solidFill>
                <a:latin typeface="+mn-lt"/>
                <a:cs typeface="Arial" panose="020B0604020202020204" pitchFamily="34" charset="0"/>
              </a:defRPr>
            </a:lvl1pPr>
          </a:lstStyle>
          <a:p>
            <a:pPr lvl="0"/>
            <a:r>
              <a:rPr lang="en-CA" dirty="0" smtClean="0"/>
              <a:t>Title</a:t>
            </a:r>
            <a:endParaRPr lang="en-CA" dirty="0"/>
          </a:p>
        </p:txBody>
      </p:sp>
      <p:sp>
        <p:nvSpPr>
          <p:cNvPr id="6" name="Text Placeholder 9"/>
          <p:cNvSpPr>
            <a:spLocks noGrp="1"/>
          </p:cNvSpPr>
          <p:nvPr>
            <p:ph type="body" sz="quarter" idx="14" hasCustomPrompt="1"/>
          </p:nvPr>
        </p:nvSpPr>
        <p:spPr>
          <a:xfrm>
            <a:off x="406203" y="1157677"/>
            <a:ext cx="8280401" cy="238208"/>
          </a:xfrm>
          <a:prstGeom prst="rect">
            <a:avLst/>
          </a:prstGeom>
        </p:spPr>
        <p:txBody>
          <a:bodyPr lIns="0" tIns="0" rIns="0" bIns="0"/>
          <a:lstStyle>
            <a:lvl1pPr marL="0" indent="0">
              <a:lnSpc>
                <a:spcPts val="2200"/>
              </a:lnSpc>
              <a:spcBef>
                <a:spcPts val="0"/>
              </a:spcBef>
              <a:buNone/>
              <a:defRPr sz="1800" b="0" spc="0" baseline="0">
                <a:solidFill>
                  <a:srgbClr val="DAAA00"/>
                </a:solidFill>
                <a:latin typeface="+mn-lt"/>
                <a:cs typeface="Arial" panose="020B0604020202020204" pitchFamily="34" charset="0"/>
              </a:defRPr>
            </a:lvl1pPr>
          </a:lstStyle>
          <a:p>
            <a:pPr lvl="0"/>
            <a:r>
              <a:rPr lang="en-CA" dirty="0" smtClean="0"/>
              <a:t>Subtitle</a:t>
            </a:r>
            <a:endParaRPr lang="en-CA" dirty="0"/>
          </a:p>
        </p:txBody>
      </p:sp>
    </p:spTree>
    <p:extLst>
      <p:ext uri="{BB962C8B-B14F-4D97-AF65-F5344CB8AC3E}">
        <p14:creationId xmlns:p14="http://schemas.microsoft.com/office/powerpoint/2010/main" val="1885126746"/>
      </p:ext>
    </p:extLst>
  </p:cSld>
  <p:clrMapOvr>
    <a:masterClrMapping/>
  </p:clrMapOvr>
  <p:timing>
    <p:tnLst>
      <p:par>
        <p:cTn id="1" dur="indefinite" restart="never" nodeType="tmRoot"/>
      </p:par>
    </p:tn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1 Column">
    <p:spTree>
      <p:nvGrpSpPr>
        <p:cNvPr id="1" name=""/>
        <p:cNvGrpSpPr/>
        <p:nvPr/>
      </p:nvGrpSpPr>
      <p:grpSpPr>
        <a:xfrm>
          <a:off x="0" y="0"/>
          <a:ext cx="0" cy="0"/>
          <a:chOff x="0" y="0"/>
          <a:chExt cx="0" cy="0"/>
        </a:xfrm>
      </p:grpSpPr>
      <p:sp>
        <p:nvSpPr>
          <p:cNvPr id="5" name="Text Placeholder 9"/>
          <p:cNvSpPr>
            <a:spLocks noGrp="1"/>
          </p:cNvSpPr>
          <p:nvPr>
            <p:ph type="body" sz="quarter" idx="12" hasCustomPrompt="1"/>
          </p:nvPr>
        </p:nvSpPr>
        <p:spPr>
          <a:xfrm>
            <a:off x="406203" y="701040"/>
            <a:ext cx="8280401" cy="397483"/>
          </a:xfrm>
          <a:prstGeom prst="rect">
            <a:avLst/>
          </a:prstGeom>
        </p:spPr>
        <p:txBody>
          <a:bodyPr lIns="0" tIns="0" rIns="0" bIns="0"/>
          <a:lstStyle>
            <a:lvl1pPr marL="0" indent="0">
              <a:lnSpc>
                <a:spcPts val="3400"/>
              </a:lnSpc>
              <a:spcBef>
                <a:spcPts val="0"/>
              </a:spcBef>
              <a:buNone/>
              <a:defRPr sz="3200" spc="-100" baseline="0">
                <a:solidFill>
                  <a:srgbClr val="0097A9"/>
                </a:solidFill>
                <a:latin typeface="+mn-lt"/>
                <a:cs typeface="Arial" panose="020B0604020202020204" pitchFamily="34" charset="0"/>
              </a:defRPr>
            </a:lvl1pPr>
          </a:lstStyle>
          <a:p>
            <a:pPr lvl="0"/>
            <a:r>
              <a:rPr lang="en-CA" dirty="0" smtClean="0"/>
              <a:t>Title</a:t>
            </a:r>
            <a:endParaRPr lang="en-CA" dirty="0"/>
          </a:p>
        </p:txBody>
      </p:sp>
      <p:sp>
        <p:nvSpPr>
          <p:cNvPr id="6" name="Text Placeholder 9"/>
          <p:cNvSpPr>
            <a:spLocks noGrp="1"/>
          </p:cNvSpPr>
          <p:nvPr>
            <p:ph type="body" sz="quarter" idx="14" hasCustomPrompt="1"/>
          </p:nvPr>
        </p:nvSpPr>
        <p:spPr>
          <a:xfrm>
            <a:off x="406203" y="1157677"/>
            <a:ext cx="8280401" cy="238208"/>
          </a:xfrm>
          <a:prstGeom prst="rect">
            <a:avLst/>
          </a:prstGeom>
        </p:spPr>
        <p:txBody>
          <a:bodyPr lIns="0" tIns="0" rIns="0" bIns="0"/>
          <a:lstStyle>
            <a:lvl1pPr marL="0" indent="0">
              <a:lnSpc>
                <a:spcPts val="2200"/>
              </a:lnSpc>
              <a:spcBef>
                <a:spcPts val="0"/>
              </a:spcBef>
              <a:buNone/>
              <a:defRPr sz="1800" b="0" spc="0" baseline="0">
                <a:solidFill>
                  <a:srgbClr val="DAAA00"/>
                </a:solidFill>
                <a:latin typeface="+mn-lt"/>
                <a:cs typeface="Arial" panose="020B0604020202020204" pitchFamily="34" charset="0"/>
              </a:defRPr>
            </a:lvl1pPr>
          </a:lstStyle>
          <a:p>
            <a:pPr lvl="0"/>
            <a:r>
              <a:rPr lang="en-CA" dirty="0" smtClean="0"/>
              <a:t>Subtitle</a:t>
            </a:r>
            <a:endParaRPr lang="en-CA" dirty="0"/>
          </a:p>
        </p:txBody>
      </p:sp>
      <p:sp>
        <p:nvSpPr>
          <p:cNvPr id="7" name="Text Placeholder 6"/>
          <p:cNvSpPr>
            <a:spLocks noGrp="1"/>
          </p:cNvSpPr>
          <p:nvPr>
            <p:ph type="body" sz="quarter" idx="15" hasCustomPrompt="1"/>
          </p:nvPr>
        </p:nvSpPr>
        <p:spPr>
          <a:xfrm>
            <a:off x="406400" y="1636713"/>
            <a:ext cx="8280400" cy="2743200"/>
          </a:xfrm>
          <a:prstGeom prst="rect">
            <a:avLst/>
          </a:prstGeom>
        </p:spPr>
        <p:txBody>
          <a:bodyPr lIns="0" rIns="0"/>
          <a:lstStyle>
            <a:lvl1pPr marL="0" marR="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lang="en-US" sz="1600" b="0" i="0" u="none" strike="noStrike" baseline="0" smtClean="0">
                <a:solidFill>
                  <a:schemeClr val="tx1"/>
                </a:solidFill>
              </a:defRPr>
            </a:lvl1pPr>
            <a:lvl2pPr marL="457200" indent="0">
              <a:buNone/>
              <a:defRPr sz="1600">
                <a:solidFill>
                  <a:schemeClr val="tx1">
                    <a:lumMod val="50000"/>
                    <a:lumOff val="50000"/>
                  </a:schemeClr>
                </a:solidFill>
              </a:defRPr>
            </a:lvl2pPr>
            <a:lvl3pPr marL="914400" indent="0">
              <a:buNone/>
              <a:defRPr sz="1600">
                <a:solidFill>
                  <a:schemeClr val="tx1">
                    <a:lumMod val="50000"/>
                    <a:lumOff val="50000"/>
                  </a:schemeClr>
                </a:solidFill>
              </a:defRPr>
            </a:lvl3pPr>
            <a:lvl4pPr marL="1371600" indent="0">
              <a:buNone/>
              <a:defRPr sz="1600">
                <a:solidFill>
                  <a:schemeClr val="tx1">
                    <a:lumMod val="50000"/>
                    <a:lumOff val="50000"/>
                  </a:schemeClr>
                </a:solidFill>
              </a:defRPr>
            </a:lvl4pPr>
            <a:lvl5pPr marL="1828800" indent="0">
              <a:buNone/>
              <a:defRPr sz="1600">
                <a:solidFill>
                  <a:schemeClr val="tx1">
                    <a:lumMod val="50000"/>
                    <a:lumOff val="50000"/>
                  </a:schemeClr>
                </a:solidFill>
              </a:defRPr>
            </a:lvl5pPr>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smtClean="0"/>
              <a:t>Click to add text. Body placeholder text goes here. </a:t>
            </a:r>
            <a:r>
              <a:rPr lang="en-US" dirty="0" err="1" smtClean="0"/>
              <a:t>Aperchil</a:t>
            </a:r>
            <a:r>
              <a:rPr lang="en-US" dirty="0" smtClean="0"/>
              <a:t> </a:t>
            </a:r>
            <a:r>
              <a:rPr lang="en-US" dirty="0" err="1" smtClean="0"/>
              <a:t>inus</a:t>
            </a:r>
            <a:r>
              <a:rPr lang="en-US" dirty="0" smtClean="0"/>
              <a:t>, </a:t>
            </a:r>
            <a:r>
              <a:rPr lang="en-US" dirty="0" err="1" smtClean="0"/>
              <a:t>ullabo</a:t>
            </a:r>
            <a:r>
              <a:rPr lang="en-US" dirty="0" smtClean="0"/>
              <a:t>. </a:t>
            </a:r>
            <a:r>
              <a:rPr lang="en-US" dirty="0" err="1" smtClean="0"/>
              <a:t>Otat</a:t>
            </a:r>
            <a:r>
              <a:rPr lang="en-US" dirty="0" smtClean="0"/>
              <a:t>. </a:t>
            </a:r>
            <a:r>
              <a:rPr lang="en-US" dirty="0" err="1" smtClean="0"/>
              <a:t>Bissecto</a:t>
            </a:r>
            <a:r>
              <a:rPr lang="en-US" dirty="0" smtClean="0"/>
              <a:t> </a:t>
            </a:r>
            <a:r>
              <a:rPr lang="en-US" dirty="0" err="1" smtClean="0"/>
              <a:t>occust</a:t>
            </a:r>
            <a:r>
              <a:rPr lang="en-US" dirty="0" smtClean="0"/>
              <a:t>, to </a:t>
            </a:r>
            <a:r>
              <a:rPr lang="en-US" dirty="0" err="1" smtClean="0"/>
              <a:t>dolupta</a:t>
            </a:r>
            <a:r>
              <a:rPr lang="en-US" dirty="0" smtClean="0"/>
              <a:t> turbos </a:t>
            </a:r>
            <a:r>
              <a:rPr lang="en-US" dirty="0" err="1" smtClean="0"/>
              <a:t>consequidi</a:t>
            </a:r>
            <a:r>
              <a:rPr lang="en-US" dirty="0" smtClean="0"/>
              <a:t> </a:t>
            </a:r>
            <a:r>
              <a:rPr lang="en-US" dirty="0" err="1" smtClean="0"/>
              <a:t>aut</a:t>
            </a:r>
            <a:r>
              <a:rPr lang="en-US" dirty="0" smtClean="0"/>
              <a:t> </a:t>
            </a:r>
            <a:r>
              <a:rPr lang="en-US" dirty="0" err="1" smtClean="0"/>
              <a:t>eos</a:t>
            </a:r>
            <a:r>
              <a:rPr lang="en-US" dirty="0" smtClean="0"/>
              <a:t> </a:t>
            </a:r>
            <a:r>
              <a:rPr lang="en-US" dirty="0" err="1" smtClean="0"/>
              <a:t>aut</a:t>
            </a:r>
            <a:r>
              <a:rPr lang="en-US" dirty="0" smtClean="0"/>
              <a:t> </a:t>
            </a:r>
            <a:r>
              <a:rPr lang="en-US" dirty="0" err="1" smtClean="0"/>
              <a:t>dolesequam</a:t>
            </a:r>
            <a:r>
              <a:rPr lang="en-US" dirty="0" smtClean="0"/>
              <a:t> </a:t>
            </a:r>
            <a:r>
              <a:rPr lang="en-US" dirty="0" err="1" smtClean="0"/>
              <a:t>commole</a:t>
            </a:r>
            <a:r>
              <a:rPr lang="en-US" dirty="0" smtClean="0"/>
              <a:t> </a:t>
            </a:r>
            <a:r>
              <a:rPr lang="en-US" dirty="0" err="1" smtClean="0"/>
              <a:t>ntotas</a:t>
            </a:r>
            <a:r>
              <a:rPr lang="en-US" dirty="0" smtClean="0"/>
              <a:t> se </a:t>
            </a:r>
            <a:r>
              <a:rPr lang="en-US" dirty="0" err="1" smtClean="0"/>
              <a:t>volum</a:t>
            </a:r>
            <a:r>
              <a:rPr lang="en-US" dirty="0" smtClean="0"/>
              <a:t> </a:t>
            </a:r>
            <a:r>
              <a:rPr lang="en-US" dirty="0" err="1" smtClean="0"/>
              <a:t>est</a:t>
            </a:r>
            <a:r>
              <a:rPr lang="en-US" dirty="0" smtClean="0"/>
              <a:t> </a:t>
            </a:r>
            <a:r>
              <a:rPr lang="en-US" dirty="0" err="1" smtClean="0"/>
              <a:t>aut</a:t>
            </a:r>
            <a:r>
              <a:rPr lang="en-US" dirty="0" smtClean="0"/>
              <a:t> </a:t>
            </a:r>
            <a:r>
              <a:rPr lang="en-US" dirty="0" err="1" smtClean="0"/>
              <a:t>veliatuint</a:t>
            </a:r>
            <a:r>
              <a:rPr lang="en-US" dirty="0" smtClean="0"/>
              <a:t> </a:t>
            </a:r>
            <a:r>
              <a:rPr lang="en-US" dirty="0" err="1" smtClean="0"/>
              <a:t>fuga</a:t>
            </a:r>
            <a:r>
              <a:rPr lang="en-US" dirty="0" smtClean="0"/>
              <a:t>. </a:t>
            </a:r>
            <a:r>
              <a:rPr lang="en-US" dirty="0" err="1" smtClean="0"/>
              <a:t>Sunt</a:t>
            </a:r>
            <a:r>
              <a:rPr lang="en-US" dirty="0" smtClean="0"/>
              <a:t> </a:t>
            </a:r>
            <a:r>
              <a:rPr lang="en-US" dirty="0" err="1" smtClean="0"/>
              <a:t>volupta</a:t>
            </a:r>
            <a:r>
              <a:rPr lang="en-US" dirty="0" smtClean="0"/>
              <a:t> </a:t>
            </a:r>
            <a:r>
              <a:rPr lang="en-US" dirty="0" err="1" smtClean="0"/>
              <a:t>tiuntem</a:t>
            </a:r>
            <a:r>
              <a:rPr lang="en-US" dirty="0" smtClean="0"/>
              <a:t> </a:t>
            </a:r>
            <a:r>
              <a:rPr lang="en-US" dirty="0" err="1" smtClean="0"/>
              <a:t>inulparum</a:t>
            </a:r>
            <a:r>
              <a:rPr lang="en-US" dirty="0" smtClean="0"/>
              <a:t> et </a:t>
            </a:r>
            <a:r>
              <a:rPr lang="en-US" dirty="0" err="1" smtClean="0"/>
              <a:t>fugioto</a:t>
            </a:r>
            <a:r>
              <a:rPr lang="en-US" dirty="0" smtClean="0"/>
              <a:t> </a:t>
            </a:r>
            <a:r>
              <a:rPr lang="en-US" dirty="0" err="1" smtClean="0"/>
              <a:t>cusa</a:t>
            </a:r>
            <a:r>
              <a:rPr lang="en-US" dirty="0" smtClean="0"/>
              <a:t> net </a:t>
            </a:r>
            <a:r>
              <a:rPr lang="en-US" dirty="0" err="1" smtClean="0"/>
              <a:t>aut</a:t>
            </a:r>
            <a:r>
              <a:rPr lang="en-US" dirty="0" smtClean="0"/>
              <a:t> colossus. </a:t>
            </a:r>
            <a:r>
              <a:rPr lang="en-US" dirty="0" err="1" smtClean="0"/>
              <a:t>Evelegndigim</a:t>
            </a:r>
            <a:r>
              <a:rPr lang="en-US" dirty="0" smtClean="0"/>
              <a:t> qui </a:t>
            </a:r>
            <a:r>
              <a:rPr lang="en-US" dirty="0" err="1" smtClean="0"/>
              <a:t>ommodiao</a:t>
            </a:r>
            <a:r>
              <a:rPr lang="en-US" dirty="0" smtClean="0"/>
              <a:t> </a:t>
            </a:r>
            <a:r>
              <a:rPr lang="en-US" dirty="0" err="1" smtClean="0"/>
              <a:t>exceaswum</a:t>
            </a:r>
            <a:r>
              <a:rPr lang="en-US" dirty="0" smtClean="0"/>
              <a:t> </a:t>
            </a:r>
            <a:r>
              <a:rPr lang="en-US" dirty="0" err="1" smtClean="0"/>
              <a:t>enus</a:t>
            </a:r>
            <a:r>
              <a:rPr lang="en-US" dirty="0" smtClean="0"/>
              <a:t> as </a:t>
            </a:r>
            <a:r>
              <a:rPr lang="en-US" dirty="0" err="1" smtClean="0"/>
              <a:t>deerro</a:t>
            </a:r>
            <a:r>
              <a:rPr lang="en-US" dirty="0" smtClean="0"/>
              <a:t> </a:t>
            </a:r>
            <a:r>
              <a:rPr lang="en-US" dirty="0" err="1" smtClean="0"/>
              <a:t>consedi</a:t>
            </a:r>
            <a:r>
              <a:rPr lang="en-US" dirty="0" smtClean="0"/>
              <a:t> </a:t>
            </a:r>
            <a:r>
              <a:rPr lang="en-US" dirty="0" err="1" smtClean="0"/>
              <a:t>rerum</a:t>
            </a:r>
            <a:r>
              <a:rPr lang="en-US" dirty="0" smtClean="0"/>
              <a:t> et </a:t>
            </a:r>
            <a:r>
              <a:rPr lang="en-US" dirty="0" err="1" smtClean="0"/>
              <a:t>il</a:t>
            </a:r>
            <a:r>
              <a:rPr lang="en-US" dirty="0" smtClean="0"/>
              <a:t> </a:t>
            </a:r>
            <a:r>
              <a:rPr lang="en-US" dirty="0" err="1" smtClean="0"/>
              <a:t>est</a:t>
            </a:r>
            <a:r>
              <a:rPr lang="en-US" dirty="0" smtClean="0"/>
              <a:t> qui </a:t>
            </a:r>
            <a:r>
              <a:rPr lang="en-US" dirty="0" err="1" smtClean="0"/>
              <a:t>cus</a:t>
            </a:r>
            <a:r>
              <a:rPr lang="en-US" dirty="0" smtClean="0"/>
              <a:t> </a:t>
            </a:r>
            <a:r>
              <a:rPr lang="en-US" dirty="0" err="1" smtClean="0"/>
              <a:t>aut</a:t>
            </a:r>
            <a:r>
              <a:rPr lang="en-US" dirty="0" smtClean="0"/>
              <a:t> et </a:t>
            </a:r>
            <a:r>
              <a:rPr lang="en-US" dirty="0" err="1" smtClean="0"/>
              <a:t>secsaill</a:t>
            </a:r>
            <a:r>
              <a:rPr lang="en-US" dirty="0" smtClean="0"/>
              <a:t> to </a:t>
            </a:r>
            <a:r>
              <a:rPr lang="en-US" dirty="0" err="1" smtClean="0"/>
              <a:t>cid</a:t>
            </a:r>
            <a:r>
              <a:rPr lang="en-US" dirty="0" smtClean="0"/>
              <a:t> et </a:t>
            </a:r>
            <a:r>
              <a:rPr lang="en-US" dirty="0" err="1" smtClean="0"/>
              <a:t>poreupudam</a:t>
            </a:r>
            <a:r>
              <a:rPr lang="en-US" dirty="0" smtClean="0"/>
              <a:t> </a:t>
            </a:r>
            <a:r>
              <a:rPr lang="en-US" dirty="0" err="1" smtClean="0"/>
              <a:t>unti</a:t>
            </a:r>
            <a:r>
              <a:rPr lang="en-US" dirty="0" smtClean="0"/>
              <a:t>, </a:t>
            </a:r>
            <a:r>
              <a:rPr lang="en-US" dirty="0" err="1" smtClean="0"/>
              <a:t>uptodemsd</a:t>
            </a:r>
            <a:r>
              <a:rPr lang="en-US" dirty="0" smtClean="0"/>
              <a:t> </a:t>
            </a:r>
            <a:r>
              <a:rPr lang="en-US" dirty="0" err="1" smtClean="0"/>
              <a:t>blacsccsuam</a:t>
            </a:r>
            <a:r>
              <a:rPr lang="en-US" dirty="0" smtClean="0"/>
              <a:t> </a:t>
            </a:r>
            <a:r>
              <a:rPr lang="en-US" dirty="0" err="1" smtClean="0"/>
              <a:t>reprio</a:t>
            </a:r>
            <a:r>
              <a:rPr lang="en-US" dirty="0" smtClean="0"/>
              <a:t> </a:t>
            </a:r>
            <a:r>
              <a:rPr lang="en-US" dirty="0" err="1" smtClean="0"/>
              <a:t>endes</a:t>
            </a:r>
            <a:r>
              <a:rPr lang="en-US" dirty="0" smtClean="0"/>
              <a:t> </a:t>
            </a:r>
            <a:r>
              <a:rPr lang="en-US" dirty="0" err="1" smtClean="0"/>
              <a:t>autem</a:t>
            </a:r>
            <a:r>
              <a:rPr lang="en-US" dirty="0" smtClean="0"/>
              <a:t> </a:t>
            </a:r>
            <a:r>
              <a:rPr lang="en-US" dirty="0" err="1" smtClean="0"/>
              <a:t>quie</a:t>
            </a:r>
            <a:r>
              <a:rPr lang="en-US" dirty="0" smtClean="0"/>
              <a:t> </a:t>
            </a:r>
            <a:r>
              <a:rPr lang="en-US" dirty="0" err="1" smtClean="0"/>
              <a:t>prem</a:t>
            </a:r>
            <a:r>
              <a:rPr lang="en-US" dirty="0" smtClean="0"/>
              <a:t> </a:t>
            </a:r>
            <a:r>
              <a:rPr lang="en-US" dirty="0" err="1" smtClean="0"/>
              <a:t>aditas</a:t>
            </a:r>
            <a:r>
              <a:rPr lang="en-US" dirty="0" smtClean="0"/>
              <a:t> discus </a:t>
            </a:r>
            <a:r>
              <a:rPr lang="en-US" dirty="0" err="1" smtClean="0"/>
              <a:t>magnihilibus</a:t>
            </a:r>
            <a:r>
              <a:rPr lang="en-US" dirty="0" smtClean="0"/>
              <a:t> </a:t>
            </a:r>
            <a:r>
              <a:rPr lang="en-US" dirty="0" err="1" smtClean="0"/>
              <a:t>cusiccs</a:t>
            </a:r>
            <a:r>
              <a:rPr lang="en-US" dirty="0" smtClean="0"/>
              <a:t> </a:t>
            </a:r>
            <a:r>
              <a:rPr lang="en-US" dirty="0" err="1" smtClean="0"/>
              <a:t>eatumse</a:t>
            </a:r>
            <a:r>
              <a:rPr lang="en-US" dirty="0" smtClean="0"/>
              <a:t> </a:t>
            </a:r>
            <a:r>
              <a:rPr lang="en-US" dirty="0" err="1" smtClean="0"/>
              <a:t>luptaquie</a:t>
            </a:r>
            <a:r>
              <a:rPr lang="en-US" dirty="0" smtClean="0"/>
              <a:t> </a:t>
            </a:r>
            <a:r>
              <a:rPr lang="en-US" dirty="0" err="1" smtClean="0"/>
              <a:t>dolum</a:t>
            </a:r>
            <a:r>
              <a:rPr lang="en-US" dirty="0" smtClean="0"/>
              <a:t> </a:t>
            </a:r>
            <a:r>
              <a:rPr lang="en-US" dirty="0" err="1" smtClean="0"/>
              <a:t>Aperchil</a:t>
            </a:r>
            <a:r>
              <a:rPr lang="en-US" dirty="0" smtClean="0"/>
              <a:t> </a:t>
            </a:r>
            <a:r>
              <a:rPr lang="en-US" dirty="0" err="1" smtClean="0"/>
              <a:t>inus</a:t>
            </a:r>
            <a:r>
              <a:rPr lang="en-US" dirty="0" smtClean="0"/>
              <a:t>, </a:t>
            </a:r>
            <a:r>
              <a:rPr lang="en-US" dirty="0" err="1" smtClean="0"/>
              <a:t>ullabo</a:t>
            </a:r>
            <a:r>
              <a:rPr lang="en-US" dirty="0" smtClean="0"/>
              <a:t>. </a:t>
            </a:r>
            <a:r>
              <a:rPr lang="en-US" dirty="0" err="1" smtClean="0"/>
              <a:t>Otat</a:t>
            </a:r>
            <a:r>
              <a:rPr lang="en-US" dirty="0" smtClean="0"/>
              <a:t>. </a:t>
            </a:r>
            <a:r>
              <a:rPr lang="en-US" dirty="0" err="1" smtClean="0"/>
              <a:t>Bissecto</a:t>
            </a:r>
            <a:r>
              <a:rPr lang="en-US" dirty="0" smtClean="0"/>
              <a:t> </a:t>
            </a:r>
            <a:r>
              <a:rPr lang="en-US" dirty="0" err="1" smtClean="0"/>
              <a:t>occust</a:t>
            </a:r>
            <a:r>
              <a:rPr lang="en-US" dirty="0" smtClean="0"/>
              <a:t>, to </a:t>
            </a:r>
            <a:r>
              <a:rPr lang="en-US" dirty="0" err="1" smtClean="0"/>
              <a:t>dolupta</a:t>
            </a:r>
            <a:r>
              <a:rPr lang="en-US" dirty="0" smtClean="0"/>
              <a:t> turbos </a:t>
            </a:r>
            <a:r>
              <a:rPr lang="en-US" dirty="0" err="1" smtClean="0"/>
              <a:t>consequidi</a:t>
            </a:r>
            <a:r>
              <a:rPr lang="en-US" dirty="0" smtClean="0"/>
              <a:t> </a:t>
            </a:r>
            <a:r>
              <a:rPr lang="en-US" dirty="0" err="1" smtClean="0"/>
              <a:t>aut</a:t>
            </a:r>
            <a:r>
              <a:rPr lang="en-US" dirty="0" smtClean="0"/>
              <a:t> </a:t>
            </a:r>
            <a:r>
              <a:rPr lang="en-US" dirty="0" err="1" smtClean="0"/>
              <a:t>eos</a:t>
            </a:r>
            <a:r>
              <a:rPr lang="en-US" dirty="0" smtClean="0"/>
              <a:t> </a:t>
            </a:r>
            <a:r>
              <a:rPr lang="en-US" dirty="0" err="1" smtClean="0"/>
              <a:t>aut</a:t>
            </a:r>
            <a:r>
              <a:rPr lang="en-US" dirty="0" smtClean="0"/>
              <a:t> </a:t>
            </a:r>
            <a:r>
              <a:rPr lang="en-US" dirty="0" err="1" smtClean="0"/>
              <a:t>dolesequam</a:t>
            </a:r>
            <a:r>
              <a:rPr lang="en-US" dirty="0" smtClean="0"/>
              <a:t> </a:t>
            </a:r>
            <a:r>
              <a:rPr lang="en-US" dirty="0" err="1" smtClean="0"/>
              <a:t>commole</a:t>
            </a:r>
            <a:r>
              <a:rPr lang="en-US" dirty="0" smtClean="0"/>
              <a:t> </a:t>
            </a:r>
            <a:r>
              <a:rPr lang="en-US" dirty="0" err="1" smtClean="0"/>
              <a:t>ntotas</a:t>
            </a:r>
            <a:r>
              <a:rPr lang="en-US" dirty="0" smtClean="0"/>
              <a:t> se </a:t>
            </a:r>
            <a:r>
              <a:rPr lang="en-US" dirty="0" err="1" smtClean="0"/>
              <a:t>volum</a:t>
            </a:r>
            <a:r>
              <a:rPr lang="en-US" dirty="0" smtClean="0"/>
              <a:t> </a:t>
            </a:r>
            <a:r>
              <a:rPr lang="en-US" dirty="0" err="1" smtClean="0"/>
              <a:t>est</a:t>
            </a:r>
            <a:r>
              <a:rPr lang="en-US" dirty="0" smtClean="0"/>
              <a:t> </a:t>
            </a:r>
            <a:r>
              <a:rPr lang="en-US" dirty="0" err="1" smtClean="0"/>
              <a:t>aut</a:t>
            </a:r>
            <a:r>
              <a:rPr lang="en-US" dirty="0" smtClean="0"/>
              <a:t> </a:t>
            </a:r>
            <a:r>
              <a:rPr lang="en-US" dirty="0" err="1" smtClean="0"/>
              <a:t>veliatuint</a:t>
            </a:r>
            <a:r>
              <a:rPr lang="en-US" dirty="0" smtClean="0"/>
              <a:t> </a:t>
            </a:r>
            <a:r>
              <a:rPr lang="en-US" dirty="0" err="1" smtClean="0"/>
              <a:t>fuga</a:t>
            </a:r>
            <a:r>
              <a:rPr lang="en-US" dirty="0" smtClean="0"/>
              <a:t>. </a:t>
            </a:r>
            <a:r>
              <a:rPr lang="en-US" dirty="0" err="1" smtClean="0"/>
              <a:t>Sunt</a:t>
            </a:r>
            <a:r>
              <a:rPr lang="en-US" dirty="0" smtClean="0"/>
              <a:t> </a:t>
            </a:r>
            <a:r>
              <a:rPr lang="en-US" dirty="0" err="1" smtClean="0"/>
              <a:t>volupta</a:t>
            </a:r>
            <a:r>
              <a:rPr lang="en-US" dirty="0" smtClean="0"/>
              <a:t> </a:t>
            </a:r>
            <a:r>
              <a:rPr lang="en-US" dirty="0" err="1" smtClean="0"/>
              <a:t>tiuntem</a:t>
            </a:r>
            <a:r>
              <a:rPr lang="en-US" dirty="0" smtClean="0"/>
              <a:t> </a:t>
            </a:r>
            <a:r>
              <a:rPr lang="en-US" dirty="0" err="1" smtClean="0"/>
              <a:t>inulparum</a:t>
            </a:r>
            <a:r>
              <a:rPr lang="en-US" dirty="0" smtClean="0"/>
              <a:t> et </a:t>
            </a:r>
            <a:r>
              <a:rPr lang="en-US" dirty="0" err="1" smtClean="0"/>
              <a:t>fugioto</a:t>
            </a:r>
            <a:r>
              <a:rPr lang="en-US" dirty="0" smtClean="0"/>
              <a:t> </a:t>
            </a:r>
            <a:r>
              <a:rPr lang="en-US" dirty="0" err="1" smtClean="0"/>
              <a:t>cusa</a:t>
            </a:r>
            <a:r>
              <a:rPr lang="en-US" dirty="0" smtClean="0"/>
              <a:t> net </a:t>
            </a:r>
            <a:r>
              <a:rPr lang="en-US" dirty="0" err="1" smtClean="0"/>
              <a:t>aut</a:t>
            </a:r>
            <a:r>
              <a:rPr lang="en-US" dirty="0" smtClean="0"/>
              <a:t> colossus. </a:t>
            </a:r>
            <a:r>
              <a:rPr lang="en-US" dirty="0" err="1" smtClean="0"/>
              <a:t>Evelegndigim</a:t>
            </a:r>
            <a:r>
              <a:rPr lang="en-US" dirty="0" smtClean="0"/>
              <a:t> qui </a:t>
            </a:r>
            <a:r>
              <a:rPr lang="en-US" dirty="0" err="1" smtClean="0"/>
              <a:t>ommodiao</a:t>
            </a:r>
            <a:r>
              <a:rPr lang="en-US" dirty="0" smtClean="0"/>
              <a:t> </a:t>
            </a:r>
            <a:r>
              <a:rPr lang="en-US" dirty="0" err="1" smtClean="0"/>
              <a:t>exceaswum</a:t>
            </a:r>
            <a:r>
              <a:rPr lang="en-US" dirty="0" smtClean="0"/>
              <a:t> </a:t>
            </a:r>
            <a:r>
              <a:rPr lang="en-US" dirty="0" err="1" smtClean="0"/>
              <a:t>enus</a:t>
            </a:r>
            <a:r>
              <a:rPr lang="en-US" dirty="0" smtClean="0"/>
              <a:t> as </a:t>
            </a:r>
            <a:r>
              <a:rPr lang="en-US" dirty="0" err="1" smtClean="0"/>
              <a:t>deerro</a:t>
            </a:r>
            <a:r>
              <a:rPr lang="en-US" dirty="0" smtClean="0"/>
              <a:t> </a:t>
            </a:r>
            <a:r>
              <a:rPr lang="en-US" dirty="0" err="1" smtClean="0"/>
              <a:t>consedi</a:t>
            </a:r>
            <a:r>
              <a:rPr lang="en-US" dirty="0" smtClean="0"/>
              <a:t> </a:t>
            </a:r>
            <a:r>
              <a:rPr lang="en-US" dirty="0" err="1" smtClean="0"/>
              <a:t>rerum</a:t>
            </a:r>
            <a:r>
              <a:rPr lang="en-US" dirty="0" smtClean="0"/>
              <a:t> et </a:t>
            </a:r>
            <a:r>
              <a:rPr lang="en-US" dirty="0" err="1" smtClean="0"/>
              <a:t>il</a:t>
            </a:r>
            <a:r>
              <a:rPr lang="en-US" dirty="0" smtClean="0"/>
              <a:t> </a:t>
            </a:r>
            <a:r>
              <a:rPr lang="en-US" dirty="0" err="1" smtClean="0"/>
              <a:t>est</a:t>
            </a:r>
            <a:r>
              <a:rPr lang="en-US" dirty="0" smtClean="0"/>
              <a:t> qui </a:t>
            </a:r>
            <a:r>
              <a:rPr lang="en-US" dirty="0" err="1" smtClean="0"/>
              <a:t>cus</a:t>
            </a:r>
            <a:r>
              <a:rPr lang="en-US" dirty="0" smtClean="0"/>
              <a:t> </a:t>
            </a:r>
            <a:r>
              <a:rPr lang="en-US" dirty="0" err="1" smtClean="0"/>
              <a:t>aut</a:t>
            </a:r>
            <a:r>
              <a:rPr lang="en-US" dirty="0" smtClean="0"/>
              <a:t> et </a:t>
            </a:r>
            <a:r>
              <a:rPr lang="en-US" dirty="0" err="1" smtClean="0"/>
              <a:t>secsaill</a:t>
            </a:r>
            <a:r>
              <a:rPr lang="en-US" dirty="0" smtClean="0"/>
              <a:t> to </a:t>
            </a:r>
            <a:r>
              <a:rPr lang="en-US" dirty="0" err="1" smtClean="0"/>
              <a:t>cid</a:t>
            </a:r>
            <a:r>
              <a:rPr lang="en-US" dirty="0" smtClean="0"/>
              <a:t> et </a:t>
            </a:r>
            <a:r>
              <a:rPr lang="en-US" dirty="0" err="1" smtClean="0"/>
              <a:t>poreupudam</a:t>
            </a:r>
            <a:r>
              <a:rPr lang="en-US" dirty="0" smtClean="0"/>
              <a:t> </a:t>
            </a:r>
            <a:r>
              <a:rPr lang="en-US" dirty="0" err="1" smtClean="0"/>
              <a:t>unti</a:t>
            </a:r>
            <a:r>
              <a:rPr lang="en-US" dirty="0" smtClean="0"/>
              <a:t>, </a:t>
            </a:r>
            <a:r>
              <a:rPr lang="en-US" dirty="0" err="1" smtClean="0"/>
              <a:t>uptodemsd</a:t>
            </a:r>
            <a:r>
              <a:rPr lang="en-US" dirty="0" smtClean="0"/>
              <a:t> </a:t>
            </a:r>
            <a:r>
              <a:rPr lang="en-US" dirty="0" err="1" smtClean="0"/>
              <a:t>blacsccsuam</a:t>
            </a:r>
            <a:r>
              <a:rPr lang="en-US" dirty="0" smtClean="0"/>
              <a:t> </a:t>
            </a:r>
            <a:r>
              <a:rPr lang="en-US" dirty="0" err="1" smtClean="0"/>
              <a:t>reprio</a:t>
            </a:r>
            <a:r>
              <a:rPr lang="en-US" dirty="0" smtClean="0"/>
              <a:t>.</a:t>
            </a:r>
          </a:p>
        </p:txBody>
      </p:sp>
    </p:spTree>
    <p:extLst>
      <p:ext uri="{BB962C8B-B14F-4D97-AF65-F5344CB8AC3E}">
        <p14:creationId xmlns:p14="http://schemas.microsoft.com/office/powerpoint/2010/main" val="4144683753"/>
      </p:ext>
    </p:extLst>
  </p:cSld>
  <p:clrMapOvr>
    <a:masterClrMapping/>
  </p:clrMapOvr>
  <p:timing>
    <p:tnLst>
      <p:par>
        <p:cTn id="1" dur="indefinite" restart="never" nodeType="tmRoot"/>
      </p:par>
    </p:tnLst>
  </p:timing>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2_1 Column">
    <p:spTree>
      <p:nvGrpSpPr>
        <p:cNvPr id="1" name=""/>
        <p:cNvGrpSpPr/>
        <p:nvPr/>
      </p:nvGrpSpPr>
      <p:grpSpPr>
        <a:xfrm>
          <a:off x="0" y="0"/>
          <a:ext cx="0" cy="0"/>
          <a:chOff x="0" y="0"/>
          <a:chExt cx="0" cy="0"/>
        </a:xfrm>
      </p:grpSpPr>
      <p:sp>
        <p:nvSpPr>
          <p:cNvPr id="9" name="Text Placeholder 9"/>
          <p:cNvSpPr>
            <a:spLocks noGrp="1"/>
          </p:cNvSpPr>
          <p:nvPr>
            <p:ph type="body" sz="quarter" idx="12" hasCustomPrompt="1"/>
          </p:nvPr>
        </p:nvSpPr>
        <p:spPr>
          <a:xfrm>
            <a:off x="406203" y="701040"/>
            <a:ext cx="8280597" cy="397483"/>
          </a:xfrm>
          <a:prstGeom prst="rect">
            <a:avLst/>
          </a:prstGeom>
        </p:spPr>
        <p:txBody>
          <a:bodyPr lIns="0" tIns="0" rIns="0" bIns="0"/>
          <a:lstStyle>
            <a:lvl1pPr marL="0" indent="0">
              <a:lnSpc>
                <a:spcPts val="3400"/>
              </a:lnSpc>
              <a:spcBef>
                <a:spcPts val="0"/>
              </a:spcBef>
              <a:buNone/>
              <a:defRPr sz="3200" spc="-100" baseline="0">
                <a:solidFill>
                  <a:srgbClr val="0097A9"/>
                </a:solidFill>
                <a:latin typeface="+mn-lt"/>
                <a:cs typeface="Arial" panose="020B0604020202020204" pitchFamily="34" charset="0"/>
              </a:defRPr>
            </a:lvl1pPr>
          </a:lstStyle>
          <a:p>
            <a:pPr lvl="0"/>
            <a:r>
              <a:rPr lang="en-CA" dirty="0" smtClean="0"/>
              <a:t>Title</a:t>
            </a:r>
            <a:endParaRPr lang="en-CA" dirty="0"/>
          </a:p>
        </p:txBody>
      </p:sp>
      <p:sp>
        <p:nvSpPr>
          <p:cNvPr id="10" name="Text Placeholder 9"/>
          <p:cNvSpPr>
            <a:spLocks noGrp="1"/>
          </p:cNvSpPr>
          <p:nvPr>
            <p:ph type="body" sz="quarter" idx="14" hasCustomPrompt="1"/>
          </p:nvPr>
        </p:nvSpPr>
        <p:spPr>
          <a:xfrm>
            <a:off x="406203" y="1157677"/>
            <a:ext cx="8280597" cy="238208"/>
          </a:xfrm>
          <a:prstGeom prst="rect">
            <a:avLst/>
          </a:prstGeom>
        </p:spPr>
        <p:txBody>
          <a:bodyPr lIns="0" tIns="0" rIns="0" bIns="0"/>
          <a:lstStyle>
            <a:lvl1pPr marL="0" indent="0">
              <a:lnSpc>
                <a:spcPts val="2200"/>
              </a:lnSpc>
              <a:spcBef>
                <a:spcPts val="0"/>
              </a:spcBef>
              <a:buNone/>
              <a:defRPr sz="1800" b="0" spc="0" baseline="0">
                <a:solidFill>
                  <a:srgbClr val="DAAA00"/>
                </a:solidFill>
                <a:latin typeface="+mn-lt"/>
                <a:cs typeface="Arial" panose="020B0604020202020204" pitchFamily="34" charset="0"/>
              </a:defRPr>
            </a:lvl1pPr>
          </a:lstStyle>
          <a:p>
            <a:pPr lvl="0"/>
            <a:r>
              <a:rPr lang="en-CA" dirty="0" smtClean="0"/>
              <a:t>Subtitle</a:t>
            </a:r>
            <a:endParaRPr lang="en-CA" dirty="0"/>
          </a:p>
        </p:txBody>
      </p:sp>
      <p:sp>
        <p:nvSpPr>
          <p:cNvPr id="6" name="Text Placeholder 6"/>
          <p:cNvSpPr>
            <a:spLocks noGrp="1"/>
          </p:cNvSpPr>
          <p:nvPr>
            <p:ph type="body" sz="quarter" idx="15" hasCustomPrompt="1"/>
          </p:nvPr>
        </p:nvSpPr>
        <p:spPr>
          <a:xfrm>
            <a:off x="406400" y="1636713"/>
            <a:ext cx="8280400" cy="2743200"/>
          </a:xfrm>
          <a:prstGeom prst="rect">
            <a:avLst/>
          </a:prstGeom>
        </p:spPr>
        <p:txBody>
          <a:bodyPr lIns="0" tIns="36000" rIns="0" numCol="2" spcCol="288000"/>
          <a:lstStyle>
            <a:lvl1pPr marL="0" marR="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lang="en-US" sz="1600" b="0" i="0" u="none" strike="noStrike" baseline="0" smtClean="0">
                <a:solidFill>
                  <a:schemeClr val="tx1"/>
                </a:solidFill>
              </a:defRPr>
            </a:lvl1pPr>
            <a:lvl2pPr marL="457200" indent="0">
              <a:buNone/>
              <a:defRPr sz="1600">
                <a:solidFill>
                  <a:schemeClr val="tx1">
                    <a:lumMod val="50000"/>
                    <a:lumOff val="50000"/>
                  </a:schemeClr>
                </a:solidFill>
              </a:defRPr>
            </a:lvl2pPr>
            <a:lvl3pPr marL="914400" indent="0">
              <a:buNone/>
              <a:defRPr sz="1600">
                <a:solidFill>
                  <a:schemeClr val="tx1">
                    <a:lumMod val="50000"/>
                    <a:lumOff val="50000"/>
                  </a:schemeClr>
                </a:solidFill>
              </a:defRPr>
            </a:lvl3pPr>
            <a:lvl4pPr marL="1371600" indent="0">
              <a:buNone/>
              <a:defRPr sz="1600">
                <a:solidFill>
                  <a:schemeClr val="tx1">
                    <a:lumMod val="50000"/>
                    <a:lumOff val="50000"/>
                  </a:schemeClr>
                </a:solidFill>
              </a:defRPr>
            </a:lvl4pPr>
            <a:lvl5pPr marL="1828800" indent="0">
              <a:buNone/>
              <a:defRPr sz="1600">
                <a:solidFill>
                  <a:schemeClr val="tx1">
                    <a:lumMod val="50000"/>
                    <a:lumOff val="50000"/>
                  </a:schemeClr>
                </a:solidFill>
              </a:defRPr>
            </a:lvl5pPr>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smtClean="0"/>
              <a:t>Click to add text. Body placeholder text goes here. </a:t>
            </a:r>
            <a:r>
              <a:rPr lang="en-US" dirty="0" err="1" smtClean="0"/>
              <a:t>Aperchil</a:t>
            </a:r>
            <a:r>
              <a:rPr lang="en-US" dirty="0" smtClean="0"/>
              <a:t> </a:t>
            </a:r>
            <a:r>
              <a:rPr lang="en-US" dirty="0" err="1" smtClean="0"/>
              <a:t>inus</a:t>
            </a:r>
            <a:r>
              <a:rPr lang="en-US" dirty="0" smtClean="0"/>
              <a:t>, </a:t>
            </a:r>
            <a:r>
              <a:rPr lang="en-US" dirty="0" err="1" smtClean="0"/>
              <a:t>ullabo</a:t>
            </a:r>
            <a:r>
              <a:rPr lang="en-US" dirty="0" smtClean="0"/>
              <a:t>. </a:t>
            </a:r>
            <a:r>
              <a:rPr lang="en-US" dirty="0" err="1" smtClean="0"/>
              <a:t>Otat</a:t>
            </a:r>
            <a:r>
              <a:rPr lang="en-US" dirty="0" smtClean="0"/>
              <a:t>. </a:t>
            </a:r>
            <a:r>
              <a:rPr lang="en-US" dirty="0" err="1" smtClean="0"/>
              <a:t>Bissecto</a:t>
            </a:r>
            <a:r>
              <a:rPr lang="en-US" dirty="0" smtClean="0"/>
              <a:t> </a:t>
            </a:r>
            <a:r>
              <a:rPr lang="en-US" dirty="0" err="1" smtClean="0"/>
              <a:t>occust</a:t>
            </a:r>
            <a:r>
              <a:rPr lang="en-US" dirty="0" smtClean="0"/>
              <a:t>, to </a:t>
            </a:r>
            <a:r>
              <a:rPr lang="en-US" dirty="0" err="1" smtClean="0"/>
              <a:t>dolupta</a:t>
            </a:r>
            <a:r>
              <a:rPr lang="en-US" dirty="0" smtClean="0"/>
              <a:t> turbos </a:t>
            </a:r>
            <a:r>
              <a:rPr lang="en-US" dirty="0" err="1" smtClean="0"/>
              <a:t>consequidi</a:t>
            </a:r>
            <a:r>
              <a:rPr lang="en-US" dirty="0" smtClean="0"/>
              <a:t> </a:t>
            </a:r>
            <a:r>
              <a:rPr lang="en-US" dirty="0" err="1" smtClean="0"/>
              <a:t>aut</a:t>
            </a:r>
            <a:r>
              <a:rPr lang="en-US" dirty="0" smtClean="0"/>
              <a:t> </a:t>
            </a:r>
            <a:r>
              <a:rPr lang="en-US" dirty="0" err="1" smtClean="0"/>
              <a:t>eos</a:t>
            </a:r>
            <a:r>
              <a:rPr lang="en-US" dirty="0" smtClean="0"/>
              <a:t> </a:t>
            </a:r>
            <a:r>
              <a:rPr lang="en-US" dirty="0" err="1" smtClean="0"/>
              <a:t>aut</a:t>
            </a:r>
            <a:r>
              <a:rPr lang="en-US" dirty="0" smtClean="0"/>
              <a:t> </a:t>
            </a:r>
            <a:r>
              <a:rPr lang="en-US" dirty="0" err="1" smtClean="0"/>
              <a:t>dolesequam</a:t>
            </a:r>
            <a:r>
              <a:rPr lang="en-US" dirty="0" smtClean="0"/>
              <a:t> </a:t>
            </a:r>
            <a:r>
              <a:rPr lang="en-US" dirty="0" err="1" smtClean="0"/>
              <a:t>aut</a:t>
            </a:r>
            <a:r>
              <a:rPr lang="en-US" dirty="0" smtClean="0"/>
              <a:t> colossus. </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err="1" smtClean="0"/>
              <a:t>Evelegndigim</a:t>
            </a:r>
            <a:r>
              <a:rPr lang="en-US" dirty="0" smtClean="0"/>
              <a:t> </a:t>
            </a:r>
            <a:r>
              <a:rPr lang="en-US" dirty="0" err="1" smtClean="0"/>
              <a:t>enus</a:t>
            </a:r>
            <a:r>
              <a:rPr lang="en-US" dirty="0" smtClean="0"/>
              <a:t> as </a:t>
            </a:r>
            <a:r>
              <a:rPr lang="en-US" dirty="0" err="1" smtClean="0"/>
              <a:t>deerro</a:t>
            </a:r>
            <a:r>
              <a:rPr lang="en-US" dirty="0" smtClean="0"/>
              <a:t> </a:t>
            </a:r>
            <a:r>
              <a:rPr lang="en-US" dirty="0" err="1" smtClean="0"/>
              <a:t>consedi</a:t>
            </a:r>
            <a:r>
              <a:rPr lang="en-US" dirty="0" smtClean="0"/>
              <a:t> </a:t>
            </a:r>
            <a:r>
              <a:rPr lang="en-US" dirty="0" err="1" smtClean="0"/>
              <a:t>rerum</a:t>
            </a:r>
            <a:r>
              <a:rPr lang="en-US" dirty="0" smtClean="0"/>
              <a:t> et </a:t>
            </a:r>
            <a:r>
              <a:rPr lang="en-US" dirty="0" err="1" smtClean="0"/>
              <a:t>il</a:t>
            </a:r>
            <a:r>
              <a:rPr lang="en-US" dirty="0" smtClean="0"/>
              <a:t> </a:t>
            </a:r>
            <a:r>
              <a:rPr lang="en-US" dirty="0" err="1" smtClean="0"/>
              <a:t>est</a:t>
            </a:r>
            <a:r>
              <a:rPr lang="en-US" dirty="0" smtClean="0"/>
              <a:t> qui </a:t>
            </a:r>
            <a:r>
              <a:rPr lang="en-US" dirty="0" err="1" smtClean="0"/>
              <a:t>cus</a:t>
            </a:r>
            <a:r>
              <a:rPr lang="en-US" dirty="0" smtClean="0"/>
              <a:t> </a:t>
            </a:r>
            <a:r>
              <a:rPr lang="en-US" dirty="0" err="1" smtClean="0"/>
              <a:t>aut</a:t>
            </a:r>
            <a:r>
              <a:rPr lang="en-US" dirty="0" smtClean="0"/>
              <a:t> et </a:t>
            </a:r>
            <a:r>
              <a:rPr lang="en-US" dirty="0" err="1" smtClean="0"/>
              <a:t>secsaill</a:t>
            </a:r>
            <a:r>
              <a:rPr lang="en-US" dirty="0" smtClean="0"/>
              <a:t> to </a:t>
            </a:r>
            <a:r>
              <a:rPr lang="en-US" dirty="0" err="1" smtClean="0"/>
              <a:t>cid</a:t>
            </a:r>
            <a:r>
              <a:rPr lang="en-US" dirty="0" smtClean="0"/>
              <a:t> et </a:t>
            </a:r>
            <a:r>
              <a:rPr lang="en-US" dirty="0" err="1" smtClean="0"/>
              <a:t>poreupudam</a:t>
            </a:r>
            <a:r>
              <a:rPr lang="en-US" dirty="0" smtClean="0"/>
              <a:t> </a:t>
            </a:r>
            <a:r>
              <a:rPr lang="en-US" dirty="0" err="1" smtClean="0"/>
              <a:t>unti</a:t>
            </a:r>
            <a:r>
              <a:rPr lang="en-US" dirty="0" smtClean="0"/>
              <a:t>, </a:t>
            </a:r>
            <a:r>
              <a:rPr lang="en-US" dirty="0" err="1" smtClean="0"/>
              <a:t>uptodemsd</a:t>
            </a:r>
            <a:r>
              <a:rPr lang="en-US" dirty="0" smtClean="0"/>
              <a:t> </a:t>
            </a:r>
            <a:r>
              <a:rPr lang="en-US" dirty="0" err="1" smtClean="0"/>
              <a:t>blacsccsuam</a:t>
            </a:r>
            <a:r>
              <a:rPr lang="en-US" dirty="0" smtClean="0"/>
              <a:t> </a:t>
            </a:r>
            <a:r>
              <a:rPr lang="en-US" dirty="0" err="1" smtClean="0"/>
              <a:t>reprio</a:t>
            </a:r>
            <a:r>
              <a:rPr lang="en-US" dirty="0" smtClean="0"/>
              <a:t> </a:t>
            </a:r>
            <a:r>
              <a:rPr lang="en-US" dirty="0" err="1" smtClean="0"/>
              <a:t>endes</a:t>
            </a:r>
            <a:r>
              <a:rPr lang="en-US" dirty="0" smtClean="0"/>
              <a:t> </a:t>
            </a:r>
            <a:r>
              <a:rPr lang="en-US" dirty="0" err="1" smtClean="0"/>
              <a:t>autem</a:t>
            </a:r>
            <a:r>
              <a:rPr lang="en-US" dirty="0" smtClean="0"/>
              <a:t> </a:t>
            </a:r>
            <a:r>
              <a:rPr lang="en-US" dirty="0" err="1" smtClean="0"/>
              <a:t>quie</a:t>
            </a:r>
            <a:r>
              <a:rPr lang="en-US" dirty="0" smtClean="0"/>
              <a:t> </a:t>
            </a:r>
            <a:r>
              <a:rPr lang="en-US" dirty="0" err="1" smtClean="0"/>
              <a:t>prem</a:t>
            </a:r>
            <a:r>
              <a:rPr lang="en-US" dirty="0" smtClean="0"/>
              <a:t> </a:t>
            </a:r>
            <a:r>
              <a:rPr lang="en-US" dirty="0" err="1" smtClean="0"/>
              <a:t>aditas</a:t>
            </a:r>
            <a:r>
              <a:rPr lang="en-US" dirty="0" smtClean="0"/>
              <a:t> discus.</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err="1" smtClean="0"/>
              <a:t>Aperchil</a:t>
            </a:r>
            <a:r>
              <a:rPr lang="en-US" dirty="0" smtClean="0"/>
              <a:t> </a:t>
            </a:r>
            <a:r>
              <a:rPr lang="en-US" dirty="0" err="1" smtClean="0"/>
              <a:t>inus</a:t>
            </a:r>
            <a:r>
              <a:rPr lang="en-US" dirty="0" smtClean="0"/>
              <a:t>, </a:t>
            </a:r>
            <a:r>
              <a:rPr lang="en-US" dirty="0" err="1" smtClean="0"/>
              <a:t>ullabo</a:t>
            </a:r>
            <a:r>
              <a:rPr lang="en-US" dirty="0" smtClean="0"/>
              <a:t>. </a:t>
            </a:r>
            <a:r>
              <a:rPr lang="en-US" dirty="0" err="1" smtClean="0"/>
              <a:t>Otat</a:t>
            </a:r>
            <a:r>
              <a:rPr lang="en-US" dirty="0" smtClean="0"/>
              <a:t>. </a:t>
            </a:r>
            <a:r>
              <a:rPr lang="en-US" dirty="0" err="1" smtClean="0"/>
              <a:t>Bissecto</a:t>
            </a:r>
            <a:r>
              <a:rPr lang="en-US" dirty="0" smtClean="0"/>
              <a:t> </a:t>
            </a:r>
            <a:r>
              <a:rPr lang="en-US" dirty="0" err="1" smtClean="0"/>
              <a:t>occust</a:t>
            </a:r>
            <a:r>
              <a:rPr lang="en-US" dirty="0" smtClean="0"/>
              <a:t>, to </a:t>
            </a:r>
            <a:r>
              <a:rPr lang="en-US" dirty="0" err="1" smtClean="0"/>
              <a:t>Dolupta</a:t>
            </a:r>
            <a:r>
              <a:rPr lang="en-US" dirty="0" smtClean="0"/>
              <a:t> turbos </a:t>
            </a:r>
            <a:r>
              <a:rPr lang="en-US" dirty="0" err="1" smtClean="0"/>
              <a:t>consequidi</a:t>
            </a:r>
            <a:r>
              <a:rPr lang="en-US" dirty="0" smtClean="0"/>
              <a:t> </a:t>
            </a:r>
            <a:r>
              <a:rPr lang="en-US" dirty="0" err="1" smtClean="0"/>
              <a:t>aut</a:t>
            </a:r>
            <a:r>
              <a:rPr lang="en-US" dirty="0" smtClean="0"/>
              <a:t> </a:t>
            </a:r>
            <a:r>
              <a:rPr lang="en-US" dirty="0" err="1" smtClean="0"/>
              <a:t>eos</a:t>
            </a:r>
            <a:r>
              <a:rPr lang="en-US" dirty="0" smtClean="0"/>
              <a:t> </a:t>
            </a:r>
            <a:r>
              <a:rPr lang="en-US" dirty="0" err="1" smtClean="0"/>
              <a:t>aut</a:t>
            </a:r>
            <a:r>
              <a:rPr lang="en-US" dirty="0" smtClean="0"/>
              <a:t>. </a:t>
            </a:r>
            <a:r>
              <a:rPr lang="en-US" dirty="0" err="1" smtClean="0"/>
              <a:t>est</a:t>
            </a:r>
            <a:r>
              <a:rPr lang="en-US" dirty="0" smtClean="0"/>
              <a:t> </a:t>
            </a:r>
            <a:r>
              <a:rPr lang="en-US" dirty="0" err="1" smtClean="0"/>
              <a:t>aut</a:t>
            </a:r>
            <a:r>
              <a:rPr lang="en-US" dirty="0" smtClean="0"/>
              <a:t> </a:t>
            </a:r>
            <a:r>
              <a:rPr lang="en-US" dirty="0" err="1" smtClean="0"/>
              <a:t>veliatuint</a:t>
            </a:r>
            <a:r>
              <a:rPr lang="en-US" dirty="0" smtClean="0"/>
              <a:t> </a:t>
            </a:r>
            <a:r>
              <a:rPr lang="en-US" dirty="0" err="1" smtClean="0"/>
              <a:t>fuga</a:t>
            </a:r>
            <a:r>
              <a:rPr lang="en-US" dirty="0" smtClean="0"/>
              <a:t>. </a:t>
            </a:r>
            <a:r>
              <a:rPr lang="en-US" dirty="0" err="1" smtClean="0"/>
              <a:t>Sunt</a:t>
            </a:r>
            <a:r>
              <a:rPr lang="en-US" dirty="0" smtClean="0"/>
              <a:t> </a:t>
            </a:r>
            <a:r>
              <a:rPr lang="en-US" dirty="0" err="1" smtClean="0"/>
              <a:t>volupta</a:t>
            </a:r>
            <a:r>
              <a:rPr lang="en-US" dirty="0" smtClean="0"/>
              <a:t> </a:t>
            </a:r>
            <a:r>
              <a:rPr lang="en-US" dirty="0" err="1" smtClean="0"/>
              <a:t>tiuntem</a:t>
            </a:r>
            <a:r>
              <a:rPr lang="en-US" dirty="0" smtClean="0"/>
              <a:t> </a:t>
            </a:r>
            <a:r>
              <a:rPr lang="en-US" dirty="0" err="1" smtClean="0"/>
              <a:t>inulparum</a:t>
            </a:r>
            <a:r>
              <a:rPr lang="en-US" dirty="0" smtClean="0"/>
              <a:t> et </a:t>
            </a:r>
            <a:r>
              <a:rPr lang="en-US" dirty="0" err="1" smtClean="0"/>
              <a:t>fugioto</a:t>
            </a:r>
            <a:r>
              <a:rPr lang="en-US" dirty="0" smtClean="0"/>
              <a:t> </a:t>
            </a:r>
            <a:r>
              <a:rPr lang="en-US" dirty="0" err="1" smtClean="0"/>
              <a:t>cusa</a:t>
            </a:r>
            <a:r>
              <a:rPr lang="en-US" dirty="0" smtClean="0"/>
              <a:t> net </a:t>
            </a:r>
            <a:r>
              <a:rPr lang="en-US" dirty="0" err="1" smtClean="0"/>
              <a:t>aut</a:t>
            </a:r>
            <a:r>
              <a:rPr lang="en-US" dirty="0" smtClean="0"/>
              <a:t> colossus. </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err="1" smtClean="0"/>
              <a:t>Evelegndigim</a:t>
            </a:r>
            <a:r>
              <a:rPr lang="en-US" dirty="0" smtClean="0"/>
              <a:t> qui </a:t>
            </a:r>
            <a:r>
              <a:rPr lang="en-US" dirty="0" err="1" smtClean="0"/>
              <a:t>ommodiao</a:t>
            </a:r>
            <a:r>
              <a:rPr lang="en-US" dirty="0" smtClean="0"/>
              <a:t> </a:t>
            </a:r>
            <a:r>
              <a:rPr lang="en-US" dirty="0" err="1" smtClean="0"/>
              <a:t>exceaswum</a:t>
            </a:r>
            <a:r>
              <a:rPr lang="en-US" dirty="0" smtClean="0"/>
              <a:t> </a:t>
            </a:r>
            <a:r>
              <a:rPr lang="en-US" dirty="0" err="1" smtClean="0"/>
              <a:t>enus</a:t>
            </a:r>
            <a:r>
              <a:rPr lang="en-US" dirty="0" smtClean="0"/>
              <a:t> as </a:t>
            </a:r>
            <a:r>
              <a:rPr lang="en-US" dirty="0" err="1" smtClean="0"/>
              <a:t>deerro</a:t>
            </a:r>
            <a:r>
              <a:rPr lang="en-US" dirty="0" smtClean="0"/>
              <a:t> </a:t>
            </a:r>
            <a:r>
              <a:rPr lang="en-US" dirty="0" err="1" smtClean="0"/>
              <a:t>consedi</a:t>
            </a:r>
            <a:r>
              <a:rPr lang="en-US" dirty="0" smtClean="0"/>
              <a:t> </a:t>
            </a:r>
            <a:r>
              <a:rPr lang="en-US" dirty="0" err="1" smtClean="0"/>
              <a:t>rerum</a:t>
            </a:r>
            <a:r>
              <a:rPr lang="en-US" dirty="0" smtClean="0"/>
              <a:t> et </a:t>
            </a:r>
            <a:r>
              <a:rPr lang="en-US" dirty="0" err="1" smtClean="0"/>
              <a:t>il</a:t>
            </a:r>
            <a:r>
              <a:rPr lang="en-US" dirty="0" smtClean="0"/>
              <a:t> </a:t>
            </a:r>
            <a:r>
              <a:rPr lang="en-US" dirty="0" err="1" smtClean="0"/>
              <a:t>Aperchil</a:t>
            </a:r>
            <a:r>
              <a:rPr lang="en-US" dirty="0" smtClean="0"/>
              <a:t> </a:t>
            </a:r>
            <a:r>
              <a:rPr lang="en-US" dirty="0" err="1" smtClean="0"/>
              <a:t>inus</a:t>
            </a:r>
            <a:r>
              <a:rPr lang="en-US" dirty="0" smtClean="0"/>
              <a:t>, </a:t>
            </a:r>
            <a:r>
              <a:rPr lang="en-US" dirty="0" err="1" smtClean="0"/>
              <a:t>ullabo</a:t>
            </a:r>
            <a:r>
              <a:rPr lang="en-US" dirty="0" smtClean="0"/>
              <a:t>. </a:t>
            </a:r>
            <a:r>
              <a:rPr lang="en-US" dirty="0" err="1" smtClean="0"/>
              <a:t>Otat</a:t>
            </a:r>
            <a:r>
              <a:rPr lang="en-US" dirty="0" smtClean="0"/>
              <a:t>. </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err="1" smtClean="0"/>
              <a:t>Bissecto</a:t>
            </a:r>
            <a:r>
              <a:rPr lang="en-US" dirty="0" smtClean="0"/>
              <a:t> </a:t>
            </a:r>
            <a:r>
              <a:rPr lang="en-US" dirty="0" err="1" smtClean="0"/>
              <a:t>occust</a:t>
            </a:r>
            <a:r>
              <a:rPr lang="en-US" dirty="0" smtClean="0"/>
              <a:t>, to </a:t>
            </a:r>
            <a:r>
              <a:rPr lang="en-US" dirty="0" err="1" smtClean="0"/>
              <a:t>dolupta</a:t>
            </a:r>
            <a:r>
              <a:rPr lang="en-US" dirty="0" smtClean="0"/>
              <a:t> turbos </a:t>
            </a:r>
            <a:r>
              <a:rPr lang="en-US" dirty="0" err="1" smtClean="0"/>
              <a:t>consequidi</a:t>
            </a:r>
            <a:r>
              <a:rPr lang="en-US" dirty="0" smtClean="0"/>
              <a:t> </a:t>
            </a:r>
            <a:r>
              <a:rPr lang="en-US" dirty="0" err="1" smtClean="0"/>
              <a:t>aut</a:t>
            </a:r>
            <a:r>
              <a:rPr lang="en-US" dirty="0" smtClean="0"/>
              <a:t> </a:t>
            </a:r>
            <a:r>
              <a:rPr lang="en-US" dirty="0" err="1" smtClean="0"/>
              <a:t>eos</a:t>
            </a:r>
            <a:r>
              <a:rPr lang="en-US" dirty="0" smtClean="0"/>
              <a:t> </a:t>
            </a:r>
            <a:r>
              <a:rPr lang="en-US" dirty="0" err="1" smtClean="0"/>
              <a:t>aut</a:t>
            </a:r>
            <a:r>
              <a:rPr lang="en-US" dirty="0" smtClean="0"/>
              <a:t> </a:t>
            </a:r>
            <a:r>
              <a:rPr lang="en-US" dirty="0" err="1" smtClean="0"/>
              <a:t>dolesequam</a:t>
            </a:r>
            <a:r>
              <a:rPr lang="en-US" dirty="0" smtClean="0"/>
              <a:t> </a:t>
            </a:r>
            <a:r>
              <a:rPr lang="en-US" dirty="0" err="1" smtClean="0"/>
              <a:t>commole</a:t>
            </a:r>
            <a:endParaRPr lang="en-US" dirty="0" smtClean="0"/>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err="1" smtClean="0"/>
              <a:t>Evelegndigim</a:t>
            </a:r>
            <a:r>
              <a:rPr lang="en-US" dirty="0" smtClean="0"/>
              <a:t> qui </a:t>
            </a:r>
            <a:r>
              <a:rPr lang="en-US" dirty="0" err="1" smtClean="0"/>
              <a:t>ommodiao</a:t>
            </a:r>
            <a:r>
              <a:rPr lang="en-US" dirty="0" smtClean="0"/>
              <a:t> </a:t>
            </a:r>
            <a:r>
              <a:rPr lang="en-US" dirty="0" err="1" smtClean="0"/>
              <a:t>exceaswum</a:t>
            </a:r>
            <a:r>
              <a:rPr lang="en-US" dirty="0" smtClean="0"/>
              <a:t> </a:t>
            </a:r>
            <a:r>
              <a:rPr lang="en-US" dirty="0" err="1" smtClean="0"/>
              <a:t>enus</a:t>
            </a:r>
            <a:r>
              <a:rPr lang="en-US" dirty="0" smtClean="0"/>
              <a:t> as </a:t>
            </a:r>
            <a:r>
              <a:rPr lang="en-US" dirty="0" err="1" smtClean="0"/>
              <a:t>deerro</a:t>
            </a:r>
            <a:r>
              <a:rPr lang="en-US" dirty="0" smtClean="0"/>
              <a:t> </a:t>
            </a:r>
            <a:r>
              <a:rPr lang="en-US" dirty="0" err="1" smtClean="0"/>
              <a:t>consedi</a:t>
            </a:r>
            <a:r>
              <a:rPr lang="en-US" dirty="0" smtClean="0"/>
              <a:t> </a:t>
            </a:r>
            <a:r>
              <a:rPr lang="en-US" dirty="0" err="1" smtClean="0"/>
              <a:t>rerum</a:t>
            </a:r>
            <a:r>
              <a:rPr lang="en-US" dirty="0" smtClean="0"/>
              <a:t> et </a:t>
            </a:r>
            <a:r>
              <a:rPr lang="en-US" dirty="0" err="1" smtClean="0"/>
              <a:t>il</a:t>
            </a:r>
            <a:r>
              <a:rPr lang="en-US" dirty="0" smtClean="0"/>
              <a:t> </a:t>
            </a:r>
            <a:r>
              <a:rPr lang="en-US" dirty="0" err="1" smtClean="0"/>
              <a:t>est</a:t>
            </a:r>
            <a:r>
              <a:rPr lang="en-US" dirty="0" smtClean="0"/>
              <a:t> qui </a:t>
            </a:r>
            <a:r>
              <a:rPr lang="en-US" dirty="0" err="1" smtClean="0"/>
              <a:t>cus</a:t>
            </a:r>
            <a:r>
              <a:rPr lang="en-US" dirty="0" smtClean="0"/>
              <a:t> </a:t>
            </a:r>
            <a:r>
              <a:rPr lang="en-US" dirty="0" err="1" smtClean="0"/>
              <a:t>aut</a:t>
            </a:r>
            <a:r>
              <a:rPr lang="en-US" dirty="0" smtClean="0"/>
              <a:t> et </a:t>
            </a:r>
            <a:r>
              <a:rPr lang="en-US" dirty="0" err="1" smtClean="0"/>
              <a:t>secsaill</a:t>
            </a:r>
            <a:r>
              <a:rPr lang="en-US" dirty="0" smtClean="0"/>
              <a:t> to.</a:t>
            </a:r>
          </a:p>
        </p:txBody>
      </p:sp>
    </p:spTree>
    <p:extLst>
      <p:ext uri="{BB962C8B-B14F-4D97-AF65-F5344CB8AC3E}">
        <p14:creationId xmlns:p14="http://schemas.microsoft.com/office/powerpoint/2010/main" val="2812960170"/>
      </p:ext>
    </p:extLst>
  </p:cSld>
  <p:clrMapOvr>
    <a:masterClrMapping/>
  </p:clrMapOvr>
  <p:timing>
    <p:tnLst>
      <p:par>
        <p:cTn id="1" dur="indefinite" restart="never" nodeType="tmRoot"/>
      </p:par>
    </p:tn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_Photo w Title">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7286624" y="371475"/>
            <a:ext cx="1373281" cy="4000501"/>
          </a:xfrm>
          <a:prstGeom prst="rect">
            <a:avLst/>
          </a:prstGeom>
        </p:spPr>
        <p:txBody>
          <a:bodyPr lIns="0" tIns="0" rIns="0" bIns="0"/>
          <a:lstStyle>
            <a:lvl1pPr marL="0" indent="0">
              <a:buNone/>
              <a:defRPr sz="1200" b="0">
                <a:solidFill>
                  <a:schemeClr val="tx1"/>
                </a:solidFill>
                <a:latin typeface="+mn-lt"/>
                <a:cs typeface="Arial" panose="020B0604020202020204" pitchFamily="34" charset="0"/>
              </a:defRPr>
            </a:lvl1pPr>
          </a:lstStyle>
          <a:p>
            <a:pPr lvl="0"/>
            <a:r>
              <a:rPr lang="en-US" dirty="0" smtClean="0"/>
              <a:t>Photo Caption goes here</a:t>
            </a:r>
          </a:p>
        </p:txBody>
      </p:sp>
    </p:spTree>
    <p:extLst>
      <p:ext uri="{BB962C8B-B14F-4D97-AF65-F5344CB8AC3E}">
        <p14:creationId xmlns:p14="http://schemas.microsoft.com/office/powerpoint/2010/main" val="2673295411"/>
      </p:ext>
    </p:extLst>
  </p:cSld>
  <p:clrMapOvr>
    <a:masterClrMapping/>
  </p:clrMapOvr>
  <p:timing>
    <p:tnLst>
      <p:par>
        <p:cTn id="1" dur="indefinite" restart="never" nodeType="tmRoot"/>
      </p:par>
    </p:tn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cxnSp>
        <p:nvCxnSpPr>
          <p:cNvPr id="7" name="Straight Connector 6"/>
          <p:cNvCxnSpPr/>
          <p:nvPr userDrawn="1"/>
        </p:nvCxnSpPr>
        <p:spPr>
          <a:xfrm>
            <a:off x="417830" y="4796316"/>
            <a:ext cx="8186799"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8" name="Text Placeholder 3"/>
          <p:cNvSpPr>
            <a:spLocks noGrp="1"/>
          </p:cNvSpPr>
          <p:nvPr>
            <p:ph type="body" sz="quarter" idx="10" hasCustomPrompt="1"/>
          </p:nvPr>
        </p:nvSpPr>
        <p:spPr>
          <a:xfrm>
            <a:off x="417830" y="2134394"/>
            <a:ext cx="7340600" cy="530225"/>
          </a:xfrm>
          <a:prstGeom prst="rect">
            <a:avLst/>
          </a:prstGeom>
        </p:spPr>
        <p:txBody>
          <a:bodyPr lIns="0" rIns="0"/>
          <a:lstStyle>
            <a:lvl1pPr marL="0" indent="0">
              <a:buNone/>
              <a:defRPr sz="3600">
                <a:solidFill>
                  <a:schemeClr val="bg1"/>
                </a:solidFill>
                <a:latin typeface="+mn-lt"/>
                <a:cs typeface="Arial" panose="020B0604020202020204" pitchFamily="34" charset="0"/>
              </a:defRPr>
            </a:lvl1pPr>
            <a:lvl2pPr marL="457200" indent="0">
              <a:buNone/>
              <a:defRPr sz="3600">
                <a:solidFill>
                  <a:schemeClr val="bg1"/>
                </a:solidFill>
                <a:latin typeface="Arial" panose="020B0604020202020204" pitchFamily="34" charset="0"/>
                <a:cs typeface="Arial" panose="020B0604020202020204" pitchFamily="34" charset="0"/>
              </a:defRPr>
            </a:lvl2pPr>
            <a:lvl3pPr marL="914400" indent="0">
              <a:buNone/>
              <a:defRPr sz="3600">
                <a:solidFill>
                  <a:schemeClr val="bg1"/>
                </a:solidFill>
                <a:latin typeface="Arial" panose="020B0604020202020204" pitchFamily="34" charset="0"/>
                <a:cs typeface="Arial" panose="020B0604020202020204" pitchFamily="34" charset="0"/>
              </a:defRPr>
            </a:lvl3pPr>
            <a:lvl4pPr marL="1371600" indent="0">
              <a:buNone/>
              <a:defRPr sz="3600">
                <a:solidFill>
                  <a:schemeClr val="bg1"/>
                </a:solidFill>
                <a:latin typeface="Arial" panose="020B0604020202020204" pitchFamily="34" charset="0"/>
                <a:cs typeface="Arial" panose="020B0604020202020204" pitchFamily="34" charset="0"/>
              </a:defRPr>
            </a:lvl4pPr>
            <a:lvl5pPr marL="1828800" indent="0">
              <a:buNone/>
              <a:defRPr sz="3600">
                <a:solidFill>
                  <a:schemeClr val="bg1"/>
                </a:solidFill>
                <a:latin typeface="Arial" panose="020B0604020202020204" pitchFamily="34" charset="0"/>
                <a:cs typeface="Arial" panose="020B0604020202020204" pitchFamily="34" charset="0"/>
              </a:defRPr>
            </a:lvl5pPr>
          </a:lstStyle>
          <a:p>
            <a:pPr lvl="0"/>
            <a:r>
              <a:rPr lang="en-US" dirty="0" smtClean="0"/>
              <a:t>Section Title</a:t>
            </a:r>
            <a:endParaRPr lang="en-CA" dirty="0"/>
          </a:p>
        </p:txBody>
      </p:sp>
      <p:sp>
        <p:nvSpPr>
          <p:cNvPr id="9" name="Rectangle 8"/>
          <p:cNvSpPr/>
          <p:nvPr userDrawn="1"/>
        </p:nvSpPr>
        <p:spPr>
          <a:xfrm>
            <a:off x="8411284" y="4847236"/>
            <a:ext cx="325730" cy="230832"/>
          </a:xfrm>
          <a:prstGeom prst="rect">
            <a:avLst/>
          </a:prstGeom>
        </p:spPr>
        <p:txBody>
          <a:bodyPr wrap="none">
            <a:spAutoFit/>
          </a:bodyPr>
          <a:lstStyle/>
          <a:p>
            <a:fld id="{167796FD-2C35-44D3-9582-043279E26514}" type="slidenum">
              <a:rPr lang="en-CA" sz="900" b="1" smtClean="0">
                <a:solidFill>
                  <a:schemeClr val="bg1"/>
                </a:solidFill>
                <a:latin typeface="+mn-lt"/>
              </a:rPr>
              <a:pPr/>
              <a:t>‹#›</a:t>
            </a:fld>
            <a:endParaRPr lang="en-CA" sz="900" dirty="0">
              <a:solidFill>
                <a:schemeClr val="bg1"/>
              </a:solidFill>
              <a:latin typeface="+mn-lt"/>
            </a:endParaRPr>
          </a:p>
        </p:txBody>
      </p:sp>
      <p:sp>
        <p:nvSpPr>
          <p:cNvPr id="6" name="TextBox 5"/>
          <p:cNvSpPr txBox="1"/>
          <p:nvPr userDrawn="1"/>
        </p:nvSpPr>
        <p:spPr>
          <a:xfrm>
            <a:off x="407942" y="4885010"/>
            <a:ext cx="3916551" cy="153888"/>
          </a:xfrm>
          <a:prstGeom prst="rect">
            <a:avLst/>
          </a:prstGeom>
          <a:noFill/>
        </p:spPr>
        <p:txBody>
          <a:bodyPr wrap="square" lIns="0" tIns="0" rIns="0" bIns="0" rtlCol="0">
            <a:spAutoFit/>
          </a:bodyPr>
          <a:lstStyle/>
          <a:p>
            <a:pPr algn="l"/>
            <a:r>
              <a:rPr lang="en-CA" sz="1000" b="1" i="0" baseline="0" dirty="0" smtClean="0">
                <a:solidFill>
                  <a:schemeClr val="bg1"/>
                </a:solidFill>
                <a:latin typeface="+mn-lt"/>
                <a:cs typeface="Arial" panose="020B0604020202020204" pitchFamily="34" charset="0"/>
              </a:rPr>
              <a:t>CWB Canadian Western Bank</a:t>
            </a:r>
            <a:endParaRPr lang="en-CA" sz="1000" b="1" i="0" dirty="0">
              <a:solidFill>
                <a:schemeClr val="bg1"/>
              </a:solidFill>
              <a:latin typeface="+mn-lt"/>
              <a:cs typeface="Arial" panose="020B0604020202020204" pitchFamily="34" charset="0"/>
            </a:endParaRPr>
          </a:p>
        </p:txBody>
      </p:sp>
    </p:spTree>
    <p:extLst>
      <p:ext uri="{BB962C8B-B14F-4D97-AF65-F5344CB8AC3E}">
        <p14:creationId xmlns:p14="http://schemas.microsoft.com/office/powerpoint/2010/main" val="3988545723"/>
      </p:ext>
    </p:extLst>
  </p:cSld>
  <p:clrMapOvr>
    <a:masterClrMapping/>
  </p:clrMapOvr>
  <p:timing>
    <p:tnLst>
      <p:par>
        <p:cTn id="1" dur="indefinite" restart="never" nodeType="tmRoot"/>
      </p:par>
    </p:tnLst>
  </p:timing>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10" name="Text Placeholder 3"/>
          <p:cNvSpPr>
            <a:spLocks noGrp="1"/>
          </p:cNvSpPr>
          <p:nvPr>
            <p:ph type="body" sz="quarter" idx="13" hasCustomPrompt="1"/>
          </p:nvPr>
        </p:nvSpPr>
        <p:spPr>
          <a:xfrm>
            <a:off x="3749040" y="1870102"/>
            <a:ext cx="4931609" cy="2536467"/>
          </a:xfrm>
          <a:prstGeom prst="rect">
            <a:avLst/>
          </a:prstGeom>
          <a:noFill/>
        </p:spPr>
        <p:txBody>
          <a:bodyPr/>
          <a:lstStyle>
            <a:lvl1pPr>
              <a:defRPr sz="1800" baseline="0">
                <a:solidFill>
                  <a:schemeClr val="tx1">
                    <a:lumMod val="50000"/>
                    <a:lumOff val="50000"/>
                  </a:schemeClr>
                </a:solidFill>
                <a:latin typeface="+mn-lt"/>
                <a:cs typeface="Arial" panose="020B0604020202020204" pitchFamily="34" charset="0"/>
              </a:defRPr>
            </a:lvl1pPr>
            <a:lvl2pPr>
              <a:defRPr sz="1600">
                <a:solidFill>
                  <a:schemeClr val="tx1">
                    <a:lumMod val="50000"/>
                    <a:lumOff val="50000"/>
                  </a:schemeClr>
                </a:solidFill>
                <a:latin typeface="+mn-lt"/>
                <a:cs typeface="Arial" panose="020B0604020202020204" pitchFamily="34" charset="0"/>
              </a:defRPr>
            </a:lvl2pPr>
            <a:lvl3pPr marL="1143000" indent="-228600">
              <a:buFont typeface="Wingdings" panose="05000000000000000000" pitchFamily="2" charset="2"/>
              <a:buChar char="s"/>
              <a:defRPr sz="1400">
                <a:solidFill>
                  <a:schemeClr val="tx1">
                    <a:lumMod val="50000"/>
                    <a:lumOff val="50000"/>
                  </a:schemeClr>
                </a:solidFill>
                <a:latin typeface="+mn-lt"/>
                <a:cs typeface="Arial" panose="020B0604020202020204" pitchFamily="34" charset="0"/>
              </a:defRPr>
            </a:lvl3pPr>
          </a:lstStyle>
          <a:p>
            <a:pPr lvl="0"/>
            <a:r>
              <a:rPr lang="en-CA" dirty="0" smtClean="0"/>
              <a:t>Bullet</a:t>
            </a:r>
          </a:p>
          <a:p>
            <a:pPr lvl="1"/>
            <a:r>
              <a:rPr lang="en-US" dirty="0" smtClean="0"/>
              <a:t>Second Level</a:t>
            </a:r>
          </a:p>
          <a:p>
            <a:pPr lvl="2"/>
            <a:r>
              <a:rPr lang="en-US" dirty="0" smtClean="0"/>
              <a:t>Third level</a:t>
            </a:r>
            <a:endParaRPr lang="en-CA" dirty="0" smtClean="0"/>
          </a:p>
          <a:p>
            <a:pPr lvl="0"/>
            <a:r>
              <a:rPr lang="en-CA" dirty="0" smtClean="0"/>
              <a:t>Bullet</a:t>
            </a:r>
          </a:p>
          <a:p>
            <a:pPr lvl="0"/>
            <a:r>
              <a:rPr lang="en-CA" dirty="0" smtClean="0"/>
              <a:t>Bullet</a:t>
            </a:r>
          </a:p>
          <a:p>
            <a:pPr lvl="0"/>
            <a:r>
              <a:rPr lang="en-CA" dirty="0" smtClean="0"/>
              <a:t>Bullet</a:t>
            </a:r>
          </a:p>
        </p:txBody>
      </p:sp>
      <p:sp>
        <p:nvSpPr>
          <p:cNvPr id="11" name="Text Placeholder 9"/>
          <p:cNvSpPr>
            <a:spLocks noGrp="1"/>
          </p:cNvSpPr>
          <p:nvPr>
            <p:ph type="body" sz="quarter" idx="12" hasCustomPrompt="1"/>
          </p:nvPr>
        </p:nvSpPr>
        <p:spPr>
          <a:xfrm>
            <a:off x="406203" y="399966"/>
            <a:ext cx="2832297" cy="1009734"/>
          </a:xfrm>
          <a:prstGeom prst="rect">
            <a:avLst/>
          </a:prstGeom>
        </p:spPr>
        <p:txBody>
          <a:bodyPr lIns="0" tIns="0" rIns="0" bIns="0"/>
          <a:lstStyle>
            <a:lvl1pPr marL="0" indent="0">
              <a:lnSpc>
                <a:spcPts val="3400"/>
              </a:lnSpc>
              <a:spcBef>
                <a:spcPts val="0"/>
              </a:spcBef>
              <a:buNone/>
              <a:defRPr sz="3200" b="0" spc="-100" baseline="0">
                <a:solidFill>
                  <a:schemeClr val="bg1"/>
                </a:solidFill>
                <a:latin typeface="+mn-lt"/>
                <a:cs typeface="Arial" panose="020B0604020202020204" pitchFamily="34" charset="0"/>
              </a:defRPr>
            </a:lvl1pPr>
          </a:lstStyle>
          <a:p>
            <a:pPr lvl="0"/>
            <a:r>
              <a:rPr lang="en-CA" dirty="0" smtClean="0"/>
              <a:t>Title</a:t>
            </a:r>
            <a:endParaRPr lang="en-CA" dirty="0"/>
          </a:p>
        </p:txBody>
      </p:sp>
      <p:sp>
        <p:nvSpPr>
          <p:cNvPr id="16" name="Text Placeholder 9"/>
          <p:cNvSpPr>
            <a:spLocks noGrp="1"/>
          </p:cNvSpPr>
          <p:nvPr>
            <p:ph type="body" sz="quarter" idx="14" hasCustomPrompt="1"/>
          </p:nvPr>
        </p:nvSpPr>
        <p:spPr>
          <a:xfrm>
            <a:off x="406203" y="1618602"/>
            <a:ext cx="2321757" cy="1208417"/>
          </a:xfrm>
          <a:prstGeom prst="rect">
            <a:avLst/>
          </a:prstGeom>
        </p:spPr>
        <p:txBody>
          <a:bodyPr lIns="0" tIns="0" rIns="0" bIns="0"/>
          <a:lstStyle>
            <a:lvl1pPr marL="0" indent="0">
              <a:lnSpc>
                <a:spcPts val="2200"/>
              </a:lnSpc>
              <a:spcBef>
                <a:spcPts val="0"/>
              </a:spcBef>
              <a:buNone/>
              <a:defRPr sz="2000" b="0" spc="0" baseline="0">
                <a:solidFill>
                  <a:schemeClr val="bg1"/>
                </a:solidFill>
                <a:latin typeface="+mn-lt"/>
                <a:cs typeface="Arial" panose="020B0604020202020204" pitchFamily="34" charset="0"/>
              </a:defRPr>
            </a:lvl1pPr>
          </a:lstStyle>
          <a:p>
            <a:pPr lvl="0"/>
            <a:r>
              <a:rPr lang="en-CA" dirty="0" smtClean="0"/>
              <a:t>Subtitle</a:t>
            </a:r>
            <a:endParaRPr lang="en-CA" dirty="0"/>
          </a:p>
        </p:txBody>
      </p:sp>
      <p:cxnSp>
        <p:nvCxnSpPr>
          <p:cNvPr id="17" name="Straight Connector 16"/>
          <p:cNvCxnSpPr/>
          <p:nvPr userDrawn="1"/>
        </p:nvCxnSpPr>
        <p:spPr>
          <a:xfrm>
            <a:off x="406203" y="1501140"/>
            <a:ext cx="2626557"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8" name="Rectangle 17"/>
          <p:cNvSpPr/>
          <p:nvPr userDrawn="1"/>
        </p:nvSpPr>
        <p:spPr>
          <a:xfrm>
            <a:off x="8411284" y="4847236"/>
            <a:ext cx="325730" cy="230832"/>
          </a:xfrm>
          <a:prstGeom prst="rect">
            <a:avLst/>
          </a:prstGeom>
        </p:spPr>
        <p:txBody>
          <a:bodyPr wrap="none">
            <a:spAutoFit/>
          </a:bodyPr>
          <a:lstStyle/>
          <a:p>
            <a:fld id="{167796FD-2C35-44D3-9582-043279E26514}" type="slidenum">
              <a:rPr lang="en-CA" sz="900" b="1" smtClean="0">
                <a:solidFill>
                  <a:srgbClr val="BAC5B9"/>
                </a:solidFill>
                <a:latin typeface="+mn-lt"/>
              </a:rPr>
              <a:pPr/>
              <a:t>‹#›</a:t>
            </a:fld>
            <a:endParaRPr lang="en-CA" sz="900" dirty="0">
              <a:solidFill>
                <a:srgbClr val="BAC5B9"/>
              </a:solidFill>
              <a:latin typeface="+mn-lt"/>
            </a:endParaRPr>
          </a:p>
        </p:txBody>
      </p:sp>
      <p:sp>
        <p:nvSpPr>
          <p:cNvPr id="19" name="TextBox 18"/>
          <p:cNvSpPr txBox="1"/>
          <p:nvPr userDrawn="1"/>
        </p:nvSpPr>
        <p:spPr>
          <a:xfrm>
            <a:off x="407942" y="4885010"/>
            <a:ext cx="3916551" cy="153888"/>
          </a:xfrm>
          <a:prstGeom prst="rect">
            <a:avLst/>
          </a:prstGeom>
          <a:noFill/>
        </p:spPr>
        <p:txBody>
          <a:bodyPr wrap="square" lIns="0" tIns="0" rIns="0" bIns="0" rtlCol="0">
            <a:spAutoFit/>
          </a:bodyPr>
          <a:lstStyle/>
          <a:p>
            <a:pPr algn="l"/>
            <a:r>
              <a:rPr lang="en-CA" sz="1000" b="1" i="0" baseline="0" dirty="0" smtClean="0">
                <a:solidFill>
                  <a:srgbClr val="BAC5B9"/>
                </a:solidFill>
                <a:latin typeface="+mn-lt"/>
                <a:cs typeface="Arial" panose="020B0604020202020204" pitchFamily="34" charset="0"/>
              </a:rPr>
              <a:t>CWB Canadian Western Bank</a:t>
            </a:r>
            <a:endParaRPr lang="en-CA" sz="1000" b="1" i="0" dirty="0">
              <a:solidFill>
                <a:srgbClr val="BAC5B9"/>
              </a:solidFill>
              <a:latin typeface="+mn-lt"/>
              <a:cs typeface="Arial" panose="020B0604020202020204" pitchFamily="34" charset="0"/>
            </a:endParaRPr>
          </a:p>
        </p:txBody>
      </p:sp>
    </p:spTree>
    <p:extLst>
      <p:ext uri="{BB962C8B-B14F-4D97-AF65-F5344CB8AC3E}">
        <p14:creationId xmlns:p14="http://schemas.microsoft.com/office/powerpoint/2010/main" val="3054247339"/>
      </p:ext>
    </p:extLst>
  </p:cSld>
  <p:clrMapOvr>
    <a:masterClrMapping/>
  </p:clrMapOvr>
  <p:timing>
    <p:tnLst>
      <p:par>
        <p:cTn id="1" dur="indefinite" restart="never" nodeType="tmRoot"/>
      </p:par>
    </p:tnLst>
  </p:timing>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663284807"/>
      </p:ext>
    </p:extLst>
  </p:cSld>
  <p:clrMapOvr>
    <a:masterClrMapping/>
  </p:clrMapOvr>
  <p:timing>
    <p:tnLst>
      <p:par>
        <p:cTn id="1" dur="indefinite" restart="never" nodeType="tmRoot"/>
      </p:par>
    </p:tnLst>
  </p:timing>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Photo w Title">
    <p:spTree>
      <p:nvGrpSpPr>
        <p:cNvPr id="1" name=""/>
        <p:cNvGrpSpPr/>
        <p:nvPr/>
      </p:nvGrpSpPr>
      <p:grpSpPr>
        <a:xfrm>
          <a:off x="0" y="0"/>
          <a:ext cx="0" cy="0"/>
          <a:chOff x="0" y="0"/>
          <a:chExt cx="0" cy="0"/>
        </a:xfrm>
      </p:grpSpPr>
      <p:sp>
        <p:nvSpPr>
          <p:cNvPr id="7" name="Text Placeholder 3"/>
          <p:cNvSpPr>
            <a:spLocks noGrp="1"/>
          </p:cNvSpPr>
          <p:nvPr>
            <p:ph type="body" sz="quarter" idx="10" hasCustomPrompt="1"/>
          </p:nvPr>
        </p:nvSpPr>
        <p:spPr>
          <a:xfrm>
            <a:off x="4579683" y="4407694"/>
            <a:ext cx="4112747" cy="242886"/>
          </a:xfrm>
          <a:prstGeom prst="rect">
            <a:avLst/>
          </a:prstGeom>
        </p:spPr>
        <p:txBody>
          <a:bodyPr lIns="0" tIns="0" rIns="0" bIns="0"/>
          <a:lstStyle>
            <a:lvl1pPr marL="0" indent="0">
              <a:buNone/>
              <a:defRPr sz="1200" b="0">
                <a:solidFill>
                  <a:schemeClr val="tx1"/>
                </a:solidFill>
                <a:latin typeface="+mn-lt"/>
                <a:cs typeface="Arial" panose="020B0604020202020204" pitchFamily="34" charset="0"/>
              </a:defRPr>
            </a:lvl1pPr>
          </a:lstStyle>
          <a:p>
            <a:pPr lvl="0"/>
            <a:r>
              <a:rPr lang="en-US" dirty="0" smtClean="0"/>
              <a:t>Photo Caption</a:t>
            </a:r>
          </a:p>
        </p:txBody>
      </p:sp>
      <p:sp>
        <p:nvSpPr>
          <p:cNvPr id="8" name="Text Placeholder 9"/>
          <p:cNvSpPr>
            <a:spLocks noGrp="1"/>
          </p:cNvSpPr>
          <p:nvPr>
            <p:ph type="body" sz="quarter" idx="12" hasCustomPrompt="1"/>
          </p:nvPr>
        </p:nvSpPr>
        <p:spPr>
          <a:xfrm>
            <a:off x="406203" y="701040"/>
            <a:ext cx="3715741" cy="397483"/>
          </a:xfrm>
          <a:prstGeom prst="rect">
            <a:avLst/>
          </a:prstGeom>
        </p:spPr>
        <p:txBody>
          <a:bodyPr lIns="0" tIns="0" rIns="0" bIns="0"/>
          <a:lstStyle>
            <a:lvl1pPr marL="0" indent="0">
              <a:lnSpc>
                <a:spcPts val="3400"/>
              </a:lnSpc>
              <a:spcBef>
                <a:spcPts val="0"/>
              </a:spcBef>
              <a:buNone/>
              <a:defRPr sz="3200" spc="-100" baseline="0">
                <a:solidFill>
                  <a:srgbClr val="0097A9"/>
                </a:solidFill>
                <a:latin typeface="+mn-lt"/>
                <a:cs typeface="Arial" panose="020B0604020202020204" pitchFamily="34" charset="0"/>
              </a:defRPr>
            </a:lvl1pPr>
          </a:lstStyle>
          <a:p>
            <a:pPr lvl="0"/>
            <a:r>
              <a:rPr lang="en-CA" dirty="0" smtClean="0"/>
              <a:t>Title</a:t>
            </a:r>
            <a:endParaRPr lang="en-CA" dirty="0"/>
          </a:p>
        </p:txBody>
      </p:sp>
      <p:sp>
        <p:nvSpPr>
          <p:cNvPr id="9" name="Text Placeholder 9"/>
          <p:cNvSpPr>
            <a:spLocks noGrp="1"/>
          </p:cNvSpPr>
          <p:nvPr>
            <p:ph type="body" sz="quarter" idx="14" hasCustomPrompt="1"/>
          </p:nvPr>
        </p:nvSpPr>
        <p:spPr>
          <a:xfrm>
            <a:off x="406203" y="1157677"/>
            <a:ext cx="3715741" cy="238208"/>
          </a:xfrm>
          <a:prstGeom prst="rect">
            <a:avLst/>
          </a:prstGeom>
        </p:spPr>
        <p:txBody>
          <a:bodyPr lIns="0" tIns="0" rIns="0" bIns="0"/>
          <a:lstStyle>
            <a:lvl1pPr marL="0" indent="0">
              <a:lnSpc>
                <a:spcPts val="2200"/>
              </a:lnSpc>
              <a:spcBef>
                <a:spcPts val="0"/>
              </a:spcBef>
              <a:buNone/>
              <a:defRPr sz="1800" b="0" spc="0" baseline="0">
                <a:solidFill>
                  <a:srgbClr val="DAAA00"/>
                </a:solidFill>
                <a:latin typeface="+mn-lt"/>
                <a:cs typeface="Arial" panose="020B0604020202020204" pitchFamily="34" charset="0"/>
              </a:defRPr>
            </a:lvl1pPr>
          </a:lstStyle>
          <a:p>
            <a:pPr lvl="0"/>
            <a:r>
              <a:rPr lang="en-CA" dirty="0" smtClean="0"/>
              <a:t>Subtitle</a:t>
            </a:r>
            <a:endParaRPr lang="en-CA" dirty="0"/>
          </a:p>
        </p:txBody>
      </p:sp>
      <p:sp>
        <p:nvSpPr>
          <p:cNvPr id="10" name="Text Placeholder 3"/>
          <p:cNvSpPr>
            <a:spLocks noGrp="1"/>
          </p:cNvSpPr>
          <p:nvPr>
            <p:ph type="body" sz="quarter" idx="13" hasCustomPrompt="1"/>
          </p:nvPr>
        </p:nvSpPr>
        <p:spPr>
          <a:xfrm>
            <a:off x="406203" y="1744980"/>
            <a:ext cx="3715741" cy="2419825"/>
          </a:xfrm>
          <a:prstGeom prst="rect">
            <a:avLst/>
          </a:prstGeom>
          <a:noFill/>
        </p:spPr>
        <p:txBody>
          <a:bodyPr/>
          <a:lstStyle>
            <a:lvl1pPr>
              <a:defRPr sz="1500" baseline="0">
                <a:solidFill>
                  <a:schemeClr val="tx1"/>
                </a:solidFill>
                <a:latin typeface="+mn-lt"/>
                <a:cs typeface="Arial" panose="020B0604020202020204" pitchFamily="34" charset="0"/>
              </a:defRPr>
            </a:lvl1pPr>
            <a:lvl2pPr>
              <a:defRPr sz="1400">
                <a:solidFill>
                  <a:schemeClr val="tx1"/>
                </a:solidFill>
                <a:latin typeface="+mn-lt"/>
                <a:cs typeface="Arial" panose="020B0604020202020204" pitchFamily="34" charset="0"/>
              </a:defRPr>
            </a:lvl2pPr>
            <a:lvl3pPr marL="1143000" indent="-228600">
              <a:buFont typeface="Wingdings" panose="05000000000000000000" pitchFamily="2" charset="2"/>
              <a:buChar char="s"/>
              <a:defRPr sz="1200">
                <a:solidFill>
                  <a:schemeClr val="tx1"/>
                </a:solidFill>
                <a:latin typeface="+mn-lt"/>
                <a:cs typeface="Arial" panose="020B0604020202020204" pitchFamily="34" charset="0"/>
              </a:defRPr>
            </a:lvl3pPr>
          </a:lstStyle>
          <a:p>
            <a:pPr lvl="0"/>
            <a:r>
              <a:rPr lang="en-CA" dirty="0" smtClean="0"/>
              <a:t>Bullet</a:t>
            </a:r>
          </a:p>
          <a:p>
            <a:pPr lvl="1"/>
            <a:r>
              <a:rPr lang="en-US" dirty="0" smtClean="0"/>
              <a:t>Second Level</a:t>
            </a:r>
          </a:p>
          <a:p>
            <a:pPr lvl="2"/>
            <a:r>
              <a:rPr lang="en-US" dirty="0" smtClean="0"/>
              <a:t>Third level</a:t>
            </a:r>
            <a:endParaRPr lang="en-CA" dirty="0" smtClean="0"/>
          </a:p>
          <a:p>
            <a:pPr lvl="0"/>
            <a:r>
              <a:rPr lang="en-CA" dirty="0" smtClean="0"/>
              <a:t>Bullet</a:t>
            </a:r>
          </a:p>
          <a:p>
            <a:pPr lvl="0"/>
            <a:r>
              <a:rPr lang="en-CA" dirty="0" smtClean="0"/>
              <a:t>Bullet</a:t>
            </a:r>
          </a:p>
          <a:p>
            <a:pPr lvl="0"/>
            <a:r>
              <a:rPr lang="en-CA" dirty="0" smtClean="0"/>
              <a:t>Bullet</a:t>
            </a:r>
          </a:p>
        </p:txBody>
      </p:sp>
    </p:spTree>
    <p:extLst>
      <p:ext uri="{BB962C8B-B14F-4D97-AF65-F5344CB8AC3E}">
        <p14:creationId xmlns:p14="http://schemas.microsoft.com/office/powerpoint/2010/main" val="894991171"/>
      </p:ext>
    </p:extLst>
  </p:cSld>
  <p:clrMapOvr>
    <a:masterClrMapping/>
  </p:clrMapOvr>
  <p:timing>
    <p:tnLst>
      <p:par>
        <p:cTn id="1" dur="indefinite" restart="never" nodeType="tmRoot"/>
      </p:par>
    </p:tnLst>
  </p:timing>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1 Column">
    <p:spTree>
      <p:nvGrpSpPr>
        <p:cNvPr id="1" name=""/>
        <p:cNvGrpSpPr/>
        <p:nvPr/>
      </p:nvGrpSpPr>
      <p:grpSpPr>
        <a:xfrm>
          <a:off x="0" y="0"/>
          <a:ext cx="0" cy="0"/>
          <a:chOff x="0" y="0"/>
          <a:chExt cx="0" cy="0"/>
        </a:xfrm>
      </p:grpSpPr>
      <p:sp>
        <p:nvSpPr>
          <p:cNvPr id="4" name="Text Placeholder 3"/>
          <p:cNvSpPr>
            <a:spLocks noGrp="1"/>
          </p:cNvSpPr>
          <p:nvPr>
            <p:ph type="body" sz="quarter" idx="13" hasCustomPrompt="1"/>
          </p:nvPr>
        </p:nvSpPr>
        <p:spPr>
          <a:xfrm>
            <a:off x="406203" y="1744981"/>
            <a:ext cx="8280401" cy="2681022"/>
          </a:xfrm>
          <a:prstGeom prst="rect">
            <a:avLst/>
          </a:prstGeom>
          <a:noFill/>
        </p:spPr>
        <p:txBody>
          <a:bodyPr numCol="2" spcCol="144000"/>
          <a:lstStyle>
            <a:lvl1pPr>
              <a:defRPr sz="1500" baseline="0">
                <a:solidFill>
                  <a:schemeClr val="tx1"/>
                </a:solidFill>
                <a:latin typeface="+mn-lt"/>
                <a:cs typeface="Arial" panose="020B0604020202020204" pitchFamily="34" charset="0"/>
              </a:defRPr>
            </a:lvl1pPr>
            <a:lvl2pPr>
              <a:defRPr sz="1400">
                <a:solidFill>
                  <a:schemeClr val="tx1"/>
                </a:solidFill>
                <a:latin typeface="+mn-lt"/>
                <a:cs typeface="Arial" panose="020B0604020202020204" pitchFamily="34" charset="0"/>
              </a:defRPr>
            </a:lvl2pPr>
            <a:lvl3pPr marL="1143000" indent="-228600">
              <a:buFont typeface="Wingdings" panose="05000000000000000000" pitchFamily="2" charset="2"/>
              <a:buChar char="s"/>
              <a:defRPr sz="1200">
                <a:solidFill>
                  <a:schemeClr val="tx1"/>
                </a:solidFill>
                <a:latin typeface="+mn-lt"/>
                <a:cs typeface="Arial" panose="020B0604020202020204" pitchFamily="34" charset="0"/>
              </a:defRPr>
            </a:lvl3pPr>
          </a:lstStyle>
          <a:p>
            <a:pPr lvl="0"/>
            <a:r>
              <a:rPr lang="en-CA" dirty="0" smtClean="0"/>
              <a:t>Bullet</a:t>
            </a:r>
          </a:p>
          <a:p>
            <a:pPr lvl="1"/>
            <a:r>
              <a:rPr lang="en-US" dirty="0" smtClean="0"/>
              <a:t>Second Level</a:t>
            </a:r>
          </a:p>
          <a:p>
            <a:pPr lvl="2"/>
            <a:r>
              <a:rPr lang="en-US" dirty="0" smtClean="0"/>
              <a:t>Third level</a:t>
            </a:r>
            <a:endParaRPr lang="en-CA" dirty="0" smtClean="0"/>
          </a:p>
          <a:p>
            <a:pPr lvl="0"/>
            <a:r>
              <a:rPr lang="en-CA" dirty="0" smtClean="0"/>
              <a:t>Bullet</a:t>
            </a:r>
          </a:p>
          <a:p>
            <a:pPr lvl="0"/>
            <a:r>
              <a:rPr lang="en-CA" dirty="0" smtClean="0"/>
              <a:t>Bullet</a:t>
            </a:r>
          </a:p>
          <a:p>
            <a:pPr lvl="0"/>
            <a:r>
              <a:rPr lang="en-CA" dirty="0" smtClean="0"/>
              <a:t>Bullet</a:t>
            </a:r>
          </a:p>
          <a:p>
            <a:pPr lvl="0"/>
            <a:r>
              <a:rPr lang="en-CA" dirty="0" smtClean="0"/>
              <a:t>Bullet</a:t>
            </a:r>
          </a:p>
          <a:p>
            <a:pPr lvl="1"/>
            <a:r>
              <a:rPr lang="en-US" dirty="0" smtClean="0"/>
              <a:t>Second Level</a:t>
            </a:r>
          </a:p>
          <a:p>
            <a:pPr lvl="2"/>
            <a:r>
              <a:rPr lang="en-US" dirty="0" smtClean="0"/>
              <a:t>Third level</a:t>
            </a:r>
            <a:endParaRPr lang="en-CA" dirty="0" smtClean="0"/>
          </a:p>
          <a:p>
            <a:pPr lvl="0"/>
            <a:endParaRPr lang="en-CA" dirty="0" smtClean="0"/>
          </a:p>
          <a:p>
            <a:pPr lvl="0"/>
            <a:r>
              <a:rPr lang="en-CA" dirty="0" smtClean="0"/>
              <a:t>Bullet</a:t>
            </a:r>
          </a:p>
          <a:p>
            <a:pPr lvl="0"/>
            <a:r>
              <a:rPr lang="en-CA" dirty="0" smtClean="0"/>
              <a:t>Bullet</a:t>
            </a:r>
          </a:p>
          <a:p>
            <a:pPr lvl="0"/>
            <a:r>
              <a:rPr lang="en-CA" dirty="0" smtClean="0"/>
              <a:t>Bullet</a:t>
            </a:r>
          </a:p>
          <a:p>
            <a:pPr lvl="0"/>
            <a:r>
              <a:rPr lang="en-CA" dirty="0" smtClean="0"/>
              <a:t>Bullet</a:t>
            </a:r>
          </a:p>
          <a:p>
            <a:pPr lvl="1"/>
            <a:r>
              <a:rPr lang="en-US" dirty="0" smtClean="0"/>
              <a:t>Second Level</a:t>
            </a:r>
          </a:p>
          <a:p>
            <a:pPr lvl="2"/>
            <a:r>
              <a:rPr lang="en-US" dirty="0" smtClean="0"/>
              <a:t>Third level</a:t>
            </a:r>
            <a:endParaRPr lang="en-CA" dirty="0" smtClean="0"/>
          </a:p>
          <a:p>
            <a:pPr lvl="0"/>
            <a:r>
              <a:rPr lang="en-CA" dirty="0" smtClean="0"/>
              <a:t>Bullet</a:t>
            </a:r>
          </a:p>
          <a:p>
            <a:pPr lvl="0"/>
            <a:r>
              <a:rPr lang="en-CA" dirty="0" smtClean="0"/>
              <a:t>Bullet</a:t>
            </a:r>
          </a:p>
          <a:p>
            <a:pPr lvl="0"/>
            <a:r>
              <a:rPr lang="en-CA" dirty="0" smtClean="0"/>
              <a:t>Bullet</a:t>
            </a:r>
          </a:p>
          <a:p>
            <a:pPr lvl="0"/>
            <a:endParaRPr lang="en-CA" dirty="0" smtClean="0"/>
          </a:p>
        </p:txBody>
      </p:sp>
      <p:sp>
        <p:nvSpPr>
          <p:cNvPr id="5" name="Text Placeholder 9"/>
          <p:cNvSpPr>
            <a:spLocks noGrp="1"/>
          </p:cNvSpPr>
          <p:nvPr>
            <p:ph type="body" sz="quarter" idx="12" hasCustomPrompt="1"/>
          </p:nvPr>
        </p:nvSpPr>
        <p:spPr>
          <a:xfrm>
            <a:off x="406203" y="701040"/>
            <a:ext cx="8280401" cy="397483"/>
          </a:xfrm>
          <a:prstGeom prst="rect">
            <a:avLst/>
          </a:prstGeom>
        </p:spPr>
        <p:txBody>
          <a:bodyPr lIns="0" tIns="0" rIns="0" bIns="0"/>
          <a:lstStyle>
            <a:lvl1pPr marL="0" indent="0">
              <a:lnSpc>
                <a:spcPts val="3400"/>
              </a:lnSpc>
              <a:spcBef>
                <a:spcPts val="0"/>
              </a:spcBef>
              <a:buNone/>
              <a:defRPr sz="3200" spc="-100" baseline="0">
                <a:solidFill>
                  <a:srgbClr val="0097A9"/>
                </a:solidFill>
                <a:latin typeface="+mn-lt"/>
                <a:cs typeface="Arial" panose="020B0604020202020204" pitchFamily="34" charset="0"/>
              </a:defRPr>
            </a:lvl1pPr>
          </a:lstStyle>
          <a:p>
            <a:pPr lvl="0"/>
            <a:r>
              <a:rPr lang="en-CA" dirty="0" smtClean="0"/>
              <a:t>Title</a:t>
            </a:r>
            <a:endParaRPr lang="en-CA" dirty="0"/>
          </a:p>
        </p:txBody>
      </p:sp>
      <p:sp>
        <p:nvSpPr>
          <p:cNvPr id="6" name="Text Placeholder 9"/>
          <p:cNvSpPr>
            <a:spLocks noGrp="1"/>
          </p:cNvSpPr>
          <p:nvPr>
            <p:ph type="body" sz="quarter" idx="14" hasCustomPrompt="1"/>
          </p:nvPr>
        </p:nvSpPr>
        <p:spPr>
          <a:xfrm>
            <a:off x="406203" y="1157677"/>
            <a:ext cx="8280401" cy="238208"/>
          </a:xfrm>
          <a:prstGeom prst="rect">
            <a:avLst/>
          </a:prstGeom>
        </p:spPr>
        <p:txBody>
          <a:bodyPr lIns="0" tIns="0" rIns="0" bIns="0"/>
          <a:lstStyle>
            <a:lvl1pPr marL="0" indent="0">
              <a:lnSpc>
                <a:spcPts val="2200"/>
              </a:lnSpc>
              <a:spcBef>
                <a:spcPts val="0"/>
              </a:spcBef>
              <a:buNone/>
              <a:defRPr sz="1800" b="0" spc="0" baseline="0">
                <a:solidFill>
                  <a:srgbClr val="DAAA00"/>
                </a:solidFill>
                <a:latin typeface="+mn-lt"/>
                <a:cs typeface="Arial" panose="020B0604020202020204" pitchFamily="34" charset="0"/>
              </a:defRPr>
            </a:lvl1pPr>
          </a:lstStyle>
          <a:p>
            <a:pPr lvl="0"/>
            <a:r>
              <a:rPr lang="en-CA" dirty="0" smtClean="0"/>
              <a:t>Subtitle</a:t>
            </a:r>
            <a:endParaRPr lang="en-CA" dirty="0"/>
          </a:p>
        </p:txBody>
      </p:sp>
    </p:spTree>
    <p:extLst>
      <p:ext uri="{BB962C8B-B14F-4D97-AF65-F5344CB8AC3E}">
        <p14:creationId xmlns:p14="http://schemas.microsoft.com/office/powerpoint/2010/main" val="240499159"/>
      </p:ext>
    </p:extLst>
  </p:cSld>
  <p:clrMapOvr>
    <a:masterClrMapping/>
  </p:clrMapOvr>
  <p:timing>
    <p:tnLst>
      <p:par>
        <p:cTn id="1" dur="indefinite" restart="never" nodeType="tmRoot"/>
      </p:par>
    </p:tnLst>
  </p:timing>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1 Column">
    <p:spTree>
      <p:nvGrpSpPr>
        <p:cNvPr id="1" name=""/>
        <p:cNvGrpSpPr/>
        <p:nvPr/>
      </p:nvGrpSpPr>
      <p:grpSpPr>
        <a:xfrm>
          <a:off x="0" y="0"/>
          <a:ext cx="0" cy="0"/>
          <a:chOff x="0" y="0"/>
          <a:chExt cx="0" cy="0"/>
        </a:xfrm>
      </p:grpSpPr>
      <p:sp>
        <p:nvSpPr>
          <p:cNvPr id="5" name="Text Placeholder 9"/>
          <p:cNvSpPr>
            <a:spLocks noGrp="1"/>
          </p:cNvSpPr>
          <p:nvPr>
            <p:ph type="body" sz="quarter" idx="12" hasCustomPrompt="1"/>
          </p:nvPr>
        </p:nvSpPr>
        <p:spPr>
          <a:xfrm>
            <a:off x="406203" y="701040"/>
            <a:ext cx="8280401" cy="397483"/>
          </a:xfrm>
          <a:prstGeom prst="rect">
            <a:avLst/>
          </a:prstGeom>
        </p:spPr>
        <p:txBody>
          <a:bodyPr lIns="0" tIns="0" rIns="0" bIns="0"/>
          <a:lstStyle>
            <a:lvl1pPr marL="0" indent="0">
              <a:lnSpc>
                <a:spcPts val="3400"/>
              </a:lnSpc>
              <a:spcBef>
                <a:spcPts val="0"/>
              </a:spcBef>
              <a:buNone/>
              <a:defRPr sz="3200" spc="-100" baseline="0">
                <a:solidFill>
                  <a:srgbClr val="0097A9"/>
                </a:solidFill>
                <a:latin typeface="+mn-lt"/>
                <a:cs typeface="Arial" panose="020B0604020202020204" pitchFamily="34" charset="0"/>
              </a:defRPr>
            </a:lvl1pPr>
          </a:lstStyle>
          <a:p>
            <a:pPr lvl="0"/>
            <a:r>
              <a:rPr lang="en-CA" dirty="0" smtClean="0"/>
              <a:t>Title</a:t>
            </a:r>
            <a:endParaRPr lang="en-CA" dirty="0"/>
          </a:p>
        </p:txBody>
      </p:sp>
      <p:sp>
        <p:nvSpPr>
          <p:cNvPr id="6" name="Text Placeholder 9"/>
          <p:cNvSpPr>
            <a:spLocks noGrp="1"/>
          </p:cNvSpPr>
          <p:nvPr>
            <p:ph type="body" sz="quarter" idx="14" hasCustomPrompt="1"/>
          </p:nvPr>
        </p:nvSpPr>
        <p:spPr>
          <a:xfrm>
            <a:off x="406203" y="1157677"/>
            <a:ext cx="8280401" cy="238208"/>
          </a:xfrm>
          <a:prstGeom prst="rect">
            <a:avLst/>
          </a:prstGeom>
        </p:spPr>
        <p:txBody>
          <a:bodyPr lIns="0" tIns="0" rIns="0" bIns="0"/>
          <a:lstStyle>
            <a:lvl1pPr marL="0" indent="0">
              <a:lnSpc>
                <a:spcPts val="2200"/>
              </a:lnSpc>
              <a:spcBef>
                <a:spcPts val="0"/>
              </a:spcBef>
              <a:buNone/>
              <a:defRPr sz="1800" b="0" spc="0" baseline="0">
                <a:solidFill>
                  <a:srgbClr val="DAAA00"/>
                </a:solidFill>
                <a:latin typeface="+mn-lt"/>
                <a:cs typeface="Arial" panose="020B0604020202020204" pitchFamily="34" charset="0"/>
              </a:defRPr>
            </a:lvl1pPr>
          </a:lstStyle>
          <a:p>
            <a:pPr lvl="0"/>
            <a:r>
              <a:rPr lang="en-CA" dirty="0" smtClean="0"/>
              <a:t>Subtitle</a:t>
            </a:r>
            <a:endParaRPr lang="en-CA" dirty="0"/>
          </a:p>
        </p:txBody>
      </p:sp>
      <p:sp>
        <p:nvSpPr>
          <p:cNvPr id="7" name="Text Placeholder 6"/>
          <p:cNvSpPr>
            <a:spLocks noGrp="1"/>
          </p:cNvSpPr>
          <p:nvPr>
            <p:ph type="body" sz="quarter" idx="15" hasCustomPrompt="1"/>
          </p:nvPr>
        </p:nvSpPr>
        <p:spPr>
          <a:xfrm>
            <a:off x="406400" y="1636713"/>
            <a:ext cx="8280400" cy="2743200"/>
          </a:xfrm>
          <a:prstGeom prst="rect">
            <a:avLst/>
          </a:prstGeom>
        </p:spPr>
        <p:txBody>
          <a:bodyPr lIns="0" rIns="0"/>
          <a:lstStyle>
            <a:lvl1pPr marL="0" marR="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lang="en-US" sz="1600" b="0" i="0" u="none" strike="noStrike" baseline="0" smtClean="0">
                <a:solidFill>
                  <a:schemeClr val="tx1"/>
                </a:solidFill>
              </a:defRPr>
            </a:lvl1pPr>
            <a:lvl2pPr marL="457200" indent="0">
              <a:buNone/>
              <a:defRPr sz="1600">
                <a:solidFill>
                  <a:schemeClr val="tx1">
                    <a:lumMod val="50000"/>
                    <a:lumOff val="50000"/>
                  </a:schemeClr>
                </a:solidFill>
              </a:defRPr>
            </a:lvl2pPr>
            <a:lvl3pPr marL="914400" indent="0">
              <a:buNone/>
              <a:defRPr sz="1600">
                <a:solidFill>
                  <a:schemeClr val="tx1">
                    <a:lumMod val="50000"/>
                    <a:lumOff val="50000"/>
                  </a:schemeClr>
                </a:solidFill>
              </a:defRPr>
            </a:lvl3pPr>
            <a:lvl4pPr marL="1371600" indent="0">
              <a:buNone/>
              <a:defRPr sz="1600">
                <a:solidFill>
                  <a:schemeClr val="tx1">
                    <a:lumMod val="50000"/>
                    <a:lumOff val="50000"/>
                  </a:schemeClr>
                </a:solidFill>
              </a:defRPr>
            </a:lvl4pPr>
            <a:lvl5pPr marL="1828800" indent="0">
              <a:buNone/>
              <a:defRPr sz="1600">
                <a:solidFill>
                  <a:schemeClr val="tx1">
                    <a:lumMod val="50000"/>
                    <a:lumOff val="50000"/>
                  </a:schemeClr>
                </a:solidFill>
              </a:defRPr>
            </a:lvl5pPr>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smtClean="0"/>
              <a:t>Click to add text. Body placeholder text goes here. </a:t>
            </a:r>
            <a:r>
              <a:rPr lang="en-US" dirty="0" err="1" smtClean="0"/>
              <a:t>Aperchil</a:t>
            </a:r>
            <a:r>
              <a:rPr lang="en-US" dirty="0" smtClean="0"/>
              <a:t> </a:t>
            </a:r>
            <a:r>
              <a:rPr lang="en-US" dirty="0" err="1" smtClean="0"/>
              <a:t>inus</a:t>
            </a:r>
            <a:r>
              <a:rPr lang="en-US" dirty="0" smtClean="0"/>
              <a:t>, </a:t>
            </a:r>
            <a:r>
              <a:rPr lang="en-US" dirty="0" err="1" smtClean="0"/>
              <a:t>ullabo</a:t>
            </a:r>
            <a:r>
              <a:rPr lang="en-US" dirty="0" smtClean="0"/>
              <a:t>. </a:t>
            </a:r>
            <a:r>
              <a:rPr lang="en-US" dirty="0" err="1" smtClean="0"/>
              <a:t>Otat</a:t>
            </a:r>
            <a:r>
              <a:rPr lang="en-US" dirty="0" smtClean="0"/>
              <a:t>. </a:t>
            </a:r>
            <a:r>
              <a:rPr lang="en-US" dirty="0" err="1" smtClean="0"/>
              <a:t>Bissecto</a:t>
            </a:r>
            <a:r>
              <a:rPr lang="en-US" dirty="0" smtClean="0"/>
              <a:t> </a:t>
            </a:r>
            <a:r>
              <a:rPr lang="en-US" dirty="0" err="1" smtClean="0"/>
              <a:t>occust</a:t>
            </a:r>
            <a:r>
              <a:rPr lang="en-US" dirty="0" smtClean="0"/>
              <a:t>, to </a:t>
            </a:r>
            <a:r>
              <a:rPr lang="en-US" dirty="0" err="1" smtClean="0"/>
              <a:t>dolupta</a:t>
            </a:r>
            <a:r>
              <a:rPr lang="en-US" dirty="0" smtClean="0"/>
              <a:t> turbos </a:t>
            </a:r>
            <a:r>
              <a:rPr lang="en-US" dirty="0" err="1" smtClean="0"/>
              <a:t>consequidi</a:t>
            </a:r>
            <a:r>
              <a:rPr lang="en-US" dirty="0" smtClean="0"/>
              <a:t> </a:t>
            </a:r>
            <a:r>
              <a:rPr lang="en-US" dirty="0" err="1" smtClean="0"/>
              <a:t>aut</a:t>
            </a:r>
            <a:r>
              <a:rPr lang="en-US" dirty="0" smtClean="0"/>
              <a:t> </a:t>
            </a:r>
            <a:r>
              <a:rPr lang="en-US" dirty="0" err="1" smtClean="0"/>
              <a:t>eos</a:t>
            </a:r>
            <a:r>
              <a:rPr lang="en-US" dirty="0" smtClean="0"/>
              <a:t> </a:t>
            </a:r>
            <a:r>
              <a:rPr lang="en-US" dirty="0" err="1" smtClean="0"/>
              <a:t>aut</a:t>
            </a:r>
            <a:r>
              <a:rPr lang="en-US" dirty="0" smtClean="0"/>
              <a:t> </a:t>
            </a:r>
            <a:r>
              <a:rPr lang="en-US" dirty="0" err="1" smtClean="0"/>
              <a:t>dolesequam</a:t>
            </a:r>
            <a:r>
              <a:rPr lang="en-US" dirty="0" smtClean="0"/>
              <a:t> </a:t>
            </a:r>
            <a:r>
              <a:rPr lang="en-US" dirty="0" err="1" smtClean="0"/>
              <a:t>commole</a:t>
            </a:r>
            <a:r>
              <a:rPr lang="en-US" dirty="0" smtClean="0"/>
              <a:t> </a:t>
            </a:r>
            <a:r>
              <a:rPr lang="en-US" dirty="0" err="1" smtClean="0"/>
              <a:t>ntotas</a:t>
            </a:r>
            <a:r>
              <a:rPr lang="en-US" dirty="0" smtClean="0"/>
              <a:t> se </a:t>
            </a:r>
            <a:r>
              <a:rPr lang="en-US" dirty="0" err="1" smtClean="0"/>
              <a:t>volum</a:t>
            </a:r>
            <a:r>
              <a:rPr lang="en-US" dirty="0" smtClean="0"/>
              <a:t> </a:t>
            </a:r>
            <a:r>
              <a:rPr lang="en-US" dirty="0" err="1" smtClean="0"/>
              <a:t>est</a:t>
            </a:r>
            <a:r>
              <a:rPr lang="en-US" dirty="0" smtClean="0"/>
              <a:t> </a:t>
            </a:r>
            <a:r>
              <a:rPr lang="en-US" dirty="0" err="1" smtClean="0"/>
              <a:t>aut</a:t>
            </a:r>
            <a:r>
              <a:rPr lang="en-US" dirty="0" smtClean="0"/>
              <a:t> </a:t>
            </a:r>
            <a:r>
              <a:rPr lang="en-US" dirty="0" err="1" smtClean="0"/>
              <a:t>veliatuint</a:t>
            </a:r>
            <a:r>
              <a:rPr lang="en-US" dirty="0" smtClean="0"/>
              <a:t> </a:t>
            </a:r>
            <a:r>
              <a:rPr lang="en-US" dirty="0" err="1" smtClean="0"/>
              <a:t>fuga</a:t>
            </a:r>
            <a:r>
              <a:rPr lang="en-US" dirty="0" smtClean="0"/>
              <a:t>. </a:t>
            </a:r>
            <a:r>
              <a:rPr lang="en-US" dirty="0" err="1" smtClean="0"/>
              <a:t>Sunt</a:t>
            </a:r>
            <a:r>
              <a:rPr lang="en-US" dirty="0" smtClean="0"/>
              <a:t> </a:t>
            </a:r>
            <a:r>
              <a:rPr lang="en-US" dirty="0" err="1" smtClean="0"/>
              <a:t>volupta</a:t>
            </a:r>
            <a:r>
              <a:rPr lang="en-US" dirty="0" smtClean="0"/>
              <a:t> </a:t>
            </a:r>
            <a:r>
              <a:rPr lang="en-US" dirty="0" err="1" smtClean="0"/>
              <a:t>tiuntem</a:t>
            </a:r>
            <a:r>
              <a:rPr lang="en-US" dirty="0" smtClean="0"/>
              <a:t> </a:t>
            </a:r>
            <a:r>
              <a:rPr lang="en-US" dirty="0" err="1" smtClean="0"/>
              <a:t>inulparum</a:t>
            </a:r>
            <a:r>
              <a:rPr lang="en-US" dirty="0" smtClean="0"/>
              <a:t> et </a:t>
            </a:r>
            <a:r>
              <a:rPr lang="en-US" dirty="0" err="1" smtClean="0"/>
              <a:t>fugioto</a:t>
            </a:r>
            <a:r>
              <a:rPr lang="en-US" dirty="0" smtClean="0"/>
              <a:t> </a:t>
            </a:r>
            <a:r>
              <a:rPr lang="en-US" dirty="0" err="1" smtClean="0"/>
              <a:t>cusa</a:t>
            </a:r>
            <a:r>
              <a:rPr lang="en-US" dirty="0" smtClean="0"/>
              <a:t> net </a:t>
            </a:r>
            <a:r>
              <a:rPr lang="en-US" dirty="0" err="1" smtClean="0"/>
              <a:t>aut</a:t>
            </a:r>
            <a:r>
              <a:rPr lang="en-US" dirty="0" smtClean="0"/>
              <a:t> colossus. </a:t>
            </a:r>
            <a:r>
              <a:rPr lang="en-US" dirty="0" err="1" smtClean="0"/>
              <a:t>Evelegndigim</a:t>
            </a:r>
            <a:r>
              <a:rPr lang="en-US" dirty="0" smtClean="0"/>
              <a:t> qui </a:t>
            </a:r>
            <a:r>
              <a:rPr lang="en-US" dirty="0" err="1" smtClean="0"/>
              <a:t>ommodiao</a:t>
            </a:r>
            <a:r>
              <a:rPr lang="en-US" dirty="0" smtClean="0"/>
              <a:t> </a:t>
            </a:r>
            <a:r>
              <a:rPr lang="en-US" dirty="0" err="1" smtClean="0"/>
              <a:t>exceaswum</a:t>
            </a:r>
            <a:r>
              <a:rPr lang="en-US" dirty="0" smtClean="0"/>
              <a:t> </a:t>
            </a:r>
            <a:r>
              <a:rPr lang="en-US" dirty="0" err="1" smtClean="0"/>
              <a:t>enus</a:t>
            </a:r>
            <a:r>
              <a:rPr lang="en-US" dirty="0" smtClean="0"/>
              <a:t> as </a:t>
            </a:r>
            <a:r>
              <a:rPr lang="en-US" dirty="0" err="1" smtClean="0"/>
              <a:t>deerro</a:t>
            </a:r>
            <a:r>
              <a:rPr lang="en-US" dirty="0" smtClean="0"/>
              <a:t> </a:t>
            </a:r>
            <a:r>
              <a:rPr lang="en-US" dirty="0" err="1" smtClean="0"/>
              <a:t>consedi</a:t>
            </a:r>
            <a:r>
              <a:rPr lang="en-US" dirty="0" smtClean="0"/>
              <a:t> </a:t>
            </a:r>
            <a:r>
              <a:rPr lang="en-US" dirty="0" err="1" smtClean="0"/>
              <a:t>rerum</a:t>
            </a:r>
            <a:r>
              <a:rPr lang="en-US" dirty="0" smtClean="0"/>
              <a:t> et </a:t>
            </a:r>
            <a:r>
              <a:rPr lang="en-US" dirty="0" err="1" smtClean="0"/>
              <a:t>il</a:t>
            </a:r>
            <a:r>
              <a:rPr lang="en-US" dirty="0" smtClean="0"/>
              <a:t> </a:t>
            </a:r>
            <a:r>
              <a:rPr lang="en-US" dirty="0" err="1" smtClean="0"/>
              <a:t>est</a:t>
            </a:r>
            <a:r>
              <a:rPr lang="en-US" dirty="0" smtClean="0"/>
              <a:t> qui </a:t>
            </a:r>
            <a:r>
              <a:rPr lang="en-US" dirty="0" err="1" smtClean="0"/>
              <a:t>cus</a:t>
            </a:r>
            <a:r>
              <a:rPr lang="en-US" dirty="0" smtClean="0"/>
              <a:t> </a:t>
            </a:r>
            <a:r>
              <a:rPr lang="en-US" dirty="0" err="1" smtClean="0"/>
              <a:t>aut</a:t>
            </a:r>
            <a:r>
              <a:rPr lang="en-US" dirty="0" smtClean="0"/>
              <a:t> et </a:t>
            </a:r>
            <a:r>
              <a:rPr lang="en-US" dirty="0" err="1" smtClean="0"/>
              <a:t>secsaill</a:t>
            </a:r>
            <a:r>
              <a:rPr lang="en-US" dirty="0" smtClean="0"/>
              <a:t> to </a:t>
            </a:r>
            <a:r>
              <a:rPr lang="en-US" dirty="0" err="1" smtClean="0"/>
              <a:t>cid</a:t>
            </a:r>
            <a:r>
              <a:rPr lang="en-US" dirty="0" smtClean="0"/>
              <a:t> et </a:t>
            </a:r>
            <a:r>
              <a:rPr lang="en-US" dirty="0" err="1" smtClean="0"/>
              <a:t>poreupudam</a:t>
            </a:r>
            <a:r>
              <a:rPr lang="en-US" dirty="0" smtClean="0"/>
              <a:t> </a:t>
            </a:r>
            <a:r>
              <a:rPr lang="en-US" dirty="0" err="1" smtClean="0"/>
              <a:t>unti</a:t>
            </a:r>
            <a:r>
              <a:rPr lang="en-US" dirty="0" smtClean="0"/>
              <a:t>, </a:t>
            </a:r>
            <a:r>
              <a:rPr lang="en-US" dirty="0" err="1" smtClean="0"/>
              <a:t>uptodemsd</a:t>
            </a:r>
            <a:r>
              <a:rPr lang="en-US" dirty="0" smtClean="0"/>
              <a:t> </a:t>
            </a:r>
            <a:r>
              <a:rPr lang="en-US" dirty="0" err="1" smtClean="0"/>
              <a:t>blacsccsuam</a:t>
            </a:r>
            <a:r>
              <a:rPr lang="en-US" dirty="0" smtClean="0"/>
              <a:t> </a:t>
            </a:r>
            <a:r>
              <a:rPr lang="en-US" dirty="0" err="1" smtClean="0"/>
              <a:t>reprio</a:t>
            </a:r>
            <a:r>
              <a:rPr lang="en-US" dirty="0" smtClean="0"/>
              <a:t> </a:t>
            </a:r>
            <a:r>
              <a:rPr lang="en-US" dirty="0" err="1" smtClean="0"/>
              <a:t>endes</a:t>
            </a:r>
            <a:r>
              <a:rPr lang="en-US" dirty="0" smtClean="0"/>
              <a:t> </a:t>
            </a:r>
            <a:r>
              <a:rPr lang="en-US" dirty="0" err="1" smtClean="0"/>
              <a:t>autem</a:t>
            </a:r>
            <a:r>
              <a:rPr lang="en-US" dirty="0" smtClean="0"/>
              <a:t> </a:t>
            </a:r>
            <a:r>
              <a:rPr lang="en-US" dirty="0" err="1" smtClean="0"/>
              <a:t>quie</a:t>
            </a:r>
            <a:r>
              <a:rPr lang="en-US" dirty="0" smtClean="0"/>
              <a:t> </a:t>
            </a:r>
            <a:r>
              <a:rPr lang="en-US" dirty="0" err="1" smtClean="0"/>
              <a:t>prem</a:t>
            </a:r>
            <a:r>
              <a:rPr lang="en-US" dirty="0" smtClean="0"/>
              <a:t> </a:t>
            </a:r>
            <a:r>
              <a:rPr lang="en-US" dirty="0" err="1" smtClean="0"/>
              <a:t>aditas</a:t>
            </a:r>
            <a:r>
              <a:rPr lang="en-US" dirty="0" smtClean="0"/>
              <a:t> discus </a:t>
            </a:r>
            <a:r>
              <a:rPr lang="en-US" dirty="0" err="1" smtClean="0"/>
              <a:t>magnihilibus</a:t>
            </a:r>
            <a:r>
              <a:rPr lang="en-US" dirty="0" smtClean="0"/>
              <a:t> </a:t>
            </a:r>
            <a:r>
              <a:rPr lang="en-US" dirty="0" err="1" smtClean="0"/>
              <a:t>cusiccs</a:t>
            </a:r>
            <a:r>
              <a:rPr lang="en-US" dirty="0" smtClean="0"/>
              <a:t> </a:t>
            </a:r>
            <a:r>
              <a:rPr lang="en-US" dirty="0" err="1" smtClean="0"/>
              <a:t>eatumse</a:t>
            </a:r>
            <a:r>
              <a:rPr lang="en-US" dirty="0" smtClean="0"/>
              <a:t> </a:t>
            </a:r>
            <a:r>
              <a:rPr lang="en-US" dirty="0" err="1" smtClean="0"/>
              <a:t>luptaquie</a:t>
            </a:r>
            <a:r>
              <a:rPr lang="en-US" dirty="0" smtClean="0"/>
              <a:t> </a:t>
            </a:r>
            <a:r>
              <a:rPr lang="en-US" dirty="0" err="1" smtClean="0"/>
              <a:t>dolum</a:t>
            </a:r>
            <a:r>
              <a:rPr lang="en-US" dirty="0" smtClean="0"/>
              <a:t> </a:t>
            </a:r>
            <a:r>
              <a:rPr lang="en-US" dirty="0" err="1" smtClean="0"/>
              <a:t>Aperchil</a:t>
            </a:r>
            <a:r>
              <a:rPr lang="en-US" dirty="0" smtClean="0"/>
              <a:t> </a:t>
            </a:r>
            <a:r>
              <a:rPr lang="en-US" dirty="0" err="1" smtClean="0"/>
              <a:t>inus</a:t>
            </a:r>
            <a:r>
              <a:rPr lang="en-US" dirty="0" smtClean="0"/>
              <a:t>, </a:t>
            </a:r>
            <a:r>
              <a:rPr lang="en-US" dirty="0" err="1" smtClean="0"/>
              <a:t>ullabo</a:t>
            </a:r>
            <a:r>
              <a:rPr lang="en-US" dirty="0" smtClean="0"/>
              <a:t>. </a:t>
            </a:r>
            <a:r>
              <a:rPr lang="en-US" dirty="0" err="1" smtClean="0"/>
              <a:t>Otat</a:t>
            </a:r>
            <a:r>
              <a:rPr lang="en-US" dirty="0" smtClean="0"/>
              <a:t>. </a:t>
            </a:r>
            <a:r>
              <a:rPr lang="en-US" dirty="0" err="1" smtClean="0"/>
              <a:t>Bissecto</a:t>
            </a:r>
            <a:r>
              <a:rPr lang="en-US" dirty="0" smtClean="0"/>
              <a:t> </a:t>
            </a:r>
            <a:r>
              <a:rPr lang="en-US" dirty="0" err="1" smtClean="0"/>
              <a:t>occust</a:t>
            </a:r>
            <a:r>
              <a:rPr lang="en-US" dirty="0" smtClean="0"/>
              <a:t>, to </a:t>
            </a:r>
            <a:r>
              <a:rPr lang="en-US" dirty="0" err="1" smtClean="0"/>
              <a:t>dolupta</a:t>
            </a:r>
            <a:r>
              <a:rPr lang="en-US" dirty="0" smtClean="0"/>
              <a:t> turbos </a:t>
            </a:r>
            <a:r>
              <a:rPr lang="en-US" dirty="0" err="1" smtClean="0"/>
              <a:t>consequidi</a:t>
            </a:r>
            <a:r>
              <a:rPr lang="en-US" dirty="0" smtClean="0"/>
              <a:t> </a:t>
            </a:r>
            <a:r>
              <a:rPr lang="en-US" dirty="0" err="1" smtClean="0"/>
              <a:t>aut</a:t>
            </a:r>
            <a:r>
              <a:rPr lang="en-US" dirty="0" smtClean="0"/>
              <a:t> </a:t>
            </a:r>
            <a:r>
              <a:rPr lang="en-US" dirty="0" err="1" smtClean="0"/>
              <a:t>eos</a:t>
            </a:r>
            <a:r>
              <a:rPr lang="en-US" dirty="0" smtClean="0"/>
              <a:t> </a:t>
            </a:r>
            <a:r>
              <a:rPr lang="en-US" dirty="0" err="1" smtClean="0"/>
              <a:t>aut</a:t>
            </a:r>
            <a:r>
              <a:rPr lang="en-US" dirty="0" smtClean="0"/>
              <a:t> </a:t>
            </a:r>
            <a:r>
              <a:rPr lang="en-US" dirty="0" err="1" smtClean="0"/>
              <a:t>dolesequam</a:t>
            </a:r>
            <a:r>
              <a:rPr lang="en-US" dirty="0" smtClean="0"/>
              <a:t> </a:t>
            </a:r>
            <a:r>
              <a:rPr lang="en-US" dirty="0" err="1" smtClean="0"/>
              <a:t>commole</a:t>
            </a:r>
            <a:r>
              <a:rPr lang="en-US" dirty="0" smtClean="0"/>
              <a:t> </a:t>
            </a:r>
            <a:r>
              <a:rPr lang="en-US" dirty="0" err="1" smtClean="0"/>
              <a:t>ntotas</a:t>
            </a:r>
            <a:r>
              <a:rPr lang="en-US" dirty="0" smtClean="0"/>
              <a:t> se </a:t>
            </a:r>
            <a:r>
              <a:rPr lang="en-US" dirty="0" err="1" smtClean="0"/>
              <a:t>volum</a:t>
            </a:r>
            <a:r>
              <a:rPr lang="en-US" dirty="0" smtClean="0"/>
              <a:t> </a:t>
            </a:r>
            <a:r>
              <a:rPr lang="en-US" dirty="0" err="1" smtClean="0"/>
              <a:t>est</a:t>
            </a:r>
            <a:r>
              <a:rPr lang="en-US" dirty="0" smtClean="0"/>
              <a:t> </a:t>
            </a:r>
            <a:r>
              <a:rPr lang="en-US" dirty="0" err="1" smtClean="0"/>
              <a:t>aut</a:t>
            </a:r>
            <a:r>
              <a:rPr lang="en-US" dirty="0" smtClean="0"/>
              <a:t> </a:t>
            </a:r>
            <a:r>
              <a:rPr lang="en-US" dirty="0" err="1" smtClean="0"/>
              <a:t>veliatuint</a:t>
            </a:r>
            <a:r>
              <a:rPr lang="en-US" dirty="0" smtClean="0"/>
              <a:t> </a:t>
            </a:r>
            <a:r>
              <a:rPr lang="en-US" dirty="0" err="1" smtClean="0"/>
              <a:t>fuga</a:t>
            </a:r>
            <a:r>
              <a:rPr lang="en-US" dirty="0" smtClean="0"/>
              <a:t>. </a:t>
            </a:r>
            <a:r>
              <a:rPr lang="en-US" dirty="0" err="1" smtClean="0"/>
              <a:t>Sunt</a:t>
            </a:r>
            <a:r>
              <a:rPr lang="en-US" dirty="0" smtClean="0"/>
              <a:t> </a:t>
            </a:r>
            <a:r>
              <a:rPr lang="en-US" dirty="0" err="1" smtClean="0"/>
              <a:t>volupta</a:t>
            </a:r>
            <a:r>
              <a:rPr lang="en-US" dirty="0" smtClean="0"/>
              <a:t> </a:t>
            </a:r>
            <a:r>
              <a:rPr lang="en-US" dirty="0" err="1" smtClean="0"/>
              <a:t>tiuntem</a:t>
            </a:r>
            <a:r>
              <a:rPr lang="en-US" dirty="0" smtClean="0"/>
              <a:t> </a:t>
            </a:r>
            <a:r>
              <a:rPr lang="en-US" dirty="0" err="1" smtClean="0"/>
              <a:t>inulparum</a:t>
            </a:r>
            <a:r>
              <a:rPr lang="en-US" dirty="0" smtClean="0"/>
              <a:t> et </a:t>
            </a:r>
            <a:r>
              <a:rPr lang="en-US" dirty="0" err="1" smtClean="0"/>
              <a:t>fugioto</a:t>
            </a:r>
            <a:r>
              <a:rPr lang="en-US" dirty="0" smtClean="0"/>
              <a:t> </a:t>
            </a:r>
            <a:r>
              <a:rPr lang="en-US" dirty="0" err="1" smtClean="0"/>
              <a:t>cusa</a:t>
            </a:r>
            <a:r>
              <a:rPr lang="en-US" dirty="0" smtClean="0"/>
              <a:t> net </a:t>
            </a:r>
            <a:r>
              <a:rPr lang="en-US" dirty="0" err="1" smtClean="0"/>
              <a:t>aut</a:t>
            </a:r>
            <a:r>
              <a:rPr lang="en-US" dirty="0" smtClean="0"/>
              <a:t> colossus. </a:t>
            </a:r>
            <a:r>
              <a:rPr lang="en-US" dirty="0" err="1" smtClean="0"/>
              <a:t>Evelegndigim</a:t>
            </a:r>
            <a:r>
              <a:rPr lang="en-US" dirty="0" smtClean="0"/>
              <a:t> qui </a:t>
            </a:r>
            <a:r>
              <a:rPr lang="en-US" dirty="0" err="1" smtClean="0"/>
              <a:t>ommodiao</a:t>
            </a:r>
            <a:r>
              <a:rPr lang="en-US" dirty="0" smtClean="0"/>
              <a:t> </a:t>
            </a:r>
            <a:r>
              <a:rPr lang="en-US" dirty="0" err="1" smtClean="0"/>
              <a:t>exceaswum</a:t>
            </a:r>
            <a:r>
              <a:rPr lang="en-US" dirty="0" smtClean="0"/>
              <a:t> </a:t>
            </a:r>
            <a:r>
              <a:rPr lang="en-US" dirty="0" err="1" smtClean="0"/>
              <a:t>enus</a:t>
            </a:r>
            <a:r>
              <a:rPr lang="en-US" dirty="0" smtClean="0"/>
              <a:t> as </a:t>
            </a:r>
            <a:r>
              <a:rPr lang="en-US" dirty="0" err="1" smtClean="0"/>
              <a:t>deerro</a:t>
            </a:r>
            <a:r>
              <a:rPr lang="en-US" dirty="0" smtClean="0"/>
              <a:t> </a:t>
            </a:r>
            <a:r>
              <a:rPr lang="en-US" dirty="0" err="1" smtClean="0"/>
              <a:t>consedi</a:t>
            </a:r>
            <a:r>
              <a:rPr lang="en-US" dirty="0" smtClean="0"/>
              <a:t> </a:t>
            </a:r>
            <a:r>
              <a:rPr lang="en-US" dirty="0" err="1" smtClean="0"/>
              <a:t>rerum</a:t>
            </a:r>
            <a:r>
              <a:rPr lang="en-US" dirty="0" smtClean="0"/>
              <a:t> et </a:t>
            </a:r>
            <a:r>
              <a:rPr lang="en-US" dirty="0" err="1" smtClean="0"/>
              <a:t>il</a:t>
            </a:r>
            <a:r>
              <a:rPr lang="en-US" dirty="0" smtClean="0"/>
              <a:t> </a:t>
            </a:r>
            <a:r>
              <a:rPr lang="en-US" dirty="0" err="1" smtClean="0"/>
              <a:t>est</a:t>
            </a:r>
            <a:r>
              <a:rPr lang="en-US" dirty="0" smtClean="0"/>
              <a:t> qui </a:t>
            </a:r>
            <a:r>
              <a:rPr lang="en-US" dirty="0" err="1" smtClean="0"/>
              <a:t>cus</a:t>
            </a:r>
            <a:r>
              <a:rPr lang="en-US" dirty="0" smtClean="0"/>
              <a:t> </a:t>
            </a:r>
            <a:r>
              <a:rPr lang="en-US" dirty="0" err="1" smtClean="0"/>
              <a:t>aut</a:t>
            </a:r>
            <a:r>
              <a:rPr lang="en-US" dirty="0" smtClean="0"/>
              <a:t> et </a:t>
            </a:r>
            <a:r>
              <a:rPr lang="en-US" dirty="0" err="1" smtClean="0"/>
              <a:t>secsaill</a:t>
            </a:r>
            <a:r>
              <a:rPr lang="en-US" dirty="0" smtClean="0"/>
              <a:t> to </a:t>
            </a:r>
            <a:r>
              <a:rPr lang="en-US" dirty="0" err="1" smtClean="0"/>
              <a:t>cid</a:t>
            </a:r>
            <a:r>
              <a:rPr lang="en-US" dirty="0" smtClean="0"/>
              <a:t> et </a:t>
            </a:r>
            <a:r>
              <a:rPr lang="en-US" dirty="0" err="1" smtClean="0"/>
              <a:t>poreupudam</a:t>
            </a:r>
            <a:r>
              <a:rPr lang="en-US" dirty="0" smtClean="0"/>
              <a:t> </a:t>
            </a:r>
            <a:r>
              <a:rPr lang="en-US" dirty="0" err="1" smtClean="0"/>
              <a:t>unti</a:t>
            </a:r>
            <a:r>
              <a:rPr lang="en-US" dirty="0" smtClean="0"/>
              <a:t>, </a:t>
            </a:r>
            <a:r>
              <a:rPr lang="en-US" dirty="0" err="1" smtClean="0"/>
              <a:t>uptodemsd</a:t>
            </a:r>
            <a:r>
              <a:rPr lang="en-US" dirty="0" smtClean="0"/>
              <a:t> </a:t>
            </a:r>
            <a:r>
              <a:rPr lang="en-US" dirty="0" err="1" smtClean="0"/>
              <a:t>blacsccsuam</a:t>
            </a:r>
            <a:r>
              <a:rPr lang="en-US" dirty="0" smtClean="0"/>
              <a:t> </a:t>
            </a:r>
            <a:r>
              <a:rPr lang="en-US" dirty="0" err="1" smtClean="0"/>
              <a:t>reprio</a:t>
            </a:r>
            <a:r>
              <a:rPr lang="en-US" dirty="0" smtClean="0"/>
              <a:t>.</a:t>
            </a:r>
          </a:p>
        </p:txBody>
      </p:sp>
    </p:spTree>
    <p:extLst>
      <p:ext uri="{BB962C8B-B14F-4D97-AF65-F5344CB8AC3E}">
        <p14:creationId xmlns:p14="http://schemas.microsoft.com/office/powerpoint/2010/main" val="3800380593"/>
      </p:ext>
    </p:extLst>
  </p:cSld>
  <p:clrMapOvr>
    <a:masterClrMapping/>
  </p:clrMapOvr>
  <p:timing>
    <p:tnLst>
      <p:par>
        <p:cTn id="1" dur="indefinite" restart="never" nodeType="tmRoot"/>
      </p:par>
    </p:tnLst>
  </p:timing>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2_1 Column">
    <p:spTree>
      <p:nvGrpSpPr>
        <p:cNvPr id="1" name=""/>
        <p:cNvGrpSpPr/>
        <p:nvPr/>
      </p:nvGrpSpPr>
      <p:grpSpPr>
        <a:xfrm>
          <a:off x="0" y="0"/>
          <a:ext cx="0" cy="0"/>
          <a:chOff x="0" y="0"/>
          <a:chExt cx="0" cy="0"/>
        </a:xfrm>
      </p:grpSpPr>
      <p:sp>
        <p:nvSpPr>
          <p:cNvPr id="9" name="Text Placeholder 9"/>
          <p:cNvSpPr>
            <a:spLocks noGrp="1"/>
          </p:cNvSpPr>
          <p:nvPr>
            <p:ph type="body" sz="quarter" idx="12" hasCustomPrompt="1"/>
          </p:nvPr>
        </p:nvSpPr>
        <p:spPr>
          <a:xfrm>
            <a:off x="406203" y="701040"/>
            <a:ext cx="8280597" cy="397483"/>
          </a:xfrm>
          <a:prstGeom prst="rect">
            <a:avLst/>
          </a:prstGeom>
        </p:spPr>
        <p:txBody>
          <a:bodyPr lIns="0" tIns="0" rIns="0" bIns="0"/>
          <a:lstStyle>
            <a:lvl1pPr marL="0" indent="0">
              <a:lnSpc>
                <a:spcPts val="3400"/>
              </a:lnSpc>
              <a:spcBef>
                <a:spcPts val="0"/>
              </a:spcBef>
              <a:buNone/>
              <a:defRPr sz="3200" spc="-100" baseline="0">
                <a:solidFill>
                  <a:srgbClr val="0097A9"/>
                </a:solidFill>
                <a:latin typeface="+mn-lt"/>
                <a:cs typeface="Arial" panose="020B0604020202020204" pitchFamily="34" charset="0"/>
              </a:defRPr>
            </a:lvl1pPr>
          </a:lstStyle>
          <a:p>
            <a:pPr lvl="0"/>
            <a:r>
              <a:rPr lang="en-CA" dirty="0" smtClean="0"/>
              <a:t>Title</a:t>
            </a:r>
            <a:endParaRPr lang="en-CA" dirty="0"/>
          </a:p>
        </p:txBody>
      </p:sp>
      <p:sp>
        <p:nvSpPr>
          <p:cNvPr id="10" name="Text Placeholder 9"/>
          <p:cNvSpPr>
            <a:spLocks noGrp="1"/>
          </p:cNvSpPr>
          <p:nvPr>
            <p:ph type="body" sz="quarter" idx="14" hasCustomPrompt="1"/>
          </p:nvPr>
        </p:nvSpPr>
        <p:spPr>
          <a:xfrm>
            <a:off x="406203" y="1157677"/>
            <a:ext cx="8280597" cy="238208"/>
          </a:xfrm>
          <a:prstGeom prst="rect">
            <a:avLst/>
          </a:prstGeom>
        </p:spPr>
        <p:txBody>
          <a:bodyPr lIns="0" tIns="0" rIns="0" bIns="0"/>
          <a:lstStyle>
            <a:lvl1pPr marL="0" indent="0">
              <a:lnSpc>
                <a:spcPts val="2200"/>
              </a:lnSpc>
              <a:spcBef>
                <a:spcPts val="0"/>
              </a:spcBef>
              <a:buNone/>
              <a:defRPr sz="1800" b="0" spc="0" baseline="0">
                <a:solidFill>
                  <a:srgbClr val="DAAA00"/>
                </a:solidFill>
                <a:latin typeface="+mn-lt"/>
                <a:cs typeface="Arial" panose="020B0604020202020204" pitchFamily="34" charset="0"/>
              </a:defRPr>
            </a:lvl1pPr>
          </a:lstStyle>
          <a:p>
            <a:pPr lvl="0"/>
            <a:r>
              <a:rPr lang="en-CA" dirty="0" smtClean="0"/>
              <a:t>Subtitle</a:t>
            </a:r>
            <a:endParaRPr lang="en-CA" dirty="0"/>
          </a:p>
        </p:txBody>
      </p:sp>
      <p:sp>
        <p:nvSpPr>
          <p:cNvPr id="6" name="Text Placeholder 6"/>
          <p:cNvSpPr>
            <a:spLocks noGrp="1"/>
          </p:cNvSpPr>
          <p:nvPr>
            <p:ph type="body" sz="quarter" idx="15" hasCustomPrompt="1"/>
          </p:nvPr>
        </p:nvSpPr>
        <p:spPr>
          <a:xfrm>
            <a:off x="406400" y="1636713"/>
            <a:ext cx="8280400" cy="2743200"/>
          </a:xfrm>
          <a:prstGeom prst="rect">
            <a:avLst/>
          </a:prstGeom>
        </p:spPr>
        <p:txBody>
          <a:bodyPr lIns="0" tIns="36000" rIns="0" numCol="2" spcCol="288000"/>
          <a:lstStyle>
            <a:lvl1pPr marL="0" marR="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lang="en-US" sz="1600" b="0" i="0" u="none" strike="noStrike" baseline="0" smtClean="0">
                <a:solidFill>
                  <a:schemeClr val="tx1"/>
                </a:solidFill>
              </a:defRPr>
            </a:lvl1pPr>
            <a:lvl2pPr marL="457200" indent="0">
              <a:buNone/>
              <a:defRPr sz="1600">
                <a:solidFill>
                  <a:schemeClr val="tx1">
                    <a:lumMod val="50000"/>
                    <a:lumOff val="50000"/>
                  </a:schemeClr>
                </a:solidFill>
              </a:defRPr>
            </a:lvl2pPr>
            <a:lvl3pPr marL="914400" indent="0">
              <a:buNone/>
              <a:defRPr sz="1600">
                <a:solidFill>
                  <a:schemeClr val="tx1">
                    <a:lumMod val="50000"/>
                    <a:lumOff val="50000"/>
                  </a:schemeClr>
                </a:solidFill>
              </a:defRPr>
            </a:lvl3pPr>
            <a:lvl4pPr marL="1371600" indent="0">
              <a:buNone/>
              <a:defRPr sz="1600">
                <a:solidFill>
                  <a:schemeClr val="tx1">
                    <a:lumMod val="50000"/>
                    <a:lumOff val="50000"/>
                  </a:schemeClr>
                </a:solidFill>
              </a:defRPr>
            </a:lvl4pPr>
            <a:lvl5pPr marL="1828800" indent="0">
              <a:buNone/>
              <a:defRPr sz="1600">
                <a:solidFill>
                  <a:schemeClr val="tx1">
                    <a:lumMod val="50000"/>
                    <a:lumOff val="50000"/>
                  </a:schemeClr>
                </a:solidFill>
              </a:defRPr>
            </a:lvl5pPr>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smtClean="0"/>
              <a:t>Click to add text. Body placeholder text goes here. </a:t>
            </a:r>
            <a:r>
              <a:rPr lang="en-US" dirty="0" err="1" smtClean="0"/>
              <a:t>Aperchil</a:t>
            </a:r>
            <a:r>
              <a:rPr lang="en-US" dirty="0" smtClean="0"/>
              <a:t> </a:t>
            </a:r>
            <a:r>
              <a:rPr lang="en-US" dirty="0" err="1" smtClean="0"/>
              <a:t>inus</a:t>
            </a:r>
            <a:r>
              <a:rPr lang="en-US" dirty="0" smtClean="0"/>
              <a:t>, </a:t>
            </a:r>
            <a:r>
              <a:rPr lang="en-US" dirty="0" err="1" smtClean="0"/>
              <a:t>ullabo</a:t>
            </a:r>
            <a:r>
              <a:rPr lang="en-US" dirty="0" smtClean="0"/>
              <a:t>. </a:t>
            </a:r>
            <a:r>
              <a:rPr lang="en-US" dirty="0" err="1" smtClean="0"/>
              <a:t>Otat</a:t>
            </a:r>
            <a:r>
              <a:rPr lang="en-US" dirty="0" smtClean="0"/>
              <a:t>. </a:t>
            </a:r>
            <a:r>
              <a:rPr lang="en-US" dirty="0" err="1" smtClean="0"/>
              <a:t>Bissecto</a:t>
            </a:r>
            <a:r>
              <a:rPr lang="en-US" dirty="0" smtClean="0"/>
              <a:t> </a:t>
            </a:r>
            <a:r>
              <a:rPr lang="en-US" dirty="0" err="1" smtClean="0"/>
              <a:t>occust</a:t>
            </a:r>
            <a:r>
              <a:rPr lang="en-US" dirty="0" smtClean="0"/>
              <a:t>, to </a:t>
            </a:r>
            <a:r>
              <a:rPr lang="en-US" dirty="0" err="1" smtClean="0"/>
              <a:t>dolupta</a:t>
            </a:r>
            <a:r>
              <a:rPr lang="en-US" dirty="0" smtClean="0"/>
              <a:t> turbos </a:t>
            </a:r>
            <a:r>
              <a:rPr lang="en-US" dirty="0" err="1" smtClean="0"/>
              <a:t>consequidi</a:t>
            </a:r>
            <a:r>
              <a:rPr lang="en-US" dirty="0" smtClean="0"/>
              <a:t> </a:t>
            </a:r>
            <a:r>
              <a:rPr lang="en-US" dirty="0" err="1" smtClean="0"/>
              <a:t>aut</a:t>
            </a:r>
            <a:r>
              <a:rPr lang="en-US" dirty="0" smtClean="0"/>
              <a:t> </a:t>
            </a:r>
            <a:r>
              <a:rPr lang="en-US" dirty="0" err="1" smtClean="0"/>
              <a:t>eos</a:t>
            </a:r>
            <a:r>
              <a:rPr lang="en-US" dirty="0" smtClean="0"/>
              <a:t> </a:t>
            </a:r>
            <a:r>
              <a:rPr lang="en-US" dirty="0" err="1" smtClean="0"/>
              <a:t>aut</a:t>
            </a:r>
            <a:r>
              <a:rPr lang="en-US" dirty="0" smtClean="0"/>
              <a:t> </a:t>
            </a:r>
            <a:r>
              <a:rPr lang="en-US" dirty="0" err="1" smtClean="0"/>
              <a:t>dolesequam</a:t>
            </a:r>
            <a:r>
              <a:rPr lang="en-US" dirty="0" smtClean="0"/>
              <a:t> </a:t>
            </a:r>
            <a:r>
              <a:rPr lang="en-US" dirty="0" err="1" smtClean="0"/>
              <a:t>aut</a:t>
            </a:r>
            <a:r>
              <a:rPr lang="en-US" dirty="0" smtClean="0"/>
              <a:t> colossus. </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err="1" smtClean="0"/>
              <a:t>Evelegndigim</a:t>
            </a:r>
            <a:r>
              <a:rPr lang="en-US" dirty="0" smtClean="0"/>
              <a:t> </a:t>
            </a:r>
            <a:r>
              <a:rPr lang="en-US" dirty="0" err="1" smtClean="0"/>
              <a:t>enus</a:t>
            </a:r>
            <a:r>
              <a:rPr lang="en-US" dirty="0" smtClean="0"/>
              <a:t> as </a:t>
            </a:r>
            <a:r>
              <a:rPr lang="en-US" dirty="0" err="1" smtClean="0"/>
              <a:t>deerro</a:t>
            </a:r>
            <a:r>
              <a:rPr lang="en-US" dirty="0" smtClean="0"/>
              <a:t> </a:t>
            </a:r>
            <a:r>
              <a:rPr lang="en-US" dirty="0" err="1" smtClean="0"/>
              <a:t>consedi</a:t>
            </a:r>
            <a:r>
              <a:rPr lang="en-US" dirty="0" smtClean="0"/>
              <a:t> </a:t>
            </a:r>
            <a:r>
              <a:rPr lang="en-US" dirty="0" err="1" smtClean="0"/>
              <a:t>rerum</a:t>
            </a:r>
            <a:r>
              <a:rPr lang="en-US" dirty="0" smtClean="0"/>
              <a:t> et </a:t>
            </a:r>
            <a:r>
              <a:rPr lang="en-US" dirty="0" err="1" smtClean="0"/>
              <a:t>il</a:t>
            </a:r>
            <a:r>
              <a:rPr lang="en-US" dirty="0" smtClean="0"/>
              <a:t> </a:t>
            </a:r>
            <a:r>
              <a:rPr lang="en-US" dirty="0" err="1" smtClean="0"/>
              <a:t>est</a:t>
            </a:r>
            <a:r>
              <a:rPr lang="en-US" dirty="0" smtClean="0"/>
              <a:t> qui </a:t>
            </a:r>
            <a:r>
              <a:rPr lang="en-US" dirty="0" err="1" smtClean="0"/>
              <a:t>cus</a:t>
            </a:r>
            <a:r>
              <a:rPr lang="en-US" dirty="0" smtClean="0"/>
              <a:t> </a:t>
            </a:r>
            <a:r>
              <a:rPr lang="en-US" dirty="0" err="1" smtClean="0"/>
              <a:t>aut</a:t>
            </a:r>
            <a:r>
              <a:rPr lang="en-US" dirty="0" smtClean="0"/>
              <a:t> et </a:t>
            </a:r>
            <a:r>
              <a:rPr lang="en-US" dirty="0" err="1" smtClean="0"/>
              <a:t>secsaill</a:t>
            </a:r>
            <a:r>
              <a:rPr lang="en-US" dirty="0" smtClean="0"/>
              <a:t> to </a:t>
            </a:r>
            <a:r>
              <a:rPr lang="en-US" dirty="0" err="1" smtClean="0"/>
              <a:t>cid</a:t>
            </a:r>
            <a:r>
              <a:rPr lang="en-US" dirty="0" smtClean="0"/>
              <a:t> et </a:t>
            </a:r>
            <a:r>
              <a:rPr lang="en-US" dirty="0" err="1" smtClean="0"/>
              <a:t>poreupudam</a:t>
            </a:r>
            <a:r>
              <a:rPr lang="en-US" dirty="0" smtClean="0"/>
              <a:t> </a:t>
            </a:r>
            <a:r>
              <a:rPr lang="en-US" dirty="0" err="1" smtClean="0"/>
              <a:t>unti</a:t>
            </a:r>
            <a:r>
              <a:rPr lang="en-US" dirty="0" smtClean="0"/>
              <a:t>, </a:t>
            </a:r>
            <a:r>
              <a:rPr lang="en-US" dirty="0" err="1" smtClean="0"/>
              <a:t>uptodemsd</a:t>
            </a:r>
            <a:r>
              <a:rPr lang="en-US" dirty="0" smtClean="0"/>
              <a:t> </a:t>
            </a:r>
            <a:r>
              <a:rPr lang="en-US" dirty="0" err="1" smtClean="0"/>
              <a:t>blacsccsuam</a:t>
            </a:r>
            <a:r>
              <a:rPr lang="en-US" dirty="0" smtClean="0"/>
              <a:t> </a:t>
            </a:r>
            <a:r>
              <a:rPr lang="en-US" dirty="0" err="1" smtClean="0"/>
              <a:t>reprio</a:t>
            </a:r>
            <a:r>
              <a:rPr lang="en-US" dirty="0" smtClean="0"/>
              <a:t> </a:t>
            </a:r>
            <a:r>
              <a:rPr lang="en-US" dirty="0" err="1" smtClean="0"/>
              <a:t>endes</a:t>
            </a:r>
            <a:r>
              <a:rPr lang="en-US" dirty="0" smtClean="0"/>
              <a:t> </a:t>
            </a:r>
            <a:r>
              <a:rPr lang="en-US" dirty="0" err="1" smtClean="0"/>
              <a:t>autem</a:t>
            </a:r>
            <a:r>
              <a:rPr lang="en-US" dirty="0" smtClean="0"/>
              <a:t> </a:t>
            </a:r>
            <a:r>
              <a:rPr lang="en-US" dirty="0" err="1" smtClean="0"/>
              <a:t>quie</a:t>
            </a:r>
            <a:r>
              <a:rPr lang="en-US" dirty="0" smtClean="0"/>
              <a:t> </a:t>
            </a:r>
            <a:r>
              <a:rPr lang="en-US" dirty="0" err="1" smtClean="0"/>
              <a:t>prem</a:t>
            </a:r>
            <a:r>
              <a:rPr lang="en-US" dirty="0" smtClean="0"/>
              <a:t> </a:t>
            </a:r>
            <a:r>
              <a:rPr lang="en-US" dirty="0" err="1" smtClean="0"/>
              <a:t>aditas</a:t>
            </a:r>
            <a:r>
              <a:rPr lang="en-US" dirty="0" smtClean="0"/>
              <a:t> discus.</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err="1" smtClean="0"/>
              <a:t>Aperchil</a:t>
            </a:r>
            <a:r>
              <a:rPr lang="en-US" dirty="0" smtClean="0"/>
              <a:t> </a:t>
            </a:r>
            <a:r>
              <a:rPr lang="en-US" dirty="0" err="1" smtClean="0"/>
              <a:t>inus</a:t>
            </a:r>
            <a:r>
              <a:rPr lang="en-US" dirty="0" smtClean="0"/>
              <a:t>, </a:t>
            </a:r>
            <a:r>
              <a:rPr lang="en-US" dirty="0" err="1" smtClean="0"/>
              <a:t>ullabo</a:t>
            </a:r>
            <a:r>
              <a:rPr lang="en-US" dirty="0" smtClean="0"/>
              <a:t>. </a:t>
            </a:r>
            <a:r>
              <a:rPr lang="en-US" dirty="0" err="1" smtClean="0"/>
              <a:t>Otat</a:t>
            </a:r>
            <a:r>
              <a:rPr lang="en-US" dirty="0" smtClean="0"/>
              <a:t>. </a:t>
            </a:r>
            <a:r>
              <a:rPr lang="en-US" dirty="0" err="1" smtClean="0"/>
              <a:t>Bissecto</a:t>
            </a:r>
            <a:r>
              <a:rPr lang="en-US" dirty="0" smtClean="0"/>
              <a:t> </a:t>
            </a:r>
            <a:r>
              <a:rPr lang="en-US" dirty="0" err="1" smtClean="0"/>
              <a:t>occust</a:t>
            </a:r>
            <a:r>
              <a:rPr lang="en-US" dirty="0" smtClean="0"/>
              <a:t>, to </a:t>
            </a:r>
            <a:r>
              <a:rPr lang="en-US" dirty="0" err="1" smtClean="0"/>
              <a:t>Dolupta</a:t>
            </a:r>
            <a:r>
              <a:rPr lang="en-US" dirty="0" smtClean="0"/>
              <a:t> turbos </a:t>
            </a:r>
            <a:r>
              <a:rPr lang="en-US" dirty="0" err="1" smtClean="0"/>
              <a:t>consequidi</a:t>
            </a:r>
            <a:r>
              <a:rPr lang="en-US" dirty="0" smtClean="0"/>
              <a:t> </a:t>
            </a:r>
            <a:r>
              <a:rPr lang="en-US" dirty="0" err="1" smtClean="0"/>
              <a:t>aut</a:t>
            </a:r>
            <a:r>
              <a:rPr lang="en-US" dirty="0" smtClean="0"/>
              <a:t> </a:t>
            </a:r>
            <a:r>
              <a:rPr lang="en-US" dirty="0" err="1" smtClean="0"/>
              <a:t>eos</a:t>
            </a:r>
            <a:r>
              <a:rPr lang="en-US" dirty="0" smtClean="0"/>
              <a:t> </a:t>
            </a:r>
            <a:r>
              <a:rPr lang="en-US" dirty="0" err="1" smtClean="0"/>
              <a:t>aut</a:t>
            </a:r>
            <a:r>
              <a:rPr lang="en-US" dirty="0" smtClean="0"/>
              <a:t>. </a:t>
            </a:r>
            <a:r>
              <a:rPr lang="en-US" dirty="0" err="1" smtClean="0"/>
              <a:t>est</a:t>
            </a:r>
            <a:r>
              <a:rPr lang="en-US" dirty="0" smtClean="0"/>
              <a:t> </a:t>
            </a:r>
            <a:r>
              <a:rPr lang="en-US" dirty="0" err="1" smtClean="0"/>
              <a:t>aut</a:t>
            </a:r>
            <a:r>
              <a:rPr lang="en-US" dirty="0" smtClean="0"/>
              <a:t> </a:t>
            </a:r>
            <a:r>
              <a:rPr lang="en-US" dirty="0" err="1" smtClean="0"/>
              <a:t>veliatuint</a:t>
            </a:r>
            <a:r>
              <a:rPr lang="en-US" dirty="0" smtClean="0"/>
              <a:t> </a:t>
            </a:r>
            <a:r>
              <a:rPr lang="en-US" dirty="0" err="1" smtClean="0"/>
              <a:t>fuga</a:t>
            </a:r>
            <a:r>
              <a:rPr lang="en-US" dirty="0" smtClean="0"/>
              <a:t>. </a:t>
            </a:r>
            <a:r>
              <a:rPr lang="en-US" dirty="0" err="1" smtClean="0"/>
              <a:t>Sunt</a:t>
            </a:r>
            <a:r>
              <a:rPr lang="en-US" dirty="0" smtClean="0"/>
              <a:t> </a:t>
            </a:r>
            <a:r>
              <a:rPr lang="en-US" dirty="0" err="1" smtClean="0"/>
              <a:t>volupta</a:t>
            </a:r>
            <a:r>
              <a:rPr lang="en-US" dirty="0" smtClean="0"/>
              <a:t> </a:t>
            </a:r>
            <a:r>
              <a:rPr lang="en-US" dirty="0" err="1" smtClean="0"/>
              <a:t>tiuntem</a:t>
            </a:r>
            <a:r>
              <a:rPr lang="en-US" dirty="0" smtClean="0"/>
              <a:t> </a:t>
            </a:r>
            <a:r>
              <a:rPr lang="en-US" dirty="0" err="1" smtClean="0"/>
              <a:t>inulparum</a:t>
            </a:r>
            <a:r>
              <a:rPr lang="en-US" dirty="0" smtClean="0"/>
              <a:t> et </a:t>
            </a:r>
            <a:r>
              <a:rPr lang="en-US" dirty="0" err="1" smtClean="0"/>
              <a:t>fugioto</a:t>
            </a:r>
            <a:r>
              <a:rPr lang="en-US" dirty="0" smtClean="0"/>
              <a:t> </a:t>
            </a:r>
            <a:r>
              <a:rPr lang="en-US" dirty="0" err="1" smtClean="0"/>
              <a:t>cusa</a:t>
            </a:r>
            <a:r>
              <a:rPr lang="en-US" dirty="0" smtClean="0"/>
              <a:t> net </a:t>
            </a:r>
            <a:r>
              <a:rPr lang="en-US" dirty="0" err="1" smtClean="0"/>
              <a:t>aut</a:t>
            </a:r>
            <a:r>
              <a:rPr lang="en-US" dirty="0" smtClean="0"/>
              <a:t> colossus. </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err="1" smtClean="0"/>
              <a:t>Evelegndigim</a:t>
            </a:r>
            <a:r>
              <a:rPr lang="en-US" dirty="0" smtClean="0"/>
              <a:t> qui </a:t>
            </a:r>
            <a:r>
              <a:rPr lang="en-US" dirty="0" err="1" smtClean="0"/>
              <a:t>ommodiao</a:t>
            </a:r>
            <a:r>
              <a:rPr lang="en-US" dirty="0" smtClean="0"/>
              <a:t> </a:t>
            </a:r>
            <a:r>
              <a:rPr lang="en-US" dirty="0" err="1" smtClean="0"/>
              <a:t>exceaswum</a:t>
            </a:r>
            <a:r>
              <a:rPr lang="en-US" dirty="0" smtClean="0"/>
              <a:t> </a:t>
            </a:r>
            <a:r>
              <a:rPr lang="en-US" dirty="0" err="1" smtClean="0"/>
              <a:t>enus</a:t>
            </a:r>
            <a:r>
              <a:rPr lang="en-US" dirty="0" smtClean="0"/>
              <a:t> as </a:t>
            </a:r>
            <a:r>
              <a:rPr lang="en-US" dirty="0" err="1" smtClean="0"/>
              <a:t>deerro</a:t>
            </a:r>
            <a:r>
              <a:rPr lang="en-US" dirty="0" smtClean="0"/>
              <a:t> </a:t>
            </a:r>
            <a:r>
              <a:rPr lang="en-US" dirty="0" err="1" smtClean="0"/>
              <a:t>consedi</a:t>
            </a:r>
            <a:r>
              <a:rPr lang="en-US" dirty="0" smtClean="0"/>
              <a:t> </a:t>
            </a:r>
            <a:r>
              <a:rPr lang="en-US" dirty="0" err="1" smtClean="0"/>
              <a:t>rerum</a:t>
            </a:r>
            <a:r>
              <a:rPr lang="en-US" dirty="0" smtClean="0"/>
              <a:t> et </a:t>
            </a:r>
            <a:r>
              <a:rPr lang="en-US" dirty="0" err="1" smtClean="0"/>
              <a:t>il</a:t>
            </a:r>
            <a:r>
              <a:rPr lang="en-US" dirty="0" smtClean="0"/>
              <a:t> </a:t>
            </a:r>
            <a:r>
              <a:rPr lang="en-US" dirty="0" err="1" smtClean="0"/>
              <a:t>Aperchil</a:t>
            </a:r>
            <a:r>
              <a:rPr lang="en-US" dirty="0" smtClean="0"/>
              <a:t> </a:t>
            </a:r>
            <a:r>
              <a:rPr lang="en-US" dirty="0" err="1" smtClean="0"/>
              <a:t>inus</a:t>
            </a:r>
            <a:r>
              <a:rPr lang="en-US" dirty="0" smtClean="0"/>
              <a:t>, </a:t>
            </a:r>
            <a:r>
              <a:rPr lang="en-US" dirty="0" err="1" smtClean="0"/>
              <a:t>ullabo</a:t>
            </a:r>
            <a:r>
              <a:rPr lang="en-US" dirty="0" smtClean="0"/>
              <a:t>. </a:t>
            </a:r>
            <a:r>
              <a:rPr lang="en-US" dirty="0" err="1" smtClean="0"/>
              <a:t>Otat</a:t>
            </a:r>
            <a:r>
              <a:rPr lang="en-US" dirty="0" smtClean="0"/>
              <a:t>. </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err="1" smtClean="0"/>
              <a:t>Bissecto</a:t>
            </a:r>
            <a:r>
              <a:rPr lang="en-US" dirty="0" smtClean="0"/>
              <a:t> </a:t>
            </a:r>
            <a:r>
              <a:rPr lang="en-US" dirty="0" err="1" smtClean="0"/>
              <a:t>occust</a:t>
            </a:r>
            <a:r>
              <a:rPr lang="en-US" dirty="0" smtClean="0"/>
              <a:t>, to </a:t>
            </a:r>
            <a:r>
              <a:rPr lang="en-US" dirty="0" err="1" smtClean="0"/>
              <a:t>dolupta</a:t>
            </a:r>
            <a:r>
              <a:rPr lang="en-US" dirty="0" smtClean="0"/>
              <a:t> turbos </a:t>
            </a:r>
            <a:r>
              <a:rPr lang="en-US" dirty="0" err="1" smtClean="0"/>
              <a:t>consequidi</a:t>
            </a:r>
            <a:r>
              <a:rPr lang="en-US" dirty="0" smtClean="0"/>
              <a:t> </a:t>
            </a:r>
            <a:r>
              <a:rPr lang="en-US" dirty="0" err="1" smtClean="0"/>
              <a:t>aut</a:t>
            </a:r>
            <a:r>
              <a:rPr lang="en-US" dirty="0" smtClean="0"/>
              <a:t> </a:t>
            </a:r>
            <a:r>
              <a:rPr lang="en-US" dirty="0" err="1" smtClean="0"/>
              <a:t>eos</a:t>
            </a:r>
            <a:r>
              <a:rPr lang="en-US" dirty="0" smtClean="0"/>
              <a:t> </a:t>
            </a:r>
            <a:r>
              <a:rPr lang="en-US" dirty="0" err="1" smtClean="0"/>
              <a:t>aut</a:t>
            </a:r>
            <a:r>
              <a:rPr lang="en-US" dirty="0" smtClean="0"/>
              <a:t> </a:t>
            </a:r>
            <a:r>
              <a:rPr lang="en-US" dirty="0" err="1" smtClean="0"/>
              <a:t>dolesequam</a:t>
            </a:r>
            <a:r>
              <a:rPr lang="en-US" dirty="0" smtClean="0"/>
              <a:t> </a:t>
            </a:r>
            <a:r>
              <a:rPr lang="en-US" dirty="0" err="1" smtClean="0"/>
              <a:t>commole</a:t>
            </a:r>
            <a:endParaRPr lang="en-US" dirty="0" smtClean="0"/>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err="1" smtClean="0"/>
              <a:t>Evelegndigim</a:t>
            </a:r>
            <a:r>
              <a:rPr lang="en-US" dirty="0" smtClean="0"/>
              <a:t> qui </a:t>
            </a:r>
            <a:r>
              <a:rPr lang="en-US" dirty="0" err="1" smtClean="0"/>
              <a:t>ommodiao</a:t>
            </a:r>
            <a:r>
              <a:rPr lang="en-US" dirty="0" smtClean="0"/>
              <a:t> </a:t>
            </a:r>
            <a:r>
              <a:rPr lang="en-US" dirty="0" err="1" smtClean="0"/>
              <a:t>exceaswum</a:t>
            </a:r>
            <a:r>
              <a:rPr lang="en-US" dirty="0" smtClean="0"/>
              <a:t> </a:t>
            </a:r>
            <a:r>
              <a:rPr lang="en-US" dirty="0" err="1" smtClean="0"/>
              <a:t>enus</a:t>
            </a:r>
            <a:r>
              <a:rPr lang="en-US" dirty="0" smtClean="0"/>
              <a:t> as </a:t>
            </a:r>
            <a:r>
              <a:rPr lang="en-US" dirty="0" err="1" smtClean="0"/>
              <a:t>deerro</a:t>
            </a:r>
            <a:r>
              <a:rPr lang="en-US" dirty="0" smtClean="0"/>
              <a:t> </a:t>
            </a:r>
            <a:r>
              <a:rPr lang="en-US" dirty="0" err="1" smtClean="0"/>
              <a:t>consedi</a:t>
            </a:r>
            <a:r>
              <a:rPr lang="en-US" dirty="0" smtClean="0"/>
              <a:t> </a:t>
            </a:r>
            <a:r>
              <a:rPr lang="en-US" dirty="0" err="1" smtClean="0"/>
              <a:t>rerum</a:t>
            </a:r>
            <a:r>
              <a:rPr lang="en-US" dirty="0" smtClean="0"/>
              <a:t> et </a:t>
            </a:r>
            <a:r>
              <a:rPr lang="en-US" dirty="0" err="1" smtClean="0"/>
              <a:t>il</a:t>
            </a:r>
            <a:r>
              <a:rPr lang="en-US" dirty="0" smtClean="0"/>
              <a:t> </a:t>
            </a:r>
            <a:r>
              <a:rPr lang="en-US" dirty="0" err="1" smtClean="0"/>
              <a:t>est</a:t>
            </a:r>
            <a:r>
              <a:rPr lang="en-US" dirty="0" smtClean="0"/>
              <a:t> qui </a:t>
            </a:r>
            <a:r>
              <a:rPr lang="en-US" dirty="0" err="1" smtClean="0"/>
              <a:t>cus</a:t>
            </a:r>
            <a:r>
              <a:rPr lang="en-US" dirty="0" smtClean="0"/>
              <a:t> </a:t>
            </a:r>
            <a:r>
              <a:rPr lang="en-US" dirty="0" err="1" smtClean="0"/>
              <a:t>aut</a:t>
            </a:r>
            <a:r>
              <a:rPr lang="en-US" dirty="0" smtClean="0"/>
              <a:t> et </a:t>
            </a:r>
            <a:r>
              <a:rPr lang="en-US" dirty="0" err="1" smtClean="0"/>
              <a:t>secsaill</a:t>
            </a:r>
            <a:r>
              <a:rPr lang="en-US" dirty="0" smtClean="0"/>
              <a:t> to.</a:t>
            </a:r>
          </a:p>
        </p:txBody>
      </p:sp>
    </p:spTree>
    <p:extLst>
      <p:ext uri="{BB962C8B-B14F-4D97-AF65-F5344CB8AC3E}">
        <p14:creationId xmlns:p14="http://schemas.microsoft.com/office/powerpoint/2010/main" val="4284798816"/>
      </p:ext>
    </p:extLst>
  </p:cSld>
  <p:clrMapOvr>
    <a:masterClrMapping/>
  </p:clrMapOvr>
  <p:timing>
    <p:tnLst>
      <p:par>
        <p:cTn id="1" dur="indefinite" restart="never" nodeType="tmRoot"/>
      </p:par>
    </p:tnLst>
  </p:timing>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_Photo w Title">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7286624" y="371475"/>
            <a:ext cx="1373281" cy="4000501"/>
          </a:xfrm>
          <a:prstGeom prst="rect">
            <a:avLst/>
          </a:prstGeom>
        </p:spPr>
        <p:txBody>
          <a:bodyPr lIns="0" tIns="0" rIns="0" bIns="0"/>
          <a:lstStyle>
            <a:lvl1pPr marL="0" indent="0">
              <a:buNone/>
              <a:defRPr sz="1200" b="0">
                <a:solidFill>
                  <a:schemeClr val="tx1"/>
                </a:solidFill>
                <a:latin typeface="+mn-lt"/>
                <a:cs typeface="Arial" panose="020B0604020202020204" pitchFamily="34" charset="0"/>
              </a:defRPr>
            </a:lvl1pPr>
          </a:lstStyle>
          <a:p>
            <a:pPr lvl="0"/>
            <a:r>
              <a:rPr lang="en-US" dirty="0" smtClean="0"/>
              <a:t>Photo Caption goes here</a:t>
            </a:r>
          </a:p>
        </p:txBody>
      </p:sp>
    </p:spTree>
    <p:extLst>
      <p:ext uri="{BB962C8B-B14F-4D97-AF65-F5344CB8AC3E}">
        <p14:creationId xmlns:p14="http://schemas.microsoft.com/office/powerpoint/2010/main" val="574599695"/>
      </p:ext>
    </p:extLst>
  </p:cSld>
  <p:clrMapOvr>
    <a:masterClrMapping/>
  </p:clrMapOvr>
  <p:timing>
    <p:tnLst>
      <p:par>
        <p:cTn id="1" dur="indefinite" restart="never" nodeType="tmRoot"/>
      </p:par>
    </p:tnLst>
  </p:timing>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cxnSp>
        <p:nvCxnSpPr>
          <p:cNvPr id="7" name="Straight Connector 6"/>
          <p:cNvCxnSpPr/>
          <p:nvPr userDrawn="1"/>
        </p:nvCxnSpPr>
        <p:spPr>
          <a:xfrm>
            <a:off x="417830" y="4796316"/>
            <a:ext cx="8186799"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8" name="Text Placeholder 3"/>
          <p:cNvSpPr>
            <a:spLocks noGrp="1"/>
          </p:cNvSpPr>
          <p:nvPr>
            <p:ph type="body" sz="quarter" idx="10" hasCustomPrompt="1"/>
          </p:nvPr>
        </p:nvSpPr>
        <p:spPr>
          <a:xfrm>
            <a:off x="417830" y="2134394"/>
            <a:ext cx="7340600" cy="530225"/>
          </a:xfrm>
          <a:prstGeom prst="rect">
            <a:avLst/>
          </a:prstGeom>
        </p:spPr>
        <p:txBody>
          <a:bodyPr lIns="0" rIns="0"/>
          <a:lstStyle>
            <a:lvl1pPr marL="0" indent="0">
              <a:buNone/>
              <a:defRPr sz="3600">
                <a:solidFill>
                  <a:schemeClr val="bg1"/>
                </a:solidFill>
                <a:latin typeface="+mn-lt"/>
                <a:cs typeface="Arial" panose="020B0604020202020204" pitchFamily="34" charset="0"/>
              </a:defRPr>
            </a:lvl1pPr>
            <a:lvl2pPr marL="457200" indent="0">
              <a:buNone/>
              <a:defRPr sz="3600">
                <a:solidFill>
                  <a:schemeClr val="bg1"/>
                </a:solidFill>
                <a:latin typeface="Arial" panose="020B0604020202020204" pitchFamily="34" charset="0"/>
                <a:cs typeface="Arial" panose="020B0604020202020204" pitchFamily="34" charset="0"/>
              </a:defRPr>
            </a:lvl2pPr>
            <a:lvl3pPr marL="914400" indent="0">
              <a:buNone/>
              <a:defRPr sz="3600">
                <a:solidFill>
                  <a:schemeClr val="bg1"/>
                </a:solidFill>
                <a:latin typeface="Arial" panose="020B0604020202020204" pitchFamily="34" charset="0"/>
                <a:cs typeface="Arial" panose="020B0604020202020204" pitchFamily="34" charset="0"/>
              </a:defRPr>
            </a:lvl3pPr>
            <a:lvl4pPr marL="1371600" indent="0">
              <a:buNone/>
              <a:defRPr sz="3600">
                <a:solidFill>
                  <a:schemeClr val="bg1"/>
                </a:solidFill>
                <a:latin typeface="Arial" panose="020B0604020202020204" pitchFamily="34" charset="0"/>
                <a:cs typeface="Arial" panose="020B0604020202020204" pitchFamily="34" charset="0"/>
              </a:defRPr>
            </a:lvl4pPr>
            <a:lvl5pPr marL="1828800" indent="0">
              <a:buNone/>
              <a:defRPr sz="3600">
                <a:solidFill>
                  <a:schemeClr val="bg1"/>
                </a:solidFill>
                <a:latin typeface="Arial" panose="020B0604020202020204" pitchFamily="34" charset="0"/>
                <a:cs typeface="Arial" panose="020B0604020202020204" pitchFamily="34" charset="0"/>
              </a:defRPr>
            </a:lvl5pPr>
          </a:lstStyle>
          <a:p>
            <a:pPr lvl="0"/>
            <a:r>
              <a:rPr lang="en-US" dirty="0" smtClean="0"/>
              <a:t>Section Title</a:t>
            </a:r>
            <a:endParaRPr lang="en-CA" dirty="0"/>
          </a:p>
        </p:txBody>
      </p:sp>
      <p:sp>
        <p:nvSpPr>
          <p:cNvPr id="9" name="Rectangle 8"/>
          <p:cNvSpPr/>
          <p:nvPr userDrawn="1"/>
        </p:nvSpPr>
        <p:spPr>
          <a:xfrm>
            <a:off x="8411284" y="4847236"/>
            <a:ext cx="325730" cy="230832"/>
          </a:xfrm>
          <a:prstGeom prst="rect">
            <a:avLst/>
          </a:prstGeom>
        </p:spPr>
        <p:txBody>
          <a:bodyPr wrap="none">
            <a:spAutoFit/>
          </a:bodyPr>
          <a:lstStyle/>
          <a:p>
            <a:fld id="{167796FD-2C35-44D3-9582-043279E26514}" type="slidenum">
              <a:rPr lang="en-CA" sz="900" b="1" smtClean="0">
                <a:solidFill>
                  <a:schemeClr val="bg1"/>
                </a:solidFill>
                <a:latin typeface="+mn-lt"/>
              </a:rPr>
              <a:pPr/>
              <a:t>‹#›</a:t>
            </a:fld>
            <a:endParaRPr lang="en-CA" sz="900" dirty="0">
              <a:solidFill>
                <a:schemeClr val="bg1"/>
              </a:solidFill>
              <a:latin typeface="+mn-lt"/>
            </a:endParaRPr>
          </a:p>
        </p:txBody>
      </p:sp>
      <p:sp>
        <p:nvSpPr>
          <p:cNvPr id="6" name="TextBox 5"/>
          <p:cNvSpPr txBox="1"/>
          <p:nvPr userDrawn="1"/>
        </p:nvSpPr>
        <p:spPr>
          <a:xfrm>
            <a:off x="407942" y="4885010"/>
            <a:ext cx="3916551" cy="153888"/>
          </a:xfrm>
          <a:prstGeom prst="rect">
            <a:avLst/>
          </a:prstGeom>
          <a:noFill/>
        </p:spPr>
        <p:txBody>
          <a:bodyPr wrap="square" lIns="0" tIns="0" rIns="0" bIns="0" rtlCol="0">
            <a:spAutoFit/>
          </a:bodyPr>
          <a:lstStyle/>
          <a:p>
            <a:pPr algn="l"/>
            <a:r>
              <a:rPr lang="en-CA" sz="1000" b="1" i="0" baseline="0" dirty="0" smtClean="0">
                <a:solidFill>
                  <a:schemeClr val="bg1"/>
                </a:solidFill>
                <a:latin typeface="+mn-lt"/>
                <a:cs typeface="Arial" panose="020B0604020202020204" pitchFamily="34" charset="0"/>
              </a:rPr>
              <a:t>CWB Canadian Western Bank</a:t>
            </a:r>
            <a:endParaRPr lang="en-CA" sz="1000" b="1" i="0" dirty="0">
              <a:solidFill>
                <a:schemeClr val="bg1"/>
              </a:solidFill>
              <a:latin typeface="+mn-lt"/>
              <a:cs typeface="Arial" panose="020B0604020202020204" pitchFamily="34" charset="0"/>
            </a:endParaRPr>
          </a:p>
        </p:txBody>
      </p:sp>
    </p:spTree>
    <p:extLst>
      <p:ext uri="{BB962C8B-B14F-4D97-AF65-F5344CB8AC3E}">
        <p14:creationId xmlns:p14="http://schemas.microsoft.com/office/powerpoint/2010/main" val="863961546"/>
      </p:ext>
    </p:extLst>
  </p:cSld>
  <p:clrMapOvr>
    <a:masterClrMapping/>
  </p:clrMapOvr>
  <p:timing>
    <p:tnLst>
      <p:par>
        <p:cTn id="1" dur="indefinite" restart="never" nodeType="tmRoot"/>
      </p:par>
    </p:tnLst>
  </p:timing>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10" name="Text Placeholder 3"/>
          <p:cNvSpPr>
            <a:spLocks noGrp="1"/>
          </p:cNvSpPr>
          <p:nvPr>
            <p:ph type="body" sz="quarter" idx="13" hasCustomPrompt="1"/>
          </p:nvPr>
        </p:nvSpPr>
        <p:spPr>
          <a:xfrm>
            <a:off x="3749040" y="1870102"/>
            <a:ext cx="4931609" cy="2536467"/>
          </a:xfrm>
          <a:prstGeom prst="rect">
            <a:avLst/>
          </a:prstGeom>
          <a:noFill/>
        </p:spPr>
        <p:txBody>
          <a:bodyPr/>
          <a:lstStyle>
            <a:lvl1pPr>
              <a:defRPr sz="1800" baseline="0">
                <a:solidFill>
                  <a:schemeClr val="tx1">
                    <a:lumMod val="50000"/>
                    <a:lumOff val="50000"/>
                  </a:schemeClr>
                </a:solidFill>
                <a:latin typeface="+mn-lt"/>
                <a:cs typeface="Arial" panose="020B0604020202020204" pitchFamily="34" charset="0"/>
              </a:defRPr>
            </a:lvl1pPr>
            <a:lvl2pPr>
              <a:defRPr sz="1600">
                <a:solidFill>
                  <a:schemeClr val="tx1">
                    <a:lumMod val="50000"/>
                    <a:lumOff val="50000"/>
                  </a:schemeClr>
                </a:solidFill>
                <a:latin typeface="+mn-lt"/>
                <a:cs typeface="Arial" panose="020B0604020202020204" pitchFamily="34" charset="0"/>
              </a:defRPr>
            </a:lvl2pPr>
            <a:lvl3pPr marL="1143000" indent="-228600">
              <a:buFont typeface="Wingdings" panose="05000000000000000000" pitchFamily="2" charset="2"/>
              <a:buChar char="s"/>
              <a:defRPr sz="1400">
                <a:solidFill>
                  <a:schemeClr val="tx1">
                    <a:lumMod val="50000"/>
                    <a:lumOff val="50000"/>
                  </a:schemeClr>
                </a:solidFill>
                <a:latin typeface="+mn-lt"/>
                <a:cs typeface="Arial" panose="020B0604020202020204" pitchFamily="34" charset="0"/>
              </a:defRPr>
            </a:lvl3pPr>
          </a:lstStyle>
          <a:p>
            <a:pPr lvl="0"/>
            <a:r>
              <a:rPr lang="en-CA" dirty="0" smtClean="0"/>
              <a:t>Bullet</a:t>
            </a:r>
          </a:p>
          <a:p>
            <a:pPr lvl="1"/>
            <a:r>
              <a:rPr lang="en-US" dirty="0" smtClean="0"/>
              <a:t>Second Level</a:t>
            </a:r>
          </a:p>
          <a:p>
            <a:pPr lvl="2"/>
            <a:r>
              <a:rPr lang="en-US" dirty="0" smtClean="0"/>
              <a:t>Third level</a:t>
            </a:r>
            <a:endParaRPr lang="en-CA" dirty="0" smtClean="0"/>
          </a:p>
          <a:p>
            <a:pPr lvl="0"/>
            <a:r>
              <a:rPr lang="en-CA" dirty="0" smtClean="0"/>
              <a:t>Bullet</a:t>
            </a:r>
          </a:p>
          <a:p>
            <a:pPr lvl="0"/>
            <a:r>
              <a:rPr lang="en-CA" dirty="0" smtClean="0"/>
              <a:t>Bullet</a:t>
            </a:r>
          </a:p>
          <a:p>
            <a:pPr lvl="0"/>
            <a:r>
              <a:rPr lang="en-CA" dirty="0" smtClean="0"/>
              <a:t>Bullet</a:t>
            </a:r>
          </a:p>
        </p:txBody>
      </p:sp>
      <p:sp>
        <p:nvSpPr>
          <p:cNvPr id="11" name="Text Placeholder 9"/>
          <p:cNvSpPr>
            <a:spLocks noGrp="1"/>
          </p:cNvSpPr>
          <p:nvPr>
            <p:ph type="body" sz="quarter" idx="12" hasCustomPrompt="1"/>
          </p:nvPr>
        </p:nvSpPr>
        <p:spPr>
          <a:xfrm>
            <a:off x="406203" y="399966"/>
            <a:ext cx="2832297" cy="1009734"/>
          </a:xfrm>
          <a:prstGeom prst="rect">
            <a:avLst/>
          </a:prstGeom>
        </p:spPr>
        <p:txBody>
          <a:bodyPr lIns="0" tIns="0" rIns="0" bIns="0"/>
          <a:lstStyle>
            <a:lvl1pPr marL="0" indent="0">
              <a:lnSpc>
                <a:spcPts val="3400"/>
              </a:lnSpc>
              <a:spcBef>
                <a:spcPts val="0"/>
              </a:spcBef>
              <a:buNone/>
              <a:defRPr sz="3200" b="0" spc="-100" baseline="0">
                <a:solidFill>
                  <a:schemeClr val="bg1"/>
                </a:solidFill>
                <a:latin typeface="+mn-lt"/>
                <a:cs typeface="Arial" panose="020B0604020202020204" pitchFamily="34" charset="0"/>
              </a:defRPr>
            </a:lvl1pPr>
          </a:lstStyle>
          <a:p>
            <a:pPr lvl="0"/>
            <a:r>
              <a:rPr lang="en-CA" dirty="0" smtClean="0"/>
              <a:t>Title</a:t>
            </a:r>
            <a:endParaRPr lang="en-CA" dirty="0"/>
          </a:p>
        </p:txBody>
      </p:sp>
      <p:sp>
        <p:nvSpPr>
          <p:cNvPr id="16" name="Text Placeholder 9"/>
          <p:cNvSpPr>
            <a:spLocks noGrp="1"/>
          </p:cNvSpPr>
          <p:nvPr>
            <p:ph type="body" sz="quarter" idx="14" hasCustomPrompt="1"/>
          </p:nvPr>
        </p:nvSpPr>
        <p:spPr>
          <a:xfrm>
            <a:off x="406203" y="1618602"/>
            <a:ext cx="2321757" cy="1208417"/>
          </a:xfrm>
          <a:prstGeom prst="rect">
            <a:avLst/>
          </a:prstGeom>
        </p:spPr>
        <p:txBody>
          <a:bodyPr lIns="0" tIns="0" rIns="0" bIns="0"/>
          <a:lstStyle>
            <a:lvl1pPr marL="0" indent="0">
              <a:lnSpc>
                <a:spcPts val="2200"/>
              </a:lnSpc>
              <a:spcBef>
                <a:spcPts val="0"/>
              </a:spcBef>
              <a:buNone/>
              <a:defRPr sz="2000" b="0" spc="0" baseline="0">
                <a:solidFill>
                  <a:schemeClr val="bg1"/>
                </a:solidFill>
                <a:latin typeface="+mn-lt"/>
                <a:cs typeface="Arial" panose="020B0604020202020204" pitchFamily="34" charset="0"/>
              </a:defRPr>
            </a:lvl1pPr>
          </a:lstStyle>
          <a:p>
            <a:pPr lvl="0"/>
            <a:r>
              <a:rPr lang="en-CA" dirty="0" smtClean="0"/>
              <a:t>Subtitle</a:t>
            </a:r>
            <a:endParaRPr lang="en-CA" dirty="0"/>
          </a:p>
        </p:txBody>
      </p:sp>
      <p:cxnSp>
        <p:nvCxnSpPr>
          <p:cNvPr id="17" name="Straight Connector 16"/>
          <p:cNvCxnSpPr/>
          <p:nvPr userDrawn="1"/>
        </p:nvCxnSpPr>
        <p:spPr>
          <a:xfrm>
            <a:off x="406203" y="1501140"/>
            <a:ext cx="2626557"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8" name="Rectangle 17"/>
          <p:cNvSpPr/>
          <p:nvPr userDrawn="1"/>
        </p:nvSpPr>
        <p:spPr>
          <a:xfrm>
            <a:off x="8411284" y="4847236"/>
            <a:ext cx="325730" cy="230832"/>
          </a:xfrm>
          <a:prstGeom prst="rect">
            <a:avLst/>
          </a:prstGeom>
        </p:spPr>
        <p:txBody>
          <a:bodyPr wrap="none">
            <a:spAutoFit/>
          </a:bodyPr>
          <a:lstStyle/>
          <a:p>
            <a:fld id="{167796FD-2C35-44D3-9582-043279E26514}" type="slidenum">
              <a:rPr lang="en-CA" sz="900" b="1" smtClean="0">
                <a:solidFill>
                  <a:srgbClr val="BAC5B9"/>
                </a:solidFill>
                <a:latin typeface="+mn-lt"/>
              </a:rPr>
              <a:pPr/>
              <a:t>‹#›</a:t>
            </a:fld>
            <a:endParaRPr lang="en-CA" sz="900" dirty="0">
              <a:solidFill>
                <a:srgbClr val="BAC5B9"/>
              </a:solidFill>
              <a:latin typeface="+mn-lt"/>
            </a:endParaRPr>
          </a:p>
        </p:txBody>
      </p:sp>
      <p:sp>
        <p:nvSpPr>
          <p:cNvPr id="19" name="TextBox 18"/>
          <p:cNvSpPr txBox="1"/>
          <p:nvPr userDrawn="1"/>
        </p:nvSpPr>
        <p:spPr>
          <a:xfrm>
            <a:off x="407942" y="4885010"/>
            <a:ext cx="3916551" cy="153888"/>
          </a:xfrm>
          <a:prstGeom prst="rect">
            <a:avLst/>
          </a:prstGeom>
          <a:noFill/>
        </p:spPr>
        <p:txBody>
          <a:bodyPr wrap="square" lIns="0" tIns="0" rIns="0" bIns="0" rtlCol="0">
            <a:spAutoFit/>
          </a:bodyPr>
          <a:lstStyle/>
          <a:p>
            <a:pPr algn="l"/>
            <a:r>
              <a:rPr lang="en-CA" sz="1000" b="1" i="0" baseline="0" dirty="0" smtClean="0">
                <a:solidFill>
                  <a:srgbClr val="BAC5B9"/>
                </a:solidFill>
                <a:latin typeface="+mn-lt"/>
                <a:cs typeface="Arial" panose="020B0604020202020204" pitchFamily="34" charset="0"/>
              </a:rPr>
              <a:t>CWB Canadian Western Bank</a:t>
            </a:r>
            <a:endParaRPr lang="en-CA" sz="1000" b="1" i="0" dirty="0">
              <a:solidFill>
                <a:srgbClr val="BAC5B9"/>
              </a:solidFill>
              <a:latin typeface="+mn-lt"/>
              <a:cs typeface="Arial" panose="020B0604020202020204" pitchFamily="34" charset="0"/>
            </a:endParaRPr>
          </a:p>
        </p:txBody>
      </p:sp>
    </p:spTree>
    <p:extLst>
      <p:ext uri="{BB962C8B-B14F-4D97-AF65-F5344CB8AC3E}">
        <p14:creationId xmlns:p14="http://schemas.microsoft.com/office/powerpoint/2010/main" val="1394877654"/>
      </p:ext>
    </p:extLst>
  </p:cSld>
  <p:clrMapOvr>
    <a:masterClrMapping/>
  </p:clrMapOvr>
  <p:timing>
    <p:tnLst>
      <p:par>
        <p:cTn id="1" dur="indefinite" restart="never" nodeType="tmRoot"/>
      </p:par>
    </p:tnLst>
  </p:timing>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424529132"/>
      </p:ext>
    </p:extLst>
  </p:cSld>
  <p:clrMapOvr>
    <a:masterClrMapping/>
  </p:clrMapOvr>
  <p:timing>
    <p:tnLst>
      <p:par>
        <p:cTn id="1" dur="indefinite" restart="never" nodeType="tmRoot"/>
      </p:par>
    </p:tnLst>
  </p:timing>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Photo w Title">
    <p:spTree>
      <p:nvGrpSpPr>
        <p:cNvPr id="1" name=""/>
        <p:cNvGrpSpPr/>
        <p:nvPr/>
      </p:nvGrpSpPr>
      <p:grpSpPr>
        <a:xfrm>
          <a:off x="0" y="0"/>
          <a:ext cx="0" cy="0"/>
          <a:chOff x="0" y="0"/>
          <a:chExt cx="0" cy="0"/>
        </a:xfrm>
      </p:grpSpPr>
      <p:sp>
        <p:nvSpPr>
          <p:cNvPr id="7" name="Text Placeholder 3"/>
          <p:cNvSpPr>
            <a:spLocks noGrp="1"/>
          </p:cNvSpPr>
          <p:nvPr>
            <p:ph type="body" sz="quarter" idx="10" hasCustomPrompt="1"/>
          </p:nvPr>
        </p:nvSpPr>
        <p:spPr>
          <a:xfrm>
            <a:off x="4579683" y="4407694"/>
            <a:ext cx="4112747" cy="242886"/>
          </a:xfrm>
          <a:prstGeom prst="rect">
            <a:avLst/>
          </a:prstGeom>
        </p:spPr>
        <p:txBody>
          <a:bodyPr lIns="0" tIns="0" rIns="0" bIns="0"/>
          <a:lstStyle>
            <a:lvl1pPr marL="0" indent="0">
              <a:buNone/>
              <a:defRPr sz="1200" b="0">
                <a:solidFill>
                  <a:schemeClr val="tx1"/>
                </a:solidFill>
                <a:latin typeface="+mn-lt"/>
                <a:cs typeface="Arial" panose="020B0604020202020204" pitchFamily="34" charset="0"/>
              </a:defRPr>
            </a:lvl1pPr>
          </a:lstStyle>
          <a:p>
            <a:pPr lvl="0"/>
            <a:r>
              <a:rPr lang="en-US" dirty="0" smtClean="0"/>
              <a:t>Photo Caption</a:t>
            </a:r>
          </a:p>
        </p:txBody>
      </p:sp>
      <p:sp>
        <p:nvSpPr>
          <p:cNvPr id="8" name="Text Placeholder 9"/>
          <p:cNvSpPr>
            <a:spLocks noGrp="1"/>
          </p:cNvSpPr>
          <p:nvPr>
            <p:ph type="body" sz="quarter" idx="12" hasCustomPrompt="1"/>
          </p:nvPr>
        </p:nvSpPr>
        <p:spPr>
          <a:xfrm>
            <a:off x="406203" y="701040"/>
            <a:ext cx="3715741" cy="397483"/>
          </a:xfrm>
          <a:prstGeom prst="rect">
            <a:avLst/>
          </a:prstGeom>
        </p:spPr>
        <p:txBody>
          <a:bodyPr lIns="0" tIns="0" rIns="0" bIns="0"/>
          <a:lstStyle>
            <a:lvl1pPr marL="0" indent="0">
              <a:lnSpc>
                <a:spcPts val="3400"/>
              </a:lnSpc>
              <a:spcBef>
                <a:spcPts val="0"/>
              </a:spcBef>
              <a:buNone/>
              <a:defRPr sz="3200" spc="-100" baseline="0">
                <a:solidFill>
                  <a:srgbClr val="0097A9"/>
                </a:solidFill>
                <a:latin typeface="+mn-lt"/>
                <a:cs typeface="Arial" panose="020B0604020202020204" pitchFamily="34" charset="0"/>
              </a:defRPr>
            </a:lvl1pPr>
          </a:lstStyle>
          <a:p>
            <a:pPr lvl="0"/>
            <a:r>
              <a:rPr lang="en-CA" dirty="0" smtClean="0"/>
              <a:t>Title</a:t>
            </a:r>
            <a:endParaRPr lang="en-CA" dirty="0"/>
          </a:p>
        </p:txBody>
      </p:sp>
      <p:sp>
        <p:nvSpPr>
          <p:cNvPr id="9" name="Text Placeholder 9"/>
          <p:cNvSpPr>
            <a:spLocks noGrp="1"/>
          </p:cNvSpPr>
          <p:nvPr>
            <p:ph type="body" sz="quarter" idx="14" hasCustomPrompt="1"/>
          </p:nvPr>
        </p:nvSpPr>
        <p:spPr>
          <a:xfrm>
            <a:off x="406203" y="1157677"/>
            <a:ext cx="3715741" cy="238208"/>
          </a:xfrm>
          <a:prstGeom prst="rect">
            <a:avLst/>
          </a:prstGeom>
        </p:spPr>
        <p:txBody>
          <a:bodyPr lIns="0" tIns="0" rIns="0" bIns="0"/>
          <a:lstStyle>
            <a:lvl1pPr marL="0" indent="0">
              <a:lnSpc>
                <a:spcPts val="2200"/>
              </a:lnSpc>
              <a:spcBef>
                <a:spcPts val="0"/>
              </a:spcBef>
              <a:buNone/>
              <a:defRPr sz="1800" b="0" spc="0" baseline="0">
                <a:solidFill>
                  <a:srgbClr val="DAAA00"/>
                </a:solidFill>
                <a:latin typeface="+mn-lt"/>
                <a:cs typeface="Arial" panose="020B0604020202020204" pitchFamily="34" charset="0"/>
              </a:defRPr>
            </a:lvl1pPr>
          </a:lstStyle>
          <a:p>
            <a:pPr lvl="0"/>
            <a:r>
              <a:rPr lang="en-CA" dirty="0" smtClean="0"/>
              <a:t>Subtitle</a:t>
            </a:r>
            <a:endParaRPr lang="en-CA" dirty="0"/>
          </a:p>
        </p:txBody>
      </p:sp>
      <p:sp>
        <p:nvSpPr>
          <p:cNvPr id="10" name="Text Placeholder 3"/>
          <p:cNvSpPr>
            <a:spLocks noGrp="1"/>
          </p:cNvSpPr>
          <p:nvPr>
            <p:ph type="body" sz="quarter" idx="13" hasCustomPrompt="1"/>
          </p:nvPr>
        </p:nvSpPr>
        <p:spPr>
          <a:xfrm>
            <a:off x="406203" y="1744980"/>
            <a:ext cx="3715741" cy="2419825"/>
          </a:xfrm>
          <a:prstGeom prst="rect">
            <a:avLst/>
          </a:prstGeom>
          <a:noFill/>
        </p:spPr>
        <p:txBody>
          <a:bodyPr/>
          <a:lstStyle>
            <a:lvl1pPr>
              <a:defRPr sz="1500" baseline="0">
                <a:solidFill>
                  <a:schemeClr val="tx1"/>
                </a:solidFill>
                <a:latin typeface="+mn-lt"/>
                <a:cs typeface="Arial" panose="020B0604020202020204" pitchFamily="34" charset="0"/>
              </a:defRPr>
            </a:lvl1pPr>
            <a:lvl2pPr>
              <a:defRPr sz="1400">
                <a:solidFill>
                  <a:schemeClr val="tx1"/>
                </a:solidFill>
                <a:latin typeface="+mn-lt"/>
                <a:cs typeface="Arial" panose="020B0604020202020204" pitchFamily="34" charset="0"/>
              </a:defRPr>
            </a:lvl2pPr>
            <a:lvl3pPr marL="1143000" indent="-228600">
              <a:buFont typeface="Wingdings" panose="05000000000000000000" pitchFamily="2" charset="2"/>
              <a:buChar char="s"/>
              <a:defRPr sz="1200">
                <a:solidFill>
                  <a:schemeClr val="tx1"/>
                </a:solidFill>
                <a:latin typeface="+mn-lt"/>
                <a:cs typeface="Arial" panose="020B0604020202020204" pitchFamily="34" charset="0"/>
              </a:defRPr>
            </a:lvl3pPr>
          </a:lstStyle>
          <a:p>
            <a:pPr lvl="0"/>
            <a:r>
              <a:rPr lang="en-CA" dirty="0" smtClean="0"/>
              <a:t>Bullet</a:t>
            </a:r>
          </a:p>
          <a:p>
            <a:pPr lvl="1"/>
            <a:r>
              <a:rPr lang="en-US" dirty="0" smtClean="0"/>
              <a:t>Second Level</a:t>
            </a:r>
          </a:p>
          <a:p>
            <a:pPr lvl="2"/>
            <a:r>
              <a:rPr lang="en-US" dirty="0" smtClean="0"/>
              <a:t>Third level</a:t>
            </a:r>
            <a:endParaRPr lang="en-CA" dirty="0" smtClean="0"/>
          </a:p>
          <a:p>
            <a:pPr lvl="0"/>
            <a:r>
              <a:rPr lang="en-CA" dirty="0" smtClean="0"/>
              <a:t>Bullet</a:t>
            </a:r>
          </a:p>
          <a:p>
            <a:pPr lvl="0"/>
            <a:r>
              <a:rPr lang="en-CA" dirty="0" smtClean="0"/>
              <a:t>Bullet</a:t>
            </a:r>
          </a:p>
          <a:p>
            <a:pPr lvl="0"/>
            <a:r>
              <a:rPr lang="en-CA" dirty="0" smtClean="0"/>
              <a:t>Bullet</a:t>
            </a:r>
          </a:p>
        </p:txBody>
      </p:sp>
    </p:spTree>
    <p:extLst>
      <p:ext uri="{BB962C8B-B14F-4D97-AF65-F5344CB8AC3E}">
        <p14:creationId xmlns:p14="http://schemas.microsoft.com/office/powerpoint/2010/main" val="3874632909"/>
      </p:ext>
    </p:extLst>
  </p:cSld>
  <p:clrMapOvr>
    <a:masterClrMapping/>
  </p:clrMapOvr>
  <p:timing>
    <p:tnLst>
      <p:par>
        <p:cTn id="1" dur="indefinite" restart="never" nodeType="tmRoot"/>
      </p:par>
    </p:tnLst>
  </p:timing>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1 Column">
    <p:spTree>
      <p:nvGrpSpPr>
        <p:cNvPr id="1" name=""/>
        <p:cNvGrpSpPr/>
        <p:nvPr/>
      </p:nvGrpSpPr>
      <p:grpSpPr>
        <a:xfrm>
          <a:off x="0" y="0"/>
          <a:ext cx="0" cy="0"/>
          <a:chOff x="0" y="0"/>
          <a:chExt cx="0" cy="0"/>
        </a:xfrm>
      </p:grpSpPr>
      <p:sp>
        <p:nvSpPr>
          <p:cNvPr id="4" name="Text Placeholder 3"/>
          <p:cNvSpPr>
            <a:spLocks noGrp="1"/>
          </p:cNvSpPr>
          <p:nvPr>
            <p:ph type="body" sz="quarter" idx="13" hasCustomPrompt="1"/>
          </p:nvPr>
        </p:nvSpPr>
        <p:spPr>
          <a:xfrm>
            <a:off x="406203" y="1744981"/>
            <a:ext cx="8280401" cy="2681022"/>
          </a:xfrm>
          <a:prstGeom prst="rect">
            <a:avLst/>
          </a:prstGeom>
          <a:noFill/>
        </p:spPr>
        <p:txBody>
          <a:bodyPr numCol="2" spcCol="144000"/>
          <a:lstStyle>
            <a:lvl1pPr>
              <a:defRPr sz="1500" baseline="0">
                <a:solidFill>
                  <a:schemeClr val="tx1"/>
                </a:solidFill>
                <a:latin typeface="+mn-lt"/>
                <a:cs typeface="Arial" panose="020B0604020202020204" pitchFamily="34" charset="0"/>
              </a:defRPr>
            </a:lvl1pPr>
            <a:lvl2pPr>
              <a:defRPr sz="1400">
                <a:solidFill>
                  <a:schemeClr val="tx1"/>
                </a:solidFill>
                <a:latin typeface="+mn-lt"/>
                <a:cs typeface="Arial" panose="020B0604020202020204" pitchFamily="34" charset="0"/>
              </a:defRPr>
            </a:lvl2pPr>
            <a:lvl3pPr marL="1143000" indent="-228600">
              <a:buFont typeface="Wingdings" panose="05000000000000000000" pitchFamily="2" charset="2"/>
              <a:buChar char="s"/>
              <a:defRPr sz="1200">
                <a:solidFill>
                  <a:schemeClr val="tx1"/>
                </a:solidFill>
                <a:latin typeface="+mn-lt"/>
                <a:cs typeface="Arial" panose="020B0604020202020204" pitchFamily="34" charset="0"/>
              </a:defRPr>
            </a:lvl3pPr>
          </a:lstStyle>
          <a:p>
            <a:pPr lvl="0"/>
            <a:r>
              <a:rPr lang="en-CA" dirty="0" smtClean="0"/>
              <a:t>Bullet</a:t>
            </a:r>
          </a:p>
          <a:p>
            <a:pPr lvl="1"/>
            <a:r>
              <a:rPr lang="en-US" dirty="0" smtClean="0"/>
              <a:t>Second Level</a:t>
            </a:r>
          </a:p>
          <a:p>
            <a:pPr lvl="2"/>
            <a:r>
              <a:rPr lang="en-US" dirty="0" smtClean="0"/>
              <a:t>Third level</a:t>
            </a:r>
            <a:endParaRPr lang="en-CA" dirty="0" smtClean="0"/>
          </a:p>
          <a:p>
            <a:pPr lvl="0"/>
            <a:r>
              <a:rPr lang="en-CA" dirty="0" smtClean="0"/>
              <a:t>Bullet</a:t>
            </a:r>
          </a:p>
          <a:p>
            <a:pPr lvl="0"/>
            <a:r>
              <a:rPr lang="en-CA" dirty="0" smtClean="0"/>
              <a:t>Bullet</a:t>
            </a:r>
          </a:p>
          <a:p>
            <a:pPr lvl="0"/>
            <a:r>
              <a:rPr lang="en-CA" dirty="0" smtClean="0"/>
              <a:t>Bullet</a:t>
            </a:r>
          </a:p>
          <a:p>
            <a:pPr lvl="0"/>
            <a:r>
              <a:rPr lang="en-CA" dirty="0" smtClean="0"/>
              <a:t>Bullet</a:t>
            </a:r>
          </a:p>
          <a:p>
            <a:pPr lvl="1"/>
            <a:r>
              <a:rPr lang="en-US" dirty="0" smtClean="0"/>
              <a:t>Second Level</a:t>
            </a:r>
          </a:p>
          <a:p>
            <a:pPr lvl="2"/>
            <a:r>
              <a:rPr lang="en-US" dirty="0" smtClean="0"/>
              <a:t>Third level</a:t>
            </a:r>
            <a:endParaRPr lang="en-CA" dirty="0" smtClean="0"/>
          </a:p>
          <a:p>
            <a:pPr lvl="0"/>
            <a:endParaRPr lang="en-CA" dirty="0" smtClean="0"/>
          </a:p>
          <a:p>
            <a:pPr lvl="0"/>
            <a:r>
              <a:rPr lang="en-CA" dirty="0" smtClean="0"/>
              <a:t>Bullet</a:t>
            </a:r>
          </a:p>
          <a:p>
            <a:pPr lvl="0"/>
            <a:r>
              <a:rPr lang="en-CA" dirty="0" smtClean="0"/>
              <a:t>Bullet</a:t>
            </a:r>
          </a:p>
          <a:p>
            <a:pPr lvl="0"/>
            <a:r>
              <a:rPr lang="en-CA" dirty="0" smtClean="0"/>
              <a:t>Bullet</a:t>
            </a:r>
          </a:p>
          <a:p>
            <a:pPr lvl="0"/>
            <a:r>
              <a:rPr lang="en-CA" dirty="0" smtClean="0"/>
              <a:t>Bullet</a:t>
            </a:r>
          </a:p>
          <a:p>
            <a:pPr lvl="1"/>
            <a:r>
              <a:rPr lang="en-US" dirty="0" smtClean="0"/>
              <a:t>Second Level</a:t>
            </a:r>
          </a:p>
          <a:p>
            <a:pPr lvl="2"/>
            <a:r>
              <a:rPr lang="en-US" dirty="0" smtClean="0"/>
              <a:t>Third level</a:t>
            </a:r>
            <a:endParaRPr lang="en-CA" dirty="0" smtClean="0"/>
          </a:p>
          <a:p>
            <a:pPr lvl="0"/>
            <a:r>
              <a:rPr lang="en-CA" dirty="0" smtClean="0"/>
              <a:t>Bullet</a:t>
            </a:r>
          </a:p>
          <a:p>
            <a:pPr lvl="0"/>
            <a:r>
              <a:rPr lang="en-CA" dirty="0" smtClean="0"/>
              <a:t>Bullet</a:t>
            </a:r>
          </a:p>
          <a:p>
            <a:pPr lvl="0"/>
            <a:r>
              <a:rPr lang="en-CA" dirty="0" smtClean="0"/>
              <a:t>Bullet</a:t>
            </a:r>
          </a:p>
          <a:p>
            <a:pPr lvl="0"/>
            <a:endParaRPr lang="en-CA" dirty="0" smtClean="0"/>
          </a:p>
        </p:txBody>
      </p:sp>
      <p:sp>
        <p:nvSpPr>
          <p:cNvPr id="5" name="Text Placeholder 9"/>
          <p:cNvSpPr>
            <a:spLocks noGrp="1"/>
          </p:cNvSpPr>
          <p:nvPr>
            <p:ph type="body" sz="quarter" idx="12" hasCustomPrompt="1"/>
          </p:nvPr>
        </p:nvSpPr>
        <p:spPr>
          <a:xfrm>
            <a:off x="406203" y="701040"/>
            <a:ext cx="8280401" cy="397483"/>
          </a:xfrm>
          <a:prstGeom prst="rect">
            <a:avLst/>
          </a:prstGeom>
        </p:spPr>
        <p:txBody>
          <a:bodyPr lIns="0" tIns="0" rIns="0" bIns="0"/>
          <a:lstStyle>
            <a:lvl1pPr marL="0" indent="0">
              <a:lnSpc>
                <a:spcPts val="3400"/>
              </a:lnSpc>
              <a:spcBef>
                <a:spcPts val="0"/>
              </a:spcBef>
              <a:buNone/>
              <a:defRPr sz="3200" spc="-100" baseline="0">
                <a:solidFill>
                  <a:srgbClr val="0097A9"/>
                </a:solidFill>
                <a:latin typeface="+mn-lt"/>
                <a:cs typeface="Arial" panose="020B0604020202020204" pitchFamily="34" charset="0"/>
              </a:defRPr>
            </a:lvl1pPr>
          </a:lstStyle>
          <a:p>
            <a:pPr lvl="0"/>
            <a:r>
              <a:rPr lang="en-CA" dirty="0" smtClean="0"/>
              <a:t>Title</a:t>
            </a:r>
            <a:endParaRPr lang="en-CA" dirty="0"/>
          </a:p>
        </p:txBody>
      </p:sp>
      <p:sp>
        <p:nvSpPr>
          <p:cNvPr id="6" name="Text Placeholder 9"/>
          <p:cNvSpPr>
            <a:spLocks noGrp="1"/>
          </p:cNvSpPr>
          <p:nvPr>
            <p:ph type="body" sz="quarter" idx="14" hasCustomPrompt="1"/>
          </p:nvPr>
        </p:nvSpPr>
        <p:spPr>
          <a:xfrm>
            <a:off x="406203" y="1157677"/>
            <a:ext cx="8280401" cy="238208"/>
          </a:xfrm>
          <a:prstGeom prst="rect">
            <a:avLst/>
          </a:prstGeom>
        </p:spPr>
        <p:txBody>
          <a:bodyPr lIns="0" tIns="0" rIns="0" bIns="0"/>
          <a:lstStyle>
            <a:lvl1pPr marL="0" indent="0">
              <a:lnSpc>
                <a:spcPts val="2200"/>
              </a:lnSpc>
              <a:spcBef>
                <a:spcPts val="0"/>
              </a:spcBef>
              <a:buNone/>
              <a:defRPr sz="1800" b="0" spc="0" baseline="0">
                <a:solidFill>
                  <a:srgbClr val="DAAA00"/>
                </a:solidFill>
                <a:latin typeface="+mn-lt"/>
                <a:cs typeface="Arial" panose="020B0604020202020204" pitchFamily="34" charset="0"/>
              </a:defRPr>
            </a:lvl1pPr>
          </a:lstStyle>
          <a:p>
            <a:pPr lvl="0"/>
            <a:r>
              <a:rPr lang="en-CA" dirty="0" smtClean="0"/>
              <a:t>Subtitle</a:t>
            </a:r>
            <a:endParaRPr lang="en-CA" dirty="0"/>
          </a:p>
        </p:txBody>
      </p:sp>
    </p:spTree>
    <p:extLst>
      <p:ext uri="{BB962C8B-B14F-4D97-AF65-F5344CB8AC3E}">
        <p14:creationId xmlns:p14="http://schemas.microsoft.com/office/powerpoint/2010/main" val="2046336842"/>
      </p:ext>
    </p:extLst>
  </p:cSld>
  <p:clrMapOvr>
    <a:masterClrMapping/>
  </p:clrMapOvr>
  <p:timing>
    <p:tnLst>
      <p:par>
        <p:cTn id="1" dur="indefinite" restart="never" nodeType="tmRoot"/>
      </p:par>
    </p:tnLst>
  </p:timing>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1_1 Column">
    <p:spTree>
      <p:nvGrpSpPr>
        <p:cNvPr id="1" name=""/>
        <p:cNvGrpSpPr/>
        <p:nvPr/>
      </p:nvGrpSpPr>
      <p:grpSpPr>
        <a:xfrm>
          <a:off x="0" y="0"/>
          <a:ext cx="0" cy="0"/>
          <a:chOff x="0" y="0"/>
          <a:chExt cx="0" cy="0"/>
        </a:xfrm>
      </p:grpSpPr>
      <p:sp>
        <p:nvSpPr>
          <p:cNvPr id="5" name="Text Placeholder 9"/>
          <p:cNvSpPr>
            <a:spLocks noGrp="1"/>
          </p:cNvSpPr>
          <p:nvPr>
            <p:ph type="body" sz="quarter" idx="12" hasCustomPrompt="1"/>
          </p:nvPr>
        </p:nvSpPr>
        <p:spPr>
          <a:xfrm>
            <a:off x="406203" y="701040"/>
            <a:ext cx="8280401" cy="397483"/>
          </a:xfrm>
          <a:prstGeom prst="rect">
            <a:avLst/>
          </a:prstGeom>
        </p:spPr>
        <p:txBody>
          <a:bodyPr lIns="0" tIns="0" rIns="0" bIns="0"/>
          <a:lstStyle>
            <a:lvl1pPr marL="0" indent="0">
              <a:lnSpc>
                <a:spcPts val="3400"/>
              </a:lnSpc>
              <a:spcBef>
                <a:spcPts val="0"/>
              </a:spcBef>
              <a:buNone/>
              <a:defRPr sz="3200" spc="-100" baseline="0">
                <a:solidFill>
                  <a:srgbClr val="0097A9"/>
                </a:solidFill>
                <a:latin typeface="+mn-lt"/>
                <a:cs typeface="Arial" panose="020B0604020202020204" pitchFamily="34" charset="0"/>
              </a:defRPr>
            </a:lvl1pPr>
          </a:lstStyle>
          <a:p>
            <a:pPr lvl="0"/>
            <a:r>
              <a:rPr lang="en-CA" dirty="0" smtClean="0"/>
              <a:t>Title</a:t>
            </a:r>
            <a:endParaRPr lang="en-CA" dirty="0"/>
          </a:p>
        </p:txBody>
      </p:sp>
      <p:sp>
        <p:nvSpPr>
          <p:cNvPr id="6" name="Text Placeholder 9"/>
          <p:cNvSpPr>
            <a:spLocks noGrp="1"/>
          </p:cNvSpPr>
          <p:nvPr>
            <p:ph type="body" sz="quarter" idx="14" hasCustomPrompt="1"/>
          </p:nvPr>
        </p:nvSpPr>
        <p:spPr>
          <a:xfrm>
            <a:off x="406203" y="1157677"/>
            <a:ext cx="8280401" cy="238208"/>
          </a:xfrm>
          <a:prstGeom prst="rect">
            <a:avLst/>
          </a:prstGeom>
        </p:spPr>
        <p:txBody>
          <a:bodyPr lIns="0" tIns="0" rIns="0" bIns="0"/>
          <a:lstStyle>
            <a:lvl1pPr marL="0" indent="0">
              <a:lnSpc>
                <a:spcPts val="2200"/>
              </a:lnSpc>
              <a:spcBef>
                <a:spcPts val="0"/>
              </a:spcBef>
              <a:buNone/>
              <a:defRPr sz="1800" b="0" spc="0" baseline="0">
                <a:solidFill>
                  <a:srgbClr val="DAAA00"/>
                </a:solidFill>
                <a:latin typeface="+mn-lt"/>
                <a:cs typeface="Arial" panose="020B0604020202020204" pitchFamily="34" charset="0"/>
              </a:defRPr>
            </a:lvl1pPr>
          </a:lstStyle>
          <a:p>
            <a:pPr lvl="0"/>
            <a:r>
              <a:rPr lang="en-CA" dirty="0" smtClean="0"/>
              <a:t>Subtitle</a:t>
            </a:r>
            <a:endParaRPr lang="en-CA" dirty="0"/>
          </a:p>
        </p:txBody>
      </p:sp>
      <p:sp>
        <p:nvSpPr>
          <p:cNvPr id="7" name="Text Placeholder 6"/>
          <p:cNvSpPr>
            <a:spLocks noGrp="1"/>
          </p:cNvSpPr>
          <p:nvPr>
            <p:ph type="body" sz="quarter" idx="15" hasCustomPrompt="1"/>
          </p:nvPr>
        </p:nvSpPr>
        <p:spPr>
          <a:xfrm>
            <a:off x="406400" y="1636713"/>
            <a:ext cx="8280400" cy="2743200"/>
          </a:xfrm>
          <a:prstGeom prst="rect">
            <a:avLst/>
          </a:prstGeom>
        </p:spPr>
        <p:txBody>
          <a:bodyPr lIns="0" rIns="0"/>
          <a:lstStyle>
            <a:lvl1pPr marL="0" marR="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lang="en-US" sz="1600" b="0" i="0" u="none" strike="noStrike" baseline="0" smtClean="0">
                <a:solidFill>
                  <a:schemeClr val="tx1"/>
                </a:solidFill>
              </a:defRPr>
            </a:lvl1pPr>
            <a:lvl2pPr marL="457200" indent="0">
              <a:buNone/>
              <a:defRPr sz="1600">
                <a:solidFill>
                  <a:schemeClr val="tx1">
                    <a:lumMod val="50000"/>
                    <a:lumOff val="50000"/>
                  </a:schemeClr>
                </a:solidFill>
              </a:defRPr>
            </a:lvl2pPr>
            <a:lvl3pPr marL="914400" indent="0">
              <a:buNone/>
              <a:defRPr sz="1600">
                <a:solidFill>
                  <a:schemeClr val="tx1">
                    <a:lumMod val="50000"/>
                    <a:lumOff val="50000"/>
                  </a:schemeClr>
                </a:solidFill>
              </a:defRPr>
            </a:lvl3pPr>
            <a:lvl4pPr marL="1371600" indent="0">
              <a:buNone/>
              <a:defRPr sz="1600">
                <a:solidFill>
                  <a:schemeClr val="tx1">
                    <a:lumMod val="50000"/>
                    <a:lumOff val="50000"/>
                  </a:schemeClr>
                </a:solidFill>
              </a:defRPr>
            </a:lvl4pPr>
            <a:lvl5pPr marL="1828800" indent="0">
              <a:buNone/>
              <a:defRPr sz="1600">
                <a:solidFill>
                  <a:schemeClr val="tx1">
                    <a:lumMod val="50000"/>
                    <a:lumOff val="50000"/>
                  </a:schemeClr>
                </a:solidFill>
              </a:defRPr>
            </a:lvl5pPr>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smtClean="0"/>
              <a:t>Click to add text. Body placeholder text goes here. </a:t>
            </a:r>
            <a:r>
              <a:rPr lang="en-US" dirty="0" err="1" smtClean="0"/>
              <a:t>Aperchil</a:t>
            </a:r>
            <a:r>
              <a:rPr lang="en-US" dirty="0" smtClean="0"/>
              <a:t> </a:t>
            </a:r>
            <a:r>
              <a:rPr lang="en-US" dirty="0" err="1" smtClean="0"/>
              <a:t>inus</a:t>
            </a:r>
            <a:r>
              <a:rPr lang="en-US" dirty="0" smtClean="0"/>
              <a:t>, </a:t>
            </a:r>
            <a:r>
              <a:rPr lang="en-US" dirty="0" err="1" smtClean="0"/>
              <a:t>ullabo</a:t>
            </a:r>
            <a:r>
              <a:rPr lang="en-US" dirty="0" smtClean="0"/>
              <a:t>. </a:t>
            </a:r>
            <a:r>
              <a:rPr lang="en-US" dirty="0" err="1" smtClean="0"/>
              <a:t>Otat</a:t>
            </a:r>
            <a:r>
              <a:rPr lang="en-US" dirty="0" smtClean="0"/>
              <a:t>. </a:t>
            </a:r>
            <a:r>
              <a:rPr lang="en-US" dirty="0" err="1" smtClean="0"/>
              <a:t>Bissecto</a:t>
            </a:r>
            <a:r>
              <a:rPr lang="en-US" dirty="0" smtClean="0"/>
              <a:t> </a:t>
            </a:r>
            <a:r>
              <a:rPr lang="en-US" dirty="0" err="1" smtClean="0"/>
              <a:t>occust</a:t>
            </a:r>
            <a:r>
              <a:rPr lang="en-US" dirty="0" smtClean="0"/>
              <a:t>, to </a:t>
            </a:r>
            <a:r>
              <a:rPr lang="en-US" dirty="0" err="1" smtClean="0"/>
              <a:t>dolupta</a:t>
            </a:r>
            <a:r>
              <a:rPr lang="en-US" dirty="0" smtClean="0"/>
              <a:t> turbos </a:t>
            </a:r>
            <a:r>
              <a:rPr lang="en-US" dirty="0" err="1" smtClean="0"/>
              <a:t>consequidi</a:t>
            </a:r>
            <a:r>
              <a:rPr lang="en-US" dirty="0" smtClean="0"/>
              <a:t> </a:t>
            </a:r>
            <a:r>
              <a:rPr lang="en-US" dirty="0" err="1" smtClean="0"/>
              <a:t>aut</a:t>
            </a:r>
            <a:r>
              <a:rPr lang="en-US" dirty="0" smtClean="0"/>
              <a:t> </a:t>
            </a:r>
            <a:r>
              <a:rPr lang="en-US" dirty="0" err="1" smtClean="0"/>
              <a:t>eos</a:t>
            </a:r>
            <a:r>
              <a:rPr lang="en-US" dirty="0" smtClean="0"/>
              <a:t> </a:t>
            </a:r>
            <a:r>
              <a:rPr lang="en-US" dirty="0" err="1" smtClean="0"/>
              <a:t>aut</a:t>
            </a:r>
            <a:r>
              <a:rPr lang="en-US" dirty="0" smtClean="0"/>
              <a:t> </a:t>
            </a:r>
            <a:r>
              <a:rPr lang="en-US" dirty="0" err="1" smtClean="0"/>
              <a:t>dolesequam</a:t>
            </a:r>
            <a:r>
              <a:rPr lang="en-US" dirty="0" smtClean="0"/>
              <a:t> </a:t>
            </a:r>
            <a:r>
              <a:rPr lang="en-US" dirty="0" err="1" smtClean="0"/>
              <a:t>commole</a:t>
            </a:r>
            <a:r>
              <a:rPr lang="en-US" dirty="0" smtClean="0"/>
              <a:t> </a:t>
            </a:r>
            <a:r>
              <a:rPr lang="en-US" dirty="0" err="1" smtClean="0"/>
              <a:t>ntotas</a:t>
            </a:r>
            <a:r>
              <a:rPr lang="en-US" dirty="0" smtClean="0"/>
              <a:t> se </a:t>
            </a:r>
            <a:r>
              <a:rPr lang="en-US" dirty="0" err="1" smtClean="0"/>
              <a:t>volum</a:t>
            </a:r>
            <a:r>
              <a:rPr lang="en-US" dirty="0" smtClean="0"/>
              <a:t> </a:t>
            </a:r>
            <a:r>
              <a:rPr lang="en-US" dirty="0" err="1" smtClean="0"/>
              <a:t>est</a:t>
            </a:r>
            <a:r>
              <a:rPr lang="en-US" dirty="0" smtClean="0"/>
              <a:t> </a:t>
            </a:r>
            <a:r>
              <a:rPr lang="en-US" dirty="0" err="1" smtClean="0"/>
              <a:t>aut</a:t>
            </a:r>
            <a:r>
              <a:rPr lang="en-US" dirty="0" smtClean="0"/>
              <a:t> </a:t>
            </a:r>
            <a:r>
              <a:rPr lang="en-US" dirty="0" err="1" smtClean="0"/>
              <a:t>veliatuint</a:t>
            </a:r>
            <a:r>
              <a:rPr lang="en-US" dirty="0" smtClean="0"/>
              <a:t> </a:t>
            </a:r>
            <a:r>
              <a:rPr lang="en-US" dirty="0" err="1" smtClean="0"/>
              <a:t>fuga</a:t>
            </a:r>
            <a:r>
              <a:rPr lang="en-US" dirty="0" smtClean="0"/>
              <a:t>. </a:t>
            </a:r>
            <a:r>
              <a:rPr lang="en-US" dirty="0" err="1" smtClean="0"/>
              <a:t>Sunt</a:t>
            </a:r>
            <a:r>
              <a:rPr lang="en-US" dirty="0" smtClean="0"/>
              <a:t> </a:t>
            </a:r>
            <a:r>
              <a:rPr lang="en-US" dirty="0" err="1" smtClean="0"/>
              <a:t>volupta</a:t>
            </a:r>
            <a:r>
              <a:rPr lang="en-US" dirty="0" smtClean="0"/>
              <a:t> </a:t>
            </a:r>
            <a:r>
              <a:rPr lang="en-US" dirty="0" err="1" smtClean="0"/>
              <a:t>tiuntem</a:t>
            </a:r>
            <a:r>
              <a:rPr lang="en-US" dirty="0" smtClean="0"/>
              <a:t> </a:t>
            </a:r>
            <a:r>
              <a:rPr lang="en-US" dirty="0" err="1" smtClean="0"/>
              <a:t>inulparum</a:t>
            </a:r>
            <a:r>
              <a:rPr lang="en-US" dirty="0" smtClean="0"/>
              <a:t> et </a:t>
            </a:r>
            <a:r>
              <a:rPr lang="en-US" dirty="0" err="1" smtClean="0"/>
              <a:t>fugioto</a:t>
            </a:r>
            <a:r>
              <a:rPr lang="en-US" dirty="0" smtClean="0"/>
              <a:t> </a:t>
            </a:r>
            <a:r>
              <a:rPr lang="en-US" dirty="0" err="1" smtClean="0"/>
              <a:t>cusa</a:t>
            </a:r>
            <a:r>
              <a:rPr lang="en-US" dirty="0" smtClean="0"/>
              <a:t> net </a:t>
            </a:r>
            <a:r>
              <a:rPr lang="en-US" dirty="0" err="1" smtClean="0"/>
              <a:t>aut</a:t>
            </a:r>
            <a:r>
              <a:rPr lang="en-US" dirty="0" smtClean="0"/>
              <a:t> colossus. </a:t>
            </a:r>
            <a:r>
              <a:rPr lang="en-US" dirty="0" err="1" smtClean="0"/>
              <a:t>Evelegndigim</a:t>
            </a:r>
            <a:r>
              <a:rPr lang="en-US" dirty="0" smtClean="0"/>
              <a:t> qui </a:t>
            </a:r>
            <a:r>
              <a:rPr lang="en-US" dirty="0" err="1" smtClean="0"/>
              <a:t>ommodiao</a:t>
            </a:r>
            <a:r>
              <a:rPr lang="en-US" dirty="0" smtClean="0"/>
              <a:t> </a:t>
            </a:r>
            <a:r>
              <a:rPr lang="en-US" dirty="0" err="1" smtClean="0"/>
              <a:t>exceaswum</a:t>
            </a:r>
            <a:r>
              <a:rPr lang="en-US" dirty="0" smtClean="0"/>
              <a:t> </a:t>
            </a:r>
            <a:r>
              <a:rPr lang="en-US" dirty="0" err="1" smtClean="0"/>
              <a:t>enus</a:t>
            </a:r>
            <a:r>
              <a:rPr lang="en-US" dirty="0" smtClean="0"/>
              <a:t> as </a:t>
            </a:r>
            <a:r>
              <a:rPr lang="en-US" dirty="0" err="1" smtClean="0"/>
              <a:t>deerro</a:t>
            </a:r>
            <a:r>
              <a:rPr lang="en-US" dirty="0" smtClean="0"/>
              <a:t> </a:t>
            </a:r>
            <a:r>
              <a:rPr lang="en-US" dirty="0" err="1" smtClean="0"/>
              <a:t>consedi</a:t>
            </a:r>
            <a:r>
              <a:rPr lang="en-US" dirty="0" smtClean="0"/>
              <a:t> </a:t>
            </a:r>
            <a:r>
              <a:rPr lang="en-US" dirty="0" err="1" smtClean="0"/>
              <a:t>rerum</a:t>
            </a:r>
            <a:r>
              <a:rPr lang="en-US" dirty="0" smtClean="0"/>
              <a:t> et </a:t>
            </a:r>
            <a:r>
              <a:rPr lang="en-US" dirty="0" err="1" smtClean="0"/>
              <a:t>il</a:t>
            </a:r>
            <a:r>
              <a:rPr lang="en-US" dirty="0" smtClean="0"/>
              <a:t> </a:t>
            </a:r>
            <a:r>
              <a:rPr lang="en-US" dirty="0" err="1" smtClean="0"/>
              <a:t>est</a:t>
            </a:r>
            <a:r>
              <a:rPr lang="en-US" dirty="0" smtClean="0"/>
              <a:t> qui </a:t>
            </a:r>
            <a:r>
              <a:rPr lang="en-US" dirty="0" err="1" smtClean="0"/>
              <a:t>cus</a:t>
            </a:r>
            <a:r>
              <a:rPr lang="en-US" dirty="0" smtClean="0"/>
              <a:t> </a:t>
            </a:r>
            <a:r>
              <a:rPr lang="en-US" dirty="0" err="1" smtClean="0"/>
              <a:t>aut</a:t>
            </a:r>
            <a:r>
              <a:rPr lang="en-US" dirty="0" smtClean="0"/>
              <a:t> et </a:t>
            </a:r>
            <a:r>
              <a:rPr lang="en-US" dirty="0" err="1" smtClean="0"/>
              <a:t>secsaill</a:t>
            </a:r>
            <a:r>
              <a:rPr lang="en-US" dirty="0" smtClean="0"/>
              <a:t> to </a:t>
            </a:r>
            <a:r>
              <a:rPr lang="en-US" dirty="0" err="1" smtClean="0"/>
              <a:t>cid</a:t>
            </a:r>
            <a:r>
              <a:rPr lang="en-US" dirty="0" smtClean="0"/>
              <a:t> et </a:t>
            </a:r>
            <a:r>
              <a:rPr lang="en-US" dirty="0" err="1" smtClean="0"/>
              <a:t>poreupudam</a:t>
            </a:r>
            <a:r>
              <a:rPr lang="en-US" dirty="0" smtClean="0"/>
              <a:t> </a:t>
            </a:r>
            <a:r>
              <a:rPr lang="en-US" dirty="0" err="1" smtClean="0"/>
              <a:t>unti</a:t>
            </a:r>
            <a:r>
              <a:rPr lang="en-US" dirty="0" smtClean="0"/>
              <a:t>, </a:t>
            </a:r>
            <a:r>
              <a:rPr lang="en-US" dirty="0" err="1" smtClean="0"/>
              <a:t>uptodemsd</a:t>
            </a:r>
            <a:r>
              <a:rPr lang="en-US" dirty="0" smtClean="0"/>
              <a:t> </a:t>
            </a:r>
            <a:r>
              <a:rPr lang="en-US" dirty="0" err="1" smtClean="0"/>
              <a:t>blacsccsuam</a:t>
            </a:r>
            <a:r>
              <a:rPr lang="en-US" dirty="0" smtClean="0"/>
              <a:t> </a:t>
            </a:r>
            <a:r>
              <a:rPr lang="en-US" dirty="0" err="1" smtClean="0"/>
              <a:t>reprio</a:t>
            </a:r>
            <a:r>
              <a:rPr lang="en-US" dirty="0" smtClean="0"/>
              <a:t> </a:t>
            </a:r>
            <a:r>
              <a:rPr lang="en-US" dirty="0" err="1" smtClean="0"/>
              <a:t>endes</a:t>
            </a:r>
            <a:r>
              <a:rPr lang="en-US" dirty="0" smtClean="0"/>
              <a:t> </a:t>
            </a:r>
            <a:r>
              <a:rPr lang="en-US" dirty="0" err="1" smtClean="0"/>
              <a:t>autem</a:t>
            </a:r>
            <a:r>
              <a:rPr lang="en-US" dirty="0" smtClean="0"/>
              <a:t> </a:t>
            </a:r>
            <a:r>
              <a:rPr lang="en-US" dirty="0" err="1" smtClean="0"/>
              <a:t>quie</a:t>
            </a:r>
            <a:r>
              <a:rPr lang="en-US" dirty="0" smtClean="0"/>
              <a:t> </a:t>
            </a:r>
            <a:r>
              <a:rPr lang="en-US" dirty="0" err="1" smtClean="0"/>
              <a:t>prem</a:t>
            </a:r>
            <a:r>
              <a:rPr lang="en-US" dirty="0" smtClean="0"/>
              <a:t> </a:t>
            </a:r>
            <a:r>
              <a:rPr lang="en-US" dirty="0" err="1" smtClean="0"/>
              <a:t>aditas</a:t>
            </a:r>
            <a:r>
              <a:rPr lang="en-US" dirty="0" smtClean="0"/>
              <a:t> discus </a:t>
            </a:r>
            <a:r>
              <a:rPr lang="en-US" dirty="0" err="1" smtClean="0"/>
              <a:t>magnihilibus</a:t>
            </a:r>
            <a:r>
              <a:rPr lang="en-US" dirty="0" smtClean="0"/>
              <a:t> </a:t>
            </a:r>
            <a:r>
              <a:rPr lang="en-US" dirty="0" err="1" smtClean="0"/>
              <a:t>cusiccs</a:t>
            </a:r>
            <a:r>
              <a:rPr lang="en-US" dirty="0" smtClean="0"/>
              <a:t> </a:t>
            </a:r>
            <a:r>
              <a:rPr lang="en-US" dirty="0" err="1" smtClean="0"/>
              <a:t>eatumse</a:t>
            </a:r>
            <a:r>
              <a:rPr lang="en-US" dirty="0" smtClean="0"/>
              <a:t> </a:t>
            </a:r>
            <a:r>
              <a:rPr lang="en-US" dirty="0" err="1" smtClean="0"/>
              <a:t>luptaquie</a:t>
            </a:r>
            <a:r>
              <a:rPr lang="en-US" dirty="0" smtClean="0"/>
              <a:t> </a:t>
            </a:r>
            <a:r>
              <a:rPr lang="en-US" dirty="0" err="1" smtClean="0"/>
              <a:t>dolum</a:t>
            </a:r>
            <a:r>
              <a:rPr lang="en-US" dirty="0" smtClean="0"/>
              <a:t> </a:t>
            </a:r>
            <a:r>
              <a:rPr lang="en-US" dirty="0" err="1" smtClean="0"/>
              <a:t>Aperchil</a:t>
            </a:r>
            <a:r>
              <a:rPr lang="en-US" dirty="0" smtClean="0"/>
              <a:t> </a:t>
            </a:r>
            <a:r>
              <a:rPr lang="en-US" dirty="0" err="1" smtClean="0"/>
              <a:t>inus</a:t>
            </a:r>
            <a:r>
              <a:rPr lang="en-US" dirty="0" smtClean="0"/>
              <a:t>, </a:t>
            </a:r>
            <a:r>
              <a:rPr lang="en-US" dirty="0" err="1" smtClean="0"/>
              <a:t>ullabo</a:t>
            </a:r>
            <a:r>
              <a:rPr lang="en-US" dirty="0" smtClean="0"/>
              <a:t>. </a:t>
            </a:r>
            <a:r>
              <a:rPr lang="en-US" dirty="0" err="1" smtClean="0"/>
              <a:t>Otat</a:t>
            </a:r>
            <a:r>
              <a:rPr lang="en-US" dirty="0" smtClean="0"/>
              <a:t>. </a:t>
            </a:r>
            <a:r>
              <a:rPr lang="en-US" dirty="0" err="1" smtClean="0"/>
              <a:t>Bissecto</a:t>
            </a:r>
            <a:r>
              <a:rPr lang="en-US" dirty="0" smtClean="0"/>
              <a:t> </a:t>
            </a:r>
            <a:r>
              <a:rPr lang="en-US" dirty="0" err="1" smtClean="0"/>
              <a:t>occust</a:t>
            </a:r>
            <a:r>
              <a:rPr lang="en-US" dirty="0" smtClean="0"/>
              <a:t>, to </a:t>
            </a:r>
            <a:r>
              <a:rPr lang="en-US" dirty="0" err="1" smtClean="0"/>
              <a:t>dolupta</a:t>
            </a:r>
            <a:r>
              <a:rPr lang="en-US" dirty="0" smtClean="0"/>
              <a:t> turbos </a:t>
            </a:r>
            <a:r>
              <a:rPr lang="en-US" dirty="0" err="1" smtClean="0"/>
              <a:t>consequidi</a:t>
            </a:r>
            <a:r>
              <a:rPr lang="en-US" dirty="0" smtClean="0"/>
              <a:t> </a:t>
            </a:r>
            <a:r>
              <a:rPr lang="en-US" dirty="0" err="1" smtClean="0"/>
              <a:t>aut</a:t>
            </a:r>
            <a:r>
              <a:rPr lang="en-US" dirty="0" smtClean="0"/>
              <a:t> </a:t>
            </a:r>
            <a:r>
              <a:rPr lang="en-US" dirty="0" err="1" smtClean="0"/>
              <a:t>eos</a:t>
            </a:r>
            <a:r>
              <a:rPr lang="en-US" dirty="0" smtClean="0"/>
              <a:t> </a:t>
            </a:r>
            <a:r>
              <a:rPr lang="en-US" dirty="0" err="1" smtClean="0"/>
              <a:t>aut</a:t>
            </a:r>
            <a:r>
              <a:rPr lang="en-US" dirty="0" smtClean="0"/>
              <a:t> </a:t>
            </a:r>
            <a:r>
              <a:rPr lang="en-US" dirty="0" err="1" smtClean="0"/>
              <a:t>dolesequam</a:t>
            </a:r>
            <a:r>
              <a:rPr lang="en-US" dirty="0" smtClean="0"/>
              <a:t> </a:t>
            </a:r>
            <a:r>
              <a:rPr lang="en-US" dirty="0" err="1" smtClean="0"/>
              <a:t>commole</a:t>
            </a:r>
            <a:r>
              <a:rPr lang="en-US" dirty="0" smtClean="0"/>
              <a:t> </a:t>
            </a:r>
            <a:r>
              <a:rPr lang="en-US" dirty="0" err="1" smtClean="0"/>
              <a:t>ntotas</a:t>
            </a:r>
            <a:r>
              <a:rPr lang="en-US" dirty="0" smtClean="0"/>
              <a:t> se </a:t>
            </a:r>
            <a:r>
              <a:rPr lang="en-US" dirty="0" err="1" smtClean="0"/>
              <a:t>volum</a:t>
            </a:r>
            <a:r>
              <a:rPr lang="en-US" dirty="0" smtClean="0"/>
              <a:t> </a:t>
            </a:r>
            <a:r>
              <a:rPr lang="en-US" dirty="0" err="1" smtClean="0"/>
              <a:t>est</a:t>
            </a:r>
            <a:r>
              <a:rPr lang="en-US" dirty="0" smtClean="0"/>
              <a:t> </a:t>
            </a:r>
            <a:r>
              <a:rPr lang="en-US" dirty="0" err="1" smtClean="0"/>
              <a:t>aut</a:t>
            </a:r>
            <a:r>
              <a:rPr lang="en-US" dirty="0" smtClean="0"/>
              <a:t> </a:t>
            </a:r>
            <a:r>
              <a:rPr lang="en-US" dirty="0" err="1" smtClean="0"/>
              <a:t>veliatuint</a:t>
            </a:r>
            <a:r>
              <a:rPr lang="en-US" dirty="0" smtClean="0"/>
              <a:t> </a:t>
            </a:r>
            <a:r>
              <a:rPr lang="en-US" dirty="0" err="1" smtClean="0"/>
              <a:t>fuga</a:t>
            </a:r>
            <a:r>
              <a:rPr lang="en-US" dirty="0" smtClean="0"/>
              <a:t>. </a:t>
            </a:r>
            <a:r>
              <a:rPr lang="en-US" dirty="0" err="1" smtClean="0"/>
              <a:t>Sunt</a:t>
            </a:r>
            <a:r>
              <a:rPr lang="en-US" dirty="0" smtClean="0"/>
              <a:t> </a:t>
            </a:r>
            <a:r>
              <a:rPr lang="en-US" dirty="0" err="1" smtClean="0"/>
              <a:t>volupta</a:t>
            </a:r>
            <a:r>
              <a:rPr lang="en-US" dirty="0" smtClean="0"/>
              <a:t> </a:t>
            </a:r>
            <a:r>
              <a:rPr lang="en-US" dirty="0" err="1" smtClean="0"/>
              <a:t>tiuntem</a:t>
            </a:r>
            <a:r>
              <a:rPr lang="en-US" dirty="0" smtClean="0"/>
              <a:t> </a:t>
            </a:r>
            <a:r>
              <a:rPr lang="en-US" dirty="0" err="1" smtClean="0"/>
              <a:t>inulparum</a:t>
            </a:r>
            <a:r>
              <a:rPr lang="en-US" dirty="0" smtClean="0"/>
              <a:t> et </a:t>
            </a:r>
            <a:r>
              <a:rPr lang="en-US" dirty="0" err="1" smtClean="0"/>
              <a:t>fugioto</a:t>
            </a:r>
            <a:r>
              <a:rPr lang="en-US" dirty="0" smtClean="0"/>
              <a:t> </a:t>
            </a:r>
            <a:r>
              <a:rPr lang="en-US" dirty="0" err="1" smtClean="0"/>
              <a:t>cusa</a:t>
            </a:r>
            <a:r>
              <a:rPr lang="en-US" dirty="0" smtClean="0"/>
              <a:t> net </a:t>
            </a:r>
            <a:r>
              <a:rPr lang="en-US" dirty="0" err="1" smtClean="0"/>
              <a:t>aut</a:t>
            </a:r>
            <a:r>
              <a:rPr lang="en-US" dirty="0" smtClean="0"/>
              <a:t> colossus. </a:t>
            </a:r>
            <a:r>
              <a:rPr lang="en-US" dirty="0" err="1" smtClean="0"/>
              <a:t>Evelegndigim</a:t>
            </a:r>
            <a:r>
              <a:rPr lang="en-US" dirty="0" smtClean="0"/>
              <a:t> qui </a:t>
            </a:r>
            <a:r>
              <a:rPr lang="en-US" dirty="0" err="1" smtClean="0"/>
              <a:t>ommodiao</a:t>
            </a:r>
            <a:r>
              <a:rPr lang="en-US" dirty="0" smtClean="0"/>
              <a:t> </a:t>
            </a:r>
            <a:r>
              <a:rPr lang="en-US" dirty="0" err="1" smtClean="0"/>
              <a:t>exceaswum</a:t>
            </a:r>
            <a:r>
              <a:rPr lang="en-US" dirty="0" smtClean="0"/>
              <a:t> </a:t>
            </a:r>
            <a:r>
              <a:rPr lang="en-US" dirty="0" err="1" smtClean="0"/>
              <a:t>enus</a:t>
            </a:r>
            <a:r>
              <a:rPr lang="en-US" dirty="0" smtClean="0"/>
              <a:t> as </a:t>
            </a:r>
            <a:r>
              <a:rPr lang="en-US" dirty="0" err="1" smtClean="0"/>
              <a:t>deerro</a:t>
            </a:r>
            <a:r>
              <a:rPr lang="en-US" dirty="0" smtClean="0"/>
              <a:t> </a:t>
            </a:r>
            <a:r>
              <a:rPr lang="en-US" dirty="0" err="1" smtClean="0"/>
              <a:t>consedi</a:t>
            </a:r>
            <a:r>
              <a:rPr lang="en-US" dirty="0" smtClean="0"/>
              <a:t> </a:t>
            </a:r>
            <a:r>
              <a:rPr lang="en-US" dirty="0" err="1" smtClean="0"/>
              <a:t>rerum</a:t>
            </a:r>
            <a:r>
              <a:rPr lang="en-US" dirty="0" smtClean="0"/>
              <a:t> et </a:t>
            </a:r>
            <a:r>
              <a:rPr lang="en-US" dirty="0" err="1" smtClean="0"/>
              <a:t>il</a:t>
            </a:r>
            <a:r>
              <a:rPr lang="en-US" dirty="0" smtClean="0"/>
              <a:t> </a:t>
            </a:r>
            <a:r>
              <a:rPr lang="en-US" dirty="0" err="1" smtClean="0"/>
              <a:t>est</a:t>
            </a:r>
            <a:r>
              <a:rPr lang="en-US" dirty="0" smtClean="0"/>
              <a:t> qui </a:t>
            </a:r>
            <a:r>
              <a:rPr lang="en-US" dirty="0" err="1" smtClean="0"/>
              <a:t>cus</a:t>
            </a:r>
            <a:r>
              <a:rPr lang="en-US" dirty="0" smtClean="0"/>
              <a:t> </a:t>
            </a:r>
            <a:r>
              <a:rPr lang="en-US" dirty="0" err="1" smtClean="0"/>
              <a:t>aut</a:t>
            </a:r>
            <a:r>
              <a:rPr lang="en-US" dirty="0" smtClean="0"/>
              <a:t> et </a:t>
            </a:r>
            <a:r>
              <a:rPr lang="en-US" dirty="0" err="1" smtClean="0"/>
              <a:t>secsaill</a:t>
            </a:r>
            <a:r>
              <a:rPr lang="en-US" dirty="0" smtClean="0"/>
              <a:t> to </a:t>
            </a:r>
            <a:r>
              <a:rPr lang="en-US" dirty="0" err="1" smtClean="0"/>
              <a:t>cid</a:t>
            </a:r>
            <a:r>
              <a:rPr lang="en-US" dirty="0" smtClean="0"/>
              <a:t> et </a:t>
            </a:r>
            <a:r>
              <a:rPr lang="en-US" dirty="0" err="1" smtClean="0"/>
              <a:t>poreupudam</a:t>
            </a:r>
            <a:r>
              <a:rPr lang="en-US" dirty="0" smtClean="0"/>
              <a:t> </a:t>
            </a:r>
            <a:r>
              <a:rPr lang="en-US" dirty="0" err="1" smtClean="0"/>
              <a:t>unti</a:t>
            </a:r>
            <a:r>
              <a:rPr lang="en-US" dirty="0" smtClean="0"/>
              <a:t>, </a:t>
            </a:r>
            <a:r>
              <a:rPr lang="en-US" dirty="0" err="1" smtClean="0"/>
              <a:t>uptodemsd</a:t>
            </a:r>
            <a:r>
              <a:rPr lang="en-US" dirty="0" smtClean="0"/>
              <a:t> </a:t>
            </a:r>
            <a:r>
              <a:rPr lang="en-US" dirty="0" err="1" smtClean="0"/>
              <a:t>blacsccsuam</a:t>
            </a:r>
            <a:r>
              <a:rPr lang="en-US" dirty="0" smtClean="0"/>
              <a:t> </a:t>
            </a:r>
            <a:r>
              <a:rPr lang="en-US" dirty="0" err="1" smtClean="0"/>
              <a:t>reprio</a:t>
            </a:r>
            <a:r>
              <a:rPr lang="en-US" dirty="0" smtClean="0"/>
              <a:t>.</a:t>
            </a:r>
          </a:p>
        </p:txBody>
      </p:sp>
    </p:spTree>
    <p:extLst>
      <p:ext uri="{BB962C8B-B14F-4D97-AF65-F5344CB8AC3E}">
        <p14:creationId xmlns:p14="http://schemas.microsoft.com/office/powerpoint/2010/main" val="659578247"/>
      </p:ext>
    </p:extLst>
  </p:cSld>
  <p:clrMapOvr>
    <a:masterClrMapping/>
  </p:clrMapOvr>
  <p:timing>
    <p:tnLst>
      <p:par>
        <p:cTn id="1" dur="indefinite" restart="never" nodeType="tmRoot"/>
      </p:par>
    </p:tnLst>
  </p:timing>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2_1 Column">
    <p:spTree>
      <p:nvGrpSpPr>
        <p:cNvPr id="1" name=""/>
        <p:cNvGrpSpPr/>
        <p:nvPr/>
      </p:nvGrpSpPr>
      <p:grpSpPr>
        <a:xfrm>
          <a:off x="0" y="0"/>
          <a:ext cx="0" cy="0"/>
          <a:chOff x="0" y="0"/>
          <a:chExt cx="0" cy="0"/>
        </a:xfrm>
      </p:grpSpPr>
      <p:sp>
        <p:nvSpPr>
          <p:cNvPr id="9" name="Text Placeholder 9"/>
          <p:cNvSpPr>
            <a:spLocks noGrp="1"/>
          </p:cNvSpPr>
          <p:nvPr>
            <p:ph type="body" sz="quarter" idx="12" hasCustomPrompt="1"/>
          </p:nvPr>
        </p:nvSpPr>
        <p:spPr>
          <a:xfrm>
            <a:off x="406203" y="701040"/>
            <a:ext cx="8280597" cy="397483"/>
          </a:xfrm>
          <a:prstGeom prst="rect">
            <a:avLst/>
          </a:prstGeom>
        </p:spPr>
        <p:txBody>
          <a:bodyPr lIns="0" tIns="0" rIns="0" bIns="0"/>
          <a:lstStyle>
            <a:lvl1pPr marL="0" indent="0">
              <a:lnSpc>
                <a:spcPts val="3400"/>
              </a:lnSpc>
              <a:spcBef>
                <a:spcPts val="0"/>
              </a:spcBef>
              <a:buNone/>
              <a:defRPr sz="3200" spc="-100" baseline="0">
                <a:solidFill>
                  <a:srgbClr val="0097A9"/>
                </a:solidFill>
                <a:latin typeface="+mn-lt"/>
                <a:cs typeface="Arial" panose="020B0604020202020204" pitchFamily="34" charset="0"/>
              </a:defRPr>
            </a:lvl1pPr>
          </a:lstStyle>
          <a:p>
            <a:pPr lvl="0"/>
            <a:r>
              <a:rPr lang="en-CA" dirty="0" smtClean="0"/>
              <a:t>Title</a:t>
            </a:r>
            <a:endParaRPr lang="en-CA" dirty="0"/>
          </a:p>
        </p:txBody>
      </p:sp>
      <p:sp>
        <p:nvSpPr>
          <p:cNvPr id="10" name="Text Placeholder 9"/>
          <p:cNvSpPr>
            <a:spLocks noGrp="1"/>
          </p:cNvSpPr>
          <p:nvPr>
            <p:ph type="body" sz="quarter" idx="14" hasCustomPrompt="1"/>
          </p:nvPr>
        </p:nvSpPr>
        <p:spPr>
          <a:xfrm>
            <a:off x="406203" y="1157677"/>
            <a:ext cx="8280597" cy="238208"/>
          </a:xfrm>
          <a:prstGeom prst="rect">
            <a:avLst/>
          </a:prstGeom>
        </p:spPr>
        <p:txBody>
          <a:bodyPr lIns="0" tIns="0" rIns="0" bIns="0"/>
          <a:lstStyle>
            <a:lvl1pPr marL="0" indent="0">
              <a:lnSpc>
                <a:spcPts val="2200"/>
              </a:lnSpc>
              <a:spcBef>
                <a:spcPts val="0"/>
              </a:spcBef>
              <a:buNone/>
              <a:defRPr sz="1800" b="0" spc="0" baseline="0">
                <a:solidFill>
                  <a:srgbClr val="DAAA00"/>
                </a:solidFill>
                <a:latin typeface="+mn-lt"/>
                <a:cs typeface="Arial" panose="020B0604020202020204" pitchFamily="34" charset="0"/>
              </a:defRPr>
            </a:lvl1pPr>
          </a:lstStyle>
          <a:p>
            <a:pPr lvl="0"/>
            <a:r>
              <a:rPr lang="en-CA" dirty="0" smtClean="0"/>
              <a:t>Subtitle</a:t>
            </a:r>
            <a:endParaRPr lang="en-CA" dirty="0"/>
          </a:p>
        </p:txBody>
      </p:sp>
      <p:sp>
        <p:nvSpPr>
          <p:cNvPr id="6" name="Text Placeholder 6"/>
          <p:cNvSpPr>
            <a:spLocks noGrp="1"/>
          </p:cNvSpPr>
          <p:nvPr>
            <p:ph type="body" sz="quarter" idx="15" hasCustomPrompt="1"/>
          </p:nvPr>
        </p:nvSpPr>
        <p:spPr>
          <a:xfrm>
            <a:off x="406400" y="1636713"/>
            <a:ext cx="8280400" cy="2743200"/>
          </a:xfrm>
          <a:prstGeom prst="rect">
            <a:avLst/>
          </a:prstGeom>
        </p:spPr>
        <p:txBody>
          <a:bodyPr lIns="0" tIns="36000" rIns="0" numCol="2" spcCol="288000"/>
          <a:lstStyle>
            <a:lvl1pPr marL="0" marR="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lang="en-US" sz="1600" b="0" i="0" u="none" strike="noStrike" baseline="0" smtClean="0">
                <a:solidFill>
                  <a:schemeClr val="tx1"/>
                </a:solidFill>
              </a:defRPr>
            </a:lvl1pPr>
            <a:lvl2pPr marL="457200" indent="0">
              <a:buNone/>
              <a:defRPr sz="1600">
                <a:solidFill>
                  <a:schemeClr val="tx1">
                    <a:lumMod val="50000"/>
                    <a:lumOff val="50000"/>
                  </a:schemeClr>
                </a:solidFill>
              </a:defRPr>
            </a:lvl2pPr>
            <a:lvl3pPr marL="914400" indent="0">
              <a:buNone/>
              <a:defRPr sz="1600">
                <a:solidFill>
                  <a:schemeClr val="tx1">
                    <a:lumMod val="50000"/>
                    <a:lumOff val="50000"/>
                  </a:schemeClr>
                </a:solidFill>
              </a:defRPr>
            </a:lvl3pPr>
            <a:lvl4pPr marL="1371600" indent="0">
              <a:buNone/>
              <a:defRPr sz="1600">
                <a:solidFill>
                  <a:schemeClr val="tx1">
                    <a:lumMod val="50000"/>
                    <a:lumOff val="50000"/>
                  </a:schemeClr>
                </a:solidFill>
              </a:defRPr>
            </a:lvl4pPr>
            <a:lvl5pPr marL="1828800" indent="0">
              <a:buNone/>
              <a:defRPr sz="1600">
                <a:solidFill>
                  <a:schemeClr val="tx1">
                    <a:lumMod val="50000"/>
                    <a:lumOff val="50000"/>
                  </a:schemeClr>
                </a:solidFill>
              </a:defRPr>
            </a:lvl5pPr>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smtClean="0"/>
              <a:t>Click to add text. Body placeholder text goes here. </a:t>
            </a:r>
            <a:r>
              <a:rPr lang="en-US" dirty="0" err="1" smtClean="0"/>
              <a:t>Aperchil</a:t>
            </a:r>
            <a:r>
              <a:rPr lang="en-US" dirty="0" smtClean="0"/>
              <a:t> </a:t>
            </a:r>
            <a:r>
              <a:rPr lang="en-US" dirty="0" err="1" smtClean="0"/>
              <a:t>inus</a:t>
            </a:r>
            <a:r>
              <a:rPr lang="en-US" dirty="0" smtClean="0"/>
              <a:t>, </a:t>
            </a:r>
            <a:r>
              <a:rPr lang="en-US" dirty="0" err="1" smtClean="0"/>
              <a:t>ullabo</a:t>
            </a:r>
            <a:r>
              <a:rPr lang="en-US" dirty="0" smtClean="0"/>
              <a:t>. </a:t>
            </a:r>
            <a:r>
              <a:rPr lang="en-US" dirty="0" err="1" smtClean="0"/>
              <a:t>Otat</a:t>
            </a:r>
            <a:r>
              <a:rPr lang="en-US" dirty="0" smtClean="0"/>
              <a:t>. </a:t>
            </a:r>
            <a:r>
              <a:rPr lang="en-US" dirty="0" err="1" smtClean="0"/>
              <a:t>Bissecto</a:t>
            </a:r>
            <a:r>
              <a:rPr lang="en-US" dirty="0" smtClean="0"/>
              <a:t> </a:t>
            </a:r>
            <a:r>
              <a:rPr lang="en-US" dirty="0" err="1" smtClean="0"/>
              <a:t>occust</a:t>
            </a:r>
            <a:r>
              <a:rPr lang="en-US" dirty="0" smtClean="0"/>
              <a:t>, to </a:t>
            </a:r>
            <a:r>
              <a:rPr lang="en-US" dirty="0" err="1" smtClean="0"/>
              <a:t>dolupta</a:t>
            </a:r>
            <a:r>
              <a:rPr lang="en-US" dirty="0" smtClean="0"/>
              <a:t> turbos </a:t>
            </a:r>
            <a:r>
              <a:rPr lang="en-US" dirty="0" err="1" smtClean="0"/>
              <a:t>consequidi</a:t>
            </a:r>
            <a:r>
              <a:rPr lang="en-US" dirty="0" smtClean="0"/>
              <a:t> </a:t>
            </a:r>
            <a:r>
              <a:rPr lang="en-US" dirty="0" err="1" smtClean="0"/>
              <a:t>aut</a:t>
            </a:r>
            <a:r>
              <a:rPr lang="en-US" dirty="0" smtClean="0"/>
              <a:t> </a:t>
            </a:r>
            <a:r>
              <a:rPr lang="en-US" dirty="0" err="1" smtClean="0"/>
              <a:t>eos</a:t>
            </a:r>
            <a:r>
              <a:rPr lang="en-US" dirty="0" smtClean="0"/>
              <a:t> </a:t>
            </a:r>
            <a:r>
              <a:rPr lang="en-US" dirty="0" err="1" smtClean="0"/>
              <a:t>aut</a:t>
            </a:r>
            <a:r>
              <a:rPr lang="en-US" dirty="0" smtClean="0"/>
              <a:t> </a:t>
            </a:r>
            <a:r>
              <a:rPr lang="en-US" dirty="0" err="1" smtClean="0"/>
              <a:t>dolesequam</a:t>
            </a:r>
            <a:r>
              <a:rPr lang="en-US" dirty="0" smtClean="0"/>
              <a:t> </a:t>
            </a:r>
            <a:r>
              <a:rPr lang="en-US" dirty="0" err="1" smtClean="0"/>
              <a:t>aut</a:t>
            </a:r>
            <a:r>
              <a:rPr lang="en-US" dirty="0" smtClean="0"/>
              <a:t> colossus. </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err="1" smtClean="0"/>
              <a:t>Evelegndigim</a:t>
            </a:r>
            <a:r>
              <a:rPr lang="en-US" dirty="0" smtClean="0"/>
              <a:t> </a:t>
            </a:r>
            <a:r>
              <a:rPr lang="en-US" dirty="0" err="1" smtClean="0"/>
              <a:t>enus</a:t>
            </a:r>
            <a:r>
              <a:rPr lang="en-US" dirty="0" smtClean="0"/>
              <a:t> as </a:t>
            </a:r>
            <a:r>
              <a:rPr lang="en-US" dirty="0" err="1" smtClean="0"/>
              <a:t>deerro</a:t>
            </a:r>
            <a:r>
              <a:rPr lang="en-US" dirty="0" smtClean="0"/>
              <a:t> </a:t>
            </a:r>
            <a:r>
              <a:rPr lang="en-US" dirty="0" err="1" smtClean="0"/>
              <a:t>consedi</a:t>
            </a:r>
            <a:r>
              <a:rPr lang="en-US" dirty="0" smtClean="0"/>
              <a:t> </a:t>
            </a:r>
            <a:r>
              <a:rPr lang="en-US" dirty="0" err="1" smtClean="0"/>
              <a:t>rerum</a:t>
            </a:r>
            <a:r>
              <a:rPr lang="en-US" dirty="0" smtClean="0"/>
              <a:t> et </a:t>
            </a:r>
            <a:r>
              <a:rPr lang="en-US" dirty="0" err="1" smtClean="0"/>
              <a:t>il</a:t>
            </a:r>
            <a:r>
              <a:rPr lang="en-US" dirty="0" smtClean="0"/>
              <a:t> </a:t>
            </a:r>
            <a:r>
              <a:rPr lang="en-US" dirty="0" err="1" smtClean="0"/>
              <a:t>est</a:t>
            </a:r>
            <a:r>
              <a:rPr lang="en-US" dirty="0" smtClean="0"/>
              <a:t> qui </a:t>
            </a:r>
            <a:r>
              <a:rPr lang="en-US" dirty="0" err="1" smtClean="0"/>
              <a:t>cus</a:t>
            </a:r>
            <a:r>
              <a:rPr lang="en-US" dirty="0" smtClean="0"/>
              <a:t> </a:t>
            </a:r>
            <a:r>
              <a:rPr lang="en-US" dirty="0" err="1" smtClean="0"/>
              <a:t>aut</a:t>
            </a:r>
            <a:r>
              <a:rPr lang="en-US" dirty="0" smtClean="0"/>
              <a:t> et </a:t>
            </a:r>
            <a:r>
              <a:rPr lang="en-US" dirty="0" err="1" smtClean="0"/>
              <a:t>secsaill</a:t>
            </a:r>
            <a:r>
              <a:rPr lang="en-US" dirty="0" smtClean="0"/>
              <a:t> to </a:t>
            </a:r>
            <a:r>
              <a:rPr lang="en-US" dirty="0" err="1" smtClean="0"/>
              <a:t>cid</a:t>
            </a:r>
            <a:r>
              <a:rPr lang="en-US" dirty="0" smtClean="0"/>
              <a:t> et </a:t>
            </a:r>
            <a:r>
              <a:rPr lang="en-US" dirty="0" err="1" smtClean="0"/>
              <a:t>poreupudam</a:t>
            </a:r>
            <a:r>
              <a:rPr lang="en-US" dirty="0" smtClean="0"/>
              <a:t> </a:t>
            </a:r>
            <a:r>
              <a:rPr lang="en-US" dirty="0" err="1" smtClean="0"/>
              <a:t>unti</a:t>
            </a:r>
            <a:r>
              <a:rPr lang="en-US" dirty="0" smtClean="0"/>
              <a:t>, </a:t>
            </a:r>
            <a:r>
              <a:rPr lang="en-US" dirty="0" err="1" smtClean="0"/>
              <a:t>uptodemsd</a:t>
            </a:r>
            <a:r>
              <a:rPr lang="en-US" dirty="0" smtClean="0"/>
              <a:t> </a:t>
            </a:r>
            <a:r>
              <a:rPr lang="en-US" dirty="0" err="1" smtClean="0"/>
              <a:t>blacsccsuam</a:t>
            </a:r>
            <a:r>
              <a:rPr lang="en-US" dirty="0" smtClean="0"/>
              <a:t> </a:t>
            </a:r>
            <a:r>
              <a:rPr lang="en-US" dirty="0" err="1" smtClean="0"/>
              <a:t>reprio</a:t>
            </a:r>
            <a:r>
              <a:rPr lang="en-US" dirty="0" smtClean="0"/>
              <a:t> </a:t>
            </a:r>
            <a:r>
              <a:rPr lang="en-US" dirty="0" err="1" smtClean="0"/>
              <a:t>endes</a:t>
            </a:r>
            <a:r>
              <a:rPr lang="en-US" dirty="0" smtClean="0"/>
              <a:t> </a:t>
            </a:r>
            <a:r>
              <a:rPr lang="en-US" dirty="0" err="1" smtClean="0"/>
              <a:t>autem</a:t>
            </a:r>
            <a:r>
              <a:rPr lang="en-US" dirty="0" smtClean="0"/>
              <a:t> </a:t>
            </a:r>
            <a:r>
              <a:rPr lang="en-US" dirty="0" err="1" smtClean="0"/>
              <a:t>quie</a:t>
            </a:r>
            <a:r>
              <a:rPr lang="en-US" dirty="0" smtClean="0"/>
              <a:t> </a:t>
            </a:r>
            <a:r>
              <a:rPr lang="en-US" dirty="0" err="1" smtClean="0"/>
              <a:t>prem</a:t>
            </a:r>
            <a:r>
              <a:rPr lang="en-US" dirty="0" smtClean="0"/>
              <a:t> </a:t>
            </a:r>
            <a:r>
              <a:rPr lang="en-US" dirty="0" err="1" smtClean="0"/>
              <a:t>aditas</a:t>
            </a:r>
            <a:r>
              <a:rPr lang="en-US" dirty="0" smtClean="0"/>
              <a:t> discus.</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err="1" smtClean="0"/>
              <a:t>Aperchil</a:t>
            </a:r>
            <a:r>
              <a:rPr lang="en-US" dirty="0" smtClean="0"/>
              <a:t> </a:t>
            </a:r>
            <a:r>
              <a:rPr lang="en-US" dirty="0" err="1" smtClean="0"/>
              <a:t>inus</a:t>
            </a:r>
            <a:r>
              <a:rPr lang="en-US" dirty="0" smtClean="0"/>
              <a:t>, </a:t>
            </a:r>
            <a:r>
              <a:rPr lang="en-US" dirty="0" err="1" smtClean="0"/>
              <a:t>ullabo</a:t>
            </a:r>
            <a:r>
              <a:rPr lang="en-US" dirty="0" smtClean="0"/>
              <a:t>. </a:t>
            </a:r>
            <a:r>
              <a:rPr lang="en-US" dirty="0" err="1" smtClean="0"/>
              <a:t>Otat</a:t>
            </a:r>
            <a:r>
              <a:rPr lang="en-US" dirty="0" smtClean="0"/>
              <a:t>. </a:t>
            </a:r>
            <a:r>
              <a:rPr lang="en-US" dirty="0" err="1" smtClean="0"/>
              <a:t>Bissecto</a:t>
            </a:r>
            <a:r>
              <a:rPr lang="en-US" dirty="0" smtClean="0"/>
              <a:t> </a:t>
            </a:r>
            <a:r>
              <a:rPr lang="en-US" dirty="0" err="1" smtClean="0"/>
              <a:t>occust</a:t>
            </a:r>
            <a:r>
              <a:rPr lang="en-US" dirty="0" smtClean="0"/>
              <a:t>, to </a:t>
            </a:r>
            <a:r>
              <a:rPr lang="en-US" dirty="0" err="1" smtClean="0"/>
              <a:t>Dolupta</a:t>
            </a:r>
            <a:r>
              <a:rPr lang="en-US" dirty="0" smtClean="0"/>
              <a:t> turbos </a:t>
            </a:r>
            <a:r>
              <a:rPr lang="en-US" dirty="0" err="1" smtClean="0"/>
              <a:t>consequidi</a:t>
            </a:r>
            <a:r>
              <a:rPr lang="en-US" dirty="0" smtClean="0"/>
              <a:t> </a:t>
            </a:r>
            <a:r>
              <a:rPr lang="en-US" dirty="0" err="1" smtClean="0"/>
              <a:t>aut</a:t>
            </a:r>
            <a:r>
              <a:rPr lang="en-US" dirty="0" smtClean="0"/>
              <a:t> </a:t>
            </a:r>
            <a:r>
              <a:rPr lang="en-US" dirty="0" err="1" smtClean="0"/>
              <a:t>eos</a:t>
            </a:r>
            <a:r>
              <a:rPr lang="en-US" dirty="0" smtClean="0"/>
              <a:t> </a:t>
            </a:r>
            <a:r>
              <a:rPr lang="en-US" dirty="0" err="1" smtClean="0"/>
              <a:t>aut</a:t>
            </a:r>
            <a:r>
              <a:rPr lang="en-US" dirty="0" smtClean="0"/>
              <a:t>. </a:t>
            </a:r>
            <a:r>
              <a:rPr lang="en-US" dirty="0" err="1" smtClean="0"/>
              <a:t>est</a:t>
            </a:r>
            <a:r>
              <a:rPr lang="en-US" dirty="0" smtClean="0"/>
              <a:t> </a:t>
            </a:r>
            <a:r>
              <a:rPr lang="en-US" dirty="0" err="1" smtClean="0"/>
              <a:t>aut</a:t>
            </a:r>
            <a:r>
              <a:rPr lang="en-US" dirty="0" smtClean="0"/>
              <a:t> </a:t>
            </a:r>
            <a:r>
              <a:rPr lang="en-US" dirty="0" err="1" smtClean="0"/>
              <a:t>veliatuint</a:t>
            </a:r>
            <a:r>
              <a:rPr lang="en-US" dirty="0" smtClean="0"/>
              <a:t> </a:t>
            </a:r>
            <a:r>
              <a:rPr lang="en-US" dirty="0" err="1" smtClean="0"/>
              <a:t>fuga</a:t>
            </a:r>
            <a:r>
              <a:rPr lang="en-US" dirty="0" smtClean="0"/>
              <a:t>. </a:t>
            </a:r>
            <a:r>
              <a:rPr lang="en-US" dirty="0" err="1" smtClean="0"/>
              <a:t>Sunt</a:t>
            </a:r>
            <a:r>
              <a:rPr lang="en-US" dirty="0" smtClean="0"/>
              <a:t> </a:t>
            </a:r>
            <a:r>
              <a:rPr lang="en-US" dirty="0" err="1" smtClean="0"/>
              <a:t>volupta</a:t>
            </a:r>
            <a:r>
              <a:rPr lang="en-US" dirty="0" smtClean="0"/>
              <a:t> </a:t>
            </a:r>
            <a:r>
              <a:rPr lang="en-US" dirty="0" err="1" smtClean="0"/>
              <a:t>tiuntem</a:t>
            </a:r>
            <a:r>
              <a:rPr lang="en-US" dirty="0" smtClean="0"/>
              <a:t> </a:t>
            </a:r>
            <a:r>
              <a:rPr lang="en-US" dirty="0" err="1" smtClean="0"/>
              <a:t>inulparum</a:t>
            </a:r>
            <a:r>
              <a:rPr lang="en-US" dirty="0" smtClean="0"/>
              <a:t> et </a:t>
            </a:r>
            <a:r>
              <a:rPr lang="en-US" dirty="0" err="1" smtClean="0"/>
              <a:t>fugioto</a:t>
            </a:r>
            <a:r>
              <a:rPr lang="en-US" dirty="0" smtClean="0"/>
              <a:t> </a:t>
            </a:r>
            <a:r>
              <a:rPr lang="en-US" dirty="0" err="1" smtClean="0"/>
              <a:t>cusa</a:t>
            </a:r>
            <a:r>
              <a:rPr lang="en-US" dirty="0" smtClean="0"/>
              <a:t> net </a:t>
            </a:r>
            <a:r>
              <a:rPr lang="en-US" dirty="0" err="1" smtClean="0"/>
              <a:t>aut</a:t>
            </a:r>
            <a:r>
              <a:rPr lang="en-US" dirty="0" smtClean="0"/>
              <a:t> colossus. </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err="1" smtClean="0"/>
              <a:t>Evelegndigim</a:t>
            </a:r>
            <a:r>
              <a:rPr lang="en-US" dirty="0" smtClean="0"/>
              <a:t> qui </a:t>
            </a:r>
            <a:r>
              <a:rPr lang="en-US" dirty="0" err="1" smtClean="0"/>
              <a:t>ommodiao</a:t>
            </a:r>
            <a:r>
              <a:rPr lang="en-US" dirty="0" smtClean="0"/>
              <a:t> </a:t>
            </a:r>
            <a:r>
              <a:rPr lang="en-US" dirty="0" err="1" smtClean="0"/>
              <a:t>exceaswum</a:t>
            </a:r>
            <a:r>
              <a:rPr lang="en-US" dirty="0" smtClean="0"/>
              <a:t> </a:t>
            </a:r>
            <a:r>
              <a:rPr lang="en-US" dirty="0" err="1" smtClean="0"/>
              <a:t>enus</a:t>
            </a:r>
            <a:r>
              <a:rPr lang="en-US" dirty="0" smtClean="0"/>
              <a:t> as </a:t>
            </a:r>
            <a:r>
              <a:rPr lang="en-US" dirty="0" err="1" smtClean="0"/>
              <a:t>deerro</a:t>
            </a:r>
            <a:r>
              <a:rPr lang="en-US" dirty="0" smtClean="0"/>
              <a:t> </a:t>
            </a:r>
            <a:r>
              <a:rPr lang="en-US" dirty="0" err="1" smtClean="0"/>
              <a:t>consedi</a:t>
            </a:r>
            <a:r>
              <a:rPr lang="en-US" dirty="0" smtClean="0"/>
              <a:t> </a:t>
            </a:r>
            <a:r>
              <a:rPr lang="en-US" dirty="0" err="1" smtClean="0"/>
              <a:t>rerum</a:t>
            </a:r>
            <a:r>
              <a:rPr lang="en-US" dirty="0" smtClean="0"/>
              <a:t> et </a:t>
            </a:r>
            <a:r>
              <a:rPr lang="en-US" dirty="0" err="1" smtClean="0"/>
              <a:t>il</a:t>
            </a:r>
            <a:r>
              <a:rPr lang="en-US" dirty="0" smtClean="0"/>
              <a:t> </a:t>
            </a:r>
            <a:r>
              <a:rPr lang="en-US" dirty="0" err="1" smtClean="0"/>
              <a:t>Aperchil</a:t>
            </a:r>
            <a:r>
              <a:rPr lang="en-US" dirty="0" smtClean="0"/>
              <a:t> </a:t>
            </a:r>
            <a:r>
              <a:rPr lang="en-US" dirty="0" err="1" smtClean="0"/>
              <a:t>inus</a:t>
            </a:r>
            <a:r>
              <a:rPr lang="en-US" dirty="0" smtClean="0"/>
              <a:t>, </a:t>
            </a:r>
            <a:r>
              <a:rPr lang="en-US" dirty="0" err="1" smtClean="0"/>
              <a:t>ullabo</a:t>
            </a:r>
            <a:r>
              <a:rPr lang="en-US" dirty="0" smtClean="0"/>
              <a:t>. </a:t>
            </a:r>
            <a:r>
              <a:rPr lang="en-US" dirty="0" err="1" smtClean="0"/>
              <a:t>Otat</a:t>
            </a:r>
            <a:r>
              <a:rPr lang="en-US" dirty="0" smtClean="0"/>
              <a:t>. </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err="1" smtClean="0"/>
              <a:t>Bissecto</a:t>
            </a:r>
            <a:r>
              <a:rPr lang="en-US" dirty="0" smtClean="0"/>
              <a:t> </a:t>
            </a:r>
            <a:r>
              <a:rPr lang="en-US" dirty="0" err="1" smtClean="0"/>
              <a:t>occust</a:t>
            </a:r>
            <a:r>
              <a:rPr lang="en-US" dirty="0" smtClean="0"/>
              <a:t>, to </a:t>
            </a:r>
            <a:r>
              <a:rPr lang="en-US" dirty="0" err="1" smtClean="0"/>
              <a:t>dolupta</a:t>
            </a:r>
            <a:r>
              <a:rPr lang="en-US" dirty="0" smtClean="0"/>
              <a:t> turbos </a:t>
            </a:r>
            <a:r>
              <a:rPr lang="en-US" dirty="0" err="1" smtClean="0"/>
              <a:t>consequidi</a:t>
            </a:r>
            <a:r>
              <a:rPr lang="en-US" dirty="0" smtClean="0"/>
              <a:t> </a:t>
            </a:r>
            <a:r>
              <a:rPr lang="en-US" dirty="0" err="1" smtClean="0"/>
              <a:t>aut</a:t>
            </a:r>
            <a:r>
              <a:rPr lang="en-US" dirty="0" smtClean="0"/>
              <a:t> </a:t>
            </a:r>
            <a:r>
              <a:rPr lang="en-US" dirty="0" err="1" smtClean="0"/>
              <a:t>eos</a:t>
            </a:r>
            <a:r>
              <a:rPr lang="en-US" dirty="0" smtClean="0"/>
              <a:t> </a:t>
            </a:r>
            <a:r>
              <a:rPr lang="en-US" dirty="0" err="1" smtClean="0"/>
              <a:t>aut</a:t>
            </a:r>
            <a:r>
              <a:rPr lang="en-US" dirty="0" smtClean="0"/>
              <a:t> </a:t>
            </a:r>
            <a:r>
              <a:rPr lang="en-US" dirty="0" err="1" smtClean="0"/>
              <a:t>dolesequam</a:t>
            </a:r>
            <a:r>
              <a:rPr lang="en-US" dirty="0" smtClean="0"/>
              <a:t> </a:t>
            </a:r>
            <a:r>
              <a:rPr lang="en-US" dirty="0" err="1" smtClean="0"/>
              <a:t>commole</a:t>
            </a:r>
            <a:endParaRPr lang="en-US" dirty="0" smtClean="0"/>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err="1" smtClean="0"/>
              <a:t>Evelegndigim</a:t>
            </a:r>
            <a:r>
              <a:rPr lang="en-US" dirty="0" smtClean="0"/>
              <a:t> qui </a:t>
            </a:r>
            <a:r>
              <a:rPr lang="en-US" dirty="0" err="1" smtClean="0"/>
              <a:t>ommodiao</a:t>
            </a:r>
            <a:r>
              <a:rPr lang="en-US" dirty="0" smtClean="0"/>
              <a:t> </a:t>
            </a:r>
            <a:r>
              <a:rPr lang="en-US" dirty="0" err="1" smtClean="0"/>
              <a:t>exceaswum</a:t>
            </a:r>
            <a:r>
              <a:rPr lang="en-US" dirty="0" smtClean="0"/>
              <a:t> </a:t>
            </a:r>
            <a:r>
              <a:rPr lang="en-US" dirty="0" err="1" smtClean="0"/>
              <a:t>enus</a:t>
            </a:r>
            <a:r>
              <a:rPr lang="en-US" dirty="0" smtClean="0"/>
              <a:t> as </a:t>
            </a:r>
            <a:r>
              <a:rPr lang="en-US" dirty="0" err="1" smtClean="0"/>
              <a:t>deerro</a:t>
            </a:r>
            <a:r>
              <a:rPr lang="en-US" dirty="0" smtClean="0"/>
              <a:t> </a:t>
            </a:r>
            <a:r>
              <a:rPr lang="en-US" dirty="0" err="1" smtClean="0"/>
              <a:t>consedi</a:t>
            </a:r>
            <a:r>
              <a:rPr lang="en-US" dirty="0" smtClean="0"/>
              <a:t> </a:t>
            </a:r>
            <a:r>
              <a:rPr lang="en-US" dirty="0" err="1" smtClean="0"/>
              <a:t>rerum</a:t>
            </a:r>
            <a:r>
              <a:rPr lang="en-US" dirty="0" smtClean="0"/>
              <a:t> et </a:t>
            </a:r>
            <a:r>
              <a:rPr lang="en-US" dirty="0" err="1" smtClean="0"/>
              <a:t>il</a:t>
            </a:r>
            <a:r>
              <a:rPr lang="en-US" dirty="0" smtClean="0"/>
              <a:t> </a:t>
            </a:r>
            <a:r>
              <a:rPr lang="en-US" dirty="0" err="1" smtClean="0"/>
              <a:t>est</a:t>
            </a:r>
            <a:r>
              <a:rPr lang="en-US" dirty="0" smtClean="0"/>
              <a:t> qui </a:t>
            </a:r>
            <a:r>
              <a:rPr lang="en-US" dirty="0" err="1" smtClean="0"/>
              <a:t>cus</a:t>
            </a:r>
            <a:r>
              <a:rPr lang="en-US" dirty="0" smtClean="0"/>
              <a:t> </a:t>
            </a:r>
            <a:r>
              <a:rPr lang="en-US" dirty="0" err="1" smtClean="0"/>
              <a:t>aut</a:t>
            </a:r>
            <a:r>
              <a:rPr lang="en-US" dirty="0" smtClean="0"/>
              <a:t> et </a:t>
            </a:r>
            <a:r>
              <a:rPr lang="en-US" dirty="0" err="1" smtClean="0"/>
              <a:t>secsaill</a:t>
            </a:r>
            <a:r>
              <a:rPr lang="en-US" dirty="0" smtClean="0"/>
              <a:t> to.</a:t>
            </a:r>
          </a:p>
        </p:txBody>
      </p:sp>
    </p:spTree>
    <p:extLst>
      <p:ext uri="{BB962C8B-B14F-4D97-AF65-F5344CB8AC3E}">
        <p14:creationId xmlns:p14="http://schemas.microsoft.com/office/powerpoint/2010/main" val="3986752294"/>
      </p:ext>
    </p:extLst>
  </p:cSld>
  <p:clrMapOvr>
    <a:masterClrMapping/>
  </p:clrMapOvr>
  <p:timing>
    <p:tnLst>
      <p:par>
        <p:cTn id="1" dur="indefinite" restart="never" nodeType="tmRoot"/>
      </p:par>
    </p:tnLst>
  </p:timing>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1_Photo w Title">
    <p:spTree>
      <p:nvGrpSpPr>
        <p:cNvPr id="1" name=""/>
        <p:cNvGrpSpPr/>
        <p:nvPr/>
      </p:nvGrpSpPr>
      <p:grpSpPr>
        <a:xfrm>
          <a:off x="0" y="0"/>
          <a:ext cx="0" cy="0"/>
          <a:chOff x="0" y="0"/>
          <a:chExt cx="0" cy="0"/>
        </a:xfrm>
      </p:grpSpPr>
      <p:sp>
        <p:nvSpPr>
          <p:cNvPr id="5" name="Text Placeholder 3"/>
          <p:cNvSpPr>
            <a:spLocks noGrp="1"/>
          </p:cNvSpPr>
          <p:nvPr>
            <p:ph type="body" sz="quarter" idx="10" hasCustomPrompt="1"/>
          </p:nvPr>
        </p:nvSpPr>
        <p:spPr>
          <a:xfrm>
            <a:off x="7286624" y="371475"/>
            <a:ext cx="1373281" cy="4000501"/>
          </a:xfrm>
          <a:prstGeom prst="rect">
            <a:avLst/>
          </a:prstGeom>
        </p:spPr>
        <p:txBody>
          <a:bodyPr lIns="0" tIns="0" rIns="0" bIns="0"/>
          <a:lstStyle>
            <a:lvl1pPr marL="0" indent="0">
              <a:buNone/>
              <a:defRPr sz="1200" b="0">
                <a:solidFill>
                  <a:schemeClr val="tx1"/>
                </a:solidFill>
                <a:latin typeface="+mn-lt"/>
                <a:cs typeface="Arial" panose="020B0604020202020204" pitchFamily="34" charset="0"/>
              </a:defRPr>
            </a:lvl1pPr>
          </a:lstStyle>
          <a:p>
            <a:pPr lvl="0"/>
            <a:r>
              <a:rPr lang="en-US" dirty="0" smtClean="0"/>
              <a:t>Photo Caption goes here</a:t>
            </a:r>
          </a:p>
        </p:txBody>
      </p:sp>
    </p:spTree>
    <p:extLst>
      <p:ext uri="{BB962C8B-B14F-4D97-AF65-F5344CB8AC3E}">
        <p14:creationId xmlns:p14="http://schemas.microsoft.com/office/powerpoint/2010/main" val="3374922914"/>
      </p:ext>
    </p:extLst>
  </p:cSld>
  <p:clrMapOvr>
    <a:masterClrMapping/>
  </p:clrMapOvr>
  <p:timing>
    <p:tnLst>
      <p:par>
        <p:cTn id="1" dur="indefinite" restart="never" nodeType="tmRoot"/>
      </p:par>
    </p:tnLst>
  </p:timing>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cxnSp>
        <p:nvCxnSpPr>
          <p:cNvPr id="7" name="Straight Connector 6"/>
          <p:cNvCxnSpPr/>
          <p:nvPr userDrawn="1"/>
        </p:nvCxnSpPr>
        <p:spPr>
          <a:xfrm>
            <a:off x="417830" y="4796316"/>
            <a:ext cx="8186799"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8" name="Text Placeholder 3"/>
          <p:cNvSpPr>
            <a:spLocks noGrp="1"/>
          </p:cNvSpPr>
          <p:nvPr>
            <p:ph type="body" sz="quarter" idx="10" hasCustomPrompt="1"/>
          </p:nvPr>
        </p:nvSpPr>
        <p:spPr>
          <a:xfrm>
            <a:off x="417830" y="2134394"/>
            <a:ext cx="7340600" cy="530225"/>
          </a:xfrm>
          <a:prstGeom prst="rect">
            <a:avLst/>
          </a:prstGeom>
        </p:spPr>
        <p:txBody>
          <a:bodyPr lIns="0" rIns="0"/>
          <a:lstStyle>
            <a:lvl1pPr marL="0" indent="0">
              <a:buNone/>
              <a:defRPr sz="3600">
                <a:solidFill>
                  <a:schemeClr val="bg1"/>
                </a:solidFill>
                <a:latin typeface="+mn-lt"/>
                <a:cs typeface="Arial" panose="020B0604020202020204" pitchFamily="34" charset="0"/>
              </a:defRPr>
            </a:lvl1pPr>
            <a:lvl2pPr marL="457200" indent="0">
              <a:buNone/>
              <a:defRPr sz="3600">
                <a:solidFill>
                  <a:schemeClr val="bg1"/>
                </a:solidFill>
                <a:latin typeface="Arial" panose="020B0604020202020204" pitchFamily="34" charset="0"/>
                <a:cs typeface="Arial" panose="020B0604020202020204" pitchFamily="34" charset="0"/>
              </a:defRPr>
            </a:lvl2pPr>
            <a:lvl3pPr marL="914400" indent="0">
              <a:buNone/>
              <a:defRPr sz="3600">
                <a:solidFill>
                  <a:schemeClr val="bg1"/>
                </a:solidFill>
                <a:latin typeface="Arial" panose="020B0604020202020204" pitchFamily="34" charset="0"/>
                <a:cs typeface="Arial" panose="020B0604020202020204" pitchFamily="34" charset="0"/>
              </a:defRPr>
            </a:lvl3pPr>
            <a:lvl4pPr marL="1371600" indent="0">
              <a:buNone/>
              <a:defRPr sz="3600">
                <a:solidFill>
                  <a:schemeClr val="bg1"/>
                </a:solidFill>
                <a:latin typeface="Arial" panose="020B0604020202020204" pitchFamily="34" charset="0"/>
                <a:cs typeface="Arial" panose="020B0604020202020204" pitchFamily="34" charset="0"/>
              </a:defRPr>
            </a:lvl4pPr>
            <a:lvl5pPr marL="1828800" indent="0">
              <a:buNone/>
              <a:defRPr sz="3600">
                <a:solidFill>
                  <a:schemeClr val="bg1"/>
                </a:solidFill>
                <a:latin typeface="Arial" panose="020B0604020202020204" pitchFamily="34" charset="0"/>
                <a:cs typeface="Arial" panose="020B0604020202020204" pitchFamily="34" charset="0"/>
              </a:defRPr>
            </a:lvl5pPr>
          </a:lstStyle>
          <a:p>
            <a:pPr lvl="0"/>
            <a:r>
              <a:rPr lang="en-US" dirty="0" smtClean="0"/>
              <a:t>Section Title</a:t>
            </a:r>
            <a:endParaRPr lang="en-CA" dirty="0"/>
          </a:p>
        </p:txBody>
      </p:sp>
      <p:sp>
        <p:nvSpPr>
          <p:cNvPr id="9" name="Rectangle 8"/>
          <p:cNvSpPr/>
          <p:nvPr userDrawn="1"/>
        </p:nvSpPr>
        <p:spPr>
          <a:xfrm>
            <a:off x="8411284" y="4847236"/>
            <a:ext cx="325730" cy="230832"/>
          </a:xfrm>
          <a:prstGeom prst="rect">
            <a:avLst/>
          </a:prstGeom>
        </p:spPr>
        <p:txBody>
          <a:bodyPr wrap="none">
            <a:spAutoFit/>
          </a:bodyPr>
          <a:lstStyle/>
          <a:p>
            <a:fld id="{167796FD-2C35-44D3-9582-043279E26514}" type="slidenum">
              <a:rPr lang="en-CA" sz="900" b="1" smtClean="0">
                <a:solidFill>
                  <a:schemeClr val="bg1"/>
                </a:solidFill>
                <a:latin typeface="+mn-lt"/>
              </a:rPr>
              <a:pPr/>
              <a:t>‹#›</a:t>
            </a:fld>
            <a:endParaRPr lang="en-CA" sz="900" dirty="0">
              <a:solidFill>
                <a:schemeClr val="bg1"/>
              </a:solidFill>
              <a:latin typeface="+mn-lt"/>
            </a:endParaRPr>
          </a:p>
        </p:txBody>
      </p:sp>
      <p:sp>
        <p:nvSpPr>
          <p:cNvPr id="6" name="TextBox 5"/>
          <p:cNvSpPr txBox="1"/>
          <p:nvPr userDrawn="1"/>
        </p:nvSpPr>
        <p:spPr>
          <a:xfrm>
            <a:off x="407942" y="4885010"/>
            <a:ext cx="3916551" cy="153888"/>
          </a:xfrm>
          <a:prstGeom prst="rect">
            <a:avLst/>
          </a:prstGeom>
          <a:noFill/>
        </p:spPr>
        <p:txBody>
          <a:bodyPr wrap="square" lIns="0" tIns="0" rIns="0" bIns="0" rtlCol="0">
            <a:spAutoFit/>
          </a:bodyPr>
          <a:lstStyle/>
          <a:p>
            <a:pPr algn="l"/>
            <a:r>
              <a:rPr lang="en-CA" sz="1000" b="1" i="0" baseline="0" dirty="0" smtClean="0">
                <a:solidFill>
                  <a:schemeClr val="bg1"/>
                </a:solidFill>
                <a:latin typeface="+mn-lt"/>
                <a:cs typeface="Arial" panose="020B0604020202020204" pitchFamily="34" charset="0"/>
              </a:rPr>
              <a:t>CWB Canadian Western Bank</a:t>
            </a:r>
            <a:endParaRPr lang="en-CA" sz="1000" b="1" i="0" dirty="0">
              <a:solidFill>
                <a:schemeClr val="bg1"/>
              </a:solidFill>
              <a:latin typeface="+mn-lt"/>
              <a:cs typeface="Arial" panose="020B0604020202020204" pitchFamily="34" charset="0"/>
            </a:endParaRPr>
          </a:p>
        </p:txBody>
      </p:sp>
    </p:spTree>
    <p:extLst>
      <p:ext uri="{BB962C8B-B14F-4D97-AF65-F5344CB8AC3E}">
        <p14:creationId xmlns:p14="http://schemas.microsoft.com/office/powerpoint/2010/main" val="1302556131"/>
      </p:ext>
    </p:extLst>
  </p:cSld>
  <p:clrMapOvr>
    <a:masterClrMapping/>
  </p:clrMapOvr>
  <p:timing>
    <p:tnLst>
      <p:par>
        <p:cTn id="1" dur="indefinite" restart="never" nodeType="tmRoot"/>
      </p:par>
    </p:tnLst>
  </p:timing>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10" name="Text Placeholder 3"/>
          <p:cNvSpPr>
            <a:spLocks noGrp="1"/>
          </p:cNvSpPr>
          <p:nvPr>
            <p:ph type="body" sz="quarter" idx="13" hasCustomPrompt="1"/>
          </p:nvPr>
        </p:nvSpPr>
        <p:spPr>
          <a:xfrm>
            <a:off x="3749040" y="1870102"/>
            <a:ext cx="4931609" cy="2536467"/>
          </a:xfrm>
          <a:prstGeom prst="rect">
            <a:avLst/>
          </a:prstGeom>
          <a:noFill/>
        </p:spPr>
        <p:txBody>
          <a:bodyPr/>
          <a:lstStyle>
            <a:lvl1pPr>
              <a:defRPr sz="1800" baseline="0">
                <a:solidFill>
                  <a:schemeClr val="tx1">
                    <a:lumMod val="50000"/>
                    <a:lumOff val="50000"/>
                  </a:schemeClr>
                </a:solidFill>
                <a:latin typeface="+mn-lt"/>
                <a:cs typeface="Arial" panose="020B0604020202020204" pitchFamily="34" charset="0"/>
              </a:defRPr>
            </a:lvl1pPr>
            <a:lvl2pPr>
              <a:defRPr sz="1600">
                <a:solidFill>
                  <a:schemeClr val="tx1">
                    <a:lumMod val="50000"/>
                    <a:lumOff val="50000"/>
                  </a:schemeClr>
                </a:solidFill>
                <a:latin typeface="+mn-lt"/>
                <a:cs typeface="Arial" panose="020B0604020202020204" pitchFamily="34" charset="0"/>
              </a:defRPr>
            </a:lvl2pPr>
            <a:lvl3pPr marL="1143000" indent="-228600">
              <a:buFont typeface="Wingdings" panose="05000000000000000000" pitchFamily="2" charset="2"/>
              <a:buChar char="s"/>
              <a:defRPr sz="1400">
                <a:solidFill>
                  <a:schemeClr val="tx1">
                    <a:lumMod val="50000"/>
                    <a:lumOff val="50000"/>
                  </a:schemeClr>
                </a:solidFill>
                <a:latin typeface="+mn-lt"/>
                <a:cs typeface="Arial" panose="020B0604020202020204" pitchFamily="34" charset="0"/>
              </a:defRPr>
            </a:lvl3pPr>
          </a:lstStyle>
          <a:p>
            <a:pPr lvl="0"/>
            <a:r>
              <a:rPr lang="en-CA" dirty="0" smtClean="0"/>
              <a:t>Bullet</a:t>
            </a:r>
          </a:p>
          <a:p>
            <a:pPr lvl="1"/>
            <a:r>
              <a:rPr lang="en-US" dirty="0" smtClean="0"/>
              <a:t>Second Level</a:t>
            </a:r>
          </a:p>
          <a:p>
            <a:pPr lvl="2"/>
            <a:r>
              <a:rPr lang="en-US" dirty="0" smtClean="0"/>
              <a:t>Third level</a:t>
            </a:r>
            <a:endParaRPr lang="en-CA" dirty="0" smtClean="0"/>
          </a:p>
          <a:p>
            <a:pPr lvl="0"/>
            <a:r>
              <a:rPr lang="en-CA" dirty="0" smtClean="0"/>
              <a:t>Bullet</a:t>
            </a:r>
          </a:p>
          <a:p>
            <a:pPr lvl="0"/>
            <a:r>
              <a:rPr lang="en-CA" dirty="0" smtClean="0"/>
              <a:t>Bullet</a:t>
            </a:r>
          </a:p>
          <a:p>
            <a:pPr lvl="0"/>
            <a:r>
              <a:rPr lang="en-CA" dirty="0" smtClean="0"/>
              <a:t>Bullet</a:t>
            </a:r>
          </a:p>
        </p:txBody>
      </p:sp>
      <p:sp>
        <p:nvSpPr>
          <p:cNvPr id="11" name="Text Placeholder 9"/>
          <p:cNvSpPr>
            <a:spLocks noGrp="1"/>
          </p:cNvSpPr>
          <p:nvPr>
            <p:ph type="body" sz="quarter" idx="12" hasCustomPrompt="1"/>
          </p:nvPr>
        </p:nvSpPr>
        <p:spPr>
          <a:xfrm>
            <a:off x="406203" y="399966"/>
            <a:ext cx="2832297" cy="1009734"/>
          </a:xfrm>
          <a:prstGeom prst="rect">
            <a:avLst/>
          </a:prstGeom>
        </p:spPr>
        <p:txBody>
          <a:bodyPr lIns="0" tIns="0" rIns="0" bIns="0"/>
          <a:lstStyle>
            <a:lvl1pPr marL="0" indent="0">
              <a:lnSpc>
                <a:spcPts val="3400"/>
              </a:lnSpc>
              <a:spcBef>
                <a:spcPts val="0"/>
              </a:spcBef>
              <a:buNone/>
              <a:defRPr sz="3200" b="0" spc="-100" baseline="0">
                <a:solidFill>
                  <a:schemeClr val="bg1"/>
                </a:solidFill>
                <a:latin typeface="+mn-lt"/>
                <a:cs typeface="Arial" panose="020B0604020202020204" pitchFamily="34" charset="0"/>
              </a:defRPr>
            </a:lvl1pPr>
          </a:lstStyle>
          <a:p>
            <a:pPr lvl="0"/>
            <a:r>
              <a:rPr lang="en-CA" dirty="0" smtClean="0"/>
              <a:t>Title</a:t>
            </a:r>
            <a:endParaRPr lang="en-CA" dirty="0"/>
          </a:p>
        </p:txBody>
      </p:sp>
      <p:sp>
        <p:nvSpPr>
          <p:cNvPr id="15" name="Text Placeholder 9"/>
          <p:cNvSpPr>
            <a:spLocks noGrp="1"/>
          </p:cNvSpPr>
          <p:nvPr>
            <p:ph type="body" sz="quarter" idx="14" hasCustomPrompt="1"/>
          </p:nvPr>
        </p:nvSpPr>
        <p:spPr>
          <a:xfrm>
            <a:off x="406203" y="1618602"/>
            <a:ext cx="2321757" cy="1208417"/>
          </a:xfrm>
          <a:prstGeom prst="rect">
            <a:avLst/>
          </a:prstGeom>
        </p:spPr>
        <p:txBody>
          <a:bodyPr lIns="0" tIns="0" rIns="0" bIns="0"/>
          <a:lstStyle>
            <a:lvl1pPr marL="0" indent="0">
              <a:lnSpc>
                <a:spcPts val="2200"/>
              </a:lnSpc>
              <a:spcBef>
                <a:spcPts val="0"/>
              </a:spcBef>
              <a:buNone/>
              <a:defRPr sz="2000" b="0" spc="0" baseline="0">
                <a:solidFill>
                  <a:schemeClr val="bg1"/>
                </a:solidFill>
                <a:latin typeface="+mn-lt"/>
                <a:cs typeface="Arial" panose="020B0604020202020204" pitchFamily="34" charset="0"/>
              </a:defRPr>
            </a:lvl1pPr>
          </a:lstStyle>
          <a:p>
            <a:pPr lvl="0"/>
            <a:r>
              <a:rPr lang="en-CA" dirty="0" smtClean="0"/>
              <a:t>Subtitle</a:t>
            </a:r>
            <a:endParaRPr lang="en-CA" dirty="0"/>
          </a:p>
        </p:txBody>
      </p:sp>
      <p:cxnSp>
        <p:nvCxnSpPr>
          <p:cNvPr id="16" name="Straight Connector 15"/>
          <p:cNvCxnSpPr/>
          <p:nvPr userDrawn="1"/>
        </p:nvCxnSpPr>
        <p:spPr>
          <a:xfrm>
            <a:off x="406203" y="1501140"/>
            <a:ext cx="2626557"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7" name="Rectangle 16"/>
          <p:cNvSpPr/>
          <p:nvPr userDrawn="1"/>
        </p:nvSpPr>
        <p:spPr>
          <a:xfrm>
            <a:off x="8411284" y="4847236"/>
            <a:ext cx="325730" cy="230832"/>
          </a:xfrm>
          <a:prstGeom prst="rect">
            <a:avLst/>
          </a:prstGeom>
        </p:spPr>
        <p:txBody>
          <a:bodyPr wrap="none">
            <a:spAutoFit/>
          </a:bodyPr>
          <a:lstStyle/>
          <a:p>
            <a:fld id="{167796FD-2C35-44D3-9582-043279E26514}" type="slidenum">
              <a:rPr lang="en-CA" sz="900" b="1" smtClean="0">
                <a:solidFill>
                  <a:srgbClr val="BAC5B9"/>
                </a:solidFill>
                <a:latin typeface="+mn-lt"/>
              </a:rPr>
              <a:pPr/>
              <a:t>‹#›</a:t>
            </a:fld>
            <a:endParaRPr lang="en-CA" sz="900" dirty="0">
              <a:solidFill>
                <a:srgbClr val="BAC5B9"/>
              </a:solidFill>
              <a:latin typeface="+mn-lt"/>
            </a:endParaRPr>
          </a:p>
        </p:txBody>
      </p:sp>
      <p:sp>
        <p:nvSpPr>
          <p:cNvPr id="18" name="TextBox 17"/>
          <p:cNvSpPr txBox="1"/>
          <p:nvPr userDrawn="1"/>
        </p:nvSpPr>
        <p:spPr>
          <a:xfrm>
            <a:off x="407942" y="4885010"/>
            <a:ext cx="3916551" cy="153888"/>
          </a:xfrm>
          <a:prstGeom prst="rect">
            <a:avLst/>
          </a:prstGeom>
          <a:noFill/>
        </p:spPr>
        <p:txBody>
          <a:bodyPr wrap="square" lIns="0" tIns="0" rIns="0" bIns="0" rtlCol="0">
            <a:spAutoFit/>
          </a:bodyPr>
          <a:lstStyle/>
          <a:p>
            <a:pPr algn="l"/>
            <a:r>
              <a:rPr lang="en-CA" sz="1000" b="1" i="0" baseline="0" dirty="0" smtClean="0">
                <a:solidFill>
                  <a:srgbClr val="BAC5B9"/>
                </a:solidFill>
                <a:latin typeface="+mn-lt"/>
                <a:cs typeface="Arial" panose="020B0604020202020204" pitchFamily="34" charset="0"/>
              </a:rPr>
              <a:t>CWB Canadian Western Bank</a:t>
            </a:r>
            <a:endParaRPr lang="en-CA" sz="1000" b="1" i="0" dirty="0">
              <a:solidFill>
                <a:srgbClr val="BAC5B9"/>
              </a:solidFill>
              <a:latin typeface="+mn-lt"/>
              <a:cs typeface="Arial" panose="020B0604020202020204" pitchFamily="34" charset="0"/>
            </a:endParaRPr>
          </a:p>
        </p:txBody>
      </p:sp>
    </p:spTree>
    <p:extLst>
      <p:ext uri="{BB962C8B-B14F-4D97-AF65-F5344CB8AC3E}">
        <p14:creationId xmlns:p14="http://schemas.microsoft.com/office/powerpoint/2010/main" val="1903863610"/>
      </p:ext>
    </p:extLst>
  </p:cSld>
  <p:clrMapOvr>
    <a:masterClrMapping/>
  </p:clrMapOvr>
  <p:timing>
    <p:tnLst>
      <p:par>
        <p:cTn id="1" dur="indefinite" restart="never" nodeType="tmRoot"/>
      </p:par>
    </p:tnLst>
  </p:timing>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540814675"/>
      </p:ext>
    </p:extLst>
  </p:cSld>
  <p:clrMapOvr>
    <a:masterClrMapping/>
  </p:clrMapOvr>
  <p:timing>
    <p:tnLst>
      <p:par>
        <p:cTn id="1" dur="indefinite" restart="never" nodeType="tmRoot"/>
      </p:par>
    </p:tnLst>
  </p:timing>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Photo w Title">
    <p:spTree>
      <p:nvGrpSpPr>
        <p:cNvPr id="1" name=""/>
        <p:cNvGrpSpPr/>
        <p:nvPr/>
      </p:nvGrpSpPr>
      <p:grpSpPr>
        <a:xfrm>
          <a:off x="0" y="0"/>
          <a:ext cx="0" cy="0"/>
          <a:chOff x="0" y="0"/>
          <a:chExt cx="0" cy="0"/>
        </a:xfrm>
      </p:grpSpPr>
      <p:sp>
        <p:nvSpPr>
          <p:cNvPr id="7" name="Text Placeholder 3"/>
          <p:cNvSpPr>
            <a:spLocks noGrp="1"/>
          </p:cNvSpPr>
          <p:nvPr>
            <p:ph type="body" sz="quarter" idx="10" hasCustomPrompt="1"/>
          </p:nvPr>
        </p:nvSpPr>
        <p:spPr>
          <a:xfrm>
            <a:off x="4579683" y="4407694"/>
            <a:ext cx="4112747" cy="242886"/>
          </a:xfrm>
          <a:prstGeom prst="rect">
            <a:avLst/>
          </a:prstGeom>
        </p:spPr>
        <p:txBody>
          <a:bodyPr lIns="0" tIns="0" rIns="0" bIns="0"/>
          <a:lstStyle>
            <a:lvl1pPr marL="0" indent="0">
              <a:buNone/>
              <a:defRPr sz="1200" b="0">
                <a:solidFill>
                  <a:schemeClr val="tx1"/>
                </a:solidFill>
                <a:latin typeface="+mn-lt"/>
                <a:cs typeface="Arial" panose="020B0604020202020204" pitchFamily="34" charset="0"/>
              </a:defRPr>
            </a:lvl1pPr>
          </a:lstStyle>
          <a:p>
            <a:pPr lvl="0"/>
            <a:r>
              <a:rPr lang="en-US" dirty="0" smtClean="0"/>
              <a:t>Photo Caption</a:t>
            </a:r>
          </a:p>
        </p:txBody>
      </p:sp>
      <p:sp>
        <p:nvSpPr>
          <p:cNvPr id="8" name="Text Placeholder 9"/>
          <p:cNvSpPr>
            <a:spLocks noGrp="1"/>
          </p:cNvSpPr>
          <p:nvPr>
            <p:ph type="body" sz="quarter" idx="12" hasCustomPrompt="1"/>
          </p:nvPr>
        </p:nvSpPr>
        <p:spPr>
          <a:xfrm>
            <a:off x="406203" y="701040"/>
            <a:ext cx="3715741" cy="397483"/>
          </a:xfrm>
          <a:prstGeom prst="rect">
            <a:avLst/>
          </a:prstGeom>
        </p:spPr>
        <p:txBody>
          <a:bodyPr lIns="0" tIns="0" rIns="0" bIns="0"/>
          <a:lstStyle>
            <a:lvl1pPr marL="0" indent="0">
              <a:lnSpc>
                <a:spcPts val="3400"/>
              </a:lnSpc>
              <a:spcBef>
                <a:spcPts val="0"/>
              </a:spcBef>
              <a:buNone/>
              <a:defRPr sz="3200" spc="-100" baseline="0">
                <a:solidFill>
                  <a:srgbClr val="0097A9"/>
                </a:solidFill>
                <a:latin typeface="+mn-lt"/>
                <a:cs typeface="Arial" panose="020B0604020202020204" pitchFamily="34" charset="0"/>
              </a:defRPr>
            </a:lvl1pPr>
          </a:lstStyle>
          <a:p>
            <a:pPr lvl="0"/>
            <a:r>
              <a:rPr lang="en-CA" dirty="0" smtClean="0"/>
              <a:t>Title</a:t>
            </a:r>
            <a:endParaRPr lang="en-CA" dirty="0"/>
          </a:p>
        </p:txBody>
      </p:sp>
      <p:sp>
        <p:nvSpPr>
          <p:cNvPr id="9" name="Text Placeholder 9"/>
          <p:cNvSpPr>
            <a:spLocks noGrp="1"/>
          </p:cNvSpPr>
          <p:nvPr>
            <p:ph type="body" sz="quarter" idx="14" hasCustomPrompt="1"/>
          </p:nvPr>
        </p:nvSpPr>
        <p:spPr>
          <a:xfrm>
            <a:off x="406203" y="1157677"/>
            <a:ext cx="3715741" cy="238208"/>
          </a:xfrm>
          <a:prstGeom prst="rect">
            <a:avLst/>
          </a:prstGeom>
        </p:spPr>
        <p:txBody>
          <a:bodyPr lIns="0" tIns="0" rIns="0" bIns="0"/>
          <a:lstStyle>
            <a:lvl1pPr marL="0" indent="0">
              <a:lnSpc>
                <a:spcPts val="2200"/>
              </a:lnSpc>
              <a:spcBef>
                <a:spcPts val="0"/>
              </a:spcBef>
              <a:buNone/>
              <a:defRPr sz="1800" b="0" spc="0" baseline="0">
                <a:solidFill>
                  <a:srgbClr val="DAAA00"/>
                </a:solidFill>
                <a:latin typeface="+mn-lt"/>
                <a:cs typeface="Arial" panose="020B0604020202020204" pitchFamily="34" charset="0"/>
              </a:defRPr>
            </a:lvl1pPr>
          </a:lstStyle>
          <a:p>
            <a:pPr lvl="0"/>
            <a:r>
              <a:rPr lang="en-CA" dirty="0" smtClean="0"/>
              <a:t>Subtitle</a:t>
            </a:r>
            <a:endParaRPr lang="en-CA" dirty="0"/>
          </a:p>
        </p:txBody>
      </p:sp>
      <p:sp>
        <p:nvSpPr>
          <p:cNvPr id="10" name="Text Placeholder 3"/>
          <p:cNvSpPr>
            <a:spLocks noGrp="1"/>
          </p:cNvSpPr>
          <p:nvPr>
            <p:ph type="body" sz="quarter" idx="13" hasCustomPrompt="1"/>
          </p:nvPr>
        </p:nvSpPr>
        <p:spPr>
          <a:xfrm>
            <a:off x="406203" y="1744980"/>
            <a:ext cx="3715741" cy="2419825"/>
          </a:xfrm>
          <a:prstGeom prst="rect">
            <a:avLst/>
          </a:prstGeom>
          <a:noFill/>
        </p:spPr>
        <p:txBody>
          <a:bodyPr/>
          <a:lstStyle>
            <a:lvl1pPr>
              <a:defRPr sz="1500" baseline="0">
                <a:solidFill>
                  <a:schemeClr val="tx1"/>
                </a:solidFill>
                <a:latin typeface="+mn-lt"/>
                <a:cs typeface="Arial" panose="020B0604020202020204" pitchFamily="34" charset="0"/>
              </a:defRPr>
            </a:lvl1pPr>
            <a:lvl2pPr>
              <a:defRPr sz="1400">
                <a:solidFill>
                  <a:schemeClr val="tx1"/>
                </a:solidFill>
                <a:latin typeface="+mn-lt"/>
                <a:cs typeface="Arial" panose="020B0604020202020204" pitchFamily="34" charset="0"/>
              </a:defRPr>
            </a:lvl2pPr>
            <a:lvl3pPr marL="1143000" indent="-228600">
              <a:buFont typeface="Wingdings" panose="05000000000000000000" pitchFamily="2" charset="2"/>
              <a:buChar char="s"/>
              <a:defRPr sz="1200">
                <a:solidFill>
                  <a:schemeClr val="tx1"/>
                </a:solidFill>
                <a:latin typeface="+mn-lt"/>
                <a:cs typeface="Arial" panose="020B0604020202020204" pitchFamily="34" charset="0"/>
              </a:defRPr>
            </a:lvl3pPr>
          </a:lstStyle>
          <a:p>
            <a:pPr lvl="0"/>
            <a:r>
              <a:rPr lang="en-CA" dirty="0" smtClean="0"/>
              <a:t>Bullet</a:t>
            </a:r>
          </a:p>
          <a:p>
            <a:pPr lvl="1"/>
            <a:r>
              <a:rPr lang="en-US" dirty="0" smtClean="0"/>
              <a:t>Second Level</a:t>
            </a:r>
          </a:p>
          <a:p>
            <a:pPr lvl="2"/>
            <a:r>
              <a:rPr lang="en-US" dirty="0" smtClean="0"/>
              <a:t>Third level</a:t>
            </a:r>
            <a:endParaRPr lang="en-CA" dirty="0" smtClean="0"/>
          </a:p>
          <a:p>
            <a:pPr lvl="0"/>
            <a:r>
              <a:rPr lang="en-CA" dirty="0" smtClean="0"/>
              <a:t>Bullet</a:t>
            </a:r>
          </a:p>
          <a:p>
            <a:pPr lvl="0"/>
            <a:r>
              <a:rPr lang="en-CA" dirty="0" smtClean="0"/>
              <a:t>Bullet</a:t>
            </a:r>
          </a:p>
          <a:p>
            <a:pPr lvl="0"/>
            <a:r>
              <a:rPr lang="en-CA" dirty="0" smtClean="0"/>
              <a:t>Bullet</a:t>
            </a:r>
          </a:p>
        </p:txBody>
      </p:sp>
    </p:spTree>
    <p:extLst>
      <p:ext uri="{BB962C8B-B14F-4D97-AF65-F5344CB8AC3E}">
        <p14:creationId xmlns:p14="http://schemas.microsoft.com/office/powerpoint/2010/main" val="1562267021"/>
      </p:ext>
    </p:extLst>
  </p:cSld>
  <p:clrMapOvr>
    <a:masterClrMapping/>
  </p:clrMapOvr>
  <p:timing>
    <p:tnLst>
      <p:par>
        <p:cTn id="1" dur="indefinite" restart="never" nodeType="tmRoot"/>
      </p:par>
    </p:tnLst>
  </p:timing>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1 Column">
    <p:spTree>
      <p:nvGrpSpPr>
        <p:cNvPr id="1" name=""/>
        <p:cNvGrpSpPr/>
        <p:nvPr/>
      </p:nvGrpSpPr>
      <p:grpSpPr>
        <a:xfrm>
          <a:off x="0" y="0"/>
          <a:ext cx="0" cy="0"/>
          <a:chOff x="0" y="0"/>
          <a:chExt cx="0" cy="0"/>
        </a:xfrm>
      </p:grpSpPr>
      <p:sp>
        <p:nvSpPr>
          <p:cNvPr id="4" name="Text Placeholder 3"/>
          <p:cNvSpPr>
            <a:spLocks noGrp="1"/>
          </p:cNvSpPr>
          <p:nvPr>
            <p:ph type="body" sz="quarter" idx="13" hasCustomPrompt="1"/>
          </p:nvPr>
        </p:nvSpPr>
        <p:spPr>
          <a:xfrm>
            <a:off x="406203" y="1744981"/>
            <a:ext cx="8280401" cy="2681022"/>
          </a:xfrm>
          <a:prstGeom prst="rect">
            <a:avLst/>
          </a:prstGeom>
          <a:noFill/>
        </p:spPr>
        <p:txBody>
          <a:bodyPr numCol="2" spcCol="144000"/>
          <a:lstStyle>
            <a:lvl1pPr>
              <a:defRPr sz="1500" baseline="0">
                <a:solidFill>
                  <a:schemeClr val="tx1"/>
                </a:solidFill>
                <a:latin typeface="+mn-lt"/>
                <a:cs typeface="Arial" panose="020B0604020202020204" pitchFamily="34" charset="0"/>
              </a:defRPr>
            </a:lvl1pPr>
            <a:lvl2pPr>
              <a:defRPr sz="1400">
                <a:solidFill>
                  <a:schemeClr val="tx1"/>
                </a:solidFill>
                <a:latin typeface="+mn-lt"/>
                <a:cs typeface="Arial" panose="020B0604020202020204" pitchFamily="34" charset="0"/>
              </a:defRPr>
            </a:lvl2pPr>
            <a:lvl3pPr marL="1143000" indent="-228600">
              <a:buFont typeface="Wingdings" panose="05000000000000000000" pitchFamily="2" charset="2"/>
              <a:buChar char="s"/>
              <a:defRPr sz="1200">
                <a:solidFill>
                  <a:schemeClr val="tx1"/>
                </a:solidFill>
                <a:latin typeface="+mn-lt"/>
                <a:cs typeface="Arial" panose="020B0604020202020204" pitchFamily="34" charset="0"/>
              </a:defRPr>
            </a:lvl3pPr>
          </a:lstStyle>
          <a:p>
            <a:pPr lvl="0"/>
            <a:r>
              <a:rPr lang="en-CA" dirty="0" smtClean="0"/>
              <a:t>Bullet</a:t>
            </a:r>
          </a:p>
          <a:p>
            <a:pPr lvl="1"/>
            <a:r>
              <a:rPr lang="en-US" dirty="0" smtClean="0"/>
              <a:t>Second Level</a:t>
            </a:r>
          </a:p>
          <a:p>
            <a:pPr lvl="2"/>
            <a:r>
              <a:rPr lang="en-US" dirty="0" smtClean="0"/>
              <a:t>Third level</a:t>
            </a:r>
            <a:endParaRPr lang="en-CA" dirty="0" smtClean="0"/>
          </a:p>
          <a:p>
            <a:pPr lvl="0"/>
            <a:r>
              <a:rPr lang="en-CA" dirty="0" smtClean="0"/>
              <a:t>Bullet</a:t>
            </a:r>
          </a:p>
          <a:p>
            <a:pPr lvl="0"/>
            <a:r>
              <a:rPr lang="en-CA" dirty="0" smtClean="0"/>
              <a:t>Bullet</a:t>
            </a:r>
          </a:p>
          <a:p>
            <a:pPr lvl="0"/>
            <a:r>
              <a:rPr lang="en-CA" dirty="0" smtClean="0"/>
              <a:t>Bullet</a:t>
            </a:r>
          </a:p>
          <a:p>
            <a:pPr lvl="0"/>
            <a:r>
              <a:rPr lang="en-CA" dirty="0" smtClean="0"/>
              <a:t>Bullet</a:t>
            </a:r>
          </a:p>
          <a:p>
            <a:pPr lvl="1"/>
            <a:r>
              <a:rPr lang="en-US" dirty="0" smtClean="0"/>
              <a:t>Second Level</a:t>
            </a:r>
          </a:p>
          <a:p>
            <a:pPr lvl="2"/>
            <a:r>
              <a:rPr lang="en-US" dirty="0" smtClean="0"/>
              <a:t>Third level</a:t>
            </a:r>
            <a:endParaRPr lang="en-CA" dirty="0" smtClean="0"/>
          </a:p>
          <a:p>
            <a:pPr lvl="0"/>
            <a:endParaRPr lang="en-CA" dirty="0" smtClean="0"/>
          </a:p>
          <a:p>
            <a:pPr lvl="0"/>
            <a:r>
              <a:rPr lang="en-CA" dirty="0" smtClean="0"/>
              <a:t>Bullet</a:t>
            </a:r>
          </a:p>
          <a:p>
            <a:pPr lvl="0"/>
            <a:r>
              <a:rPr lang="en-CA" dirty="0" smtClean="0"/>
              <a:t>Bullet</a:t>
            </a:r>
          </a:p>
          <a:p>
            <a:pPr lvl="0"/>
            <a:r>
              <a:rPr lang="en-CA" dirty="0" smtClean="0"/>
              <a:t>Bullet</a:t>
            </a:r>
          </a:p>
          <a:p>
            <a:pPr lvl="0"/>
            <a:r>
              <a:rPr lang="en-CA" dirty="0" smtClean="0"/>
              <a:t>Bullet</a:t>
            </a:r>
          </a:p>
          <a:p>
            <a:pPr lvl="1"/>
            <a:r>
              <a:rPr lang="en-US" dirty="0" smtClean="0"/>
              <a:t>Second Level</a:t>
            </a:r>
          </a:p>
          <a:p>
            <a:pPr lvl="2"/>
            <a:r>
              <a:rPr lang="en-US" dirty="0" smtClean="0"/>
              <a:t>Third level</a:t>
            </a:r>
            <a:endParaRPr lang="en-CA" dirty="0" smtClean="0"/>
          </a:p>
          <a:p>
            <a:pPr lvl="0"/>
            <a:r>
              <a:rPr lang="en-CA" dirty="0" smtClean="0"/>
              <a:t>Bullet</a:t>
            </a:r>
          </a:p>
          <a:p>
            <a:pPr lvl="0"/>
            <a:r>
              <a:rPr lang="en-CA" dirty="0" smtClean="0"/>
              <a:t>Bullet</a:t>
            </a:r>
          </a:p>
          <a:p>
            <a:pPr lvl="0"/>
            <a:r>
              <a:rPr lang="en-CA" dirty="0" smtClean="0"/>
              <a:t>Bullet</a:t>
            </a:r>
          </a:p>
          <a:p>
            <a:pPr lvl="0"/>
            <a:endParaRPr lang="en-CA" dirty="0" smtClean="0"/>
          </a:p>
        </p:txBody>
      </p:sp>
      <p:sp>
        <p:nvSpPr>
          <p:cNvPr id="5" name="Text Placeholder 9"/>
          <p:cNvSpPr>
            <a:spLocks noGrp="1"/>
          </p:cNvSpPr>
          <p:nvPr>
            <p:ph type="body" sz="quarter" idx="12" hasCustomPrompt="1"/>
          </p:nvPr>
        </p:nvSpPr>
        <p:spPr>
          <a:xfrm>
            <a:off x="406203" y="701040"/>
            <a:ext cx="8280401" cy="397483"/>
          </a:xfrm>
          <a:prstGeom prst="rect">
            <a:avLst/>
          </a:prstGeom>
        </p:spPr>
        <p:txBody>
          <a:bodyPr lIns="0" tIns="0" rIns="0" bIns="0"/>
          <a:lstStyle>
            <a:lvl1pPr marL="0" indent="0">
              <a:lnSpc>
                <a:spcPts val="3400"/>
              </a:lnSpc>
              <a:spcBef>
                <a:spcPts val="0"/>
              </a:spcBef>
              <a:buNone/>
              <a:defRPr sz="3200" spc="-100" baseline="0">
                <a:solidFill>
                  <a:srgbClr val="0097A9"/>
                </a:solidFill>
                <a:latin typeface="+mn-lt"/>
                <a:cs typeface="Arial" panose="020B0604020202020204" pitchFamily="34" charset="0"/>
              </a:defRPr>
            </a:lvl1pPr>
          </a:lstStyle>
          <a:p>
            <a:pPr lvl="0"/>
            <a:r>
              <a:rPr lang="en-CA" dirty="0" smtClean="0"/>
              <a:t>Title</a:t>
            </a:r>
            <a:endParaRPr lang="en-CA" dirty="0"/>
          </a:p>
        </p:txBody>
      </p:sp>
      <p:sp>
        <p:nvSpPr>
          <p:cNvPr id="6" name="Text Placeholder 9"/>
          <p:cNvSpPr>
            <a:spLocks noGrp="1"/>
          </p:cNvSpPr>
          <p:nvPr>
            <p:ph type="body" sz="quarter" idx="14" hasCustomPrompt="1"/>
          </p:nvPr>
        </p:nvSpPr>
        <p:spPr>
          <a:xfrm>
            <a:off x="406203" y="1157677"/>
            <a:ext cx="8280401" cy="238208"/>
          </a:xfrm>
          <a:prstGeom prst="rect">
            <a:avLst/>
          </a:prstGeom>
        </p:spPr>
        <p:txBody>
          <a:bodyPr lIns="0" tIns="0" rIns="0" bIns="0"/>
          <a:lstStyle>
            <a:lvl1pPr marL="0" indent="0">
              <a:lnSpc>
                <a:spcPts val="2200"/>
              </a:lnSpc>
              <a:spcBef>
                <a:spcPts val="0"/>
              </a:spcBef>
              <a:buNone/>
              <a:defRPr sz="1800" b="0" spc="0" baseline="0">
                <a:solidFill>
                  <a:srgbClr val="DAAA00"/>
                </a:solidFill>
                <a:latin typeface="+mn-lt"/>
                <a:cs typeface="Arial" panose="020B0604020202020204" pitchFamily="34" charset="0"/>
              </a:defRPr>
            </a:lvl1pPr>
          </a:lstStyle>
          <a:p>
            <a:pPr lvl="0"/>
            <a:r>
              <a:rPr lang="en-CA" dirty="0" smtClean="0"/>
              <a:t>Subtitle</a:t>
            </a:r>
            <a:endParaRPr lang="en-CA" dirty="0"/>
          </a:p>
        </p:txBody>
      </p:sp>
    </p:spTree>
    <p:extLst>
      <p:ext uri="{BB962C8B-B14F-4D97-AF65-F5344CB8AC3E}">
        <p14:creationId xmlns:p14="http://schemas.microsoft.com/office/powerpoint/2010/main" val="1438177066"/>
      </p:ext>
    </p:extLst>
  </p:cSld>
  <p:clrMapOvr>
    <a:masterClrMapping/>
  </p:clrMapOvr>
  <p:timing>
    <p:tnLst>
      <p:par>
        <p:cTn id="1" dur="indefinite" restart="never" nodeType="tmRoot"/>
      </p:par>
    </p:tnLst>
  </p:timing>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1_1 Column">
    <p:spTree>
      <p:nvGrpSpPr>
        <p:cNvPr id="1" name=""/>
        <p:cNvGrpSpPr/>
        <p:nvPr/>
      </p:nvGrpSpPr>
      <p:grpSpPr>
        <a:xfrm>
          <a:off x="0" y="0"/>
          <a:ext cx="0" cy="0"/>
          <a:chOff x="0" y="0"/>
          <a:chExt cx="0" cy="0"/>
        </a:xfrm>
      </p:grpSpPr>
      <p:sp>
        <p:nvSpPr>
          <p:cNvPr id="5" name="Text Placeholder 9"/>
          <p:cNvSpPr>
            <a:spLocks noGrp="1"/>
          </p:cNvSpPr>
          <p:nvPr>
            <p:ph type="body" sz="quarter" idx="12" hasCustomPrompt="1"/>
          </p:nvPr>
        </p:nvSpPr>
        <p:spPr>
          <a:xfrm>
            <a:off x="406203" y="701040"/>
            <a:ext cx="8280401" cy="397483"/>
          </a:xfrm>
          <a:prstGeom prst="rect">
            <a:avLst/>
          </a:prstGeom>
        </p:spPr>
        <p:txBody>
          <a:bodyPr lIns="0" tIns="0" rIns="0" bIns="0"/>
          <a:lstStyle>
            <a:lvl1pPr marL="0" indent="0">
              <a:lnSpc>
                <a:spcPts val="3400"/>
              </a:lnSpc>
              <a:spcBef>
                <a:spcPts val="0"/>
              </a:spcBef>
              <a:buNone/>
              <a:defRPr sz="3200" spc="-100" baseline="0">
                <a:solidFill>
                  <a:srgbClr val="0097A9"/>
                </a:solidFill>
                <a:latin typeface="+mn-lt"/>
                <a:cs typeface="Arial" panose="020B0604020202020204" pitchFamily="34" charset="0"/>
              </a:defRPr>
            </a:lvl1pPr>
          </a:lstStyle>
          <a:p>
            <a:pPr lvl="0"/>
            <a:r>
              <a:rPr lang="en-CA" dirty="0" smtClean="0"/>
              <a:t>Title</a:t>
            </a:r>
            <a:endParaRPr lang="en-CA" dirty="0"/>
          </a:p>
        </p:txBody>
      </p:sp>
      <p:sp>
        <p:nvSpPr>
          <p:cNvPr id="6" name="Text Placeholder 9"/>
          <p:cNvSpPr>
            <a:spLocks noGrp="1"/>
          </p:cNvSpPr>
          <p:nvPr>
            <p:ph type="body" sz="quarter" idx="14" hasCustomPrompt="1"/>
          </p:nvPr>
        </p:nvSpPr>
        <p:spPr>
          <a:xfrm>
            <a:off x="406203" y="1157677"/>
            <a:ext cx="8280401" cy="238208"/>
          </a:xfrm>
          <a:prstGeom prst="rect">
            <a:avLst/>
          </a:prstGeom>
        </p:spPr>
        <p:txBody>
          <a:bodyPr lIns="0" tIns="0" rIns="0" bIns="0"/>
          <a:lstStyle>
            <a:lvl1pPr marL="0" indent="0">
              <a:lnSpc>
                <a:spcPts val="2200"/>
              </a:lnSpc>
              <a:spcBef>
                <a:spcPts val="0"/>
              </a:spcBef>
              <a:buNone/>
              <a:defRPr sz="1800" b="0" spc="0" baseline="0">
                <a:solidFill>
                  <a:srgbClr val="DAAA00"/>
                </a:solidFill>
                <a:latin typeface="+mn-lt"/>
                <a:cs typeface="Arial" panose="020B0604020202020204" pitchFamily="34" charset="0"/>
              </a:defRPr>
            </a:lvl1pPr>
          </a:lstStyle>
          <a:p>
            <a:pPr lvl="0"/>
            <a:r>
              <a:rPr lang="en-CA" dirty="0" smtClean="0"/>
              <a:t>Subtitle</a:t>
            </a:r>
            <a:endParaRPr lang="en-CA" dirty="0"/>
          </a:p>
        </p:txBody>
      </p:sp>
      <p:sp>
        <p:nvSpPr>
          <p:cNvPr id="7" name="Text Placeholder 6"/>
          <p:cNvSpPr>
            <a:spLocks noGrp="1"/>
          </p:cNvSpPr>
          <p:nvPr>
            <p:ph type="body" sz="quarter" idx="15" hasCustomPrompt="1"/>
          </p:nvPr>
        </p:nvSpPr>
        <p:spPr>
          <a:xfrm>
            <a:off x="406400" y="1636713"/>
            <a:ext cx="8280400" cy="2743200"/>
          </a:xfrm>
          <a:prstGeom prst="rect">
            <a:avLst/>
          </a:prstGeom>
        </p:spPr>
        <p:txBody>
          <a:bodyPr lIns="0" rIns="0"/>
          <a:lstStyle>
            <a:lvl1pPr marL="0" marR="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lang="en-US" sz="1600" b="0" i="0" u="none" strike="noStrike" baseline="0" smtClean="0">
                <a:solidFill>
                  <a:schemeClr val="tx1"/>
                </a:solidFill>
              </a:defRPr>
            </a:lvl1pPr>
            <a:lvl2pPr marL="457200" indent="0">
              <a:buNone/>
              <a:defRPr sz="1600">
                <a:solidFill>
                  <a:schemeClr val="tx1">
                    <a:lumMod val="50000"/>
                    <a:lumOff val="50000"/>
                  </a:schemeClr>
                </a:solidFill>
              </a:defRPr>
            </a:lvl2pPr>
            <a:lvl3pPr marL="914400" indent="0">
              <a:buNone/>
              <a:defRPr sz="1600">
                <a:solidFill>
                  <a:schemeClr val="tx1">
                    <a:lumMod val="50000"/>
                    <a:lumOff val="50000"/>
                  </a:schemeClr>
                </a:solidFill>
              </a:defRPr>
            </a:lvl3pPr>
            <a:lvl4pPr marL="1371600" indent="0">
              <a:buNone/>
              <a:defRPr sz="1600">
                <a:solidFill>
                  <a:schemeClr val="tx1">
                    <a:lumMod val="50000"/>
                    <a:lumOff val="50000"/>
                  </a:schemeClr>
                </a:solidFill>
              </a:defRPr>
            </a:lvl4pPr>
            <a:lvl5pPr marL="1828800" indent="0">
              <a:buNone/>
              <a:defRPr sz="1600">
                <a:solidFill>
                  <a:schemeClr val="tx1">
                    <a:lumMod val="50000"/>
                    <a:lumOff val="50000"/>
                  </a:schemeClr>
                </a:solidFill>
              </a:defRPr>
            </a:lvl5pPr>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smtClean="0"/>
              <a:t>Click to add text. Body placeholder text goes here. </a:t>
            </a:r>
            <a:r>
              <a:rPr lang="en-US" dirty="0" err="1" smtClean="0"/>
              <a:t>Aperchil</a:t>
            </a:r>
            <a:r>
              <a:rPr lang="en-US" dirty="0" smtClean="0"/>
              <a:t> </a:t>
            </a:r>
            <a:r>
              <a:rPr lang="en-US" dirty="0" err="1" smtClean="0"/>
              <a:t>inus</a:t>
            </a:r>
            <a:r>
              <a:rPr lang="en-US" dirty="0" smtClean="0"/>
              <a:t>, </a:t>
            </a:r>
            <a:r>
              <a:rPr lang="en-US" dirty="0" err="1" smtClean="0"/>
              <a:t>ullabo</a:t>
            </a:r>
            <a:r>
              <a:rPr lang="en-US" dirty="0" smtClean="0"/>
              <a:t>. </a:t>
            </a:r>
            <a:r>
              <a:rPr lang="en-US" dirty="0" err="1" smtClean="0"/>
              <a:t>Otat</a:t>
            </a:r>
            <a:r>
              <a:rPr lang="en-US" dirty="0" smtClean="0"/>
              <a:t>. </a:t>
            </a:r>
            <a:r>
              <a:rPr lang="en-US" dirty="0" err="1" smtClean="0"/>
              <a:t>Bissecto</a:t>
            </a:r>
            <a:r>
              <a:rPr lang="en-US" dirty="0" smtClean="0"/>
              <a:t> </a:t>
            </a:r>
            <a:r>
              <a:rPr lang="en-US" dirty="0" err="1" smtClean="0"/>
              <a:t>occust</a:t>
            </a:r>
            <a:r>
              <a:rPr lang="en-US" dirty="0" smtClean="0"/>
              <a:t>, to </a:t>
            </a:r>
            <a:r>
              <a:rPr lang="en-US" dirty="0" err="1" smtClean="0"/>
              <a:t>dolupta</a:t>
            </a:r>
            <a:r>
              <a:rPr lang="en-US" dirty="0" smtClean="0"/>
              <a:t> turbos </a:t>
            </a:r>
            <a:r>
              <a:rPr lang="en-US" dirty="0" err="1" smtClean="0"/>
              <a:t>consequidi</a:t>
            </a:r>
            <a:r>
              <a:rPr lang="en-US" dirty="0" smtClean="0"/>
              <a:t> </a:t>
            </a:r>
            <a:r>
              <a:rPr lang="en-US" dirty="0" err="1" smtClean="0"/>
              <a:t>aut</a:t>
            </a:r>
            <a:r>
              <a:rPr lang="en-US" dirty="0" smtClean="0"/>
              <a:t> </a:t>
            </a:r>
            <a:r>
              <a:rPr lang="en-US" dirty="0" err="1" smtClean="0"/>
              <a:t>eos</a:t>
            </a:r>
            <a:r>
              <a:rPr lang="en-US" dirty="0" smtClean="0"/>
              <a:t> </a:t>
            </a:r>
            <a:r>
              <a:rPr lang="en-US" dirty="0" err="1" smtClean="0"/>
              <a:t>aut</a:t>
            </a:r>
            <a:r>
              <a:rPr lang="en-US" dirty="0" smtClean="0"/>
              <a:t> </a:t>
            </a:r>
            <a:r>
              <a:rPr lang="en-US" dirty="0" err="1" smtClean="0"/>
              <a:t>dolesequam</a:t>
            </a:r>
            <a:r>
              <a:rPr lang="en-US" dirty="0" smtClean="0"/>
              <a:t> </a:t>
            </a:r>
            <a:r>
              <a:rPr lang="en-US" dirty="0" err="1" smtClean="0"/>
              <a:t>commole</a:t>
            </a:r>
            <a:r>
              <a:rPr lang="en-US" dirty="0" smtClean="0"/>
              <a:t> </a:t>
            </a:r>
            <a:r>
              <a:rPr lang="en-US" dirty="0" err="1" smtClean="0"/>
              <a:t>ntotas</a:t>
            </a:r>
            <a:r>
              <a:rPr lang="en-US" dirty="0" smtClean="0"/>
              <a:t> se </a:t>
            </a:r>
            <a:r>
              <a:rPr lang="en-US" dirty="0" err="1" smtClean="0"/>
              <a:t>volum</a:t>
            </a:r>
            <a:r>
              <a:rPr lang="en-US" dirty="0" smtClean="0"/>
              <a:t> </a:t>
            </a:r>
            <a:r>
              <a:rPr lang="en-US" dirty="0" err="1" smtClean="0"/>
              <a:t>est</a:t>
            </a:r>
            <a:r>
              <a:rPr lang="en-US" dirty="0" smtClean="0"/>
              <a:t> </a:t>
            </a:r>
            <a:r>
              <a:rPr lang="en-US" dirty="0" err="1" smtClean="0"/>
              <a:t>aut</a:t>
            </a:r>
            <a:r>
              <a:rPr lang="en-US" dirty="0" smtClean="0"/>
              <a:t> </a:t>
            </a:r>
            <a:r>
              <a:rPr lang="en-US" dirty="0" err="1" smtClean="0"/>
              <a:t>veliatuint</a:t>
            </a:r>
            <a:r>
              <a:rPr lang="en-US" dirty="0" smtClean="0"/>
              <a:t> </a:t>
            </a:r>
            <a:r>
              <a:rPr lang="en-US" dirty="0" err="1" smtClean="0"/>
              <a:t>fuga</a:t>
            </a:r>
            <a:r>
              <a:rPr lang="en-US" dirty="0" smtClean="0"/>
              <a:t>. </a:t>
            </a:r>
            <a:r>
              <a:rPr lang="en-US" dirty="0" err="1" smtClean="0"/>
              <a:t>Sunt</a:t>
            </a:r>
            <a:r>
              <a:rPr lang="en-US" dirty="0" smtClean="0"/>
              <a:t> </a:t>
            </a:r>
            <a:r>
              <a:rPr lang="en-US" dirty="0" err="1" smtClean="0"/>
              <a:t>volupta</a:t>
            </a:r>
            <a:r>
              <a:rPr lang="en-US" dirty="0" smtClean="0"/>
              <a:t> </a:t>
            </a:r>
            <a:r>
              <a:rPr lang="en-US" dirty="0" err="1" smtClean="0"/>
              <a:t>tiuntem</a:t>
            </a:r>
            <a:r>
              <a:rPr lang="en-US" dirty="0" smtClean="0"/>
              <a:t> </a:t>
            </a:r>
            <a:r>
              <a:rPr lang="en-US" dirty="0" err="1" smtClean="0"/>
              <a:t>inulparum</a:t>
            </a:r>
            <a:r>
              <a:rPr lang="en-US" dirty="0" smtClean="0"/>
              <a:t> et </a:t>
            </a:r>
            <a:r>
              <a:rPr lang="en-US" dirty="0" err="1" smtClean="0"/>
              <a:t>fugioto</a:t>
            </a:r>
            <a:r>
              <a:rPr lang="en-US" dirty="0" smtClean="0"/>
              <a:t> </a:t>
            </a:r>
            <a:r>
              <a:rPr lang="en-US" dirty="0" err="1" smtClean="0"/>
              <a:t>cusa</a:t>
            </a:r>
            <a:r>
              <a:rPr lang="en-US" dirty="0" smtClean="0"/>
              <a:t> net </a:t>
            </a:r>
            <a:r>
              <a:rPr lang="en-US" dirty="0" err="1" smtClean="0"/>
              <a:t>aut</a:t>
            </a:r>
            <a:r>
              <a:rPr lang="en-US" dirty="0" smtClean="0"/>
              <a:t> colossus. </a:t>
            </a:r>
            <a:r>
              <a:rPr lang="en-US" dirty="0" err="1" smtClean="0"/>
              <a:t>Evelegndigim</a:t>
            </a:r>
            <a:r>
              <a:rPr lang="en-US" dirty="0" smtClean="0"/>
              <a:t> qui </a:t>
            </a:r>
            <a:r>
              <a:rPr lang="en-US" dirty="0" err="1" smtClean="0"/>
              <a:t>ommodiao</a:t>
            </a:r>
            <a:r>
              <a:rPr lang="en-US" dirty="0" smtClean="0"/>
              <a:t> </a:t>
            </a:r>
            <a:r>
              <a:rPr lang="en-US" dirty="0" err="1" smtClean="0"/>
              <a:t>exceaswum</a:t>
            </a:r>
            <a:r>
              <a:rPr lang="en-US" dirty="0" smtClean="0"/>
              <a:t> </a:t>
            </a:r>
            <a:r>
              <a:rPr lang="en-US" dirty="0" err="1" smtClean="0"/>
              <a:t>enus</a:t>
            </a:r>
            <a:r>
              <a:rPr lang="en-US" dirty="0" smtClean="0"/>
              <a:t> as </a:t>
            </a:r>
            <a:r>
              <a:rPr lang="en-US" dirty="0" err="1" smtClean="0"/>
              <a:t>deerro</a:t>
            </a:r>
            <a:r>
              <a:rPr lang="en-US" dirty="0" smtClean="0"/>
              <a:t> </a:t>
            </a:r>
            <a:r>
              <a:rPr lang="en-US" dirty="0" err="1" smtClean="0"/>
              <a:t>consedi</a:t>
            </a:r>
            <a:r>
              <a:rPr lang="en-US" dirty="0" smtClean="0"/>
              <a:t> </a:t>
            </a:r>
            <a:r>
              <a:rPr lang="en-US" dirty="0" err="1" smtClean="0"/>
              <a:t>rerum</a:t>
            </a:r>
            <a:r>
              <a:rPr lang="en-US" dirty="0" smtClean="0"/>
              <a:t> et </a:t>
            </a:r>
            <a:r>
              <a:rPr lang="en-US" dirty="0" err="1" smtClean="0"/>
              <a:t>il</a:t>
            </a:r>
            <a:r>
              <a:rPr lang="en-US" dirty="0" smtClean="0"/>
              <a:t> </a:t>
            </a:r>
            <a:r>
              <a:rPr lang="en-US" dirty="0" err="1" smtClean="0"/>
              <a:t>est</a:t>
            </a:r>
            <a:r>
              <a:rPr lang="en-US" dirty="0" smtClean="0"/>
              <a:t> qui </a:t>
            </a:r>
            <a:r>
              <a:rPr lang="en-US" dirty="0" err="1" smtClean="0"/>
              <a:t>cus</a:t>
            </a:r>
            <a:r>
              <a:rPr lang="en-US" dirty="0" smtClean="0"/>
              <a:t> </a:t>
            </a:r>
            <a:r>
              <a:rPr lang="en-US" dirty="0" err="1" smtClean="0"/>
              <a:t>aut</a:t>
            </a:r>
            <a:r>
              <a:rPr lang="en-US" dirty="0" smtClean="0"/>
              <a:t> et </a:t>
            </a:r>
            <a:r>
              <a:rPr lang="en-US" dirty="0" err="1" smtClean="0"/>
              <a:t>secsaill</a:t>
            </a:r>
            <a:r>
              <a:rPr lang="en-US" dirty="0" smtClean="0"/>
              <a:t> to </a:t>
            </a:r>
            <a:r>
              <a:rPr lang="en-US" dirty="0" err="1" smtClean="0"/>
              <a:t>cid</a:t>
            </a:r>
            <a:r>
              <a:rPr lang="en-US" dirty="0" smtClean="0"/>
              <a:t> et </a:t>
            </a:r>
            <a:r>
              <a:rPr lang="en-US" dirty="0" err="1" smtClean="0"/>
              <a:t>poreupudam</a:t>
            </a:r>
            <a:r>
              <a:rPr lang="en-US" dirty="0" smtClean="0"/>
              <a:t> </a:t>
            </a:r>
            <a:r>
              <a:rPr lang="en-US" dirty="0" err="1" smtClean="0"/>
              <a:t>unti</a:t>
            </a:r>
            <a:r>
              <a:rPr lang="en-US" dirty="0" smtClean="0"/>
              <a:t>, </a:t>
            </a:r>
            <a:r>
              <a:rPr lang="en-US" dirty="0" err="1" smtClean="0"/>
              <a:t>uptodemsd</a:t>
            </a:r>
            <a:r>
              <a:rPr lang="en-US" dirty="0" smtClean="0"/>
              <a:t> </a:t>
            </a:r>
            <a:r>
              <a:rPr lang="en-US" dirty="0" err="1" smtClean="0"/>
              <a:t>blacsccsuam</a:t>
            </a:r>
            <a:r>
              <a:rPr lang="en-US" dirty="0" smtClean="0"/>
              <a:t> </a:t>
            </a:r>
            <a:r>
              <a:rPr lang="en-US" dirty="0" err="1" smtClean="0"/>
              <a:t>reprio</a:t>
            </a:r>
            <a:r>
              <a:rPr lang="en-US" dirty="0" smtClean="0"/>
              <a:t> </a:t>
            </a:r>
            <a:r>
              <a:rPr lang="en-US" dirty="0" err="1" smtClean="0"/>
              <a:t>endes</a:t>
            </a:r>
            <a:r>
              <a:rPr lang="en-US" dirty="0" smtClean="0"/>
              <a:t> </a:t>
            </a:r>
            <a:r>
              <a:rPr lang="en-US" dirty="0" err="1" smtClean="0"/>
              <a:t>autem</a:t>
            </a:r>
            <a:r>
              <a:rPr lang="en-US" dirty="0" smtClean="0"/>
              <a:t> </a:t>
            </a:r>
            <a:r>
              <a:rPr lang="en-US" dirty="0" err="1" smtClean="0"/>
              <a:t>quie</a:t>
            </a:r>
            <a:r>
              <a:rPr lang="en-US" dirty="0" smtClean="0"/>
              <a:t> </a:t>
            </a:r>
            <a:r>
              <a:rPr lang="en-US" dirty="0" err="1" smtClean="0"/>
              <a:t>prem</a:t>
            </a:r>
            <a:r>
              <a:rPr lang="en-US" dirty="0" smtClean="0"/>
              <a:t> </a:t>
            </a:r>
            <a:r>
              <a:rPr lang="en-US" dirty="0" err="1" smtClean="0"/>
              <a:t>aditas</a:t>
            </a:r>
            <a:r>
              <a:rPr lang="en-US" dirty="0" smtClean="0"/>
              <a:t> discus </a:t>
            </a:r>
            <a:r>
              <a:rPr lang="en-US" dirty="0" err="1" smtClean="0"/>
              <a:t>magnihilibus</a:t>
            </a:r>
            <a:r>
              <a:rPr lang="en-US" dirty="0" smtClean="0"/>
              <a:t> </a:t>
            </a:r>
            <a:r>
              <a:rPr lang="en-US" dirty="0" err="1" smtClean="0"/>
              <a:t>cusiccs</a:t>
            </a:r>
            <a:r>
              <a:rPr lang="en-US" dirty="0" smtClean="0"/>
              <a:t> </a:t>
            </a:r>
            <a:r>
              <a:rPr lang="en-US" dirty="0" err="1" smtClean="0"/>
              <a:t>eatumse</a:t>
            </a:r>
            <a:r>
              <a:rPr lang="en-US" dirty="0" smtClean="0"/>
              <a:t> </a:t>
            </a:r>
            <a:r>
              <a:rPr lang="en-US" dirty="0" err="1" smtClean="0"/>
              <a:t>luptaquie</a:t>
            </a:r>
            <a:r>
              <a:rPr lang="en-US" dirty="0" smtClean="0"/>
              <a:t> </a:t>
            </a:r>
            <a:r>
              <a:rPr lang="en-US" dirty="0" err="1" smtClean="0"/>
              <a:t>dolum</a:t>
            </a:r>
            <a:r>
              <a:rPr lang="en-US" dirty="0" smtClean="0"/>
              <a:t> </a:t>
            </a:r>
            <a:r>
              <a:rPr lang="en-US" dirty="0" err="1" smtClean="0"/>
              <a:t>Aperchil</a:t>
            </a:r>
            <a:r>
              <a:rPr lang="en-US" dirty="0" smtClean="0"/>
              <a:t> </a:t>
            </a:r>
            <a:r>
              <a:rPr lang="en-US" dirty="0" err="1" smtClean="0"/>
              <a:t>inus</a:t>
            </a:r>
            <a:r>
              <a:rPr lang="en-US" dirty="0" smtClean="0"/>
              <a:t>, </a:t>
            </a:r>
            <a:r>
              <a:rPr lang="en-US" dirty="0" err="1" smtClean="0"/>
              <a:t>ullabo</a:t>
            </a:r>
            <a:r>
              <a:rPr lang="en-US" dirty="0" smtClean="0"/>
              <a:t>. </a:t>
            </a:r>
            <a:r>
              <a:rPr lang="en-US" dirty="0" err="1" smtClean="0"/>
              <a:t>Otat</a:t>
            </a:r>
            <a:r>
              <a:rPr lang="en-US" dirty="0" smtClean="0"/>
              <a:t>. </a:t>
            </a:r>
            <a:r>
              <a:rPr lang="en-US" dirty="0" err="1" smtClean="0"/>
              <a:t>Bissecto</a:t>
            </a:r>
            <a:r>
              <a:rPr lang="en-US" dirty="0" smtClean="0"/>
              <a:t> </a:t>
            </a:r>
            <a:r>
              <a:rPr lang="en-US" dirty="0" err="1" smtClean="0"/>
              <a:t>occust</a:t>
            </a:r>
            <a:r>
              <a:rPr lang="en-US" dirty="0" smtClean="0"/>
              <a:t>, to </a:t>
            </a:r>
            <a:r>
              <a:rPr lang="en-US" dirty="0" err="1" smtClean="0"/>
              <a:t>dolupta</a:t>
            </a:r>
            <a:r>
              <a:rPr lang="en-US" dirty="0" smtClean="0"/>
              <a:t> turbos </a:t>
            </a:r>
            <a:r>
              <a:rPr lang="en-US" dirty="0" err="1" smtClean="0"/>
              <a:t>consequidi</a:t>
            </a:r>
            <a:r>
              <a:rPr lang="en-US" dirty="0" smtClean="0"/>
              <a:t> </a:t>
            </a:r>
            <a:r>
              <a:rPr lang="en-US" dirty="0" err="1" smtClean="0"/>
              <a:t>aut</a:t>
            </a:r>
            <a:r>
              <a:rPr lang="en-US" dirty="0" smtClean="0"/>
              <a:t> </a:t>
            </a:r>
            <a:r>
              <a:rPr lang="en-US" dirty="0" err="1" smtClean="0"/>
              <a:t>eos</a:t>
            </a:r>
            <a:r>
              <a:rPr lang="en-US" dirty="0" smtClean="0"/>
              <a:t> </a:t>
            </a:r>
            <a:r>
              <a:rPr lang="en-US" dirty="0" err="1" smtClean="0"/>
              <a:t>aut</a:t>
            </a:r>
            <a:r>
              <a:rPr lang="en-US" dirty="0" smtClean="0"/>
              <a:t> </a:t>
            </a:r>
            <a:r>
              <a:rPr lang="en-US" dirty="0" err="1" smtClean="0"/>
              <a:t>dolesequam</a:t>
            </a:r>
            <a:r>
              <a:rPr lang="en-US" dirty="0" smtClean="0"/>
              <a:t> </a:t>
            </a:r>
            <a:r>
              <a:rPr lang="en-US" dirty="0" err="1" smtClean="0"/>
              <a:t>commole</a:t>
            </a:r>
            <a:r>
              <a:rPr lang="en-US" dirty="0" smtClean="0"/>
              <a:t> </a:t>
            </a:r>
            <a:r>
              <a:rPr lang="en-US" dirty="0" err="1" smtClean="0"/>
              <a:t>ntotas</a:t>
            </a:r>
            <a:r>
              <a:rPr lang="en-US" dirty="0" smtClean="0"/>
              <a:t> se </a:t>
            </a:r>
            <a:r>
              <a:rPr lang="en-US" dirty="0" err="1" smtClean="0"/>
              <a:t>volum</a:t>
            </a:r>
            <a:r>
              <a:rPr lang="en-US" dirty="0" smtClean="0"/>
              <a:t> </a:t>
            </a:r>
            <a:r>
              <a:rPr lang="en-US" dirty="0" err="1" smtClean="0"/>
              <a:t>est</a:t>
            </a:r>
            <a:r>
              <a:rPr lang="en-US" dirty="0" smtClean="0"/>
              <a:t> </a:t>
            </a:r>
            <a:r>
              <a:rPr lang="en-US" dirty="0" err="1" smtClean="0"/>
              <a:t>aut</a:t>
            </a:r>
            <a:r>
              <a:rPr lang="en-US" dirty="0" smtClean="0"/>
              <a:t> </a:t>
            </a:r>
            <a:r>
              <a:rPr lang="en-US" dirty="0" err="1" smtClean="0"/>
              <a:t>veliatuint</a:t>
            </a:r>
            <a:r>
              <a:rPr lang="en-US" dirty="0" smtClean="0"/>
              <a:t> </a:t>
            </a:r>
            <a:r>
              <a:rPr lang="en-US" dirty="0" err="1" smtClean="0"/>
              <a:t>fuga</a:t>
            </a:r>
            <a:r>
              <a:rPr lang="en-US" dirty="0" smtClean="0"/>
              <a:t>. </a:t>
            </a:r>
            <a:r>
              <a:rPr lang="en-US" dirty="0" err="1" smtClean="0"/>
              <a:t>Sunt</a:t>
            </a:r>
            <a:r>
              <a:rPr lang="en-US" dirty="0" smtClean="0"/>
              <a:t> </a:t>
            </a:r>
            <a:r>
              <a:rPr lang="en-US" dirty="0" err="1" smtClean="0"/>
              <a:t>volupta</a:t>
            </a:r>
            <a:r>
              <a:rPr lang="en-US" dirty="0" smtClean="0"/>
              <a:t> </a:t>
            </a:r>
            <a:r>
              <a:rPr lang="en-US" dirty="0" err="1" smtClean="0"/>
              <a:t>tiuntem</a:t>
            </a:r>
            <a:r>
              <a:rPr lang="en-US" dirty="0" smtClean="0"/>
              <a:t> </a:t>
            </a:r>
            <a:r>
              <a:rPr lang="en-US" dirty="0" err="1" smtClean="0"/>
              <a:t>inulparum</a:t>
            </a:r>
            <a:r>
              <a:rPr lang="en-US" dirty="0" smtClean="0"/>
              <a:t> et </a:t>
            </a:r>
            <a:r>
              <a:rPr lang="en-US" dirty="0" err="1" smtClean="0"/>
              <a:t>fugioto</a:t>
            </a:r>
            <a:r>
              <a:rPr lang="en-US" dirty="0" smtClean="0"/>
              <a:t> </a:t>
            </a:r>
            <a:r>
              <a:rPr lang="en-US" dirty="0" err="1" smtClean="0"/>
              <a:t>cusa</a:t>
            </a:r>
            <a:r>
              <a:rPr lang="en-US" dirty="0" smtClean="0"/>
              <a:t> net </a:t>
            </a:r>
            <a:r>
              <a:rPr lang="en-US" dirty="0" err="1" smtClean="0"/>
              <a:t>aut</a:t>
            </a:r>
            <a:r>
              <a:rPr lang="en-US" dirty="0" smtClean="0"/>
              <a:t> colossus. </a:t>
            </a:r>
            <a:r>
              <a:rPr lang="en-US" dirty="0" err="1" smtClean="0"/>
              <a:t>Evelegndigim</a:t>
            </a:r>
            <a:r>
              <a:rPr lang="en-US" dirty="0" smtClean="0"/>
              <a:t> qui </a:t>
            </a:r>
            <a:r>
              <a:rPr lang="en-US" dirty="0" err="1" smtClean="0"/>
              <a:t>ommodiao</a:t>
            </a:r>
            <a:r>
              <a:rPr lang="en-US" dirty="0" smtClean="0"/>
              <a:t> </a:t>
            </a:r>
            <a:r>
              <a:rPr lang="en-US" dirty="0" err="1" smtClean="0"/>
              <a:t>exceaswum</a:t>
            </a:r>
            <a:r>
              <a:rPr lang="en-US" dirty="0" smtClean="0"/>
              <a:t> </a:t>
            </a:r>
            <a:r>
              <a:rPr lang="en-US" dirty="0" err="1" smtClean="0"/>
              <a:t>enus</a:t>
            </a:r>
            <a:r>
              <a:rPr lang="en-US" dirty="0" smtClean="0"/>
              <a:t> as </a:t>
            </a:r>
            <a:r>
              <a:rPr lang="en-US" dirty="0" err="1" smtClean="0"/>
              <a:t>deerro</a:t>
            </a:r>
            <a:r>
              <a:rPr lang="en-US" dirty="0" smtClean="0"/>
              <a:t> </a:t>
            </a:r>
            <a:r>
              <a:rPr lang="en-US" dirty="0" err="1" smtClean="0"/>
              <a:t>consedi</a:t>
            </a:r>
            <a:r>
              <a:rPr lang="en-US" dirty="0" smtClean="0"/>
              <a:t> </a:t>
            </a:r>
            <a:r>
              <a:rPr lang="en-US" dirty="0" err="1" smtClean="0"/>
              <a:t>rerum</a:t>
            </a:r>
            <a:r>
              <a:rPr lang="en-US" dirty="0" smtClean="0"/>
              <a:t> et </a:t>
            </a:r>
            <a:r>
              <a:rPr lang="en-US" dirty="0" err="1" smtClean="0"/>
              <a:t>il</a:t>
            </a:r>
            <a:r>
              <a:rPr lang="en-US" dirty="0" smtClean="0"/>
              <a:t> </a:t>
            </a:r>
            <a:r>
              <a:rPr lang="en-US" dirty="0" err="1" smtClean="0"/>
              <a:t>est</a:t>
            </a:r>
            <a:r>
              <a:rPr lang="en-US" dirty="0" smtClean="0"/>
              <a:t> qui </a:t>
            </a:r>
            <a:r>
              <a:rPr lang="en-US" dirty="0" err="1" smtClean="0"/>
              <a:t>cus</a:t>
            </a:r>
            <a:r>
              <a:rPr lang="en-US" dirty="0" smtClean="0"/>
              <a:t> </a:t>
            </a:r>
            <a:r>
              <a:rPr lang="en-US" dirty="0" err="1" smtClean="0"/>
              <a:t>aut</a:t>
            </a:r>
            <a:r>
              <a:rPr lang="en-US" dirty="0" smtClean="0"/>
              <a:t> et </a:t>
            </a:r>
            <a:r>
              <a:rPr lang="en-US" dirty="0" err="1" smtClean="0"/>
              <a:t>secsaill</a:t>
            </a:r>
            <a:r>
              <a:rPr lang="en-US" dirty="0" smtClean="0"/>
              <a:t> to </a:t>
            </a:r>
            <a:r>
              <a:rPr lang="en-US" dirty="0" err="1" smtClean="0"/>
              <a:t>cid</a:t>
            </a:r>
            <a:r>
              <a:rPr lang="en-US" dirty="0" smtClean="0"/>
              <a:t> et </a:t>
            </a:r>
            <a:r>
              <a:rPr lang="en-US" dirty="0" err="1" smtClean="0"/>
              <a:t>poreupudam</a:t>
            </a:r>
            <a:r>
              <a:rPr lang="en-US" dirty="0" smtClean="0"/>
              <a:t> </a:t>
            </a:r>
            <a:r>
              <a:rPr lang="en-US" dirty="0" err="1" smtClean="0"/>
              <a:t>unti</a:t>
            </a:r>
            <a:r>
              <a:rPr lang="en-US" dirty="0" smtClean="0"/>
              <a:t>, </a:t>
            </a:r>
            <a:r>
              <a:rPr lang="en-US" dirty="0" err="1" smtClean="0"/>
              <a:t>uptodemsd</a:t>
            </a:r>
            <a:r>
              <a:rPr lang="en-US" dirty="0" smtClean="0"/>
              <a:t> </a:t>
            </a:r>
            <a:r>
              <a:rPr lang="en-US" dirty="0" err="1" smtClean="0"/>
              <a:t>blacsccsuam</a:t>
            </a:r>
            <a:r>
              <a:rPr lang="en-US" dirty="0" smtClean="0"/>
              <a:t> </a:t>
            </a:r>
            <a:r>
              <a:rPr lang="en-US" dirty="0" err="1" smtClean="0"/>
              <a:t>reprio</a:t>
            </a:r>
            <a:r>
              <a:rPr lang="en-US" dirty="0" smtClean="0"/>
              <a:t>.</a:t>
            </a:r>
          </a:p>
        </p:txBody>
      </p:sp>
    </p:spTree>
    <p:extLst>
      <p:ext uri="{BB962C8B-B14F-4D97-AF65-F5344CB8AC3E}">
        <p14:creationId xmlns:p14="http://schemas.microsoft.com/office/powerpoint/2010/main" val="3161849436"/>
      </p:ext>
    </p:extLst>
  </p:cSld>
  <p:clrMapOvr>
    <a:masterClrMapping/>
  </p:clrMapOvr>
  <p:timing>
    <p:tnLst>
      <p:par>
        <p:cTn id="1" dur="indefinite" restart="never" nodeType="tmRoot"/>
      </p:par>
    </p:tnLst>
  </p:timing>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2_1 Column">
    <p:spTree>
      <p:nvGrpSpPr>
        <p:cNvPr id="1" name=""/>
        <p:cNvGrpSpPr/>
        <p:nvPr/>
      </p:nvGrpSpPr>
      <p:grpSpPr>
        <a:xfrm>
          <a:off x="0" y="0"/>
          <a:ext cx="0" cy="0"/>
          <a:chOff x="0" y="0"/>
          <a:chExt cx="0" cy="0"/>
        </a:xfrm>
      </p:grpSpPr>
      <p:sp>
        <p:nvSpPr>
          <p:cNvPr id="9" name="Text Placeholder 9"/>
          <p:cNvSpPr>
            <a:spLocks noGrp="1"/>
          </p:cNvSpPr>
          <p:nvPr>
            <p:ph type="body" sz="quarter" idx="12" hasCustomPrompt="1"/>
          </p:nvPr>
        </p:nvSpPr>
        <p:spPr>
          <a:xfrm>
            <a:off x="406203" y="701040"/>
            <a:ext cx="8280597" cy="397483"/>
          </a:xfrm>
          <a:prstGeom prst="rect">
            <a:avLst/>
          </a:prstGeom>
        </p:spPr>
        <p:txBody>
          <a:bodyPr lIns="0" tIns="0" rIns="0" bIns="0"/>
          <a:lstStyle>
            <a:lvl1pPr marL="0" indent="0">
              <a:lnSpc>
                <a:spcPts val="3400"/>
              </a:lnSpc>
              <a:spcBef>
                <a:spcPts val="0"/>
              </a:spcBef>
              <a:buNone/>
              <a:defRPr sz="3200" spc="-100" baseline="0">
                <a:solidFill>
                  <a:srgbClr val="0097A9"/>
                </a:solidFill>
                <a:latin typeface="+mn-lt"/>
                <a:cs typeface="Arial" panose="020B0604020202020204" pitchFamily="34" charset="0"/>
              </a:defRPr>
            </a:lvl1pPr>
          </a:lstStyle>
          <a:p>
            <a:pPr lvl="0"/>
            <a:r>
              <a:rPr lang="en-CA" dirty="0" smtClean="0"/>
              <a:t>Title</a:t>
            </a:r>
            <a:endParaRPr lang="en-CA" dirty="0"/>
          </a:p>
        </p:txBody>
      </p:sp>
      <p:sp>
        <p:nvSpPr>
          <p:cNvPr id="10" name="Text Placeholder 9"/>
          <p:cNvSpPr>
            <a:spLocks noGrp="1"/>
          </p:cNvSpPr>
          <p:nvPr>
            <p:ph type="body" sz="quarter" idx="14" hasCustomPrompt="1"/>
          </p:nvPr>
        </p:nvSpPr>
        <p:spPr>
          <a:xfrm>
            <a:off x="406203" y="1157677"/>
            <a:ext cx="8280597" cy="238208"/>
          </a:xfrm>
          <a:prstGeom prst="rect">
            <a:avLst/>
          </a:prstGeom>
        </p:spPr>
        <p:txBody>
          <a:bodyPr lIns="0" tIns="0" rIns="0" bIns="0"/>
          <a:lstStyle>
            <a:lvl1pPr marL="0" indent="0">
              <a:lnSpc>
                <a:spcPts val="2200"/>
              </a:lnSpc>
              <a:spcBef>
                <a:spcPts val="0"/>
              </a:spcBef>
              <a:buNone/>
              <a:defRPr sz="1800" b="0" spc="0" baseline="0">
                <a:solidFill>
                  <a:srgbClr val="DAAA00"/>
                </a:solidFill>
                <a:latin typeface="+mn-lt"/>
                <a:cs typeface="Arial" panose="020B0604020202020204" pitchFamily="34" charset="0"/>
              </a:defRPr>
            </a:lvl1pPr>
          </a:lstStyle>
          <a:p>
            <a:pPr lvl="0"/>
            <a:r>
              <a:rPr lang="en-CA" dirty="0" smtClean="0"/>
              <a:t>Subtitle</a:t>
            </a:r>
            <a:endParaRPr lang="en-CA" dirty="0"/>
          </a:p>
        </p:txBody>
      </p:sp>
      <p:sp>
        <p:nvSpPr>
          <p:cNvPr id="6" name="Text Placeholder 6"/>
          <p:cNvSpPr>
            <a:spLocks noGrp="1"/>
          </p:cNvSpPr>
          <p:nvPr>
            <p:ph type="body" sz="quarter" idx="15" hasCustomPrompt="1"/>
          </p:nvPr>
        </p:nvSpPr>
        <p:spPr>
          <a:xfrm>
            <a:off x="406400" y="1636713"/>
            <a:ext cx="8280400" cy="2743200"/>
          </a:xfrm>
          <a:prstGeom prst="rect">
            <a:avLst/>
          </a:prstGeom>
        </p:spPr>
        <p:txBody>
          <a:bodyPr lIns="0" tIns="36000" rIns="0" numCol="2" spcCol="288000"/>
          <a:lstStyle>
            <a:lvl1pPr marL="0" marR="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lang="en-US" sz="1600" b="0" i="0" u="none" strike="noStrike" baseline="0" smtClean="0">
                <a:solidFill>
                  <a:schemeClr val="tx1"/>
                </a:solidFill>
              </a:defRPr>
            </a:lvl1pPr>
            <a:lvl2pPr marL="457200" indent="0">
              <a:buNone/>
              <a:defRPr sz="1600">
                <a:solidFill>
                  <a:schemeClr val="tx1">
                    <a:lumMod val="50000"/>
                    <a:lumOff val="50000"/>
                  </a:schemeClr>
                </a:solidFill>
              </a:defRPr>
            </a:lvl2pPr>
            <a:lvl3pPr marL="914400" indent="0">
              <a:buNone/>
              <a:defRPr sz="1600">
                <a:solidFill>
                  <a:schemeClr val="tx1">
                    <a:lumMod val="50000"/>
                    <a:lumOff val="50000"/>
                  </a:schemeClr>
                </a:solidFill>
              </a:defRPr>
            </a:lvl3pPr>
            <a:lvl4pPr marL="1371600" indent="0">
              <a:buNone/>
              <a:defRPr sz="1600">
                <a:solidFill>
                  <a:schemeClr val="tx1">
                    <a:lumMod val="50000"/>
                    <a:lumOff val="50000"/>
                  </a:schemeClr>
                </a:solidFill>
              </a:defRPr>
            </a:lvl4pPr>
            <a:lvl5pPr marL="1828800" indent="0">
              <a:buNone/>
              <a:defRPr sz="1600">
                <a:solidFill>
                  <a:schemeClr val="tx1">
                    <a:lumMod val="50000"/>
                    <a:lumOff val="50000"/>
                  </a:schemeClr>
                </a:solidFill>
              </a:defRPr>
            </a:lvl5pPr>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smtClean="0"/>
              <a:t>Click to add text. Body placeholder text goes here. </a:t>
            </a:r>
            <a:r>
              <a:rPr lang="en-US" dirty="0" err="1" smtClean="0"/>
              <a:t>Aperchil</a:t>
            </a:r>
            <a:r>
              <a:rPr lang="en-US" dirty="0" smtClean="0"/>
              <a:t> </a:t>
            </a:r>
            <a:r>
              <a:rPr lang="en-US" dirty="0" err="1" smtClean="0"/>
              <a:t>inus</a:t>
            </a:r>
            <a:r>
              <a:rPr lang="en-US" dirty="0" smtClean="0"/>
              <a:t>, </a:t>
            </a:r>
            <a:r>
              <a:rPr lang="en-US" dirty="0" err="1" smtClean="0"/>
              <a:t>ullabo</a:t>
            </a:r>
            <a:r>
              <a:rPr lang="en-US" dirty="0" smtClean="0"/>
              <a:t>. </a:t>
            </a:r>
            <a:r>
              <a:rPr lang="en-US" dirty="0" err="1" smtClean="0"/>
              <a:t>Otat</a:t>
            </a:r>
            <a:r>
              <a:rPr lang="en-US" dirty="0" smtClean="0"/>
              <a:t>. </a:t>
            </a:r>
            <a:r>
              <a:rPr lang="en-US" dirty="0" err="1" smtClean="0"/>
              <a:t>Bissecto</a:t>
            </a:r>
            <a:r>
              <a:rPr lang="en-US" dirty="0" smtClean="0"/>
              <a:t> </a:t>
            </a:r>
            <a:r>
              <a:rPr lang="en-US" dirty="0" err="1" smtClean="0"/>
              <a:t>occust</a:t>
            </a:r>
            <a:r>
              <a:rPr lang="en-US" dirty="0" smtClean="0"/>
              <a:t>, to </a:t>
            </a:r>
            <a:r>
              <a:rPr lang="en-US" dirty="0" err="1" smtClean="0"/>
              <a:t>dolupta</a:t>
            </a:r>
            <a:r>
              <a:rPr lang="en-US" dirty="0" smtClean="0"/>
              <a:t> turbos </a:t>
            </a:r>
            <a:r>
              <a:rPr lang="en-US" dirty="0" err="1" smtClean="0"/>
              <a:t>consequidi</a:t>
            </a:r>
            <a:r>
              <a:rPr lang="en-US" dirty="0" smtClean="0"/>
              <a:t> </a:t>
            </a:r>
            <a:r>
              <a:rPr lang="en-US" dirty="0" err="1" smtClean="0"/>
              <a:t>aut</a:t>
            </a:r>
            <a:r>
              <a:rPr lang="en-US" dirty="0" smtClean="0"/>
              <a:t> </a:t>
            </a:r>
            <a:r>
              <a:rPr lang="en-US" dirty="0" err="1" smtClean="0"/>
              <a:t>eos</a:t>
            </a:r>
            <a:r>
              <a:rPr lang="en-US" dirty="0" smtClean="0"/>
              <a:t> </a:t>
            </a:r>
            <a:r>
              <a:rPr lang="en-US" dirty="0" err="1" smtClean="0"/>
              <a:t>aut</a:t>
            </a:r>
            <a:r>
              <a:rPr lang="en-US" dirty="0" smtClean="0"/>
              <a:t> </a:t>
            </a:r>
            <a:r>
              <a:rPr lang="en-US" dirty="0" err="1" smtClean="0"/>
              <a:t>dolesequam</a:t>
            </a:r>
            <a:r>
              <a:rPr lang="en-US" dirty="0" smtClean="0"/>
              <a:t> </a:t>
            </a:r>
            <a:r>
              <a:rPr lang="en-US" dirty="0" err="1" smtClean="0"/>
              <a:t>aut</a:t>
            </a:r>
            <a:r>
              <a:rPr lang="en-US" dirty="0" smtClean="0"/>
              <a:t> colossus. </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err="1" smtClean="0"/>
              <a:t>Evelegndigim</a:t>
            </a:r>
            <a:r>
              <a:rPr lang="en-US" dirty="0" smtClean="0"/>
              <a:t> </a:t>
            </a:r>
            <a:r>
              <a:rPr lang="en-US" dirty="0" err="1" smtClean="0"/>
              <a:t>enus</a:t>
            </a:r>
            <a:r>
              <a:rPr lang="en-US" dirty="0" smtClean="0"/>
              <a:t> as </a:t>
            </a:r>
            <a:r>
              <a:rPr lang="en-US" dirty="0" err="1" smtClean="0"/>
              <a:t>deerro</a:t>
            </a:r>
            <a:r>
              <a:rPr lang="en-US" dirty="0" smtClean="0"/>
              <a:t> </a:t>
            </a:r>
            <a:r>
              <a:rPr lang="en-US" dirty="0" err="1" smtClean="0"/>
              <a:t>consedi</a:t>
            </a:r>
            <a:r>
              <a:rPr lang="en-US" dirty="0" smtClean="0"/>
              <a:t> </a:t>
            </a:r>
            <a:r>
              <a:rPr lang="en-US" dirty="0" err="1" smtClean="0"/>
              <a:t>rerum</a:t>
            </a:r>
            <a:r>
              <a:rPr lang="en-US" dirty="0" smtClean="0"/>
              <a:t> et </a:t>
            </a:r>
            <a:r>
              <a:rPr lang="en-US" dirty="0" err="1" smtClean="0"/>
              <a:t>il</a:t>
            </a:r>
            <a:r>
              <a:rPr lang="en-US" dirty="0" smtClean="0"/>
              <a:t> </a:t>
            </a:r>
            <a:r>
              <a:rPr lang="en-US" dirty="0" err="1" smtClean="0"/>
              <a:t>est</a:t>
            </a:r>
            <a:r>
              <a:rPr lang="en-US" dirty="0" smtClean="0"/>
              <a:t> qui </a:t>
            </a:r>
            <a:r>
              <a:rPr lang="en-US" dirty="0" err="1" smtClean="0"/>
              <a:t>cus</a:t>
            </a:r>
            <a:r>
              <a:rPr lang="en-US" dirty="0" smtClean="0"/>
              <a:t> </a:t>
            </a:r>
            <a:r>
              <a:rPr lang="en-US" dirty="0" err="1" smtClean="0"/>
              <a:t>aut</a:t>
            </a:r>
            <a:r>
              <a:rPr lang="en-US" dirty="0" smtClean="0"/>
              <a:t> et </a:t>
            </a:r>
            <a:r>
              <a:rPr lang="en-US" dirty="0" err="1" smtClean="0"/>
              <a:t>secsaill</a:t>
            </a:r>
            <a:r>
              <a:rPr lang="en-US" dirty="0" smtClean="0"/>
              <a:t> to </a:t>
            </a:r>
            <a:r>
              <a:rPr lang="en-US" dirty="0" err="1" smtClean="0"/>
              <a:t>cid</a:t>
            </a:r>
            <a:r>
              <a:rPr lang="en-US" dirty="0" smtClean="0"/>
              <a:t> et </a:t>
            </a:r>
            <a:r>
              <a:rPr lang="en-US" dirty="0" err="1" smtClean="0"/>
              <a:t>poreupudam</a:t>
            </a:r>
            <a:r>
              <a:rPr lang="en-US" dirty="0" smtClean="0"/>
              <a:t> </a:t>
            </a:r>
            <a:r>
              <a:rPr lang="en-US" dirty="0" err="1" smtClean="0"/>
              <a:t>unti</a:t>
            </a:r>
            <a:r>
              <a:rPr lang="en-US" dirty="0" smtClean="0"/>
              <a:t>, </a:t>
            </a:r>
            <a:r>
              <a:rPr lang="en-US" dirty="0" err="1" smtClean="0"/>
              <a:t>uptodemsd</a:t>
            </a:r>
            <a:r>
              <a:rPr lang="en-US" dirty="0" smtClean="0"/>
              <a:t> </a:t>
            </a:r>
            <a:r>
              <a:rPr lang="en-US" dirty="0" err="1" smtClean="0"/>
              <a:t>blacsccsuam</a:t>
            </a:r>
            <a:r>
              <a:rPr lang="en-US" dirty="0" smtClean="0"/>
              <a:t> </a:t>
            </a:r>
            <a:r>
              <a:rPr lang="en-US" dirty="0" err="1" smtClean="0"/>
              <a:t>reprio</a:t>
            </a:r>
            <a:r>
              <a:rPr lang="en-US" dirty="0" smtClean="0"/>
              <a:t> </a:t>
            </a:r>
            <a:r>
              <a:rPr lang="en-US" dirty="0" err="1" smtClean="0"/>
              <a:t>endes</a:t>
            </a:r>
            <a:r>
              <a:rPr lang="en-US" dirty="0" smtClean="0"/>
              <a:t> </a:t>
            </a:r>
            <a:r>
              <a:rPr lang="en-US" dirty="0" err="1" smtClean="0"/>
              <a:t>autem</a:t>
            </a:r>
            <a:r>
              <a:rPr lang="en-US" dirty="0" smtClean="0"/>
              <a:t> </a:t>
            </a:r>
            <a:r>
              <a:rPr lang="en-US" dirty="0" err="1" smtClean="0"/>
              <a:t>quie</a:t>
            </a:r>
            <a:r>
              <a:rPr lang="en-US" dirty="0" smtClean="0"/>
              <a:t> </a:t>
            </a:r>
            <a:r>
              <a:rPr lang="en-US" dirty="0" err="1" smtClean="0"/>
              <a:t>prem</a:t>
            </a:r>
            <a:r>
              <a:rPr lang="en-US" dirty="0" smtClean="0"/>
              <a:t> </a:t>
            </a:r>
            <a:r>
              <a:rPr lang="en-US" dirty="0" err="1" smtClean="0"/>
              <a:t>aditas</a:t>
            </a:r>
            <a:r>
              <a:rPr lang="en-US" dirty="0" smtClean="0"/>
              <a:t> discus.</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err="1" smtClean="0"/>
              <a:t>Aperchil</a:t>
            </a:r>
            <a:r>
              <a:rPr lang="en-US" dirty="0" smtClean="0"/>
              <a:t> </a:t>
            </a:r>
            <a:r>
              <a:rPr lang="en-US" dirty="0" err="1" smtClean="0"/>
              <a:t>inus</a:t>
            </a:r>
            <a:r>
              <a:rPr lang="en-US" dirty="0" smtClean="0"/>
              <a:t>, </a:t>
            </a:r>
            <a:r>
              <a:rPr lang="en-US" dirty="0" err="1" smtClean="0"/>
              <a:t>ullabo</a:t>
            </a:r>
            <a:r>
              <a:rPr lang="en-US" dirty="0" smtClean="0"/>
              <a:t>. </a:t>
            </a:r>
            <a:r>
              <a:rPr lang="en-US" dirty="0" err="1" smtClean="0"/>
              <a:t>Otat</a:t>
            </a:r>
            <a:r>
              <a:rPr lang="en-US" dirty="0" smtClean="0"/>
              <a:t>. </a:t>
            </a:r>
            <a:r>
              <a:rPr lang="en-US" dirty="0" err="1" smtClean="0"/>
              <a:t>Bissecto</a:t>
            </a:r>
            <a:r>
              <a:rPr lang="en-US" dirty="0" smtClean="0"/>
              <a:t> </a:t>
            </a:r>
            <a:r>
              <a:rPr lang="en-US" dirty="0" err="1" smtClean="0"/>
              <a:t>occust</a:t>
            </a:r>
            <a:r>
              <a:rPr lang="en-US" dirty="0" smtClean="0"/>
              <a:t>, to </a:t>
            </a:r>
            <a:r>
              <a:rPr lang="en-US" dirty="0" err="1" smtClean="0"/>
              <a:t>Dolupta</a:t>
            </a:r>
            <a:r>
              <a:rPr lang="en-US" dirty="0" smtClean="0"/>
              <a:t> turbos </a:t>
            </a:r>
            <a:r>
              <a:rPr lang="en-US" dirty="0" err="1" smtClean="0"/>
              <a:t>consequidi</a:t>
            </a:r>
            <a:r>
              <a:rPr lang="en-US" dirty="0" smtClean="0"/>
              <a:t> </a:t>
            </a:r>
            <a:r>
              <a:rPr lang="en-US" dirty="0" err="1" smtClean="0"/>
              <a:t>aut</a:t>
            </a:r>
            <a:r>
              <a:rPr lang="en-US" dirty="0" smtClean="0"/>
              <a:t> </a:t>
            </a:r>
            <a:r>
              <a:rPr lang="en-US" dirty="0" err="1" smtClean="0"/>
              <a:t>eos</a:t>
            </a:r>
            <a:r>
              <a:rPr lang="en-US" dirty="0" smtClean="0"/>
              <a:t> </a:t>
            </a:r>
            <a:r>
              <a:rPr lang="en-US" dirty="0" err="1" smtClean="0"/>
              <a:t>aut</a:t>
            </a:r>
            <a:r>
              <a:rPr lang="en-US" dirty="0" smtClean="0"/>
              <a:t>. </a:t>
            </a:r>
            <a:r>
              <a:rPr lang="en-US" dirty="0" err="1" smtClean="0"/>
              <a:t>est</a:t>
            </a:r>
            <a:r>
              <a:rPr lang="en-US" dirty="0" smtClean="0"/>
              <a:t> </a:t>
            </a:r>
            <a:r>
              <a:rPr lang="en-US" dirty="0" err="1" smtClean="0"/>
              <a:t>aut</a:t>
            </a:r>
            <a:r>
              <a:rPr lang="en-US" dirty="0" smtClean="0"/>
              <a:t> </a:t>
            </a:r>
            <a:r>
              <a:rPr lang="en-US" dirty="0" err="1" smtClean="0"/>
              <a:t>veliatuint</a:t>
            </a:r>
            <a:r>
              <a:rPr lang="en-US" dirty="0" smtClean="0"/>
              <a:t> </a:t>
            </a:r>
            <a:r>
              <a:rPr lang="en-US" dirty="0" err="1" smtClean="0"/>
              <a:t>fuga</a:t>
            </a:r>
            <a:r>
              <a:rPr lang="en-US" dirty="0" smtClean="0"/>
              <a:t>. </a:t>
            </a:r>
            <a:r>
              <a:rPr lang="en-US" dirty="0" err="1" smtClean="0"/>
              <a:t>Sunt</a:t>
            </a:r>
            <a:r>
              <a:rPr lang="en-US" dirty="0" smtClean="0"/>
              <a:t> </a:t>
            </a:r>
            <a:r>
              <a:rPr lang="en-US" dirty="0" err="1" smtClean="0"/>
              <a:t>volupta</a:t>
            </a:r>
            <a:r>
              <a:rPr lang="en-US" dirty="0" smtClean="0"/>
              <a:t> </a:t>
            </a:r>
            <a:r>
              <a:rPr lang="en-US" dirty="0" err="1" smtClean="0"/>
              <a:t>tiuntem</a:t>
            </a:r>
            <a:r>
              <a:rPr lang="en-US" dirty="0" smtClean="0"/>
              <a:t> </a:t>
            </a:r>
            <a:r>
              <a:rPr lang="en-US" dirty="0" err="1" smtClean="0"/>
              <a:t>inulparum</a:t>
            </a:r>
            <a:r>
              <a:rPr lang="en-US" dirty="0" smtClean="0"/>
              <a:t> et </a:t>
            </a:r>
            <a:r>
              <a:rPr lang="en-US" dirty="0" err="1" smtClean="0"/>
              <a:t>fugioto</a:t>
            </a:r>
            <a:r>
              <a:rPr lang="en-US" dirty="0" smtClean="0"/>
              <a:t> </a:t>
            </a:r>
            <a:r>
              <a:rPr lang="en-US" dirty="0" err="1" smtClean="0"/>
              <a:t>cusa</a:t>
            </a:r>
            <a:r>
              <a:rPr lang="en-US" dirty="0" smtClean="0"/>
              <a:t> net </a:t>
            </a:r>
            <a:r>
              <a:rPr lang="en-US" dirty="0" err="1" smtClean="0"/>
              <a:t>aut</a:t>
            </a:r>
            <a:r>
              <a:rPr lang="en-US" dirty="0" smtClean="0"/>
              <a:t> colossus. </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err="1" smtClean="0"/>
              <a:t>Evelegndigim</a:t>
            </a:r>
            <a:r>
              <a:rPr lang="en-US" dirty="0" smtClean="0"/>
              <a:t> qui </a:t>
            </a:r>
            <a:r>
              <a:rPr lang="en-US" dirty="0" err="1" smtClean="0"/>
              <a:t>ommodiao</a:t>
            </a:r>
            <a:r>
              <a:rPr lang="en-US" dirty="0" smtClean="0"/>
              <a:t> </a:t>
            </a:r>
            <a:r>
              <a:rPr lang="en-US" dirty="0" err="1" smtClean="0"/>
              <a:t>exceaswum</a:t>
            </a:r>
            <a:r>
              <a:rPr lang="en-US" dirty="0" smtClean="0"/>
              <a:t> </a:t>
            </a:r>
            <a:r>
              <a:rPr lang="en-US" dirty="0" err="1" smtClean="0"/>
              <a:t>enus</a:t>
            </a:r>
            <a:r>
              <a:rPr lang="en-US" dirty="0" smtClean="0"/>
              <a:t> as </a:t>
            </a:r>
            <a:r>
              <a:rPr lang="en-US" dirty="0" err="1" smtClean="0"/>
              <a:t>deerro</a:t>
            </a:r>
            <a:r>
              <a:rPr lang="en-US" dirty="0" smtClean="0"/>
              <a:t> </a:t>
            </a:r>
            <a:r>
              <a:rPr lang="en-US" dirty="0" err="1" smtClean="0"/>
              <a:t>consedi</a:t>
            </a:r>
            <a:r>
              <a:rPr lang="en-US" dirty="0" smtClean="0"/>
              <a:t> </a:t>
            </a:r>
            <a:r>
              <a:rPr lang="en-US" dirty="0" err="1" smtClean="0"/>
              <a:t>rerum</a:t>
            </a:r>
            <a:r>
              <a:rPr lang="en-US" dirty="0" smtClean="0"/>
              <a:t> et </a:t>
            </a:r>
            <a:r>
              <a:rPr lang="en-US" dirty="0" err="1" smtClean="0"/>
              <a:t>il</a:t>
            </a:r>
            <a:r>
              <a:rPr lang="en-US" dirty="0" smtClean="0"/>
              <a:t> </a:t>
            </a:r>
            <a:r>
              <a:rPr lang="en-US" dirty="0" err="1" smtClean="0"/>
              <a:t>Aperchil</a:t>
            </a:r>
            <a:r>
              <a:rPr lang="en-US" dirty="0" smtClean="0"/>
              <a:t> </a:t>
            </a:r>
            <a:r>
              <a:rPr lang="en-US" dirty="0" err="1" smtClean="0"/>
              <a:t>inus</a:t>
            </a:r>
            <a:r>
              <a:rPr lang="en-US" dirty="0" smtClean="0"/>
              <a:t>, </a:t>
            </a:r>
            <a:r>
              <a:rPr lang="en-US" dirty="0" err="1" smtClean="0"/>
              <a:t>ullabo</a:t>
            </a:r>
            <a:r>
              <a:rPr lang="en-US" dirty="0" smtClean="0"/>
              <a:t>. </a:t>
            </a:r>
            <a:r>
              <a:rPr lang="en-US" dirty="0" err="1" smtClean="0"/>
              <a:t>Otat</a:t>
            </a:r>
            <a:r>
              <a:rPr lang="en-US" dirty="0" smtClean="0"/>
              <a:t>. </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err="1" smtClean="0"/>
              <a:t>Bissecto</a:t>
            </a:r>
            <a:r>
              <a:rPr lang="en-US" dirty="0" smtClean="0"/>
              <a:t> </a:t>
            </a:r>
            <a:r>
              <a:rPr lang="en-US" dirty="0" err="1" smtClean="0"/>
              <a:t>occust</a:t>
            </a:r>
            <a:r>
              <a:rPr lang="en-US" dirty="0" smtClean="0"/>
              <a:t>, to </a:t>
            </a:r>
            <a:r>
              <a:rPr lang="en-US" dirty="0" err="1" smtClean="0"/>
              <a:t>dolupta</a:t>
            </a:r>
            <a:r>
              <a:rPr lang="en-US" dirty="0" smtClean="0"/>
              <a:t> turbos </a:t>
            </a:r>
            <a:r>
              <a:rPr lang="en-US" dirty="0" err="1" smtClean="0"/>
              <a:t>consequidi</a:t>
            </a:r>
            <a:r>
              <a:rPr lang="en-US" dirty="0" smtClean="0"/>
              <a:t> </a:t>
            </a:r>
            <a:r>
              <a:rPr lang="en-US" dirty="0" err="1" smtClean="0"/>
              <a:t>aut</a:t>
            </a:r>
            <a:r>
              <a:rPr lang="en-US" dirty="0" smtClean="0"/>
              <a:t> </a:t>
            </a:r>
            <a:r>
              <a:rPr lang="en-US" dirty="0" err="1" smtClean="0"/>
              <a:t>eos</a:t>
            </a:r>
            <a:r>
              <a:rPr lang="en-US" dirty="0" smtClean="0"/>
              <a:t> </a:t>
            </a:r>
            <a:r>
              <a:rPr lang="en-US" dirty="0" err="1" smtClean="0"/>
              <a:t>aut</a:t>
            </a:r>
            <a:r>
              <a:rPr lang="en-US" dirty="0" smtClean="0"/>
              <a:t> </a:t>
            </a:r>
            <a:r>
              <a:rPr lang="en-US" dirty="0" err="1" smtClean="0"/>
              <a:t>dolesequam</a:t>
            </a:r>
            <a:r>
              <a:rPr lang="en-US" dirty="0" smtClean="0"/>
              <a:t> </a:t>
            </a:r>
            <a:r>
              <a:rPr lang="en-US" dirty="0" err="1" smtClean="0"/>
              <a:t>commole</a:t>
            </a:r>
            <a:endParaRPr lang="en-US" dirty="0" smtClean="0"/>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err="1" smtClean="0"/>
              <a:t>Evelegndigim</a:t>
            </a:r>
            <a:r>
              <a:rPr lang="en-US" dirty="0" smtClean="0"/>
              <a:t> qui </a:t>
            </a:r>
            <a:r>
              <a:rPr lang="en-US" dirty="0" err="1" smtClean="0"/>
              <a:t>ommodiao</a:t>
            </a:r>
            <a:r>
              <a:rPr lang="en-US" dirty="0" smtClean="0"/>
              <a:t> </a:t>
            </a:r>
            <a:r>
              <a:rPr lang="en-US" dirty="0" err="1" smtClean="0"/>
              <a:t>exceaswum</a:t>
            </a:r>
            <a:r>
              <a:rPr lang="en-US" dirty="0" smtClean="0"/>
              <a:t> </a:t>
            </a:r>
            <a:r>
              <a:rPr lang="en-US" dirty="0" err="1" smtClean="0"/>
              <a:t>enus</a:t>
            </a:r>
            <a:r>
              <a:rPr lang="en-US" dirty="0" smtClean="0"/>
              <a:t> as </a:t>
            </a:r>
            <a:r>
              <a:rPr lang="en-US" dirty="0" err="1" smtClean="0"/>
              <a:t>deerro</a:t>
            </a:r>
            <a:r>
              <a:rPr lang="en-US" dirty="0" smtClean="0"/>
              <a:t> </a:t>
            </a:r>
            <a:r>
              <a:rPr lang="en-US" dirty="0" err="1" smtClean="0"/>
              <a:t>consedi</a:t>
            </a:r>
            <a:r>
              <a:rPr lang="en-US" dirty="0" smtClean="0"/>
              <a:t> </a:t>
            </a:r>
            <a:r>
              <a:rPr lang="en-US" dirty="0" err="1" smtClean="0"/>
              <a:t>rerum</a:t>
            </a:r>
            <a:r>
              <a:rPr lang="en-US" dirty="0" smtClean="0"/>
              <a:t> et </a:t>
            </a:r>
            <a:r>
              <a:rPr lang="en-US" dirty="0" err="1" smtClean="0"/>
              <a:t>il</a:t>
            </a:r>
            <a:r>
              <a:rPr lang="en-US" dirty="0" smtClean="0"/>
              <a:t> </a:t>
            </a:r>
            <a:r>
              <a:rPr lang="en-US" dirty="0" err="1" smtClean="0"/>
              <a:t>est</a:t>
            </a:r>
            <a:r>
              <a:rPr lang="en-US" dirty="0" smtClean="0"/>
              <a:t> qui </a:t>
            </a:r>
            <a:r>
              <a:rPr lang="en-US" dirty="0" err="1" smtClean="0"/>
              <a:t>cus</a:t>
            </a:r>
            <a:r>
              <a:rPr lang="en-US" dirty="0" smtClean="0"/>
              <a:t> </a:t>
            </a:r>
            <a:r>
              <a:rPr lang="en-US" dirty="0" err="1" smtClean="0"/>
              <a:t>aut</a:t>
            </a:r>
            <a:r>
              <a:rPr lang="en-US" dirty="0" smtClean="0"/>
              <a:t> et </a:t>
            </a:r>
            <a:r>
              <a:rPr lang="en-US" dirty="0" err="1" smtClean="0"/>
              <a:t>secsaill</a:t>
            </a:r>
            <a:r>
              <a:rPr lang="en-US" dirty="0" smtClean="0"/>
              <a:t> to.</a:t>
            </a:r>
          </a:p>
        </p:txBody>
      </p:sp>
    </p:spTree>
    <p:extLst>
      <p:ext uri="{BB962C8B-B14F-4D97-AF65-F5344CB8AC3E}">
        <p14:creationId xmlns:p14="http://schemas.microsoft.com/office/powerpoint/2010/main" val="1433022769"/>
      </p:ext>
    </p:extLst>
  </p:cSld>
  <p:clrMapOvr>
    <a:masterClrMapping/>
  </p:clrMapOvr>
  <p:timing>
    <p:tnLst>
      <p:par>
        <p:cTn id="1" dur="indefinite" restart="never" nodeType="tmRoot"/>
      </p:par>
    </p:tnLst>
  </p:timing>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1_Photo w Title">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7286624" y="371475"/>
            <a:ext cx="1373281" cy="4000501"/>
          </a:xfrm>
          <a:prstGeom prst="rect">
            <a:avLst/>
          </a:prstGeom>
        </p:spPr>
        <p:txBody>
          <a:bodyPr lIns="0" tIns="0" rIns="0" bIns="0"/>
          <a:lstStyle>
            <a:lvl1pPr marL="0" indent="0">
              <a:buNone/>
              <a:defRPr sz="1200" b="0">
                <a:solidFill>
                  <a:schemeClr val="tx1"/>
                </a:solidFill>
                <a:latin typeface="+mn-lt"/>
                <a:cs typeface="Arial" panose="020B0604020202020204" pitchFamily="34" charset="0"/>
              </a:defRPr>
            </a:lvl1pPr>
          </a:lstStyle>
          <a:p>
            <a:pPr lvl="0"/>
            <a:r>
              <a:rPr lang="en-US" dirty="0" smtClean="0"/>
              <a:t>Photo Caption goes here</a:t>
            </a:r>
          </a:p>
        </p:txBody>
      </p:sp>
    </p:spTree>
    <p:extLst>
      <p:ext uri="{BB962C8B-B14F-4D97-AF65-F5344CB8AC3E}">
        <p14:creationId xmlns:p14="http://schemas.microsoft.com/office/powerpoint/2010/main" val="1699153721"/>
      </p:ext>
    </p:extLst>
  </p:cSld>
  <p:clrMapOvr>
    <a:masterClrMapping/>
  </p:clrMapOvr>
  <p:timing>
    <p:tnLst>
      <p:par>
        <p:cTn id="1" dur="indefinite" restart="never" nodeType="tmRoot"/>
      </p:par>
    </p:tnLst>
  </p:timing>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Title 1"/>
          <p:cNvSpPr>
            <a:spLocks noGrp="1"/>
          </p:cNvSpPr>
          <p:nvPr>
            <p:ph type="title" hasCustomPrompt="1"/>
          </p:nvPr>
        </p:nvSpPr>
        <p:spPr>
          <a:xfrm>
            <a:off x="743910" y="2372379"/>
            <a:ext cx="7886700" cy="616710"/>
          </a:xfrm>
          <a:prstGeom prst="rect">
            <a:avLst/>
          </a:prstGeom>
        </p:spPr>
        <p:txBody>
          <a:bodyPr/>
          <a:lstStyle>
            <a:lvl1pPr>
              <a:defRPr sz="3600" b="1" baseline="0">
                <a:solidFill>
                  <a:schemeClr val="bg1"/>
                </a:solidFill>
                <a:latin typeface="+mn-lt"/>
              </a:defRPr>
            </a:lvl1pPr>
          </a:lstStyle>
          <a:p>
            <a:r>
              <a:rPr lang="en-US" dirty="0" smtClean="0"/>
              <a:t>“Insert Inspirational Quote here”</a:t>
            </a:r>
            <a:endParaRPr lang="en-CA" dirty="0"/>
          </a:p>
        </p:txBody>
      </p:sp>
    </p:spTree>
    <p:extLst>
      <p:ext uri="{BB962C8B-B14F-4D97-AF65-F5344CB8AC3E}">
        <p14:creationId xmlns:p14="http://schemas.microsoft.com/office/powerpoint/2010/main" val="2450088395"/>
      </p:ext>
    </p:extLst>
  </p:cSld>
  <p:clrMapOvr>
    <a:masterClrMapping/>
  </p:clrMapOvr>
  <p:timing>
    <p:tnLst>
      <p:par>
        <p:cTn id="1" dur="indefinite" restart="never" nodeType="tmRoot"/>
      </p:par>
    </p:tnLst>
  </p:timing>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43910" y="2372379"/>
            <a:ext cx="7886700" cy="616710"/>
          </a:xfrm>
          <a:prstGeom prst="rect">
            <a:avLst/>
          </a:prstGeom>
        </p:spPr>
        <p:txBody>
          <a:bodyPr/>
          <a:lstStyle>
            <a:lvl1pPr>
              <a:defRPr sz="3600" b="1" baseline="0">
                <a:solidFill>
                  <a:schemeClr val="bg1"/>
                </a:solidFill>
                <a:latin typeface="+mn-lt"/>
              </a:defRPr>
            </a:lvl1pPr>
          </a:lstStyle>
          <a:p>
            <a:r>
              <a:rPr lang="en-US" dirty="0" smtClean="0"/>
              <a:t>“Insert Inspirational Quote here”</a:t>
            </a:r>
            <a:endParaRPr lang="en-CA" dirty="0"/>
          </a:p>
        </p:txBody>
      </p:sp>
    </p:spTree>
    <p:extLst>
      <p:ext uri="{BB962C8B-B14F-4D97-AF65-F5344CB8AC3E}">
        <p14:creationId xmlns:p14="http://schemas.microsoft.com/office/powerpoint/2010/main" val="4055599425"/>
      </p:ext>
    </p:extLst>
  </p:cSld>
  <p:clrMapOvr>
    <a:masterClrMapping/>
  </p:clrMapOvr>
  <p:timing>
    <p:tnLst>
      <p:par>
        <p:cTn id="1" dur="indefinite" restart="never" nodeType="tmRoot"/>
      </p:par>
    </p:tnLst>
  </p:timing>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43910" y="2372379"/>
            <a:ext cx="7886700" cy="616710"/>
          </a:xfrm>
          <a:prstGeom prst="rect">
            <a:avLst/>
          </a:prstGeom>
        </p:spPr>
        <p:txBody>
          <a:bodyPr/>
          <a:lstStyle>
            <a:lvl1pPr>
              <a:defRPr sz="3600" b="1" baseline="0">
                <a:solidFill>
                  <a:schemeClr val="bg1"/>
                </a:solidFill>
                <a:latin typeface="+mn-lt"/>
              </a:defRPr>
            </a:lvl1pPr>
          </a:lstStyle>
          <a:p>
            <a:r>
              <a:rPr lang="en-US" dirty="0" smtClean="0"/>
              <a:t>“Insert Inspirational Quote here”</a:t>
            </a:r>
            <a:endParaRPr lang="en-CA" dirty="0"/>
          </a:p>
        </p:txBody>
      </p:sp>
    </p:spTree>
    <p:extLst>
      <p:ext uri="{BB962C8B-B14F-4D97-AF65-F5344CB8AC3E}">
        <p14:creationId xmlns:p14="http://schemas.microsoft.com/office/powerpoint/2010/main" val="2455608701"/>
      </p:ext>
    </p:extLst>
  </p:cSld>
  <p:clrMapOvr>
    <a:masterClrMapping/>
  </p:clrMapOvr>
  <p:timing>
    <p:tnLst>
      <p:par>
        <p:cTn id="1" dur="indefinite" restart="never" nodeType="tmRoot"/>
      </p:par>
    </p:tnLst>
  </p:timing>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43910" y="2372379"/>
            <a:ext cx="7886700" cy="616710"/>
          </a:xfrm>
          <a:prstGeom prst="rect">
            <a:avLst/>
          </a:prstGeom>
        </p:spPr>
        <p:txBody>
          <a:bodyPr/>
          <a:lstStyle>
            <a:lvl1pPr>
              <a:defRPr sz="3600" b="1" baseline="0">
                <a:solidFill>
                  <a:schemeClr val="bg1"/>
                </a:solidFill>
                <a:latin typeface="+mn-lt"/>
              </a:defRPr>
            </a:lvl1pPr>
          </a:lstStyle>
          <a:p>
            <a:r>
              <a:rPr lang="en-US" dirty="0" smtClean="0"/>
              <a:t>“Insert Inspirational Quote here”</a:t>
            </a:r>
            <a:endParaRPr lang="en-CA" dirty="0"/>
          </a:p>
        </p:txBody>
      </p:sp>
    </p:spTree>
    <p:extLst>
      <p:ext uri="{BB962C8B-B14F-4D97-AF65-F5344CB8AC3E}">
        <p14:creationId xmlns:p14="http://schemas.microsoft.com/office/powerpoint/2010/main" val="3143298180"/>
      </p:ext>
    </p:extLst>
  </p:cSld>
  <p:clrMapOvr>
    <a:masterClrMapping/>
  </p:clrMapOvr>
  <p:timing>
    <p:tnLst>
      <p:par>
        <p:cTn id="1" dur="indefinite" restart="never" nodeType="tmRoot"/>
      </p:par>
    </p:tnLst>
  </p:timing>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43910" y="2372379"/>
            <a:ext cx="7886700" cy="616710"/>
          </a:xfrm>
          <a:prstGeom prst="rect">
            <a:avLst/>
          </a:prstGeom>
        </p:spPr>
        <p:txBody>
          <a:bodyPr/>
          <a:lstStyle>
            <a:lvl1pPr>
              <a:defRPr sz="3600" b="1" baseline="0">
                <a:solidFill>
                  <a:schemeClr val="bg1"/>
                </a:solidFill>
                <a:latin typeface="+mn-lt"/>
              </a:defRPr>
            </a:lvl1pPr>
          </a:lstStyle>
          <a:p>
            <a:r>
              <a:rPr lang="en-US" dirty="0" smtClean="0"/>
              <a:t>“Insert Inspirational Quote here”</a:t>
            </a:r>
            <a:endParaRPr lang="en-CA" dirty="0"/>
          </a:p>
        </p:txBody>
      </p:sp>
    </p:spTree>
    <p:extLst>
      <p:ext uri="{BB962C8B-B14F-4D97-AF65-F5344CB8AC3E}">
        <p14:creationId xmlns:p14="http://schemas.microsoft.com/office/powerpoint/2010/main" val="961612208"/>
      </p:ext>
    </p:extLst>
  </p:cSld>
  <p:clrMapOvr>
    <a:masterClrMapping/>
  </p:clrMapOvr>
  <p:timing>
    <p:tnLst>
      <p:par>
        <p:cTn id="1" dur="indefinite" restart="never" nodeType="tmRoot"/>
      </p:par>
    </p:tnLst>
  </p:timing>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Custom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43910" y="2372379"/>
            <a:ext cx="7886700" cy="616710"/>
          </a:xfrm>
          <a:prstGeom prst="rect">
            <a:avLst/>
          </a:prstGeom>
        </p:spPr>
        <p:txBody>
          <a:bodyPr/>
          <a:lstStyle>
            <a:lvl1pPr>
              <a:defRPr sz="3600" b="1" baseline="0">
                <a:solidFill>
                  <a:schemeClr val="bg1"/>
                </a:solidFill>
                <a:latin typeface="+mn-lt"/>
              </a:defRPr>
            </a:lvl1pPr>
          </a:lstStyle>
          <a:p>
            <a:r>
              <a:rPr lang="en-US" dirty="0" smtClean="0"/>
              <a:t>“Insert Inspirational Quote here”</a:t>
            </a:r>
            <a:endParaRPr lang="en-CA" dirty="0"/>
          </a:p>
        </p:txBody>
      </p:sp>
    </p:spTree>
    <p:extLst>
      <p:ext uri="{BB962C8B-B14F-4D97-AF65-F5344CB8AC3E}">
        <p14:creationId xmlns:p14="http://schemas.microsoft.com/office/powerpoint/2010/main" val="258253377"/>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3.xml"/></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theme" Target="../theme/theme4.xml"/><Relationship Id="rId1" Type="http://schemas.openxmlformats.org/officeDocument/2006/relationships/slideLayout" Target="../slideLayouts/slideLayout4.xml"/></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5.xml"/></Relationships>
</file>

<file path=ppt/slideMasters/_rels/slideMaster6.xml.rels><?xml version="1.0" encoding="UTF-8" standalone="yes"?>
<Relationships xmlns="http://schemas.openxmlformats.org/package/2006/relationships"><Relationship Id="rId8" Type="http://schemas.openxmlformats.org/officeDocument/2006/relationships/image" Target="../media/image4.jpg"/><Relationship Id="rId3" Type="http://schemas.openxmlformats.org/officeDocument/2006/relationships/slideLayout" Target="../slideLayouts/slideLayout8.xml"/><Relationship Id="rId7" Type="http://schemas.openxmlformats.org/officeDocument/2006/relationships/theme" Target="../theme/theme6.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slideLayout" Target="../slideLayouts/slideLayout11.xml"/><Relationship Id="rId5" Type="http://schemas.openxmlformats.org/officeDocument/2006/relationships/slideLayout" Target="../slideLayouts/slideLayout10.xml"/><Relationship Id="rId4" Type="http://schemas.openxmlformats.org/officeDocument/2006/relationships/slideLayout" Target="../slideLayouts/slideLayout9.xml"/></Relationships>
</file>

<file path=ppt/slideMasters/_rels/slideMaster7.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theme" Target="../theme/theme7.xml"/><Relationship Id="rId1" Type="http://schemas.openxmlformats.org/officeDocument/2006/relationships/slideLayout" Target="../slideLayouts/slideLayout12.xml"/></Relationships>
</file>

<file path=ppt/slideMasters/_rels/slideMaster8.xml.rels><?xml version="1.0" encoding="UTF-8" standalone="yes"?>
<Relationships xmlns="http://schemas.openxmlformats.org/package/2006/relationships"><Relationship Id="rId2" Type="http://schemas.openxmlformats.org/officeDocument/2006/relationships/theme" Target="../theme/theme8.xml"/><Relationship Id="rId1" Type="http://schemas.openxmlformats.org/officeDocument/2006/relationships/slideLayout" Target="../slideLayouts/slideLayout13.xml"/></Relationships>
</file>

<file path=ppt/slideMasters/_rels/slideMaster9.xml.rels><?xml version="1.0" encoding="UTF-8" standalone="yes"?>
<Relationships xmlns="http://schemas.openxmlformats.org/package/2006/relationships"><Relationship Id="rId8" Type="http://schemas.openxmlformats.org/officeDocument/2006/relationships/image" Target="../media/image6.jpg"/><Relationship Id="rId3" Type="http://schemas.openxmlformats.org/officeDocument/2006/relationships/slideLayout" Target="../slideLayouts/slideLayout16.xml"/><Relationship Id="rId7" Type="http://schemas.openxmlformats.org/officeDocument/2006/relationships/theme" Target="../theme/theme9.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5" Type="http://schemas.openxmlformats.org/officeDocument/2006/relationships/slideLayout" Target="../slideLayouts/slideLayout18.xml"/><Relationship Id="rId4" Type="http://schemas.openxmlformats.org/officeDocument/2006/relationships/slideLayout" Target="../slideLayouts/slideLayout17.xml"/></Relationships>
</file>

<file path=ppt/slideMasters/_rels/slideMaster10.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theme" Target="../theme/theme10.xml"/><Relationship Id="rId1" Type="http://schemas.openxmlformats.org/officeDocument/2006/relationships/slideLayout" Target="../slideLayouts/slideLayout20.xml"/></Relationships>
</file>

<file path=ppt/slideMasters/_rels/slideMaster11.xml.rels><?xml version="1.0" encoding="UTF-8" standalone="yes"?>
<Relationships xmlns="http://schemas.openxmlformats.org/package/2006/relationships"><Relationship Id="rId2" Type="http://schemas.openxmlformats.org/officeDocument/2006/relationships/theme" Target="../theme/theme11.xml"/><Relationship Id="rId1" Type="http://schemas.openxmlformats.org/officeDocument/2006/relationships/slideLayout" Target="../slideLayouts/slideLayout21.xml"/></Relationships>
</file>

<file path=ppt/slideMasters/_rels/slideMaster12.xml.rels><?xml version="1.0" encoding="UTF-8" standalone="yes"?>
<Relationships xmlns="http://schemas.openxmlformats.org/package/2006/relationships"><Relationship Id="rId8" Type="http://schemas.openxmlformats.org/officeDocument/2006/relationships/image" Target="../media/image8.jpg"/><Relationship Id="rId3" Type="http://schemas.openxmlformats.org/officeDocument/2006/relationships/slideLayout" Target="../slideLayouts/slideLayout24.xml"/><Relationship Id="rId7" Type="http://schemas.openxmlformats.org/officeDocument/2006/relationships/theme" Target="../theme/theme12.xml"/><Relationship Id="rId2" Type="http://schemas.openxmlformats.org/officeDocument/2006/relationships/slideLayout" Target="../slideLayouts/slideLayout23.xml"/><Relationship Id="rId1" Type="http://schemas.openxmlformats.org/officeDocument/2006/relationships/slideLayout" Target="../slideLayouts/slideLayout22.xml"/><Relationship Id="rId6" Type="http://schemas.openxmlformats.org/officeDocument/2006/relationships/slideLayout" Target="../slideLayouts/slideLayout27.xml"/><Relationship Id="rId5" Type="http://schemas.openxmlformats.org/officeDocument/2006/relationships/slideLayout" Target="../slideLayouts/slideLayout26.xml"/><Relationship Id="rId4" Type="http://schemas.openxmlformats.org/officeDocument/2006/relationships/slideLayout" Target="../slideLayouts/slideLayout25.xml"/></Relationships>
</file>

<file path=ppt/slideMasters/_rels/slideMaster13.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theme" Target="../theme/theme13.xml"/><Relationship Id="rId1" Type="http://schemas.openxmlformats.org/officeDocument/2006/relationships/slideLayout" Target="../slideLayouts/slideLayout28.xml"/></Relationships>
</file>

<file path=ppt/slideMasters/_rels/slideMaster14.xml.rels><?xml version="1.0" encoding="UTF-8" standalone="yes"?>
<Relationships xmlns="http://schemas.openxmlformats.org/package/2006/relationships"><Relationship Id="rId2" Type="http://schemas.openxmlformats.org/officeDocument/2006/relationships/theme" Target="../theme/theme14.xml"/><Relationship Id="rId1" Type="http://schemas.openxmlformats.org/officeDocument/2006/relationships/slideLayout" Target="../slideLayouts/slideLayout29.xml"/></Relationships>
</file>

<file path=ppt/slideMasters/_rels/slideMaster15.xml.rels><?xml version="1.0" encoding="UTF-8" standalone="yes"?>
<Relationships xmlns="http://schemas.openxmlformats.org/package/2006/relationships"><Relationship Id="rId8" Type="http://schemas.openxmlformats.org/officeDocument/2006/relationships/image" Target="../media/image10.jpg"/><Relationship Id="rId3" Type="http://schemas.openxmlformats.org/officeDocument/2006/relationships/slideLayout" Target="../slideLayouts/slideLayout32.xml"/><Relationship Id="rId7" Type="http://schemas.openxmlformats.org/officeDocument/2006/relationships/theme" Target="../theme/theme15.xml"/><Relationship Id="rId2" Type="http://schemas.openxmlformats.org/officeDocument/2006/relationships/slideLayout" Target="../slideLayouts/slideLayout31.xml"/><Relationship Id="rId1" Type="http://schemas.openxmlformats.org/officeDocument/2006/relationships/slideLayout" Target="../slideLayouts/slideLayout30.xml"/><Relationship Id="rId6" Type="http://schemas.openxmlformats.org/officeDocument/2006/relationships/slideLayout" Target="../slideLayouts/slideLayout35.xml"/><Relationship Id="rId5" Type="http://schemas.openxmlformats.org/officeDocument/2006/relationships/slideLayout" Target="../slideLayouts/slideLayout34.xml"/><Relationship Id="rId4" Type="http://schemas.openxmlformats.org/officeDocument/2006/relationships/slideLayout" Target="../slideLayouts/slideLayout33.xml"/></Relationships>
</file>

<file path=ppt/slideMasters/_rels/slideMaster16.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theme" Target="../theme/theme16.xml"/><Relationship Id="rId1" Type="http://schemas.openxmlformats.org/officeDocument/2006/relationships/slideLayout" Target="../slideLayouts/slideLayout36.xml"/></Relationships>
</file>

<file path=ppt/slideMasters/_rels/slideMaster17.xml.rels><?xml version="1.0" encoding="UTF-8" standalone="yes"?>
<Relationships xmlns="http://schemas.openxmlformats.org/package/2006/relationships"><Relationship Id="rId2" Type="http://schemas.openxmlformats.org/officeDocument/2006/relationships/theme" Target="../theme/theme17.xml"/><Relationship Id="rId1" Type="http://schemas.openxmlformats.org/officeDocument/2006/relationships/slideLayout" Target="../slideLayouts/slideLayout37.xml"/></Relationships>
</file>

<file path=ppt/slideMasters/_rels/slideMaster18.xml.rels><?xml version="1.0" encoding="UTF-8" standalone="yes"?>
<Relationships xmlns="http://schemas.openxmlformats.org/package/2006/relationships"><Relationship Id="rId8" Type="http://schemas.openxmlformats.org/officeDocument/2006/relationships/image" Target="../media/image12.jpg"/><Relationship Id="rId3" Type="http://schemas.openxmlformats.org/officeDocument/2006/relationships/slideLayout" Target="../slideLayouts/slideLayout40.xml"/><Relationship Id="rId7" Type="http://schemas.openxmlformats.org/officeDocument/2006/relationships/theme" Target="../theme/theme18.xml"/><Relationship Id="rId2" Type="http://schemas.openxmlformats.org/officeDocument/2006/relationships/slideLayout" Target="../slideLayouts/slideLayout39.xml"/><Relationship Id="rId1" Type="http://schemas.openxmlformats.org/officeDocument/2006/relationships/slideLayout" Target="../slideLayouts/slideLayout38.xml"/><Relationship Id="rId6" Type="http://schemas.openxmlformats.org/officeDocument/2006/relationships/slideLayout" Target="../slideLayouts/slideLayout43.xml"/><Relationship Id="rId5" Type="http://schemas.openxmlformats.org/officeDocument/2006/relationships/slideLayout" Target="../slideLayouts/slideLayout42.xml"/><Relationship Id="rId4" Type="http://schemas.openxmlformats.org/officeDocument/2006/relationships/slideLayout" Target="../slideLayouts/slideLayout41.xml"/></Relationships>
</file>

<file path=ppt/slideMasters/_rels/slideMaster19.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theme" Target="../theme/theme19.xml"/><Relationship Id="rId1" Type="http://schemas.openxmlformats.org/officeDocument/2006/relationships/slideLayout" Target="../slideLayouts/slideLayout44.xml"/></Relationships>
</file>

<file path=ppt/slideMasters/_rels/slideMaster20.xml.rels><?xml version="1.0" encoding="UTF-8" standalone="yes"?>
<Relationships xmlns="http://schemas.openxmlformats.org/package/2006/relationships"><Relationship Id="rId2" Type="http://schemas.openxmlformats.org/officeDocument/2006/relationships/theme" Target="../theme/theme20.xml"/><Relationship Id="rId1" Type="http://schemas.openxmlformats.org/officeDocument/2006/relationships/slideLayout" Target="../slideLayouts/slideLayout45.xml"/></Relationships>
</file>

<file path=ppt/slideMasters/_rels/slideMaster21.xml.rels><?xml version="1.0" encoding="UTF-8" standalone="yes"?>
<Relationships xmlns="http://schemas.openxmlformats.org/package/2006/relationships"><Relationship Id="rId8" Type="http://schemas.openxmlformats.org/officeDocument/2006/relationships/image" Target="../media/image14.jpg"/><Relationship Id="rId3" Type="http://schemas.openxmlformats.org/officeDocument/2006/relationships/slideLayout" Target="../slideLayouts/slideLayout48.xml"/><Relationship Id="rId7" Type="http://schemas.openxmlformats.org/officeDocument/2006/relationships/theme" Target="../theme/theme21.xml"/><Relationship Id="rId2" Type="http://schemas.openxmlformats.org/officeDocument/2006/relationships/slideLayout" Target="../slideLayouts/slideLayout47.xml"/><Relationship Id="rId1" Type="http://schemas.openxmlformats.org/officeDocument/2006/relationships/slideLayout" Target="../slideLayouts/slideLayout46.xml"/><Relationship Id="rId6" Type="http://schemas.openxmlformats.org/officeDocument/2006/relationships/slideLayout" Target="../slideLayouts/slideLayout51.xml"/><Relationship Id="rId5" Type="http://schemas.openxmlformats.org/officeDocument/2006/relationships/slideLayout" Target="../slideLayouts/slideLayout50.xml"/><Relationship Id="rId4" Type="http://schemas.openxmlformats.org/officeDocument/2006/relationships/slideLayout" Target="../slideLayouts/slideLayout49.xml"/></Relationships>
</file>

<file path=ppt/slideMasters/_rels/slideMaster22.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theme" Target="../theme/theme22.xml"/><Relationship Id="rId1" Type="http://schemas.openxmlformats.org/officeDocument/2006/relationships/slideLayout" Target="../slideLayouts/slideLayout52.xml"/></Relationships>
</file>

<file path=ppt/slideMasters/_rels/slideMaster23.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theme" Target="../theme/theme23.xml"/><Relationship Id="rId1" Type="http://schemas.openxmlformats.org/officeDocument/2006/relationships/slideLayout" Target="../slideLayouts/slideLayout53.xml"/></Relationships>
</file>

<file path=ppt/slideMasters/_rels/slideMaster24.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theme" Target="../theme/theme24.xml"/><Relationship Id="rId1" Type="http://schemas.openxmlformats.org/officeDocument/2006/relationships/slideLayout" Target="../slideLayouts/slideLayout54.xml"/></Relationships>
</file>

<file path=ppt/slideMasters/_rels/slideMaster25.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theme" Target="../theme/theme25.xml"/><Relationship Id="rId1" Type="http://schemas.openxmlformats.org/officeDocument/2006/relationships/slideLayout" Target="../slideLayouts/slideLayout55.xml"/></Relationships>
</file>

<file path=ppt/slideMasters/_rels/slideMaster26.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theme" Target="../theme/theme26.xml"/><Relationship Id="rId1" Type="http://schemas.openxmlformats.org/officeDocument/2006/relationships/slideLayout" Target="../slideLayouts/slideLayout56.xml"/></Relationships>
</file>

<file path=ppt/slideMasters/_rels/slideMaster27.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theme" Target="../theme/theme27.xml"/><Relationship Id="rId1" Type="http://schemas.openxmlformats.org/officeDocument/2006/relationships/slideLayout" Target="../slideLayouts/slideLayout5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65142574"/>
      </p:ext>
    </p:extLst>
  </p:cSld>
  <p:clrMap bg1="lt1" tx1="dk1" bg2="lt2" tx2="dk2" accent1="accent1" accent2="accent2" accent3="accent3" accent4="accent4" accent5="accent5" accent6="accent6" hlink="hlink" folHlink="folHlink"/>
  <p:sldLayoutIdLst>
    <p:sldLayoutId id="214748384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7546065"/>
      </p:ext>
    </p:extLst>
  </p:cSld>
  <p:clrMap bg1="lt1" tx1="dk1" bg2="lt2" tx2="dk2" accent1="accent1" accent2="accent2" accent3="accent3" accent4="accent4" accent5="accent5" accent6="accent6" hlink="hlink" folHlink="folHlink"/>
  <p:sldLayoutIdLst>
    <p:sldLayoutId id="2147483702" r:id="rId1"/>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8" name="Isosceles Triangle 7"/>
          <p:cNvSpPr/>
          <p:nvPr userDrawn="1"/>
        </p:nvSpPr>
        <p:spPr>
          <a:xfrm rot="18900000">
            <a:off x="-2368025" y="-547688"/>
            <a:ext cx="7300746" cy="3652402"/>
          </a:xfrm>
          <a:prstGeom prst="triangle">
            <a:avLst/>
          </a:prstGeom>
          <a:solidFill>
            <a:srgbClr val="DAAA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Tree>
    <p:extLst>
      <p:ext uri="{BB962C8B-B14F-4D97-AF65-F5344CB8AC3E}">
        <p14:creationId xmlns:p14="http://schemas.microsoft.com/office/powerpoint/2010/main" val="573354188"/>
      </p:ext>
    </p:extLst>
  </p:cSld>
  <p:clrMap bg1="lt1" tx1="dk1" bg2="lt2" tx2="dk2" accent1="accent1" accent2="accent2" accent3="accent3" accent4="accent4" accent5="accent5" accent6="accent6" hlink="hlink" folHlink="folHlink"/>
  <p:sldLayoutIdLst>
    <p:sldLayoutId id="2147483710" r:id="rId1"/>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70278093"/>
      </p:ext>
    </p:extLst>
  </p:cSld>
  <p:clrMap bg1="lt1" tx1="dk1" bg2="lt2" tx2="dk2" accent1="accent1" accent2="accent2" accent3="accent3" accent4="accent4" accent5="accent5" accent6="accent6" hlink="hlink" folHlink="folHlink"/>
  <p:sldLayoutIdLst>
    <p:sldLayoutId id="2147483700" r:id="rId1"/>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8" name="Isosceles Triangle 7"/>
          <p:cNvSpPr/>
          <p:nvPr userDrawn="1"/>
        </p:nvSpPr>
        <p:spPr>
          <a:xfrm rot="18900000">
            <a:off x="-2368025" y="-547688"/>
            <a:ext cx="7300746" cy="3652402"/>
          </a:xfrm>
          <a:prstGeom prst="triangle">
            <a:avLst/>
          </a:prstGeom>
          <a:solidFill>
            <a:srgbClr val="0097A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Tree>
    <p:extLst>
      <p:ext uri="{BB962C8B-B14F-4D97-AF65-F5344CB8AC3E}">
        <p14:creationId xmlns:p14="http://schemas.microsoft.com/office/powerpoint/2010/main" val="3332467499"/>
      </p:ext>
    </p:extLst>
  </p:cSld>
  <p:clrMap bg1="lt1" tx1="dk1" bg2="lt2" tx2="dk2" accent1="accent1" accent2="accent2" accent3="accent3" accent4="accent4" accent5="accent5" accent6="accent6" hlink="hlink" folHlink="folHlink"/>
  <p:sldLayoutIdLst>
    <p:sldLayoutId id="2147483712" r:id="rId1"/>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0" y="4782809"/>
            <a:ext cx="9144000" cy="357188"/>
          </a:xfrm>
          <a:prstGeom prst="rect">
            <a:avLst/>
          </a:prstGeom>
        </p:spPr>
      </p:pic>
      <p:sp>
        <p:nvSpPr>
          <p:cNvPr id="6" name="Rectangle 5"/>
          <p:cNvSpPr/>
          <p:nvPr userDrawn="1"/>
        </p:nvSpPr>
        <p:spPr>
          <a:xfrm>
            <a:off x="8411284" y="4847236"/>
            <a:ext cx="325730" cy="230832"/>
          </a:xfrm>
          <a:prstGeom prst="rect">
            <a:avLst/>
          </a:prstGeom>
        </p:spPr>
        <p:txBody>
          <a:bodyPr wrap="none">
            <a:spAutoFit/>
          </a:bodyPr>
          <a:lstStyle/>
          <a:p>
            <a:fld id="{167796FD-2C35-44D3-9582-043279E26514}" type="slidenum">
              <a:rPr lang="en-CA" sz="900" b="1" smtClean="0">
                <a:solidFill>
                  <a:schemeClr val="bg1"/>
                </a:solidFill>
                <a:latin typeface="+mn-lt"/>
              </a:rPr>
              <a:pPr/>
              <a:t>‹#›</a:t>
            </a:fld>
            <a:endParaRPr lang="en-CA" sz="900" dirty="0">
              <a:solidFill>
                <a:schemeClr val="bg1"/>
              </a:solidFill>
              <a:latin typeface="+mn-lt"/>
            </a:endParaRPr>
          </a:p>
        </p:txBody>
      </p:sp>
      <p:sp>
        <p:nvSpPr>
          <p:cNvPr id="7" name="TextBox 6"/>
          <p:cNvSpPr txBox="1"/>
          <p:nvPr userDrawn="1"/>
        </p:nvSpPr>
        <p:spPr>
          <a:xfrm>
            <a:off x="407942" y="4885010"/>
            <a:ext cx="3916551" cy="153888"/>
          </a:xfrm>
          <a:prstGeom prst="rect">
            <a:avLst/>
          </a:prstGeom>
          <a:noFill/>
        </p:spPr>
        <p:txBody>
          <a:bodyPr wrap="square" lIns="0" tIns="0" rIns="0" bIns="0" rtlCol="0">
            <a:spAutoFit/>
          </a:bodyPr>
          <a:lstStyle/>
          <a:p>
            <a:pPr algn="l"/>
            <a:r>
              <a:rPr lang="en-CA" sz="1000" b="1" i="0" baseline="0" dirty="0" smtClean="0">
                <a:solidFill>
                  <a:schemeClr val="bg1"/>
                </a:solidFill>
                <a:latin typeface="+mn-lt"/>
                <a:cs typeface="Arial" panose="020B0604020202020204" pitchFamily="34" charset="0"/>
              </a:rPr>
              <a:t>CWB Canadian Western Bank</a:t>
            </a:r>
            <a:endParaRPr lang="en-CA" sz="1000" b="1" i="0" dirty="0">
              <a:solidFill>
                <a:schemeClr val="bg1"/>
              </a:solidFill>
              <a:latin typeface="+mn-lt"/>
              <a:cs typeface="Arial" panose="020B0604020202020204" pitchFamily="34" charset="0"/>
            </a:endParaRPr>
          </a:p>
        </p:txBody>
      </p:sp>
    </p:spTree>
    <p:extLst>
      <p:ext uri="{BB962C8B-B14F-4D97-AF65-F5344CB8AC3E}">
        <p14:creationId xmlns:p14="http://schemas.microsoft.com/office/powerpoint/2010/main" val="672272116"/>
      </p:ext>
    </p:extLst>
  </p:cSld>
  <p:clrMap bg1="lt1" tx1="dk1" bg2="lt2" tx2="dk2" accent1="accent1" accent2="accent2" accent3="accent3" accent4="accent4" accent5="accent5" accent6="accent6" hlink="hlink" folHlink="folHlink"/>
  <p:sldLayoutIdLst>
    <p:sldLayoutId id="2147483801" r:id="rId1"/>
    <p:sldLayoutId id="2147483802" r:id="rId2"/>
    <p:sldLayoutId id="2147483803" r:id="rId3"/>
    <p:sldLayoutId id="2147483804" r:id="rId4"/>
    <p:sldLayoutId id="2147483805" r:id="rId5"/>
    <p:sldLayoutId id="2147483806" r:id="rId6"/>
  </p:sldLayoutIdLst>
  <p:timing>
    <p:tnLst>
      <p:par>
        <p:cTn id="1" dur="indefinite" restart="never" nodeType="tmRoot"/>
      </p:par>
    </p:tnLst>
  </p:timing>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08744423"/>
      </p:ext>
    </p:extLst>
  </p:cSld>
  <p:clrMap bg1="lt1" tx1="dk1" bg2="lt2" tx2="dk2" accent1="accent1" accent2="accent2" accent3="accent3" accent4="accent4" accent5="accent5" accent6="accent6" hlink="hlink" folHlink="folHlink"/>
  <p:sldLayoutIdLst>
    <p:sldLayoutId id="2147483759" r:id="rId1"/>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8" name="Isosceles Triangle 7"/>
          <p:cNvSpPr/>
          <p:nvPr userDrawn="1"/>
        </p:nvSpPr>
        <p:spPr>
          <a:xfrm rot="18900000">
            <a:off x="-2368025" y="-547688"/>
            <a:ext cx="7300746" cy="3652402"/>
          </a:xfrm>
          <a:prstGeom prst="triangle">
            <a:avLst/>
          </a:prstGeom>
          <a:solidFill>
            <a:srgbClr val="003B5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Tree>
    <p:extLst>
      <p:ext uri="{BB962C8B-B14F-4D97-AF65-F5344CB8AC3E}">
        <p14:creationId xmlns:p14="http://schemas.microsoft.com/office/powerpoint/2010/main" val="2153101462"/>
      </p:ext>
    </p:extLst>
  </p:cSld>
  <p:clrMap bg1="lt1" tx1="dk1" bg2="lt2" tx2="dk2" accent1="accent1" accent2="accent2" accent3="accent3" accent4="accent4" accent5="accent5" accent6="accent6" hlink="hlink" folHlink="folHlink"/>
  <p:sldLayoutIdLst>
    <p:sldLayoutId id="2147483716" r:id="rId1"/>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0" y="4786312"/>
            <a:ext cx="9144000" cy="357188"/>
          </a:xfrm>
          <a:prstGeom prst="rect">
            <a:avLst/>
          </a:prstGeom>
        </p:spPr>
      </p:pic>
      <p:sp>
        <p:nvSpPr>
          <p:cNvPr id="6" name="Rectangle 5"/>
          <p:cNvSpPr/>
          <p:nvPr userDrawn="1"/>
        </p:nvSpPr>
        <p:spPr>
          <a:xfrm>
            <a:off x="8411284" y="4847236"/>
            <a:ext cx="325730" cy="230832"/>
          </a:xfrm>
          <a:prstGeom prst="rect">
            <a:avLst/>
          </a:prstGeom>
        </p:spPr>
        <p:txBody>
          <a:bodyPr wrap="none">
            <a:spAutoFit/>
          </a:bodyPr>
          <a:lstStyle/>
          <a:p>
            <a:fld id="{167796FD-2C35-44D3-9582-043279E26514}" type="slidenum">
              <a:rPr lang="en-CA" sz="900" b="1" smtClean="0">
                <a:solidFill>
                  <a:schemeClr val="bg1"/>
                </a:solidFill>
                <a:latin typeface="+mn-lt"/>
              </a:rPr>
              <a:pPr/>
              <a:t>‹#›</a:t>
            </a:fld>
            <a:endParaRPr lang="en-CA" sz="900" dirty="0">
              <a:solidFill>
                <a:schemeClr val="bg1"/>
              </a:solidFill>
              <a:latin typeface="+mn-lt"/>
            </a:endParaRPr>
          </a:p>
        </p:txBody>
      </p:sp>
      <p:sp>
        <p:nvSpPr>
          <p:cNvPr id="7" name="TextBox 6"/>
          <p:cNvSpPr txBox="1"/>
          <p:nvPr userDrawn="1"/>
        </p:nvSpPr>
        <p:spPr>
          <a:xfrm>
            <a:off x="407942" y="4885010"/>
            <a:ext cx="3916551" cy="153888"/>
          </a:xfrm>
          <a:prstGeom prst="rect">
            <a:avLst/>
          </a:prstGeom>
          <a:noFill/>
        </p:spPr>
        <p:txBody>
          <a:bodyPr wrap="square" lIns="0" tIns="0" rIns="0" bIns="0" rtlCol="0">
            <a:spAutoFit/>
          </a:bodyPr>
          <a:lstStyle/>
          <a:p>
            <a:pPr algn="l"/>
            <a:r>
              <a:rPr lang="en-CA" sz="1000" b="1" i="0" baseline="0" dirty="0" smtClean="0">
                <a:solidFill>
                  <a:schemeClr val="bg1"/>
                </a:solidFill>
                <a:latin typeface="+mn-lt"/>
                <a:cs typeface="Arial" panose="020B0604020202020204" pitchFamily="34" charset="0"/>
              </a:rPr>
              <a:t>CWB Canadian Western Bank</a:t>
            </a:r>
            <a:endParaRPr lang="en-CA" sz="1000" b="1" i="0" dirty="0">
              <a:solidFill>
                <a:schemeClr val="bg1"/>
              </a:solidFill>
              <a:latin typeface="+mn-lt"/>
              <a:cs typeface="Arial" panose="020B0604020202020204" pitchFamily="34" charset="0"/>
            </a:endParaRPr>
          </a:p>
        </p:txBody>
      </p:sp>
    </p:spTree>
    <p:extLst>
      <p:ext uri="{BB962C8B-B14F-4D97-AF65-F5344CB8AC3E}">
        <p14:creationId xmlns:p14="http://schemas.microsoft.com/office/powerpoint/2010/main" val="744586973"/>
      </p:ext>
    </p:extLst>
  </p:cSld>
  <p:clrMap bg1="lt1" tx1="dk1" bg2="lt2" tx2="dk2" accent1="accent1" accent2="accent2" accent3="accent3" accent4="accent4" accent5="accent5" accent6="accent6" hlink="hlink" folHlink="folHlink"/>
  <p:sldLayoutIdLst>
    <p:sldLayoutId id="2147483809" r:id="rId1"/>
    <p:sldLayoutId id="2147483810" r:id="rId2"/>
    <p:sldLayoutId id="2147483811" r:id="rId3"/>
    <p:sldLayoutId id="2147483812" r:id="rId4"/>
    <p:sldLayoutId id="2147483813" r:id="rId5"/>
    <p:sldLayoutId id="2147483814" r:id="rId6"/>
  </p:sldLayoutIdLst>
  <p:timing>
    <p:tnLst>
      <p:par>
        <p:cTn id="1" dur="indefinite" restart="never" nodeType="tmRoot"/>
      </p:par>
    </p:tnLst>
  </p:timing>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16460356"/>
      </p:ext>
    </p:extLst>
  </p:cSld>
  <p:clrMap bg1="lt1" tx1="dk1" bg2="lt2" tx2="dk2" accent1="accent1" accent2="accent2" accent3="accent3" accent4="accent4" accent5="accent5" accent6="accent6" hlink="hlink" folHlink="folHlink"/>
  <p:sldLayoutIdLst>
    <p:sldLayoutId id="2147483786" r:id="rId1"/>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8" name="Isosceles Triangle 7"/>
          <p:cNvSpPr/>
          <p:nvPr userDrawn="1"/>
        </p:nvSpPr>
        <p:spPr>
          <a:xfrm rot="18900000">
            <a:off x="-2368025" y="-547688"/>
            <a:ext cx="7300746" cy="3652402"/>
          </a:xfrm>
          <a:prstGeom prst="triangle">
            <a:avLst/>
          </a:prstGeom>
          <a:solidFill>
            <a:srgbClr val="2DCC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Tree>
    <p:extLst>
      <p:ext uri="{BB962C8B-B14F-4D97-AF65-F5344CB8AC3E}">
        <p14:creationId xmlns:p14="http://schemas.microsoft.com/office/powerpoint/2010/main" val="1897024473"/>
      </p:ext>
    </p:extLst>
  </p:cSld>
  <p:clrMap bg1="lt1" tx1="dk1" bg2="lt2" tx2="dk2" accent1="accent1" accent2="accent2" accent3="accent3" accent4="accent4" accent5="accent5" accent6="accent6" hlink="hlink" folHlink="folHlink"/>
  <p:sldLayoutIdLst>
    <p:sldLayoutId id="2147483708" r:id="rId1"/>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0" y="4786312"/>
            <a:ext cx="9144000" cy="357188"/>
          </a:xfrm>
          <a:prstGeom prst="rect">
            <a:avLst/>
          </a:prstGeom>
        </p:spPr>
      </p:pic>
      <p:sp>
        <p:nvSpPr>
          <p:cNvPr id="6" name="Rectangle 5"/>
          <p:cNvSpPr/>
          <p:nvPr userDrawn="1"/>
        </p:nvSpPr>
        <p:spPr>
          <a:xfrm>
            <a:off x="8411284" y="4847236"/>
            <a:ext cx="325730" cy="230832"/>
          </a:xfrm>
          <a:prstGeom prst="rect">
            <a:avLst/>
          </a:prstGeom>
        </p:spPr>
        <p:txBody>
          <a:bodyPr wrap="none">
            <a:spAutoFit/>
          </a:bodyPr>
          <a:lstStyle/>
          <a:p>
            <a:fld id="{167796FD-2C35-44D3-9582-043279E26514}" type="slidenum">
              <a:rPr lang="en-CA" sz="900" b="1" smtClean="0">
                <a:solidFill>
                  <a:schemeClr val="bg1"/>
                </a:solidFill>
                <a:latin typeface="+mn-lt"/>
              </a:rPr>
              <a:pPr/>
              <a:t>‹#›</a:t>
            </a:fld>
            <a:endParaRPr lang="en-CA" sz="900" dirty="0">
              <a:solidFill>
                <a:schemeClr val="bg1"/>
              </a:solidFill>
              <a:latin typeface="+mn-lt"/>
            </a:endParaRPr>
          </a:p>
        </p:txBody>
      </p:sp>
      <p:sp>
        <p:nvSpPr>
          <p:cNvPr id="7" name="TextBox 6"/>
          <p:cNvSpPr txBox="1"/>
          <p:nvPr userDrawn="1"/>
        </p:nvSpPr>
        <p:spPr>
          <a:xfrm>
            <a:off x="407942" y="4885010"/>
            <a:ext cx="3916551" cy="307777"/>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000" b="1" i="0" baseline="0" dirty="0" smtClean="0">
                <a:solidFill>
                  <a:schemeClr val="bg1"/>
                </a:solidFill>
                <a:latin typeface="+mn-lt"/>
                <a:cs typeface="Arial" panose="020B0604020202020204" pitchFamily="34" charset="0"/>
              </a:rPr>
              <a:t>CWB Canadian Western Bank</a:t>
            </a:r>
            <a:endParaRPr lang="en-CA" sz="1000" b="1" i="0" dirty="0" smtClean="0">
              <a:solidFill>
                <a:schemeClr val="bg1"/>
              </a:solidFill>
              <a:latin typeface="+mn-lt"/>
              <a:cs typeface="Arial" panose="020B0604020202020204" pitchFamily="34" charset="0"/>
            </a:endParaRPr>
          </a:p>
          <a:p>
            <a:pPr algn="l"/>
            <a:endParaRPr lang="en-CA" sz="1000" b="1" i="0" dirty="0">
              <a:solidFill>
                <a:schemeClr val="bg1"/>
              </a:solidFill>
              <a:latin typeface="+mn-lt"/>
              <a:cs typeface="Arial" panose="020B0604020202020204" pitchFamily="34" charset="0"/>
            </a:endParaRPr>
          </a:p>
        </p:txBody>
      </p:sp>
    </p:spTree>
    <p:extLst>
      <p:ext uri="{BB962C8B-B14F-4D97-AF65-F5344CB8AC3E}">
        <p14:creationId xmlns:p14="http://schemas.microsoft.com/office/powerpoint/2010/main" val="559599566"/>
      </p:ext>
    </p:extLst>
  </p:cSld>
  <p:clrMap bg1="lt1" tx1="dk1" bg2="lt2" tx2="dk2" accent1="accent1" accent2="accent2" accent3="accent3" accent4="accent4" accent5="accent5" accent6="accent6" hlink="hlink" folHlink="folHlink"/>
  <p:sldLayoutIdLst>
    <p:sldLayoutId id="2147483817" r:id="rId1"/>
    <p:sldLayoutId id="2147483818" r:id="rId2"/>
    <p:sldLayoutId id="2147483819" r:id="rId3"/>
    <p:sldLayoutId id="2147483820" r:id="rId4"/>
    <p:sldLayoutId id="2147483821" r:id="rId5"/>
    <p:sldLayoutId id="2147483822" r:id="rId6"/>
  </p:sldLayoutIdLst>
  <p:timing>
    <p:tnLst>
      <p:par>
        <p:cTn id="1" dur="indefinite" restart="never" nodeType="tmRoot"/>
      </p:par>
    </p:tnLst>
  </p:timing>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0707009"/>
      </p:ext>
    </p:extLst>
  </p:cSld>
  <p:clrMap bg1="lt1" tx1="dk1" bg2="lt2" tx2="dk2" accent1="accent1" accent2="accent2" accent3="accent3" accent4="accent4" accent5="accent5" accent6="accent6" hlink="hlink" folHlink="folHlink"/>
  <p:sldLayoutIdLst>
    <p:sldLayoutId id="2147483784" r:id="rId1"/>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8" name="Isosceles Triangle 7"/>
          <p:cNvSpPr/>
          <p:nvPr userDrawn="1"/>
        </p:nvSpPr>
        <p:spPr>
          <a:xfrm rot="18900000">
            <a:off x="-2368025" y="-547688"/>
            <a:ext cx="7300746" cy="3652402"/>
          </a:xfrm>
          <a:prstGeom prst="triangle">
            <a:avLst/>
          </a:prstGeom>
          <a:solidFill>
            <a:srgbClr val="8475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Tree>
    <p:extLst>
      <p:ext uri="{BB962C8B-B14F-4D97-AF65-F5344CB8AC3E}">
        <p14:creationId xmlns:p14="http://schemas.microsoft.com/office/powerpoint/2010/main" val="532821706"/>
      </p:ext>
    </p:extLst>
  </p:cSld>
  <p:clrMap bg1="lt1" tx1="dk1" bg2="lt2" tx2="dk2" accent1="accent1" accent2="accent2" accent3="accent3" accent4="accent4" accent5="accent5" accent6="accent6" hlink="hlink" folHlink="folHlink"/>
  <p:sldLayoutIdLst>
    <p:sldLayoutId id="2147483714" r:id="rId1"/>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0" y="4782809"/>
            <a:ext cx="9144000" cy="357188"/>
          </a:xfrm>
          <a:prstGeom prst="rect">
            <a:avLst/>
          </a:prstGeom>
        </p:spPr>
      </p:pic>
      <p:sp>
        <p:nvSpPr>
          <p:cNvPr id="6" name="Rectangle 5"/>
          <p:cNvSpPr/>
          <p:nvPr userDrawn="1"/>
        </p:nvSpPr>
        <p:spPr>
          <a:xfrm>
            <a:off x="8411284" y="4847236"/>
            <a:ext cx="325730" cy="230832"/>
          </a:xfrm>
          <a:prstGeom prst="rect">
            <a:avLst/>
          </a:prstGeom>
        </p:spPr>
        <p:txBody>
          <a:bodyPr wrap="none">
            <a:spAutoFit/>
          </a:bodyPr>
          <a:lstStyle/>
          <a:p>
            <a:fld id="{167796FD-2C35-44D3-9582-043279E26514}" type="slidenum">
              <a:rPr lang="en-CA" sz="900" b="1" smtClean="0">
                <a:solidFill>
                  <a:schemeClr val="bg1"/>
                </a:solidFill>
                <a:latin typeface="+mn-lt"/>
              </a:rPr>
              <a:pPr/>
              <a:t>‹#›</a:t>
            </a:fld>
            <a:endParaRPr lang="en-CA" sz="900" dirty="0">
              <a:solidFill>
                <a:schemeClr val="bg1"/>
              </a:solidFill>
              <a:latin typeface="+mn-lt"/>
            </a:endParaRPr>
          </a:p>
        </p:txBody>
      </p:sp>
      <p:sp>
        <p:nvSpPr>
          <p:cNvPr id="7" name="TextBox 6"/>
          <p:cNvSpPr txBox="1"/>
          <p:nvPr userDrawn="1"/>
        </p:nvSpPr>
        <p:spPr>
          <a:xfrm>
            <a:off x="407942" y="4885010"/>
            <a:ext cx="3916551" cy="153888"/>
          </a:xfrm>
          <a:prstGeom prst="rect">
            <a:avLst/>
          </a:prstGeom>
          <a:noFill/>
        </p:spPr>
        <p:txBody>
          <a:bodyPr wrap="square" lIns="0" tIns="0" rIns="0" bIns="0" rtlCol="0">
            <a:spAutoFit/>
          </a:bodyPr>
          <a:lstStyle/>
          <a:p>
            <a:pPr algn="l"/>
            <a:r>
              <a:rPr lang="en-CA" sz="1000" b="1" i="0" baseline="0" dirty="0" smtClean="0">
                <a:solidFill>
                  <a:schemeClr val="bg1"/>
                </a:solidFill>
                <a:latin typeface="+mn-lt"/>
                <a:cs typeface="Arial" panose="020B0604020202020204" pitchFamily="34" charset="0"/>
              </a:rPr>
              <a:t>CWB Canadian Western Bank</a:t>
            </a:r>
            <a:endParaRPr lang="en-CA" sz="1000" b="1" i="0" dirty="0">
              <a:solidFill>
                <a:schemeClr val="bg1"/>
              </a:solidFill>
              <a:latin typeface="+mn-lt"/>
              <a:cs typeface="Arial" panose="020B0604020202020204" pitchFamily="34" charset="0"/>
            </a:endParaRPr>
          </a:p>
        </p:txBody>
      </p:sp>
    </p:spTree>
    <p:extLst>
      <p:ext uri="{BB962C8B-B14F-4D97-AF65-F5344CB8AC3E}">
        <p14:creationId xmlns:p14="http://schemas.microsoft.com/office/powerpoint/2010/main" val="2058317394"/>
      </p:ext>
    </p:extLst>
  </p:cSld>
  <p:clrMap bg1="lt1" tx1="dk1" bg2="lt2" tx2="dk2" accent1="accent1" accent2="accent2" accent3="accent3" accent4="accent4" accent5="accent5" accent6="accent6" hlink="hlink" folHlink="folHlink"/>
  <p:sldLayoutIdLst>
    <p:sldLayoutId id="2147483824" r:id="rId1"/>
    <p:sldLayoutId id="2147483825" r:id="rId2"/>
    <p:sldLayoutId id="2147483826" r:id="rId3"/>
    <p:sldLayoutId id="2147483827" r:id="rId4"/>
    <p:sldLayoutId id="2147483828" r:id="rId5"/>
    <p:sldLayoutId id="2147483829" r:id="rId6"/>
  </p:sldLayoutIdLst>
  <p:timing>
    <p:tnLst>
      <p:par>
        <p:cTn id="1" dur="indefinite" restart="never" nodeType="tmRoot"/>
      </p:par>
    </p:tnLst>
  </p:timing>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6.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32063736"/>
      </p:ext>
    </p:extLst>
  </p:cSld>
  <p:clrMap bg1="lt1" tx1="dk1" bg2="lt2" tx2="dk2" accent1="accent1" accent2="accent2" accent3="accent3" accent4="accent4" accent5="accent5" accent6="accent6" hlink="hlink" folHlink="folHlink"/>
  <p:sldLayoutIdLst>
    <p:sldLayoutId id="2147483764" r:id="rId1"/>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8" name="Isosceles Triangle 7"/>
          <p:cNvSpPr/>
          <p:nvPr userDrawn="1"/>
        </p:nvSpPr>
        <p:spPr>
          <a:xfrm rot="18900000">
            <a:off x="-2368025" y="-547688"/>
            <a:ext cx="7300746" cy="3652402"/>
          </a:xfrm>
          <a:prstGeom prst="triangle">
            <a:avLst/>
          </a:prstGeom>
          <a:solidFill>
            <a:srgbClr val="FF82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Tree>
    <p:extLst>
      <p:ext uri="{BB962C8B-B14F-4D97-AF65-F5344CB8AC3E}">
        <p14:creationId xmlns:p14="http://schemas.microsoft.com/office/powerpoint/2010/main" val="1887820131"/>
      </p:ext>
    </p:extLst>
  </p:cSld>
  <p:clrMap bg1="lt1" tx1="dk1" bg2="lt2" tx2="dk2" accent1="accent1" accent2="accent2" accent3="accent3" accent4="accent4" accent5="accent5" accent6="accent6" hlink="hlink" folHlink="folHlink"/>
  <p:sldLayoutIdLst>
    <p:sldLayoutId id="2147483718" r:id="rId1"/>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0" y="4782809"/>
            <a:ext cx="9144000" cy="357188"/>
          </a:xfrm>
          <a:prstGeom prst="rect">
            <a:avLst/>
          </a:prstGeom>
        </p:spPr>
      </p:pic>
      <p:sp>
        <p:nvSpPr>
          <p:cNvPr id="6" name="Rectangle 5"/>
          <p:cNvSpPr/>
          <p:nvPr userDrawn="1"/>
        </p:nvSpPr>
        <p:spPr>
          <a:xfrm>
            <a:off x="8411284" y="4847236"/>
            <a:ext cx="325730" cy="230832"/>
          </a:xfrm>
          <a:prstGeom prst="rect">
            <a:avLst/>
          </a:prstGeom>
        </p:spPr>
        <p:txBody>
          <a:bodyPr wrap="none">
            <a:spAutoFit/>
          </a:bodyPr>
          <a:lstStyle/>
          <a:p>
            <a:fld id="{167796FD-2C35-44D3-9582-043279E26514}" type="slidenum">
              <a:rPr lang="en-CA" sz="900" b="1" smtClean="0">
                <a:solidFill>
                  <a:schemeClr val="bg1"/>
                </a:solidFill>
                <a:latin typeface="+mn-lt"/>
              </a:rPr>
              <a:pPr/>
              <a:t>‹#›</a:t>
            </a:fld>
            <a:endParaRPr lang="en-CA" sz="900" dirty="0">
              <a:solidFill>
                <a:schemeClr val="bg1"/>
              </a:solidFill>
              <a:latin typeface="+mn-lt"/>
            </a:endParaRPr>
          </a:p>
        </p:txBody>
      </p:sp>
      <p:sp>
        <p:nvSpPr>
          <p:cNvPr id="7" name="TextBox 6"/>
          <p:cNvSpPr txBox="1"/>
          <p:nvPr userDrawn="1"/>
        </p:nvSpPr>
        <p:spPr>
          <a:xfrm>
            <a:off x="407942" y="4885010"/>
            <a:ext cx="3916551" cy="153888"/>
          </a:xfrm>
          <a:prstGeom prst="rect">
            <a:avLst/>
          </a:prstGeom>
          <a:noFill/>
        </p:spPr>
        <p:txBody>
          <a:bodyPr wrap="square" lIns="0" tIns="0" rIns="0" bIns="0" rtlCol="0">
            <a:spAutoFit/>
          </a:bodyPr>
          <a:lstStyle/>
          <a:p>
            <a:pPr algn="l"/>
            <a:r>
              <a:rPr lang="en-CA" sz="1000" b="1" i="0" baseline="0" dirty="0" smtClean="0">
                <a:solidFill>
                  <a:schemeClr val="bg1"/>
                </a:solidFill>
                <a:latin typeface="+mn-lt"/>
                <a:cs typeface="Arial" panose="020B0604020202020204" pitchFamily="34" charset="0"/>
              </a:rPr>
              <a:t>CWB Canadian Western Bank</a:t>
            </a:r>
            <a:endParaRPr lang="en-CA" sz="1000" b="1" i="0" dirty="0">
              <a:solidFill>
                <a:schemeClr val="bg1"/>
              </a:solidFill>
              <a:latin typeface="+mn-lt"/>
              <a:cs typeface="Arial" panose="020B0604020202020204" pitchFamily="34" charset="0"/>
            </a:endParaRPr>
          </a:p>
        </p:txBody>
      </p:sp>
    </p:spTree>
    <p:extLst>
      <p:ext uri="{BB962C8B-B14F-4D97-AF65-F5344CB8AC3E}">
        <p14:creationId xmlns:p14="http://schemas.microsoft.com/office/powerpoint/2010/main" val="4036069523"/>
      </p:ext>
    </p:extLst>
  </p:cSld>
  <p:clrMap bg1="lt1" tx1="dk1" bg2="lt2" tx2="dk2" accent1="accent1" accent2="accent2" accent3="accent3" accent4="accent4" accent5="accent5" accent6="accent6" hlink="hlink" folHlink="folHlink"/>
  <p:sldLayoutIdLst>
    <p:sldLayoutId id="2147483831" r:id="rId1"/>
    <p:sldLayoutId id="2147483832" r:id="rId2"/>
    <p:sldLayoutId id="2147483833" r:id="rId3"/>
    <p:sldLayoutId id="2147483834" r:id="rId4"/>
    <p:sldLayoutId id="2147483835" r:id="rId5"/>
    <p:sldLayoutId id="2147483836" r:id="rId6"/>
  </p:sldLayoutIdLst>
  <p:timing>
    <p:tnLst>
      <p:par>
        <p:cTn id="1" dur="indefinite" restart="never" nodeType="tmRoot"/>
      </p:par>
    </p:tnLst>
  </p:timing>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9.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83993187"/>
      </p:ext>
    </p:extLst>
  </p:cSld>
  <p:clrMap bg1="lt1" tx1="dk1" bg2="lt2" tx2="dk2" accent1="accent1" accent2="accent2" accent3="accent3" accent4="accent4" accent5="accent5" accent6="accent6" hlink="hlink" folHlink="folHlink"/>
  <p:sldLayoutIdLst>
    <p:sldLayoutId id="2147483774" r:id="rId1"/>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0.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8" name="Isosceles Triangle 7"/>
          <p:cNvSpPr/>
          <p:nvPr userDrawn="1"/>
        </p:nvSpPr>
        <p:spPr>
          <a:xfrm rot="18900000">
            <a:off x="-2368025" y="-547688"/>
            <a:ext cx="7300746" cy="3652402"/>
          </a:xfrm>
          <a:prstGeom prst="triangle">
            <a:avLst/>
          </a:prstGeom>
          <a:solidFill>
            <a:srgbClr val="BAC5B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Tree>
    <p:extLst>
      <p:ext uri="{BB962C8B-B14F-4D97-AF65-F5344CB8AC3E}">
        <p14:creationId xmlns:p14="http://schemas.microsoft.com/office/powerpoint/2010/main" val="935047417"/>
      </p:ext>
    </p:extLst>
  </p:cSld>
  <p:clrMap bg1="lt1" tx1="dk1" bg2="lt2" tx2="dk2" accent1="accent1" accent2="accent2" accent3="accent3" accent4="accent4" accent5="accent5" accent6="accent6" hlink="hlink" folHlink="folHlink"/>
  <p:sldLayoutIdLst>
    <p:sldLayoutId id="2147483720" r:id="rId1"/>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0" y="4782809"/>
            <a:ext cx="9144000" cy="357188"/>
          </a:xfrm>
          <a:prstGeom prst="rect">
            <a:avLst/>
          </a:prstGeom>
        </p:spPr>
      </p:pic>
      <p:sp>
        <p:nvSpPr>
          <p:cNvPr id="6" name="Rectangle 5"/>
          <p:cNvSpPr/>
          <p:nvPr userDrawn="1"/>
        </p:nvSpPr>
        <p:spPr>
          <a:xfrm>
            <a:off x="8411284" y="4847236"/>
            <a:ext cx="325730" cy="230832"/>
          </a:xfrm>
          <a:prstGeom prst="rect">
            <a:avLst/>
          </a:prstGeom>
        </p:spPr>
        <p:txBody>
          <a:bodyPr wrap="none">
            <a:spAutoFit/>
          </a:bodyPr>
          <a:lstStyle/>
          <a:p>
            <a:fld id="{167796FD-2C35-44D3-9582-043279E26514}" type="slidenum">
              <a:rPr lang="en-CA" sz="900" b="1" smtClean="0">
                <a:solidFill>
                  <a:schemeClr val="tx1"/>
                </a:solidFill>
                <a:latin typeface="+mn-lt"/>
              </a:rPr>
              <a:pPr/>
              <a:t>‹#›</a:t>
            </a:fld>
            <a:endParaRPr lang="en-CA" sz="900" dirty="0">
              <a:solidFill>
                <a:schemeClr val="tx1"/>
              </a:solidFill>
              <a:latin typeface="+mn-lt"/>
            </a:endParaRPr>
          </a:p>
        </p:txBody>
      </p:sp>
      <p:sp>
        <p:nvSpPr>
          <p:cNvPr id="7" name="TextBox 6"/>
          <p:cNvSpPr txBox="1"/>
          <p:nvPr userDrawn="1"/>
        </p:nvSpPr>
        <p:spPr>
          <a:xfrm>
            <a:off x="407942" y="4885010"/>
            <a:ext cx="3916551" cy="153888"/>
          </a:xfrm>
          <a:prstGeom prst="rect">
            <a:avLst/>
          </a:prstGeom>
          <a:noFill/>
        </p:spPr>
        <p:txBody>
          <a:bodyPr wrap="square" lIns="0" tIns="0" rIns="0" bIns="0" rtlCol="0">
            <a:spAutoFit/>
          </a:bodyPr>
          <a:lstStyle/>
          <a:p>
            <a:pPr algn="l"/>
            <a:r>
              <a:rPr lang="en-CA" sz="1000" b="1" i="0" baseline="0" dirty="0" smtClean="0">
                <a:solidFill>
                  <a:schemeClr val="bg1"/>
                </a:solidFill>
                <a:latin typeface="+mn-lt"/>
                <a:cs typeface="Arial" panose="020B0604020202020204" pitchFamily="34" charset="0"/>
              </a:rPr>
              <a:t>CWB Canadian Western Bank</a:t>
            </a:r>
            <a:endParaRPr lang="en-CA" sz="1000" b="1" i="0" dirty="0">
              <a:solidFill>
                <a:schemeClr val="bg1"/>
              </a:solidFill>
              <a:latin typeface="+mn-lt"/>
              <a:cs typeface="Arial" panose="020B0604020202020204" pitchFamily="34" charset="0"/>
            </a:endParaRPr>
          </a:p>
        </p:txBody>
      </p:sp>
    </p:spTree>
    <p:extLst>
      <p:ext uri="{BB962C8B-B14F-4D97-AF65-F5344CB8AC3E}">
        <p14:creationId xmlns:p14="http://schemas.microsoft.com/office/powerpoint/2010/main" val="687765783"/>
      </p:ext>
    </p:extLst>
  </p:cSld>
  <p:clrMap bg1="lt1" tx1="dk1" bg2="lt2" tx2="dk2" accent1="accent1" accent2="accent2" accent3="accent3" accent4="accent4" accent5="accent5" accent6="accent6" hlink="hlink" folHlink="folHlink"/>
  <p:sldLayoutIdLst>
    <p:sldLayoutId id="2147483838" r:id="rId1"/>
    <p:sldLayoutId id="2147483839" r:id="rId2"/>
    <p:sldLayoutId id="2147483840" r:id="rId3"/>
    <p:sldLayoutId id="2147483841" r:id="rId4"/>
    <p:sldLayoutId id="2147483842" r:id="rId5"/>
    <p:sldLayoutId id="2147483843" r:id="rId6"/>
  </p:sldLayoutIdLst>
  <p:timing>
    <p:tnLst>
      <p:par>
        <p:cTn id="1" dur="indefinite" restart="never" nodeType="tmRoot"/>
      </p:par>
    </p:tnLst>
  </p:timing>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2.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80771605"/>
      </p:ext>
    </p:extLst>
  </p:cSld>
  <p:clrMap bg1="lt1" tx1="dk1" bg2="lt2" tx2="dk2" accent1="accent1" accent2="accent2" accent3="accent3" accent4="accent4" accent5="accent5" accent6="accent6" hlink="hlink" folHlink="folHlink"/>
  <p:sldLayoutIdLst>
    <p:sldLayoutId id="2147483730" r:id="rId1"/>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3.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73352500"/>
      </p:ext>
    </p:extLst>
  </p:cSld>
  <p:clrMap bg1="lt1" tx1="dk1" bg2="lt2" tx2="dk2" accent1="accent1" accent2="accent2" accent3="accent3" accent4="accent4" accent5="accent5" accent6="accent6" hlink="hlink" folHlink="folHlink"/>
  <p:sldLayoutIdLst>
    <p:sldLayoutId id="2147483797" r:id="rId1"/>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4.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19643481"/>
      </p:ext>
    </p:extLst>
  </p:cSld>
  <p:clrMap bg1="lt1" tx1="dk1" bg2="lt2" tx2="dk2" accent1="accent1" accent2="accent2" accent3="accent3" accent4="accent4" accent5="accent5" accent6="accent6" hlink="hlink" folHlink="folHlink"/>
  <p:sldLayoutIdLst>
    <p:sldLayoutId id="2147483847" r:id="rId1"/>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5.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75127727"/>
      </p:ext>
    </p:extLst>
  </p:cSld>
  <p:clrMap bg1="lt1" tx1="dk1" bg2="lt2" tx2="dk2" accent1="accent1" accent2="accent2" accent3="accent3" accent4="accent4" accent5="accent5" accent6="accent6" hlink="hlink" folHlink="folHlink"/>
  <p:sldLayoutIdLst>
    <p:sldLayoutId id="2147483728"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6.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58766615"/>
      </p:ext>
    </p:extLst>
  </p:cSld>
  <p:clrMap bg1="lt1" tx1="dk1" bg2="lt2" tx2="dk2" accent1="accent1" accent2="accent2" accent3="accent3" accent4="accent4" accent5="accent5" accent6="accent6" hlink="hlink" folHlink="folHlink"/>
  <p:sldLayoutIdLst>
    <p:sldLayoutId id="2147483726" r:id="rId1"/>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7.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9060870"/>
      </p:ext>
    </p:extLst>
  </p:cSld>
  <p:clrMap bg1="lt1" tx1="dk1" bg2="lt2" tx2="dk2" accent1="accent1" accent2="accent2" accent3="accent3" accent4="accent4" accent5="accent5" accent6="accent6" hlink="hlink" folHlink="folHlink"/>
  <p:sldLayoutIdLst>
    <p:sldLayoutId id="2147483799" r:id="rId1"/>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chart" Target="../charts/chart3.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chart" Target="../charts/chart5.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2" Type="http://schemas.openxmlformats.org/officeDocument/2006/relationships/chart" Target="../charts/chart7.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2" Type="http://schemas.openxmlformats.org/officeDocument/2006/relationships/chart" Target="../charts/chart8.xml"/><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2" Type="http://schemas.openxmlformats.org/officeDocument/2006/relationships/chart" Target="../charts/chart9.xml"/><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2" Type="http://schemas.openxmlformats.org/officeDocument/2006/relationships/chart" Target="../charts/chart10.xml"/><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23.xml.rels><?xml version="1.0" encoding="UTF-8" standalone="yes"?>
<Relationships xmlns="http://schemas.openxmlformats.org/package/2006/relationships"><Relationship Id="rId2" Type="http://schemas.openxmlformats.org/officeDocument/2006/relationships/chart" Target="../charts/chart11.xml"/><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2" Type="http://schemas.openxmlformats.org/officeDocument/2006/relationships/chart" Target="../charts/chart12.xml"/><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2" Type="http://schemas.openxmlformats.org/officeDocument/2006/relationships/chart" Target="../charts/chart13.xml"/><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2" Type="http://schemas.openxmlformats.org/officeDocument/2006/relationships/chart" Target="../charts/chart14.xml"/><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2" Type="http://schemas.openxmlformats.org/officeDocument/2006/relationships/chart" Target="../charts/chart15.xml"/><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2" Type="http://schemas.openxmlformats.org/officeDocument/2006/relationships/chart" Target="../charts/chart16.xml"/><Relationship Id="rId1" Type="http://schemas.openxmlformats.org/officeDocument/2006/relationships/slideLayout" Target="../slideLayouts/slideLayout9.xml"/></Relationships>
</file>

<file path=ppt/slides/_rels/slide29.xml.rels><?xml version="1.0" encoding="UTF-8" standalone="yes"?>
<Relationships xmlns="http://schemas.openxmlformats.org/package/2006/relationships"><Relationship Id="rId2" Type="http://schemas.openxmlformats.org/officeDocument/2006/relationships/chart" Target="../charts/chart17.xml"/><Relationship Id="rId1" Type="http://schemas.openxmlformats.org/officeDocument/2006/relationships/slideLayout" Target="../slideLayouts/slideLayout9.xml"/></Relationships>
</file>

<file path=ppt/slides/_rels/slide30.xml.rels><?xml version="1.0" encoding="UTF-8" standalone="yes"?>
<Relationships xmlns="http://schemas.openxmlformats.org/package/2006/relationships"><Relationship Id="rId2" Type="http://schemas.openxmlformats.org/officeDocument/2006/relationships/chart" Target="../charts/chart18.xml"/><Relationship Id="rId1" Type="http://schemas.openxmlformats.org/officeDocument/2006/relationships/slideLayout" Target="../slideLayouts/slideLayout9.xml"/></Relationships>
</file>

<file path=ppt/slides/_rels/slide31.xml.rels><?xml version="1.0" encoding="UTF-8" standalone="yes"?>
<Relationships xmlns="http://schemas.openxmlformats.org/package/2006/relationships"><Relationship Id="rId2" Type="http://schemas.openxmlformats.org/officeDocument/2006/relationships/chart" Target="../charts/chart19.xml"/><Relationship Id="rId1" Type="http://schemas.openxmlformats.org/officeDocument/2006/relationships/slideLayout" Target="../slideLayouts/slideLayout9.xml"/></Relationships>
</file>

<file path=ppt/slides/_rels/slide32.xml.rels><?xml version="1.0" encoding="UTF-8" standalone="yes"?>
<Relationships xmlns="http://schemas.openxmlformats.org/package/2006/relationships"><Relationship Id="rId2" Type="http://schemas.openxmlformats.org/officeDocument/2006/relationships/chart" Target="../charts/chart20.xml"/><Relationship Id="rId1" Type="http://schemas.openxmlformats.org/officeDocument/2006/relationships/slideLayout" Target="../slideLayouts/slideLayout9.xml"/></Relationships>
</file>

<file path=ppt/slides/_rels/slide33.xml.rels><?xml version="1.0" encoding="UTF-8" standalone="yes"?>
<Relationships xmlns="http://schemas.openxmlformats.org/package/2006/relationships"><Relationship Id="rId2" Type="http://schemas.openxmlformats.org/officeDocument/2006/relationships/chart" Target="../charts/chart21.xml"/><Relationship Id="rId1" Type="http://schemas.openxmlformats.org/officeDocument/2006/relationships/slideLayout" Target="../slideLayouts/slideLayout9.xml"/></Relationships>
</file>

<file path=ppt/slides/_rels/slide34.xml.rels><?xml version="1.0" encoding="UTF-8" standalone="yes"?>
<Relationships xmlns="http://schemas.openxmlformats.org/package/2006/relationships"><Relationship Id="rId2" Type="http://schemas.openxmlformats.org/officeDocument/2006/relationships/chart" Target="../charts/chart22.xml"/><Relationship Id="rId1" Type="http://schemas.openxmlformats.org/officeDocument/2006/relationships/slideLayout" Target="../slideLayouts/slideLayout9.xml"/></Relationships>
</file>

<file path=ppt/slides/_rels/slide35.xml.rels><?xml version="1.0" encoding="UTF-8" standalone="yes"?>
<Relationships xmlns="http://schemas.openxmlformats.org/package/2006/relationships"><Relationship Id="rId2" Type="http://schemas.openxmlformats.org/officeDocument/2006/relationships/chart" Target="../charts/chart23.xml"/><Relationship Id="rId1" Type="http://schemas.openxmlformats.org/officeDocument/2006/relationships/slideLayout" Target="../slideLayouts/slideLayout9.xml"/></Relationships>
</file>

<file path=ppt/slides/_rels/slide36.xml.rels><?xml version="1.0" encoding="UTF-8" standalone="yes"?>
<Relationships xmlns="http://schemas.openxmlformats.org/package/2006/relationships"><Relationship Id="rId2" Type="http://schemas.openxmlformats.org/officeDocument/2006/relationships/chart" Target="../charts/chart24.xml"/><Relationship Id="rId1" Type="http://schemas.openxmlformats.org/officeDocument/2006/relationships/slideLayout" Target="../slideLayouts/slideLayout9.xml"/></Relationships>
</file>

<file path=ppt/slides/_rels/slide37.xml.rels><?xml version="1.0" encoding="UTF-8" standalone="yes"?>
<Relationships xmlns="http://schemas.openxmlformats.org/package/2006/relationships"><Relationship Id="rId2" Type="http://schemas.openxmlformats.org/officeDocument/2006/relationships/chart" Target="../charts/chart25.xml"/><Relationship Id="rId1" Type="http://schemas.openxmlformats.org/officeDocument/2006/relationships/slideLayout" Target="../slideLayouts/slideLayout9.xml"/></Relationships>
</file>

<file path=ppt/slides/_rels/slide38.xml.rels><?xml version="1.0" encoding="UTF-8" standalone="yes"?>
<Relationships xmlns="http://schemas.openxmlformats.org/package/2006/relationships"><Relationship Id="rId2" Type="http://schemas.openxmlformats.org/officeDocument/2006/relationships/chart" Target="../charts/chart26.xml"/><Relationship Id="rId1" Type="http://schemas.openxmlformats.org/officeDocument/2006/relationships/slideLayout" Target="../slideLayouts/slideLayout9.xml"/></Relationships>
</file>

<file path=ppt/slides/_rels/slide39.xml.rels><?xml version="1.0" encoding="UTF-8" standalone="yes"?>
<Relationships xmlns="http://schemas.openxmlformats.org/package/2006/relationships"><Relationship Id="rId2" Type="http://schemas.openxmlformats.org/officeDocument/2006/relationships/chart" Target="../charts/chart27.xml"/><Relationship Id="rId1" Type="http://schemas.openxmlformats.org/officeDocument/2006/relationships/slideLayout" Target="../slideLayouts/slideLayout9.xml"/></Relationships>
</file>

<file path=ppt/slides/_rels/slide40.xml.rels><?xml version="1.0" encoding="UTF-8" standalone="yes"?>
<Relationships xmlns="http://schemas.openxmlformats.org/package/2006/relationships"><Relationship Id="rId2" Type="http://schemas.openxmlformats.org/officeDocument/2006/relationships/chart" Target="../charts/chart28.xml"/><Relationship Id="rId1" Type="http://schemas.openxmlformats.org/officeDocument/2006/relationships/slideLayout" Target="../slideLayouts/slideLayout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2"/>
          </p:nvPr>
        </p:nvSpPr>
        <p:spPr/>
        <p:txBody>
          <a:bodyPr/>
          <a:lstStyle/>
          <a:p>
            <a:r>
              <a:rPr lang="en-US" sz="2400" dirty="0"/>
              <a:t>Model Development &amp;</a:t>
            </a:r>
            <a:r>
              <a:rPr lang="en-US" sz="2400" dirty="0" smtClean="0"/>
              <a:t> </a:t>
            </a:r>
            <a:r>
              <a:rPr lang="en-US" sz="2400" dirty="0"/>
              <a:t>Quantitative Risk Analytics</a:t>
            </a:r>
          </a:p>
          <a:p>
            <a:endParaRPr lang="en-CA" dirty="0"/>
          </a:p>
        </p:txBody>
      </p:sp>
      <p:sp>
        <p:nvSpPr>
          <p:cNvPr id="4" name="Text Placeholder 3"/>
          <p:cNvSpPr>
            <a:spLocks noGrp="1"/>
          </p:cNvSpPr>
          <p:nvPr>
            <p:ph type="body" sz="quarter" idx="14"/>
          </p:nvPr>
        </p:nvSpPr>
        <p:spPr>
          <a:xfrm>
            <a:off x="377826" y="1492530"/>
            <a:ext cx="8350249" cy="528638"/>
          </a:xfrm>
        </p:spPr>
        <p:txBody>
          <a:bodyPr/>
          <a:lstStyle/>
          <a:p>
            <a:r>
              <a:rPr lang="en-US" sz="4000" dirty="0" smtClean="0"/>
              <a:t>Scorecard Analysis: SBE2 Equifax</a:t>
            </a:r>
            <a:endParaRPr lang="en-CA" sz="4000" dirty="0"/>
          </a:p>
        </p:txBody>
      </p:sp>
      <p:sp>
        <p:nvSpPr>
          <p:cNvPr id="6" name="Text Placeholder 5"/>
          <p:cNvSpPr>
            <a:spLocks noGrp="1"/>
          </p:cNvSpPr>
          <p:nvPr>
            <p:ph type="body" sz="quarter" idx="13"/>
          </p:nvPr>
        </p:nvSpPr>
        <p:spPr/>
        <p:txBody>
          <a:bodyPr/>
          <a:lstStyle/>
          <a:p>
            <a:r>
              <a:rPr lang="en-US" sz="1600" dirty="0"/>
              <a:t>June </a:t>
            </a:r>
            <a:r>
              <a:rPr lang="en-US" sz="1600" dirty="0" smtClean="0"/>
              <a:t>2020</a:t>
            </a:r>
            <a:endParaRPr lang="en-US" sz="1600" dirty="0"/>
          </a:p>
        </p:txBody>
      </p:sp>
    </p:spTree>
    <p:extLst>
      <p:ext uri="{BB962C8B-B14F-4D97-AF65-F5344CB8AC3E}">
        <p14:creationId xmlns:p14="http://schemas.microsoft.com/office/powerpoint/2010/main" val="193141152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p:txBody>
          <a:bodyPr/>
          <a:lstStyle/>
          <a:p>
            <a:r>
              <a:rPr lang="en-US" sz="2800" dirty="0" smtClean="0"/>
              <a:t>Agenda</a:t>
            </a:r>
            <a:endParaRPr lang="en-CA" sz="2800" dirty="0"/>
          </a:p>
        </p:txBody>
      </p:sp>
      <p:sp>
        <p:nvSpPr>
          <p:cNvPr id="4" name="Text Placeholder 3"/>
          <p:cNvSpPr>
            <a:spLocks noGrp="1"/>
          </p:cNvSpPr>
          <p:nvPr>
            <p:ph type="body" sz="quarter" idx="15"/>
          </p:nvPr>
        </p:nvSpPr>
        <p:spPr>
          <a:xfrm>
            <a:off x="406203" y="1331912"/>
            <a:ext cx="8280400" cy="2950839"/>
          </a:xfrm>
        </p:spPr>
        <p:txBody>
          <a:bodyPr/>
          <a:lstStyle/>
          <a:p>
            <a:pPr marL="342900" indent="-342900" algn="just">
              <a:buFont typeface="+mj-lt"/>
              <a:buAutoNum type="arabicParenR"/>
            </a:pPr>
            <a:r>
              <a:rPr lang="en-US" dirty="0" smtClean="0">
                <a:solidFill>
                  <a:srgbClr val="003B5C"/>
                </a:solidFill>
              </a:rPr>
              <a:t>Portfolio Description and Portfolio Composition</a:t>
            </a:r>
          </a:p>
          <a:p>
            <a:pPr marL="342900" indent="-342900" algn="just">
              <a:buFont typeface="+mj-lt"/>
              <a:buAutoNum type="arabicParenR"/>
            </a:pPr>
            <a:r>
              <a:rPr lang="en-US" dirty="0" smtClean="0">
                <a:solidFill>
                  <a:srgbClr val="003B5C"/>
                </a:solidFill>
              </a:rPr>
              <a:t>How historical data are utilized in developing a scorecard?</a:t>
            </a:r>
          </a:p>
          <a:p>
            <a:pPr marL="342900" indent="-342900" algn="just">
              <a:buFont typeface="+mj-lt"/>
              <a:buAutoNum type="arabicParenR"/>
            </a:pPr>
            <a:r>
              <a:rPr lang="en-US" dirty="0" smtClean="0">
                <a:solidFill>
                  <a:srgbClr val="003B5C"/>
                </a:solidFill>
              </a:rPr>
              <a:t>What are the scorecard measures of performance?</a:t>
            </a:r>
          </a:p>
          <a:p>
            <a:pPr marL="342900" indent="-342900" algn="just">
              <a:buFont typeface="+mj-lt"/>
              <a:buAutoNum type="arabicParenR"/>
            </a:pPr>
            <a:r>
              <a:rPr lang="en-US" dirty="0" smtClean="0">
                <a:solidFill>
                  <a:srgbClr val="003B5C"/>
                </a:solidFill>
              </a:rPr>
              <a:t>Scorecard Inputs and their Weightings</a:t>
            </a:r>
          </a:p>
          <a:p>
            <a:pPr marL="342900" indent="-342900" algn="just">
              <a:buFont typeface="+mj-lt"/>
              <a:buAutoNum type="arabicParenR"/>
            </a:pPr>
            <a:r>
              <a:rPr lang="en-US" dirty="0" smtClean="0">
                <a:solidFill>
                  <a:srgbClr val="003B5C"/>
                </a:solidFill>
              </a:rPr>
              <a:t>What are the main factors in calculating BRRs?</a:t>
            </a:r>
            <a:endParaRPr lang="en-US" dirty="0">
              <a:solidFill>
                <a:srgbClr val="003B5C"/>
              </a:solidFill>
            </a:endParaRPr>
          </a:p>
          <a:p>
            <a:pPr marL="342900" indent="-342900" algn="just">
              <a:buFont typeface="+mj-lt"/>
              <a:buAutoNum type="arabicParenR"/>
            </a:pPr>
            <a:r>
              <a:rPr lang="en-US" dirty="0" smtClean="0">
                <a:solidFill>
                  <a:srgbClr val="003B5C"/>
                </a:solidFill>
              </a:rPr>
              <a:t>Distribution of BRRs for the current portfolio and the historical data</a:t>
            </a:r>
          </a:p>
          <a:p>
            <a:pPr marL="342900" indent="-342900" algn="just">
              <a:buFont typeface="+mj-lt"/>
              <a:buAutoNum type="arabicParenR"/>
            </a:pPr>
            <a:r>
              <a:rPr lang="en-US" dirty="0" smtClean="0">
                <a:solidFill>
                  <a:srgbClr val="003B5C"/>
                </a:solidFill>
              </a:rPr>
              <a:t>Distribution of risk drivers for </a:t>
            </a:r>
            <a:r>
              <a:rPr lang="en-US" dirty="0">
                <a:solidFill>
                  <a:srgbClr val="003B5C"/>
                </a:solidFill>
              </a:rPr>
              <a:t>the current portfolio and the historical </a:t>
            </a:r>
            <a:r>
              <a:rPr lang="en-US" dirty="0" smtClean="0">
                <a:solidFill>
                  <a:srgbClr val="003B5C"/>
                </a:solidFill>
              </a:rPr>
              <a:t>data</a:t>
            </a:r>
          </a:p>
          <a:p>
            <a:pPr marL="342900" indent="-342900" algn="just">
              <a:buFont typeface="+mj-lt"/>
              <a:buAutoNum type="arabicParenR"/>
            </a:pPr>
            <a:r>
              <a:rPr lang="en-US" dirty="0" smtClean="0">
                <a:solidFill>
                  <a:srgbClr val="003B5C"/>
                </a:solidFill>
              </a:rPr>
              <a:t>Distribution of the Watch List and Overrides</a:t>
            </a:r>
          </a:p>
          <a:p>
            <a:pPr marL="342900" indent="-342900" algn="just">
              <a:buFont typeface="+mj-lt"/>
              <a:buAutoNum type="arabicParenR"/>
            </a:pPr>
            <a:r>
              <a:rPr lang="en-US" dirty="0" smtClean="0">
                <a:solidFill>
                  <a:srgbClr val="003B5C"/>
                </a:solidFill>
              </a:rPr>
              <a:t>Scorecard </a:t>
            </a:r>
            <a:r>
              <a:rPr lang="en-US" dirty="0" err="1">
                <a:solidFill>
                  <a:srgbClr val="003B5C"/>
                </a:solidFill>
              </a:rPr>
              <a:t>b</a:t>
            </a:r>
            <a:r>
              <a:rPr lang="en-US" dirty="0" err="1" smtClean="0">
                <a:solidFill>
                  <a:srgbClr val="003B5C"/>
                </a:solidFill>
              </a:rPr>
              <a:t>acktesting</a:t>
            </a:r>
            <a:r>
              <a:rPr lang="en-US" dirty="0" smtClean="0">
                <a:solidFill>
                  <a:srgbClr val="003B5C"/>
                </a:solidFill>
              </a:rPr>
              <a:t> results</a:t>
            </a:r>
          </a:p>
          <a:p>
            <a:pPr marL="342900" indent="-342900" algn="just">
              <a:buFont typeface="+mj-lt"/>
              <a:buAutoNum type="arabicParenR"/>
            </a:pPr>
            <a:r>
              <a:rPr lang="en-US" dirty="0" smtClean="0">
                <a:solidFill>
                  <a:srgbClr val="003B5C"/>
                </a:solidFill>
              </a:rPr>
              <a:t>BRRs for a list of real life examples</a:t>
            </a:r>
            <a:endParaRPr lang="en-US" dirty="0"/>
          </a:p>
          <a:p>
            <a:pPr algn="just"/>
            <a:endParaRPr lang="en-US" dirty="0" smtClean="0"/>
          </a:p>
          <a:p>
            <a:pPr marL="342900" indent="-342900" algn="just">
              <a:buAutoNum type="arabicParenR"/>
            </a:pPr>
            <a:endParaRPr lang="en-CA" dirty="0"/>
          </a:p>
        </p:txBody>
      </p:sp>
    </p:spTree>
    <p:extLst>
      <p:ext uri="{BB962C8B-B14F-4D97-AF65-F5344CB8AC3E}">
        <p14:creationId xmlns:p14="http://schemas.microsoft.com/office/powerpoint/2010/main" val="167381207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a:xfrm>
            <a:off x="406203" y="582506"/>
            <a:ext cx="8280401" cy="397483"/>
          </a:xfrm>
        </p:spPr>
        <p:txBody>
          <a:bodyPr/>
          <a:lstStyle/>
          <a:p>
            <a:r>
              <a:rPr lang="en-US" sz="3000" dirty="0" smtClean="0"/>
              <a:t>Portfolio Description</a:t>
            </a:r>
            <a:endParaRPr lang="en-CA" sz="3000" dirty="0"/>
          </a:p>
        </p:txBody>
      </p:sp>
      <p:sp>
        <p:nvSpPr>
          <p:cNvPr id="4" name="Text Placeholder 3"/>
          <p:cNvSpPr>
            <a:spLocks noGrp="1"/>
          </p:cNvSpPr>
          <p:nvPr>
            <p:ph type="body" sz="quarter" idx="15"/>
          </p:nvPr>
        </p:nvSpPr>
        <p:spPr>
          <a:xfrm>
            <a:off x="406203" y="1192212"/>
            <a:ext cx="3573130" cy="3536421"/>
          </a:xfrm>
        </p:spPr>
        <p:txBody>
          <a:bodyPr numCol="1"/>
          <a:lstStyle/>
          <a:p>
            <a:pPr algn="just"/>
            <a:r>
              <a:rPr lang="en-US" b="1" dirty="0">
                <a:solidFill>
                  <a:srgbClr val="003B5C"/>
                </a:solidFill>
              </a:rPr>
              <a:t>Small Business Entities (SBE):</a:t>
            </a:r>
          </a:p>
          <a:p>
            <a:pPr algn="just"/>
            <a:r>
              <a:rPr lang="en-US" sz="1400" dirty="0">
                <a:solidFill>
                  <a:srgbClr val="003B5C"/>
                </a:solidFill>
              </a:rPr>
              <a:t>Borrowers without a Bank, Government or Commercial Real Estate NAICS, </a:t>
            </a:r>
            <a:r>
              <a:rPr lang="en-US" sz="1400" dirty="0" smtClean="0">
                <a:solidFill>
                  <a:srgbClr val="003B5C"/>
                </a:solidFill>
              </a:rPr>
              <a:t>and:</a:t>
            </a:r>
          </a:p>
          <a:p>
            <a:pPr algn="just"/>
            <a:endParaRPr lang="en-US" sz="1400" dirty="0" smtClean="0">
              <a:solidFill>
                <a:srgbClr val="003B5C"/>
              </a:solidFill>
            </a:endParaRPr>
          </a:p>
          <a:p>
            <a:pPr algn="just"/>
            <a:r>
              <a:rPr lang="en-US" sz="1400" b="1" dirty="0" smtClean="0">
                <a:solidFill>
                  <a:srgbClr val="003B5C"/>
                </a:solidFill>
              </a:rPr>
              <a:t>SBE1: </a:t>
            </a:r>
            <a:r>
              <a:rPr lang="en-US" sz="1400" dirty="0" smtClean="0">
                <a:solidFill>
                  <a:srgbClr val="003B5C"/>
                </a:solidFill>
              </a:rPr>
              <a:t>Individual and Unincorporated exposures with an aggregated loan exposure ≤ CAD $500,000;</a:t>
            </a:r>
          </a:p>
          <a:p>
            <a:pPr algn="just"/>
            <a:endParaRPr lang="en-US" sz="1400" dirty="0" smtClean="0">
              <a:solidFill>
                <a:srgbClr val="003B5C"/>
              </a:solidFill>
            </a:endParaRPr>
          </a:p>
          <a:p>
            <a:pPr algn="just"/>
            <a:r>
              <a:rPr lang="en-US" sz="1400" b="1" dirty="0" smtClean="0">
                <a:solidFill>
                  <a:srgbClr val="003B5C"/>
                </a:solidFill>
              </a:rPr>
              <a:t>SBE2</a:t>
            </a:r>
            <a:r>
              <a:rPr lang="en-US" sz="1400" b="1" dirty="0">
                <a:solidFill>
                  <a:srgbClr val="003B5C"/>
                </a:solidFill>
              </a:rPr>
              <a:t>*: </a:t>
            </a:r>
            <a:r>
              <a:rPr lang="en-US" sz="1400" dirty="0">
                <a:solidFill>
                  <a:srgbClr val="003B5C"/>
                </a:solidFill>
              </a:rPr>
              <a:t>Incorporated borrowers with an aggregated loan exposure ≤ CAD $500,000</a:t>
            </a:r>
            <a:r>
              <a:rPr lang="en-US" sz="1400" dirty="0" smtClean="0">
                <a:solidFill>
                  <a:srgbClr val="003B5C"/>
                </a:solidFill>
              </a:rPr>
              <a:t>.</a:t>
            </a:r>
            <a:endParaRPr lang="en-US" sz="1400" dirty="0">
              <a:solidFill>
                <a:srgbClr val="003B5C"/>
              </a:solidFill>
            </a:endParaRPr>
          </a:p>
          <a:p>
            <a:pPr algn="just"/>
            <a:endParaRPr lang="en-US" sz="1400" dirty="0">
              <a:solidFill>
                <a:srgbClr val="003B5C"/>
              </a:solidFill>
            </a:endParaRPr>
          </a:p>
          <a:p>
            <a:pPr algn="just"/>
            <a:r>
              <a:rPr lang="en-US" sz="1400" dirty="0">
                <a:solidFill>
                  <a:srgbClr val="003B5C"/>
                </a:solidFill>
              </a:rPr>
              <a:t>*</a:t>
            </a:r>
            <a:r>
              <a:rPr lang="en-US" sz="1200" dirty="0">
                <a:solidFill>
                  <a:srgbClr val="003B5C"/>
                </a:solidFill>
              </a:rPr>
              <a:t>We have two models for the SBE2 portfolio, one </a:t>
            </a:r>
            <a:r>
              <a:rPr lang="en-US" sz="1200" dirty="0" smtClean="0">
                <a:solidFill>
                  <a:srgbClr val="003B5C"/>
                </a:solidFill>
              </a:rPr>
              <a:t>uses </a:t>
            </a:r>
            <a:r>
              <a:rPr lang="en-US" sz="1200" dirty="0" err="1">
                <a:solidFill>
                  <a:srgbClr val="003B5C"/>
                </a:solidFill>
              </a:rPr>
              <a:t>PayNet</a:t>
            </a:r>
            <a:r>
              <a:rPr lang="en-US" sz="1200" dirty="0">
                <a:solidFill>
                  <a:srgbClr val="003B5C"/>
                </a:solidFill>
              </a:rPr>
              <a:t> inputs and another one </a:t>
            </a:r>
            <a:r>
              <a:rPr lang="en-US" sz="1200" dirty="0" smtClean="0">
                <a:solidFill>
                  <a:srgbClr val="003B5C"/>
                </a:solidFill>
              </a:rPr>
              <a:t>Equifax </a:t>
            </a:r>
            <a:r>
              <a:rPr lang="en-US" sz="1200" dirty="0">
                <a:solidFill>
                  <a:srgbClr val="003B5C"/>
                </a:solidFill>
              </a:rPr>
              <a:t>inputs. Having a </a:t>
            </a:r>
            <a:r>
              <a:rPr lang="en-US" sz="1200" dirty="0" err="1">
                <a:solidFill>
                  <a:srgbClr val="003B5C"/>
                </a:solidFill>
              </a:rPr>
              <a:t>PayNet</a:t>
            </a:r>
            <a:r>
              <a:rPr lang="en-US" sz="1200" dirty="0">
                <a:solidFill>
                  <a:srgbClr val="003B5C"/>
                </a:solidFill>
              </a:rPr>
              <a:t> model facilitates scoring Non-Notification deals.</a:t>
            </a:r>
          </a:p>
          <a:p>
            <a:pPr algn="just"/>
            <a:endParaRPr lang="en-US" sz="1400" dirty="0"/>
          </a:p>
          <a:p>
            <a:pPr algn="just"/>
            <a:endParaRPr lang="en-US" sz="1400" dirty="0"/>
          </a:p>
          <a:p>
            <a:pPr algn="just"/>
            <a:endParaRPr lang="en-US" sz="1400" dirty="0" smtClean="0"/>
          </a:p>
          <a:p>
            <a:pPr marL="342900" indent="-342900" algn="just">
              <a:buAutoNum type="arabicParenR"/>
            </a:pPr>
            <a:endParaRPr lang="en-CA" sz="1400" dirty="0"/>
          </a:p>
        </p:txBody>
      </p:sp>
      <p:pic>
        <p:nvPicPr>
          <p:cNvPr id="3" name="Picture 2"/>
          <p:cNvPicPr>
            <a:picLocks noChangeAspect="1"/>
          </p:cNvPicPr>
          <p:nvPr/>
        </p:nvPicPr>
        <p:blipFill>
          <a:blip r:embed="rId2"/>
          <a:stretch>
            <a:fillRect/>
          </a:stretch>
        </p:blipFill>
        <p:spPr>
          <a:xfrm>
            <a:off x="4070107" y="1331912"/>
            <a:ext cx="4743693" cy="3257022"/>
          </a:xfrm>
          <a:prstGeom prst="rect">
            <a:avLst/>
          </a:prstGeom>
        </p:spPr>
      </p:pic>
    </p:spTree>
    <p:extLst>
      <p:ext uri="{BB962C8B-B14F-4D97-AF65-F5344CB8AC3E}">
        <p14:creationId xmlns:p14="http://schemas.microsoft.com/office/powerpoint/2010/main" val="415219237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US" dirty="0" smtClean="0"/>
              <a:t>Outstanding Balance by Province</a:t>
            </a:r>
          </a:p>
          <a:p>
            <a:r>
              <a:rPr lang="en-US" dirty="0" smtClean="0"/>
              <a:t>Distribution of Clients by Outstanding Balance</a:t>
            </a:r>
          </a:p>
          <a:p>
            <a:r>
              <a:rPr lang="en-US" dirty="0" smtClean="0"/>
              <a:t>Outstanding Balance by Industry</a:t>
            </a:r>
          </a:p>
          <a:p>
            <a:r>
              <a:rPr lang="en-US" dirty="0" smtClean="0"/>
              <a:t>Outstanding Balance by Collateral Type</a:t>
            </a:r>
          </a:p>
          <a:p>
            <a:r>
              <a:rPr lang="en-US" dirty="0" smtClean="0"/>
              <a:t>Outstanding Balance by Facility Type</a:t>
            </a:r>
          </a:p>
          <a:p>
            <a:r>
              <a:rPr lang="en-US" dirty="0" smtClean="0"/>
              <a:t>Outstanding Balance by Time to Maturity</a:t>
            </a:r>
          </a:p>
        </p:txBody>
      </p:sp>
      <p:sp>
        <p:nvSpPr>
          <p:cNvPr id="3" name="Text Placeholder 2"/>
          <p:cNvSpPr>
            <a:spLocks noGrp="1"/>
          </p:cNvSpPr>
          <p:nvPr>
            <p:ph type="body" sz="quarter" idx="12"/>
          </p:nvPr>
        </p:nvSpPr>
        <p:spPr/>
        <p:txBody>
          <a:bodyPr/>
          <a:lstStyle/>
          <a:p>
            <a:r>
              <a:rPr lang="en-US" dirty="0" smtClean="0"/>
              <a:t>SBE2 Portfolio Composition</a:t>
            </a:r>
            <a:endParaRPr lang="en-CA" dirty="0"/>
          </a:p>
        </p:txBody>
      </p:sp>
      <p:sp>
        <p:nvSpPr>
          <p:cNvPr id="4" name="Text Placeholder 3"/>
          <p:cNvSpPr>
            <a:spLocks noGrp="1"/>
          </p:cNvSpPr>
          <p:nvPr>
            <p:ph type="body" sz="quarter" idx="14"/>
          </p:nvPr>
        </p:nvSpPr>
        <p:spPr/>
        <p:txBody>
          <a:bodyPr/>
          <a:lstStyle/>
          <a:p>
            <a:endParaRPr lang="en-CA" dirty="0"/>
          </a:p>
        </p:txBody>
      </p:sp>
    </p:spTree>
    <p:extLst>
      <p:ext uri="{BB962C8B-B14F-4D97-AF65-F5344CB8AC3E}">
        <p14:creationId xmlns:p14="http://schemas.microsoft.com/office/powerpoint/2010/main" val="40283812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a:xfrm>
            <a:off x="406203" y="492834"/>
            <a:ext cx="8280401" cy="397483"/>
          </a:xfrm>
        </p:spPr>
        <p:txBody>
          <a:bodyPr/>
          <a:lstStyle/>
          <a:p>
            <a:r>
              <a:rPr lang="en-US" sz="2800" dirty="0" smtClean="0"/>
              <a:t>SBE2 </a:t>
            </a:r>
            <a:r>
              <a:rPr lang="en-US" sz="2800" dirty="0"/>
              <a:t>Portfolio Composition</a:t>
            </a:r>
            <a:endParaRPr lang="en-CA" sz="2800" dirty="0"/>
          </a:p>
        </p:txBody>
      </p:sp>
      <p:sp>
        <p:nvSpPr>
          <p:cNvPr id="3" name="TextBox 2"/>
          <p:cNvSpPr txBox="1"/>
          <p:nvPr/>
        </p:nvSpPr>
        <p:spPr>
          <a:xfrm>
            <a:off x="337751" y="926173"/>
            <a:ext cx="8452022" cy="584775"/>
          </a:xfrm>
          <a:prstGeom prst="rect">
            <a:avLst/>
          </a:prstGeom>
          <a:noFill/>
        </p:spPr>
        <p:txBody>
          <a:bodyPr wrap="square" rtlCol="0">
            <a:spAutoFit/>
          </a:bodyPr>
          <a:lstStyle/>
          <a:p>
            <a:r>
              <a:rPr lang="en-US" sz="1600" dirty="0" smtClean="0"/>
              <a:t>As at 31 October 2019, SBE2 portfolio consists of 52,963 borrowers (71,182 loans) with an outstanding loan amount of $2,617,251,224 (9.03% of CWB Group outstanding loan amount).</a:t>
            </a:r>
            <a:endParaRPr lang="en-CA" sz="1600" dirty="0"/>
          </a:p>
        </p:txBody>
      </p:sp>
      <p:graphicFrame>
        <p:nvGraphicFramePr>
          <p:cNvPr id="8" name="Chart 7"/>
          <p:cNvGraphicFramePr>
            <a:graphicFrameLocks/>
          </p:cNvGraphicFramePr>
          <p:nvPr>
            <p:extLst>
              <p:ext uri="{D42A27DB-BD31-4B8C-83A1-F6EECF244321}">
                <p14:modId xmlns:p14="http://schemas.microsoft.com/office/powerpoint/2010/main" val="2567350626"/>
              </p:ext>
            </p:extLst>
          </p:nvPr>
        </p:nvGraphicFramePr>
        <p:xfrm>
          <a:off x="0" y="1546804"/>
          <a:ext cx="4500000" cy="32400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9" name="Chart 8"/>
          <p:cNvGraphicFramePr>
            <a:graphicFrameLocks/>
          </p:cNvGraphicFramePr>
          <p:nvPr>
            <p:extLst>
              <p:ext uri="{D42A27DB-BD31-4B8C-83A1-F6EECF244321}">
                <p14:modId xmlns:p14="http://schemas.microsoft.com/office/powerpoint/2010/main" val="291153382"/>
              </p:ext>
            </p:extLst>
          </p:nvPr>
        </p:nvGraphicFramePr>
        <p:xfrm>
          <a:off x="4644000" y="1546804"/>
          <a:ext cx="4500000" cy="324000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9496408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a:xfrm>
            <a:off x="406203" y="492834"/>
            <a:ext cx="8280401" cy="397483"/>
          </a:xfrm>
        </p:spPr>
        <p:txBody>
          <a:bodyPr/>
          <a:lstStyle/>
          <a:p>
            <a:r>
              <a:rPr lang="en-US" sz="2800" dirty="0" smtClean="0"/>
              <a:t>SBE2 </a:t>
            </a:r>
            <a:r>
              <a:rPr lang="en-US" sz="2800" dirty="0"/>
              <a:t>Portfolio Composition</a:t>
            </a:r>
            <a:endParaRPr lang="en-CA" sz="2800" dirty="0"/>
          </a:p>
        </p:txBody>
      </p:sp>
      <p:graphicFrame>
        <p:nvGraphicFramePr>
          <p:cNvPr id="8" name="Chart 7"/>
          <p:cNvGraphicFramePr>
            <a:graphicFrameLocks/>
          </p:cNvGraphicFramePr>
          <p:nvPr>
            <p:extLst>
              <p:ext uri="{D42A27DB-BD31-4B8C-83A1-F6EECF244321}">
                <p14:modId xmlns:p14="http://schemas.microsoft.com/office/powerpoint/2010/main" val="849796928"/>
              </p:ext>
            </p:extLst>
          </p:nvPr>
        </p:nvGraphicFramePr>
        <p:xfrm>
          <a:off x="0" y="1137088"/>
          <a:ext cx="4500000" cy="32400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9" name="Chart 8"/>
          <p:cNvGraphicFramePr>
            <a:graphicFrameLocks/>
          </p:cNvGraphicFramePr>
          <p:nvPr>
            <p:extLst>
              <p:ext uri="{D42A27DB-BD31-4B8C-83A1-F6EECF244321}">
                <p14:modId xmlns:p14="http://schemas.microsoft.com/office/powerpoint/2010/main" val="4201719418"/>
              </p:ext>
            </p:extLst>
          </p:nvPr>
        </p:nvGraphicFramePr>
        <p:xfrm>
          <a:off x="4363895" y="1137088"/>
          <a:ext cx="4780105" cy="324000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6104855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a:xfrm>
            <a:off x="406203" y="492834"/>
            <a:ext cx="8280401" cy="397483"/>
          </a:xfrm>
        </p:spPr>
        <p:txBody>
          <a:bodyPr/>
          <a:lstStyle/>
          <a:p>
            <a:r>
              <a:rPr lang="en-US" sz="2800" dirty="0" smtClean="0"/>
              <a:t>SBE2 </a:t>
            </a:r>
            <a:r>
              <a:rPr lang="en-US" sz="2800" dirty="0"/>
              <a:t>Portfolio Composition</a:t>
            </a:r>
            <a:endParaRPr lang="en-CA" sz="2800" dirty="0"/>
          </a:p>
        </p:txBody>
      </p:sp>
      <p:graphicFrame>
        <p:nvGraphicFramePr>
          <p:cNvPr id="5" name="Chart 4"/>
          <p:cNvGraphicFramePr>
            <a:graphicFrameLocks/>
          </p:cNvGraphicFramePr>
          <p:nvPr>
            <p:extLst>
              <p:ext uri="{D42A27DB-BD31-4B8C-83A1-F6EECF244321}">
                <p14:modId xmlns:p14="http://schemas.microsoft.com/office/powerpoint/2010/main" val="2831430913"/>
              </p:ext>
            </p:extLst>
          </p:nvPr>
        </p:nvGraphicFramePr>
        <p:xfrm>
          <a:off x="0" y="1143394"/>
          <a:ext cx="4500000" cy="32400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8" name="Chart 7"/>
          <p:cNvGraphicFramePr>
            <a:graphicFrameLocks/>
          </p:cNvGraphicFramePr>
          <p:nvPr>
            <p:extLst>
              <p:ext uri="{D42A27DB-BD31-4B8C-83A1-F6EECF244321}">
                <p14:modId xmlns:p14="http://schemas.microsoft.com/office/powerpoint/2010/main" val="1437455834"/>
              </p:ext>
            </p:extLst>
          </p:nvPr>
        </p:nvGraphicFramePr>
        <p:xfrm>
          <a:off x="4644000" y="1143394"/>
          <a:ext cx="4500000" cy="324000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9704877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US" dirty="0" smtClean="0"/>
              <a:t>Step One – Scorecard Development</a:t>
            </a:r>
          </a:p>
          <a:p>
            <a:r>
              <a:rPr lang="en-US" dirty="0" smtClean="0"/>
              <a:t>Step Two -  Long-run Probability of Default Calibration </a:t>
            </a:r>
          </a:p>
          <a:p>
            <a:r>
              <a:rPr lang="en-US" dirty="0" smtClean="0"/>
              <a:t>Model Performance Measures</a:t>
            </a:r>
          </a:p>
          <a:p>
            <a:r>
              <a:rPr lang="en-US" dirty="0"/>
              <a:t>SBE2 Historical Default Rate</a:t>
            </a:r>
          </a:p>
          <a:p>
            <a:endParaRPr lang="en-CA" dirty="0"/>
          </a:p>
        </p:txBody>
      </p:sp>
      <p:sp>
        <p:nvSpPr>
          <p:cNvPr id="3" name="Text Placeholder 2"/>
          <p:cNvSpPr>
            <a:spLocks noGrp="1"/>
          </p:cNvSpPr>
          <p:nvPr>
            <p:ph type="body" sz="quarter" idx="12"/>
          </p:nvPr>
        </p:nvSpPr>
        <p:spPr/>
        <p:txBody>
          <a:bodyPr/>
          <a:lstStyle/>
          <a:p>
            <a:r>
              <a:rPr lang="en-US" dirty="0" smtClean="0"/>
              <a:t>Modelling Approach</a:t>
            </a:r>
            <a:endParaRPr lang="en-CA" dirty="0"/>
          </a:p>
        </p:txBody>
      </p:sp>
      <p:sp>
        <p:nvSpPr>
          <p:cNvPr id="4" name="Text Placeholder 3"/>
          <p:cNvSpPr>
            <a:spLocks noGrp="1"/>
          </p:cNvSpPr>
          <p:nvPr>
            <p:ph type="body" sz="quarter" idx="14"/>
          </p:nvPr>
        </p:nvSpPr>
        <p:spPr/>
        <p:txBody>
          <a:bodyPr/>
          <a:lstStyle/>
          <a:p>
            <a:endParaRPr lang="en-CA"/>
          </a:p>
        </p:txBody>
      </p:sp>
    </p:spTree>
    <p:extLst>
      <p:ext uri="{BB962C8B-B14F-4D97-AF65-F5344CB8AC3E}">
        <p14:creationId xmlns:p14="http://schemas.microsoft.com/office/powerpoint/2010/main" val="32931484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a:xfrm>
            <a:off x="406203" y="528046"/>
            <a:ext cx="8280401" cy="397483"/>
          </a:xfrm>
        </p:spPr>
        <p:txBody>
          <a:bodyPr/>
          <a:lstStyle/>
          <a:p>
            <a:r>
              <a:rPr lang="en-US" sz="3000" dirty="0" smtClean="0"/>
              <a:t>Modelling Approach</a:t>
            </a:r>
            <a:endParaRPr lang="en-CA" sz="3000" dirty="0"/>
          </a:p>
        </p:txBody>
      </p:sp>
      <p:sp>
        <p:nvSpPr>
          <p:cNvPr id="4" name="Text Placeholder 3"/>
          <p:cNvSpPr>
            <a:spLocks noGrp="1"/>
          </p:cNvSpPr>
          <p:nvPr>
            <p:ph type="body" sz="quarter" idx="15"/>
          </p:nvPr>
        </p:nvSpPr>
        <p:spPr>
          <a:xfrm>
            <a:off x="406203" y="994161"/>
            <a:ext cx="8280400" cy="3643742"/>
          </a:xfrm>
        </p:spPr>
        <p:txBody>
          <a:bodyPr/>
          <a:lstStyle/>
          <a:p>
            <a:pPr algn="just"/>
            <a:r>
              <a:rPr lang="en-US" sz="1500" dirty="0" smtClean="0">
                <a:solidFill>
                  <a:schemeClr val="tx2"/>
                </a:solidFill>
              </a:rPr>
              <a:t>We follow </a:t>
            </a:r>
            <a:r>
              <a:rPr lang="en-US" sz="1500" dirty="0">
                <a:solidFill>
                  <a:schemeClr val="tx2"/>
                </a:solidFill>
              </a:rPr>
              <a:t>a two-step process to develop a PD </a:t>
            </a:r>
            <a:r>
              <a:rPr lang="en-US" sz="1500" dirty="0" smtClean="0">
                <a:solidFill>
                  <a:schemeClr val="tx2"/>
                </a:solidFill>
              </a:rPr>
              <a:t>(and </a:t>
            </a:r>
            <a:r>
              <a:rPr lang="en-US" sz="1500" dirty="0">
                <a:solidFill>
                  <a:schemeClr val="tx2"/>
                </a:solidFill>
              </a:rPr>
              <a:t>LGD) model. In the first step, historical data are utilized to build a rank-ordering tool (i.e., scorecard). Then, in the second step, models are calibrated to ensure that portfolio-level model PD (LGD, respectively) results match the historical average of realized default rates (loss rates, respectively). </a:t>
            </a:r>
          </a:p>
          <a:p>
            <a:pPr algn="just"/>
            <a:endParaRPr lang="en-US" sz="1500" dirty="0">
              <a:solidFill>
                <a:schemeClr val="tx2"/>
              </a:solidFill>
            </a:endParaRPr>
          </a:p>
          <a:p>
            <a:pPr algn="just"/>
            <a:r>
              <a:rPr lang="en-US" sz="1500" b="1" dirty="0">
                <a:solidFill>
                  <a:schemeClr val="tx2"/>
                </a:solidFill>
              </a:rPr>
              <a:t>1</a:t>
            </a:r>
            <a:r>
              <a:rPr lang="en-US" sz="1500" b="1" dirty="0" smtClean="0">
                <a:solidFill>
                  <a:schemeClr val="tx2"/>
                </a:solidFill>
              </a:rPr>
              <a:t>) STEP ONE – </a:t>
            </a:r>
            <a:r>
              <a:rPr lang="en-US" sz="1500" b="1" dirty="0">
                <a:solidFill>
                  <a:schemeClr val="tx2"/>
                </a:solidFill>
              </a:rPr>
              <a:t>Rank Ordering</a:t>
            </a:r>
          </a:p>
          <a:p>
            <a:pPr algn="just"/>
            <a:r>
              <a:rPr lang="en-US" sz="1500" dirty="0" smtClean="0">
                <a:solidFill>
                  <a:schemeClr val="tx2"/>
                </a:solidFill>
              </a:rPr>
              <a:t>5-7 </a:t>
            </a:r>
            <a:r>
              <a:rPr lang="en-US" sz="1500" dirty="0">
                <a:solidFill>
                  <a:schemeClr val="tx2"/>
                </a:solidFill>
              </a:rPr>
              <a:t>years of </a:t>
            </a:r>
            <a:r>
              <a:rPr lang="en-US" sz="1500" dirty="0" smtClean="0">
                <a:solidFill>
                  <a:schemeClr val="tx2"/>
                </a:solidFill>
              </a:rPr>
              <a:t>historical data </a:t>
            </a:r>
            <a:r>
              <a:rPr lang="en-US" sz="1500" dirty="0">
                <a:solidFill>
                  <a:schemeClr val="tx2"/>
                </a:solidFill>
              </a:rPr>
              <a:t>and the underlying risk drivers (e.g. Beacon score, delinquency, NAICS, etc.) </a:t>
            </a:r>
            <a:r>
              <a:rPr lang="en-US" sz="1500" dirty="0" smtClean="0">
                <a:solidFill>
                  <a:schemeClr val="tx2"/>
                </a:solidFill>
              </a:rPr>
              <a:t>are utilized to </a:t>
            </a:r>
            <a:r>
              <a:rPr lang="en-US" sz="1500" dirty="0">
                <a:solidFill>
                  <a:schemeClr val="tx2"/>
                </a:solidFill>
              </a:rPr>
              <a:t>rank-order the borrowers. We start with a list of 15-25 potential risk drivers suggested by the business experts and the modelling team. Historical data determines which risk drivers have the highest predictive power in predicting default and how the scores are assigned. For example, suppose historical data show that 20% of borrowers with a beacon score below 650 have defaulted, but default rate for borrowers with a beacon score above 750 is only 2%. Then </a:t>
            </a:r>
            <a:r>
              <a:rPr lang="en-US" sz="1500" dirty="0" smtClean="0">
                <a:solidFill>
                  <a:schemeClr val="tx2"/>
                </a:solidFill>
              </a:rPr>
              <a:t>model </a:t>
            </a:r>
            <a:r>
              <a:rPr lang="en-US" sz="1500" dirty="0">
                <a:solidFill>
                  <a:schemeClr val="tx2"/>
                </a:solidFill>
              </a:rPr>
              <a:t>assigns a higher score for borrowers with a beacon score above 750 (compared with </a:t>
            </a:r>
            <a:r>
              <a:rPr lang="en-US" sz="1500" dirty="0" smtClean="0">
                <a:solidFill>
                  <a:schemeClr val="tx2"/>
                </a:solidFill>
              </a:rPr>
              <a:t>those with </a:t>
            </a:r>
            <a:r>
              <a:rPr lang="en-US" sz="1500" dirty="0">
                <a:solidFill>
                  <a:schemeClr val="tx2"/>
                </a:solidFill>
              </a:rPr>
              <a:t>beacon score below 650</a:t>
            </a:r>
            <a:r>
              <a:rPr lang="en-US" sz="1500" dirty="0" smtClean="0">
                <a:solidFill>
                  <a:schemeClr val="tx2"/>
                </a:solidFill>
              </a:rPr>
              <a:t>). At </a:t>
            </a:r>
            <a:r>
              <a:rPr lang="en-US" sz="1500" dirty="0">
                <a:solidFill>
                  <a:schemeClr val="tx2"/>
                </a:solidFill>
              </a:rPr>
              <a:t>the end of this step, a score is assigned to each borrower. The lower the risk is, the higher the assigned score will be. T</a:t>
            </a:r>
            <a:r>
              <a:rPr lang="en-US" sz="1500" dirty="0" smtClean="0">
                <a:solidFill>
                  <a:schemeClr val="tx2"/>
                </a:solidFill>
              </a:rPr>
              <a:t>here </a:t>
            </a:r>
            <a:r>
              <a:rPr lang="en-US" sz="1500" dirty="0">
                <a:solidFill>
                  <a:schemeClr val="tx2"/>
                </a:solidFill>
              </a:rPr>
              <a:t>is no </a:t>
            </a:r>
            <a:r>
              <a:rPr lang="en-US" sz="1500" dirty="0" smtClean="0">
                <a:solidFill>
                  <a:schemeClr val="tx2"/>
                </a:solidFill>
              </a:rPr>
              <a:t>PD</a:t>
            </a:r>
            <a:r>
              <a:rPr lang="en-US" sz="1500" dirty="0">
                <a:solidFill>
                  <a:schemeClr val="tx2"/>
                </a:solidFill>
              </a:rPr>
              <a:t> </a:t>
            </a:r>
            <a:r>
              <a:rPr lang="en-US" sz="1500" dirty="0" smtClean="0">
                <a:solidFill>
                  <a:schemeClr val="tx2"/>
                </a:solidFill>
              </a:rPr>
              <a:t>yet.</a:t>
            </a:r>
            <a:endParaRPr lang="en-US" sz="1500" dirty="0">
              <a:solidFill>
                <a:schemeClr val="tx2"/>
              </a:solidFill>
            </a:endParaRPr>
          </a:p>
          <a:p>
            <a:pPr algn="just"/>
            <a:endParaRPr lang="en-US" sz="1400" dirty="0" smtClean="0">
              <a:solidFill>
                <a:schemeClr val="tx2"/>
              </a:solidFill>
            </a:endParaRPr>
          </a:p>
          <a:p>
            <a:pPr marL="342900" indent="-342900" algn="just">
              <a:buAutoNum type="arabicParenR"/>
            </a:pPr>
            <a:endParaRPr lang="en-CA" sz="1400" dirty="0">
              <a:solidFill>
                <a:schemeClr val="tx2"/>
              </a:solidFill>
            </a:endParaRPr>
          </a:p>
        </p:txBody>
      </p:sp>
    </p:spTree>
    <p:extLst>
      <p:ext uri="{BB962C8B-B14F-4D97-AF65-F5344CB8AC3E}">
        <p14:creationId xmlns:p14="http://schemas.microsoft.com/office/powerpoint/2010/main" val="285578822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a:xfrm>
            <a:off x="406202" y="519808"/>
            <a:ext cx="8280401" cy="397483"/>
          </a:xfrm>
        </p:spPr>
        <p:txBody>
          <a:bodyPr/>
          <a:lstStyle/>
          <a:p>
            <a:r>
              <a:rPr lang="en-US" sz="3000" dirty="0" smtClean="0"/>
              <a:t>Modelling Approach</a:t>
            </a:r>
            <a:endParaRPr lang="en-CA" sz="3000" dirty="0"/>
          </a:p>
        </p:txBody>
      </p:sp>
      <p:sp>
        <p:nvSpPr>
          <p:cNvPr id="4" name="Text Placeholder 3"/>
          <p:cNvSpPr>
            <a:spLocks noGrp="1"/>
          </p:cNvSpPr>
          <p:nvPr>
            <p:ph type="body" sz="quarter" idx="15"/>
          </p:nvPr>
        </p:nvSpPr>
        <p:spPr>
          <a:xfrm>
            <a:off x="406202" y="1060063"/>
            <a:ext cx="8280400" cy="3321367"/>
          </a:xfrm>
        </p:spPr>
        <p:txBody>
          <a:bodyPr/>
          <a:lstStyle/>
          <a:p>
            <a:pPr algn="just"/>
            <a:r>
              <a:rPr lang="en-US" sz="1500" b="1" dirty="0" smtClean="0">
                <a:solidFill>
                  <a:schemeClr val="tx2"/>
                </a:solidFill>
              </a:rPr>
              <a:t>2) STEP TWO – </a:t>
            </a:r>
            <a:r>
              <a:rPr lang="en-US" sz="1500" b="1" dirty="0">
                <a:solidFill>
                  <a:schemeClr val="tx2"/>
                </a:solidFill>
              </a:rPr>
              <a:t>PD Calibration</a:t>
            </a:r>
          </a:p>
          <a:p>
            <a:pPr algn="just"/>
            <a:r>
              <a:rPr lang="en-US" sz="1500" dirty="0">
                <a:solidFill>
                  <a:schemeClr val="tx2"/>
                </a:solidFill>
              </a:rPr>
              <a:t>In the previous step, we only rank-ordered the borrowers based on their risk profile. Now, we need to assign PDs which </a:t>
            </a:r>
            <a:r>
              <a:rPr lang="en-US" sz="1500" dirty="0" smtClean="0">
                <a:solidFill>
                  <a:schemeClr val="tx2"/>
                </a:solidFill>
              </a:rPr>
              <a:t>need to align </a:t>
            </a:r>
            <a:r>
              <a:rPr lang="en-US" sz="1500" dirty="0">
                <a:solidFill>
                  <a:schemeClr val="tx2"/>
                </a:solidFill>
              </a:rPr>
              <a:t>with our historical realized default rates. First, we need to </a:t>
            </a:r>
            <a:r>
              <a:rPr lang="en-US" sz="1500" dirty="0" smtClean="0">
                <a:solidFill>
                  <a:schemeClr val="tx2"/>
                </a:solidFill>
              </a:rPr>
              <a:t>determine the </a:t>
            </a:r>
            <a:r>
              <a:rPr lang="en-US" sz="1500" dirty="0">
                <a:solidFill>
                  <a:schemeClr val="tx2"/>
                </a:solidFill>
              </a:rPr>
              <a:t>number of risk ratings. Suppose the rank-ordering tool (i.e., </a:t>
            </a:r>
            <a:r>
              <a:rPr lang="en-US" sz="1500" dirty="0" smtClean="0">
                <a:solidFill>
                  <a:schemeClr val="tx2"/>
                </a:solidFill>
              </a:rPr>
              <a:t>the scorecard</a:t>
            </a:r>
            <a:r>
              <a:rPr lang="en-US" sz="1500" dirty="0">
                <a:solidFill>
                  <a:schemeClr val="tx2"/>
                </a:solidFill>
              </a:rPr>
              <a:t>) developed in Step 1 </a:t>
            </a:r>
            <a:r>
              <a:rPr lang="en-US" sz="1500" dirty="0" smtClean="0">
                <a:solidFill>
                  <a:schemeClr val="tx2"/>
                </a:solidFill>
              </a:rPr>
              <a:t>generates </a:t>
            </a:r>
            <a:r>
              <a:rPr lang="en-US" sz="1500" dirty="0">
                <a:solidFill>
                  <a:schemeClr val="tx2"/>
                </a:solidFill>
              </a:rPr>
              <a:t>scores ranging from 500 to 800. The range of scores doesn’t really matter, it could be 100 to 400. Only order is important. As a standard practice, we start with 7-8 risk rating, RR1 is defined as scores between 500 to 600, RR2 is defined as scores between </a:t>
            </a:r>
            <a:r>
              <a:rPr lang="en-US" sz="1500" dirty="0" smtClean="0">
                <a:solidFill>
                  <a:schemeClr val="tx2"/>
                </a:solidFill>
              </a:rPr>
              <a:t>600 </a:t>
            </a:r>
            <a:r>
              <a:rPr lang="en-US" sz="1500" dirty="0">
                <a:solidFill>
                  <a:schemeClr val="tx2"/>
                </a:solidFill>
              </a:rPr>
              <a:t>to 700, and so on. </a:t>
            </a:r>
            <a:r>
              <a:rPr lang="en-US" sz="1500" dirty="0" smtClean="0">
                <a:solidFill>
                  <a:schemeClr val="tx2"/>
                </a:solidFill>
              </a:rPr>
              <a:t>For low default rate portfolios such as IPRE, we usually have 3-4 quantitative risk ratings and supplemented by a wider rang of qualitative risk ratings.</a:t>
            </a:r>
            <a:endParaRPr lang="en-CA" sz="1500" dirty="0">
              <a:solidFill>
                <a:schemeClr val="tx2"/>
              </a:solidFill>
            </a:endParaRPr>
          </a:p>
        </p:txBody>
      </p:sp>
    </p:spTree>
    <p:extLst>
      <p:ext uri="{BB962C8B-B14F-4D97-AF65-F5344CB8AC3E}">
        <p14:creationId xmlns:p14="http://schemas.microsoft.com/office/powerpoint/2010/main" val="195196827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a:xfrm>
            <a:off x="406202" y="519808"/>
            <a:ext cx="8280401" cy="397483"/>
          </a:xfrm>
        </p:spPr>
        <p:txBody>
          <a:bodyPr/>
          <a:lstStyle/>
          <a:p>
            <a:r>
              <a:rPr lang="en-US" sz="3000" dirty="0" smtClean="0"/>
              <a:t>Modelling Approach</a:t>
            </a:r>
            <a:endParaRPr lang="en-CA" sz="3000" dirty="0"/>
          </a:p>
        </p:txBody>
      </p:sp>
      <p:sp>
        <p:nvSpPr>
          <p:cNvPr id="4" name="Text Placeholder 3"/>
          <p:cNvSpPr>
            <a:spLocks noGrp="1"/>
          </p:cNvSpPr>
          <p:nvPr>
            <p:ph type="body" sz="quarter" idx="15"/>
          </p:nvPr>
        </p:nvSpPr>
        <p:spPr>
          <a:xfrm>
            <a:off x="406203" y="961371"/>
            <a:ext cx="8280400" cy="3758910"/>
          </a:xfrm>
        </p:spPr>
        <p:txBody>
          <a:bodyPr/>
          <a:lstStyle/>
          <a:p>
            <a:pPr algn="just"/>
            <a:r>
              <a:rPr lang="en-US" sz="1500" b="1" dirty="0" smtClean="0">
                <a:solidFill>
                  <a:schemeClr val="tx2"/>
                </a:solidFill>
              </a:rPr>
              <a:t>2) STEP TWO – </a:t>
            </a:r>
            <a:r>
              <a:rPr lang="en-US" sz="1500" b="1" dirty="0">
                <a:solidFill>
                  <a:schemeClr val="tx2"/>
                </a:solidFill>
              </a:rPr>
              <a:t>PD </a:t>
            </a:r>
            <a:r>
              <a:rPr lang="en-US" sz="1500" b="1" dirty="0" smtClean="0">
                <a:solidFill>
                  <a:schemeClr val="tx2"/>
                </a:solidFill>
              </a:rPr>
              <a:t>Calibration – Continued</a:t>
            </a:r>
            <a:endParaRPr lang="en-US" sz="1500" b="1" dirty="0">
              <a:solidFill>
                <a:schemeClr val="tx2"/>
              </a:solidFill>
            </a:endParaRPr>
          </a:p>
          <a:p>
            <a:pPr algn="just"/>
            <a:r>
              <a:rPr lang="en-US" sz="1500" dirty="0" smtClean="0">
                <a:solidFill>
                  <a:schemeClr val="tx2"/>
                </a:solidFill>
              </a:rPr>
              <a:t>We </a:t>
            </a:r>
            <a:r>
              <a:rPr lang="en-US" sz="1500" dirty="0">
                <a:solidFill>
                  <a:schemeClr val="tx2"/>
                </a:solidFill>
              </a:rPr>
              <a:t>have the following criteria </a:t>
            </a:r>
            <a:r>
              <a:rPr lang="en-US" sz="1500" dirty="0" smtClean="0">
                <a:solidFill>
                  <a:schemeClr val="tx2"/>
                </a:solidFill>
              </a:rPr>
              <a:t>in </a:t>
            </a:r>
            <a:r>
              <a:rPr lang="en-US" sz="1500" dirty="0">
                <a:solidFill>
                  <a:schemeClr val="tx2"/>
                </a:solidFill>
              </a:rPr>
              <a:t>defining the risk ratings.</a:t>
            </a:r>
          </a:p>
          <a:p>
            <a:pPr algn="just"/>
            <a:r>
              <a:rPr lang="en-US" sz="1500" b="1" dirty="0">
                <a:solidFill>
                  <a:schemeClr val="tx2"/>
                </a:solidFill>
              </a:rPr>
              <a:t>2.1) </a:t>
            </a:r>
            <a:r>
              <a:rPr lang="en-US" sz="1500" dirty="0">
                <a:solidFill>
                  <a:schemeClr val="tx2"/>
                </a:solidFill>
              </a:rPr>
              <a:t>Distribution of the resulting risk rating </a:t>
            </a:r>
            <a:r>
              <a:rPr lang="en-US" sz="1500" dirty="0" smtClean="0">
                <a:solidFill>
                  <a:schemeClr val="tx2"/>
                </a:solidFill>
              </a:rPr>
              <a:t>should roughly resemble </a:t>
            </a:r>
            <a:r>
              <a:rPr lang="en-US" sz="1500" dirty="0">
                <a:solidFill>
                  <a:schemeClr val="tx2"/>
                </a:solidFill>
              </a:rPr>
              <a:t>a </a:t>
            </a:r>
            <a:r>
              <a:rPr lang="en-US" sz="1500" dirty="0" smtClean="0">
                <a:solidFill>
                  <a:schemeClr val="tx2"/>
                </a:solidFill>
              </a:rPr>
              <a:t>bell-shaped </a:t>
            </a:r>
            <a:r>
              <a:rPr lang="en-US" sz="1500" dirty="0">
                <a:solidFill>
                  <a:schemeClr val="tx2"/>
                </a:solidFill>
              </a:rPr>
              <a:t>normal distribution. Not too many borrowers in extremely low </a:t>
            </a:r>
            <a:r>
              <a:rPr lang="en-US" sz="1500" dirty="0" smtClean="0">
                <a:solidFill>
                  <a:schemeClr val="tx2"/>
                </a:solidFill>
              </a:rPr>
              <a:t>or extremely high </a:t>
            </a:r>
            <a:r>
              <a:rPr lang="en-US" sz="1500" dirty="0">
                <a:solidFill>
                  <a:schemeClr val="tx2"/>
                </a:solidFill>
              </a:rPr>
              <a:t>risk.  </a:t>
            </a:r>
          </a:p>
          <a:p>
            <a:pPr algn="just"/>
            <a:r>
              <a:rPr lang="en-US" sz="1500" b="1" dirty="0">
                <a:solidFill>
                  <a:schemeClr val="tx2"/>
                </a:solidFill>
              </a:rPr>
              <a:t>2.2) </a:t>
            </a:r>
            <a:r>
              <a:rPr lang="en-US" sz="1500" dirty="0">
                <a:solidFill>
                  <a:schemeClr val="tx2"/>
                </a:solidFill>
              </a:rPr>
              <a:t>There are enough defaulted and performing borrowers in each risk rating. If we have too many risk ratings (e.g., 15-20 RRs), then in some risk </a:t>
            </a:r>
            <a:r>
              <a:rPr lang="en-US" sz="1500" dirty="0" smtClean="0">
                <a:solidFill>
                  <a:schemeClr val="tx2"/>
                </a:solidFill>
              </a:rPr>
              <a:t>ratings, </a:t>
            </a:r>
            <a:r>
              <a:rPr lang="en-US" sz="1500" dirty="0">
                <a:solidFill>
                  <a:schemeClr val="tx2"/>
                </a:solidFill>
              </a:rPr>
              <a:t>there will be just a few borrowers, and some of them </a:t>
            </a:r>
            <a:r>
              <a:rPr lang="en-US" sz="1500" dirty="0" smtClean="0">
                <a:solidFill>
                  <a:schemeClr val="tx2"/>
                </a:solidFill>
              </a:rPr>
              <a:t>will contain </a:t>
            </a:r>
            <a:r>
              <a:rPr lang="en-US" sz="1500" dirty="0">
                <a:solidFill>
                  <a:schemeClr val="tx2"/>
                </a:solidFill>
              </a:rPr>
              <a:t>no </a:t>
            </a:r>
            <a:r>
              <a:rPr lang="en-US" sz="1500" dirty="0" smtClean="0">
                <a:solidFill>
                  <a:schemeClr val="tx2"/>
                </a:solidFill>
              </a:rPr>
              <a:t>defaulted borrowers. </a:t>
            </a:r>
            <a:r>
              <a:rPr lang="en-US" sz="1500" dirty="0">
                <a:solidFill>
                  <a:schemeClr val="tx2"/>
                </a:solidFill>
              </a:rPr>
              <a:t>Creating risk ratings with a zero default rate is NOT intuitive, probability of default is never zero. </a:t>
            </a:r>
            <a:endParaRPr lang="en-US" sz="1500" dirty="0" smtClean="0">
              <a:solidFill>
                <a:schemeClr val="tx2"/>
              </a:solidFill>
            </a:endParaRPr>
          </a:p>
          <a:p>
            <a:pPr algn="just"/>
            <a:endParaRPr lang="en-US" sz="1500" dirty="0">
              <a:solidFill>
                <a:schemeClr val="tx2"/>
              </a:solidFill>
            </a:endParaRPr>
          </a:p>
          <a:p>
            <a:pPr algn="just"/>
            <a:r>
              <a:rPr lang="en-US" sz="1500" dirty="0">
                <a:solidFill>
                  <a:schemeClr val="tx2"/>
                </a:solidFill>
              </a:rPr>
              <a:t>PD is then calibrated for each risk rating individually to ensure that default rate observed for each risk rating aligns with the historical Long-Run PD* (LRPD) for the underlying portfolio. Finally, each calibrated PD will be mapped to CWB Master Scale to determine BRR as per CWB rating system.</a:t>
            </a:r>
          </a:p>
          <a:p>
            <a:pPr algn="just"/>
            <a:endParaRPr lang="en-US" sz="1500" dirty="0" smtClean="0">
              <a:solidFill>
                <a:schemeClr val="tx2"/>
              </a:solidFill>
            </a:endParaRPr>
          </a:p>
          <a:p>
            <a:pPr algn="just"/>
            <a:r>
              <a:rPr lang="en-US" sz="1200" dirty="0" smtClean="0">
                <a:solidFill>
                  <a:schemeClr val="tx2"/>
                </a:solidFill>
              </a:rPr>
              <a:t>*In a nutshell, historical LRPD is the historical average default rate adjusted for the historical default rates volatility. The more volatile the historical default rates are, the higher the historical LRPD is. </a:t>
            </a:r>
          </a:p>
          <a:p>
            <a:pPr algn="just"/>
            <a:endParaRPr lang="en-US" sz="1500" dirty="0" smtClean="0"/>
          </a:p>
          <a:p>
            <a:pPr marL="342900" indent="-342900" algn="just">
              <a:buAutoNum type="arabicParenR"/>
            </a:pPr>
            <a:endParaRPr lang="en-CA" sz="1500" dirty="0"/>
          </a:p>
        </p:txBody>
      </p:sp>
    </p:spTree>
    <p:extLst>
      <p:ext uri="{BB962C8B-B14F-4D97-AF65-F5344CB8AC3E}">
        <p14:creationId xmlns:p14="http://schemas.microsoft.com/office/powerpoint/2010/main" val="227887972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a:xfrm>
            <a:off x="406202" y="333196"/>
            <a:ext cx="8280401" cy="397483"/>
          </a:xfrm>
        </p:spPr>
        <p:txBody>
          <a:bodyPr/>
          <a:lstStyle/>
          <a:p>
            <a:r>
              <a:rPr lang="en-US" sz="3000" dirty="0" smtClean="0"/>
              <a:t>Measures of Model Performance</a:t>
            </a:r>
            <a:endParaRPr lang="en-CA" sz="3000" dirty="0"/>
          </a:p>
        </p:txBody>
      </p:sp>
      <p:sp>
        <p:nvSpPr>
          <p:cNvPr id="4" name="Text Placeholder 3"/>
          <p:cNvSpPr>
            <a:spLocks noGrp="1"/>
          </p:cNvSpPr>
          <p:nvPr>
            <p:ph type="body" sz="quarter" idx="15"/>
          </p:nvPr>
        </p:nvSpPr>
        <p:spPr>
          <a:xfrm>
            <a:off x="406203" y="833316"/>
            <a:ext cx="8280400" cy="3897305"/>
          </a:xfrm>
        </p:spPr>
        <p:txBody>
          <a:bodyPr/>
          <a:lstStyle/>
          <a:p>
            <a:pPr algn="just"/>
            <a:r>
              <a:rPr lang="en-US" sz="1400" dirty="0" smtClean="0">
                <a:solidFill>
                  <a:schemeClr val="tx2"/>
                </a:solidFill>
              </a:rPr>
              <a:t>Model performance is measured during:</a:t>
            </a:r>
          </a:p>
          <a:p>
            <a:pPr marL="342900" indent="-342900" algn="just">
              <a:buFont typeface="Arial" panose="020B0604020202020204" pitchFamily="34" charset="0"/>
              <a:buChar char="•"/>
            </a:pPr>
            <a:r>
              <a:rPr lang="en-US" sz="1400" dirty="0" smtClean="0">
                <a:solidFill>
                  <a:schemeClr val="tx2"/>
                </a:solidFill>
              </a:rPr>
              <a:t>Development – Performed by the </a:t>
            </a:r>
            <a:r>
              <a:rPr lang="en-US" sz="1400" b="1" dirty="0" smtClean="0">
                <a:solidFill>
                  <a:schemeClr val="tx2"/>
                </a:solidFill>
              </a:rPr>
              <a:t>Model Development team</a:t>
            </a:r>
          </a:p>
          <a:p>
            <a:pPr marL="342900" indent="-342900" algn="just">
              <a:buFont typeface="Arial" panose="020B0604020202020204" pitchFamily="34" charset="0"/>
              <a:buChar char="•"/>
            </a:pPr>
            <a:r>
              <a:rPr lang="en-US" sz="1400" dirty="0">
                <a:solidFill>
                  <a:schemeClr val="tx2"/>
                </a:solidFill>
              </a:rPr>
              <a:t>Validation – Performed by the </a:t>
            </a:r>
            <a:r>
              <a:rPr lang="en-US" sz="1400" b="1" dirty="0">
                <a:solidFill>
                  <a:schemeClr val="tx2"/>
                </a:solidFill>
              </a:rPr>
              <a:t>Model </a:t>
            </a:r>
            <a:r>
              <a:rPr lang="en-US" sz="1400" b="1" dirty="0" smtClean="0">
                <a:solidFill>
                  <a:schemeClr val="tx2"/>
                </a:solidFill>
              </a:rPr>
              <a:t>Vetting team</a:t>
            </a:r>
          </a:p>
          <a:p>
            <a:pPr marL="342900" indent="-342900" algn="just">
              <a:buFont typeface="Arial" panose="020B0604020202020204" pitchFamily="34" charset="0"/>
              <a:buChar char="•"/>
            </a:pPr>
            <a:r>
              <a:rPr lang="en-US" sz="1400" dirty="0" err="1" smtClean="0">
                <a:solidFill>
                  <a:schemeClr val="tx2"/>
                </a:solidFill>
              </a:rPr>
              <a:t>Backtesting</a:t>
            </a:r>
            <a:r>
              <a:rPr lang="en-US" sz="1400" dirty="0">
                <a:solidFill>
                  <a:schemeClr val="tx2"/>
                </a:solidFill>
              </a:rPr>
              <a:t> – Performed by the </a:t>
            </a:r>
            <a:r>
              <a:rPr lang="en-US" sz="1400" b="1" dirty="0">
                <a:solidFill>
                  <a:schemeClr val="tx2"/>
                </a:solidFill>
              </a:rPr>
              <a:t>Model Vetting </a:t>
            </a:r>
            <a:r>
              <a:rPr lang="en-US" sz="1400" b="1" dirty="0" smtClean="0">
                <a:solidFill>
                  <a:schemeClr val="tx2"/>
                </a:solidFill>
              </a:rPr>
              <a:t>team</a:t>
            </a:r>
          </a:p>
          <a:p>
            <a:pPr marL="342900" indent="-342900" algn="just">
              <a:buFont typeface="Arial" panose="020B0604020202020204" pitchFamily="34" charset="0"/>
              <a:buChar char="•"/>
            </a:pPr>
            <a:r>
              <a:rPr lang="en-US" sz="1400" dirty="0" smtClean="0">
                <a:solidFill>
                  <a:schemeClr val="tx2"/>
                </a:solidFill>
              </a:rPr>
              <a:t>Quarterly/Annual Model Performance </a:t>
            </a:r>
            <a:r>
              <a:rPr lang="en-US" sz="1400" dirty="0">
                <a:solidFill>
                  <a:schemeClr val="tx2"/>
                </a:solidFill>
              </a:rPr>
              <a:t>Monitoring – Performed by the </a:t>
            </a:r>
            <a:r>
              <a:rPr lang="en-US" sz="1400" b="1" dirty="0" smtClean="0">
                <a:solidFill>
                  <a:schemeClr val="tx2"/>
                </a:solidFill>
              </a:rPr>
              <a:t>Risk IT, Model Vetting, and Model Development teams together</a:t>
            </a:r>
            <a:endParaRPr lang="en-US" sz="1400" b="1" dirty="0">
              <a:solidFill>
                <a:schemeClr val="tx2"/>
              </a:solidFill>
            </a:endParaRPr>
          </a:p>
          <a:p>
            <a:pPr algn="just"/>
            <a:endParaRPr lang="en-US" sz="1400" dirty="0" smtClean="0">
              <a:solidFill>
                <a:schemeClr val="tx2"/>
              </a:solidFill>
            </a:endParaRPr>
          </a:p>
          <a:p>
            <a:pPr algn="just"/>
            <a:r>
              <a:rPr lang="en-US" sz="1400" dirty="0" smtClean="0">
                <a:solidFill>
                  <a:schemeClr val="tx2"/>
                </a:solidFill>
              </a:rPr>
              <a:t>Utilizing historical data, each team independently examines the model outputs to ensure the developed models provide a reliable </a:t>
            </a:r>
            <a:r>
              <a:rPr lang="en-US" sz="1400" u="sng" dirty="0" smtClean="0">
                <a:solidFill>
                  <a:schemeClr val="tx2"/>
                </a:solidFill>
              </a:rPr>
              <a:t>Rank-Ordering tool</a:t>
            </a:r>
            <a:r>
              <a:rPr lang="en-US" sz="1400" dirty="0" smtClean="0">
                <a:solidFill>
                  <a:schemeClr val="tx2"/>
                </a:solidFill>
              </a:rPr>
              <a:t> AND </a:t>
            </a:r>
            <a:r>
              <a:rPr lang="en-US" sz="1400" u="sng" dirty="0" smtClean="0">
                <a:solidFill>
                  <a:schemeClr val="tx2"/>
                </a:solidFill>
              </a:rPr>
              <a:t>Model PDs</a:t>
            </a:r>
            <a:r>
              <a:rPr lang="en-US" sz="1400" dirty="0" smtClean="0">
                <a:solidFill>
                  <a:schemeClr val="tx2"/>
                </a:solidFill>
              </a:rPr>
              <a:t> align with the realized default rates.</a:t>
            </a:r>
          </a:p>
          <a:p>
            <a:pPr algn="just"/>
            <a:endParaRPr lang="en-US" sz="1400" dirty="0" smtClean="0">
              <a:solidFill>
                <a:schemeClr val="tx2"/>
              </a:solidFill>
            </a:endParaRPr>
          </a:p>
          <a:p>
            <a:pPr algn="just"/>
            <a:r>
              <a:rPr lang="en-US" sz="1400" b="1" dirty="0" smtClean="0">
                <a:solidFill>
                  <a:schemeClr val="tx2"/>
                </a:solidFill>
              </a:rPr>
              <a:t>1)  Rank-Ordering Performance Measures:</a:t>
            </a:r>
          </a:p>
          <a:p>
            <a:pPr marL="285750" indent="-285750" algn="just">
              <a:buFont typeface="Wingdings" panose="05000000000000000000" pitchFamily="2" charset="2"/>
              <a:buChar char="Ø"/>
            </a:pPr>
            <a:r>
              <a:rPr lang="en-US" sz="1400" dirty="0">
                <a:solidFill>
                  <a:schemeClr val="tx2"/>
                </a:solidFill>
              </a:rPr>
              <a:t>O</a:t>
            </a:r>
            <a:r>
              <a:rPr lang="en-US" sz="1400" dirty="0" smtClean="0">
                <a:solidFill>
                  <a:schemeClr val="tx2"/>
                </a:solidFill>
              </a:rPr>
              <a:t>n average, model should predict the level of risk with a 70% to 85% precision. </a:t>
            </a:r>
          </a:p>
          <a:p>
            <a:pPr marL="285750" indent="-285750" algn="just">
              <a:buFont typeface="Wingdings" panose="05000000000000000000" pitchFamily="2" charset="2"/>
              <a:buChar char="Ø"/>
            </a:pPr>
            <a:r>
              <a:rPr lang="en-US" sz="1400" dirty="0" smtClean="0">
                <a:solidFill>
                  <a:schemeClr val="tx2"/>
                </a:solidFill>
              </a:rPr>
              <a:t>Distribution of the risk drivers should remain relatively stable for the model to be still relevant.</a:t>
            </a:r>
          </a:p>
          <a:p>
            <a:pPr algn="just"/>
            <a:r>
              <a:rPr lang="en-US" sz="1400" b="1" dirty="0" smtClean="0">
                <a:solidFill>
                  <a:schemeClr val="tx2"/>
                </a:solidFill>
              </a:rPr>
              <a:t>2)  Model PDs Performance Measure:</a:t>
            </a:r>
          </a:p>
          <a:p>
            <a:pPr algn="just"/>
            <a:r>
              <a:rPr lang="en-US" sz="1400" dirty="0" smtClean="0">
                <a:solidFill>
                  <a:schemeClr val="tx2"/>
                </a:solidFill>
              </a:rPr>
              <a:t>At the risk rating level, model PDs should provide an acceptable approximation of the realized default rates</a:t>
            </a:r>
            <a:endParaRPr lang="en-US" sz="1400" dirty="0">
              <a:solidFill>
                <a:schemeClr val="tx2"/>
              </a:solidFill>
            </a:endParaRPr>
          </a:p>
        </p:txBody>
      </p:sp>
    </p:spTree>
    <p:extLst>
      <p:ext uri="{BB962C8B-B14F-4D97-AF65-F5344CB8AC3E}">
        <p14:creationId xmlns:p14="http://schemas.microsoft.com/office/powerpoint/2010/main" val="263795965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a:xfrm>
            <a:off x="406202" y="339502"/>
            <a:ext cx="8280401" cy="397483"/>
          </a:xfrm>
        </p:spPr>
        <p:txBody>
          <a:bodyPr/>
          <a:lstStyle/>
          <a:p>
            <a:r>
              <a:rPr lang="en-US" sz="2800" dirty="0" smtClean="0"/>
              <a:t>SBE2 </a:t>
            </a:r>
            <a:r>
              <a:rPr lang="en-US" sz="2800" dirty="0"/>
              <a:t>Historical Default Rates</a:t>
            </a:r>
            <a:endParaRPr lang="en-CA" sz="2800" dirty="0"/>
          </a:p>
        </p:txBody>
      </p:sp>
      <p:graphicFrame>
        <p:nvGraphicFramePr>
          <p:cNvPr id="6" name="Table 5"/>
          <p:cNvGraphicFramePr>
            <a:graphicFrameLocks noGrp="1"/>
          </p:cNvGraphicFramePr>
          <p:nvPr>
            <p:extLst>
              <p:ext uri="{D42A27DB-BD31-4B8C-83A1-F6EECF244321}">
                <p14:modId xmlns:p14="http://schemas.microsoft.com/office/powerpoint/2010/main" val="583868290"/>
              </p:ext>
            </p:extLst>
          </p:nvPr>
        </p:nvGraphicFramePr>
        <p:xfrm>
          <a:off x="354567" y="1347614"/>
          <a:ext cx="2561249" cy="3424310"/>
        </p:xfrm>
        <a:graphic>
          <a:graphicData uri="http://schemas.openxmlformats.org/drawingml/2006/table">
            <a:tbl>
              <a:tblPr firstRow="1" bandRow="1">
                <a:tableStyleId>{68D230F3-CF80-4859-8CE7-A43EE81993B5}</a:tableStyleId>
              </a:tblPr>
              <a:tblGrid>
                <a:gridCol w="1132455">
                  <a:extLst>
                    <a:ext uri="{9D8B030D-6E8A-4147-A177-3AD203B41FA5}">
                      <a16:colId xmlns:a16="http://schemas.microsoft.com/office/drawing/2014/main" val="20000"/>
                    </a:ext>
                  </a:extLst>
                </a:gridCol>
                <a:gridCol w="1428794">
                  <a:extLst>
                    <a:ext uri="{9D8B030D-6E8A-4147-A177-3AD203B41FA5}">
                      <a16:colId xmlns:a16="http://schemas.microsoft.com/office/drawing/2014/main" val="20001"/>
                    </a:ext>
                  </a:extLst>
                </a:gridCol>
              </a:tblGrid>
              <a:tr h="182936">
                <a:tc>
                  <a:txBody>
                    <a:bodyPr/>
                    <a:lstStyle/>
                    <a:p>
                      <a:pPr marL="0" marR="0" algn="ctr">
                        <a:lnSpc>
                          <a:spcPct val="115000"/>
                        </a:lnSpc>
                        <a:spcBef>
                          <a:spcPts val="0"/>
                        </a:spcBef>
                        <a:spcAft>
                          <a:spcPts val="0"/>
                        </a:spcAft>
                      </a:pPr>
                      <a:r>
                        <a:rPr lang="en-CA" sz="1000" dirty="0">
                          <a:solidFill>
                            <a:schemeClr val="bg1"/>
                          </a:solidFill>
                          <a:effectLst/>
                          <a:latin typeface="+mn-lt"/>
                        </a:rPr>
                        <a:t>Year</a:t>
                      </a:r>
                      <a:endParaRPr lang="en-CA" sz="1000" dirty="0">
                        <a:solidFill>
                          <a:schemeClr val="bg1"/>
                        </a:solidFill>
                        <a:effectLst/>
                        <a:latin typeface="+mn-lt"/>
                        <a:ea typeface="Times New Roman"/>
                        <a:cs typeface="Times New Roman"/>
                      </a:endParaRPr>
                    </a:p>
                  </a:txBody>
                  <a:tcPr marL="34892" marR="34892" marT="13085" marB="13085" anchor="ctr">
                    <a:lnL>
                      <a:noFill/>
                    </a:lnL>
                    <a:lnR>
                      <a:noFill/>
                    </a:lnR>
                    <a:lnT w="12700" cap="flat" cmpd="sng" algn="ctr">
                      <a:no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algn="ctr">
                        <a:lnSpc>
                          <a:spcPct val="115000"/>
                        </a:lnSpc>
                        <a:spcBef>
                          <a:spcPts val="0"/>
                        </a:spcBef>
                        <a:spcAft>
                          <a:spcPts val="0"/>
                        </a:spcAft>
                      </a:pPr>
                      <a:r>
                        <a:rPr lang="en-CA" sz="1000" dirty="0">
                          <a:solidFill>
                            <a:schemeClr val="bg1"/>
                          </a:solidFill>
                          <a:effectLst/>
                          <a:latin typeface="+mn-lt"/>
                        </a:rPr>
                        <a:t>Default Rate</a:t>
                      </a:r>
                      <a:endParaRPr lang="en-CA" sz="1000" dirty="0">
                        <a:solidFill>
                          <a:schemeClr val="bg1"/>
                        </a:solidFill>
                        <a:effectLst/>
                        <a:latin typeface="+mn-lt"/>
                        <a:ea typeface="Times New Roman"/>
                        <a:cs typeface="Times New Roman"/>
                      </a:endParaRPr>
                    </a:p>
                  </a:txBody>
                  <a:tcPr marL="34892" marR="34892" marT="13085" marB="13085" anchor="ctr">
                    <a:lnL>
                      <a:noFill/>
                    </a:lnL>
                    <a:lnR>
                      <a:noFill/>
                    </a:lnR>
                    <a:lnT w="12700" cap="flat" cmpd="sng" algn="ctr">
                      <a:no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0000"/>
                  </a:ext>
                </a:extLst>
              </a:tr>
              <a:tr h="182936">
                <a:tc>
                  <a:txBody>
                    <a:bodyPr/>
                    <a:lstStyle/>
                    <a:p>
                      <a:pPr marL="0" marR="0" algn="ctr">
                        <a:lnSpc>
                          <a:spcPct val="115000"/>
                        </a:lnSpc>
                        <a:spcBef>
                          <a:spcPts val="0"/>
                        </a:spcBef>
                        <a:spcAft>
                          <a:spcPts val="0"/>
                        </a:spcAft>
                      </a:pPr>
                      <a:r>
                        <a:rPr lang="en-US" sz="1000" dirty="0">
                          <a:solidFill>
                            <a:schemeClr val="tx1">
                              <a:lumMod val="75000"/>
                            </a:schemeClr>
                          </a:solidFill>
                          <a:effectLst/>
                          <a:latin typeface="+mn-lt"/>
                          <a:ea typeface="Times New Roman"/>
                          <a:cs typeface="Times New Roman"/>
                        </a:rPr>
                        <a:t>2004</a:t>
                      </a:r>
                      <a:endParaRPr lang="en-CA" sz="1000" dirty="0">
                        <a:solidFill>
                          <a:schemeClr val="tx1">
                            <a:lumMod val="75000"/>
                          </a:schemeClr>
                        </a:solidFill>
                        <a:effectLst/>
                        <a:latin typeface="+mn-lt"/>
                        <a:ea typeface="Times New Roman"/>
                        <a:cs typeface="Times New Roman"/>
                      </a:endParaRPr>
                    </a:p>
                  </a:txBody>
                  <a:tcPr marL="34892" marR="34892" marT="13085" marB="13085" anchor="ctr">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algn="ctr" fontAlgn="ctr"/>
                      <a:r>
                        <a:rPr lang="en-CA" sz="1000" b="0" i="0" u="none" strike="noStrike" dirty="0">
                          <a:solidFill>
                            <a:srgbClr val="000000"/>
                          </a:solidFill>
                          <a:effectLst/>
                          <a:latin typeface="+mn-lt"/>
                        </a:rPr>
                        <a:t>3.72%</a:t>
                      </a:r>
                    </a:p>
                  </a:txBody>
                  <a:tcPr marL="9525" marR="9525" marT="9525"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1"/>
                  </a:ext>
                </a:extLst>
              </a:tr>
              <a:tr h="182936">
                <a:tc>
                  <a:txBody>
                    <a:bodyPr/>
                    <a:lstStyle/>
                    <a:p>
                      <a:pPr marL="0" marR="0" lvl="0" indent="0" algn="ctr" defTabSz="914400" rtl="0" eaLnBrk="1" fontAlgn="auto" latinLnBrk="0" hangingPunct="1">
                        <a:lnSpc>
                          <a:spcPct val="115000"/>
                        </a:lnSpc>
                        <a:spcBef>
                          <a:spcPts val="0"/>
                        </a:spcBef>
                        <a:spcAft>
                          <a:spcPts val="0"/>
                        </a:spcAft>
                        <a:buClrTx/>
                        <a:buSzTx/>
                        <a:buFontTx/>
                        <a:buNone/>
                        <a:tabLst/>
                        <a:defRPr/>
                      </a:pPr>
                      <a:r>
                        <a:rPr lang="en-US" sz="1000" dirty="0">
                          <a:solidFill>
                            <a:schemeClr val="tx1">
                              <a:lumMod val="75000"/>
                            </a:schemeClr>
                          </a:solidFill>
                          <a:effectLst/>
                          <a:latin typeface="+mn-lt"/>
                          <a:ea typeface="Times New Roman"/>
                          <a:cs typeface="Times New Roman"/>
                        </a:rPr>
                        <a:t>2005</a:t>
                      </a:r>
                    </a:p>
                  </a:txBody>
                  <a:tcPr marL="34892" marR="34892" marT="13085" marB="13085" anchor="ctr">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algn="ctr" fontAlgn="ctr"/>
                      <a:r>
                        <a:rPr lang="en-CA" sz="1000" b="0" i="0" u="none" strike="noStrike" dirty="0">
                          <a:solidFill>
                            <a:srgbClr val="000000"/>
                          </a:solidFill>
                          <a:effectLst/>
                          <a:latin typeface="+mn-lt"/>
                        </a:rPr>
                        <a:t>3.07%</a:t>
                      </a:r>
                    </a:p>
                  </a:txBody>
                  <a:tcPr marL="9525" marR="9525" marT="9525"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82936">
                <a:tc>
                  <a:txBody>
                    <a:bodyPr/>
                    <a:lstStyle/>
                    <a:p>
                      <a:pPr marL="0" marR="0" lvl="0" indent="0" algn="ctr" defTabSz="914400" rtl="0" eaLnBrk="1" fontAlgn="auto" latinLnBrk="0" hangingPunct="1">
                        <a:lnSpc>
                          <a:spcPct val="115000"/>
                        </a:lnSpc>
                        <a:spcBef>
                          <a:spcPts val="0"/>
                        </a:spcBef>
                        <a:spcAft>
                          <a:spcPts val="0"/>
                        </a:spcAft>
                        <a:buClrTx/>
                        <a:buSzTx/>
                        <a:buFontTx/>
                        <a:buNone/>
                        <a:tabLst/>
                        <a:defRPr/>
                      </a:pPr>
                      <a:r>
                        <a:rPr lang="en-US" sz="1000" dirty="0">
                          <a:solidFill>
                            <a:schemeClr val="tx1">
                              <a:lumMod val="75000"/>
                            </a:schemeClr>
                          </a:solidFill>
                          <a:effectLst/>
                          <a:latin typeface="+mn-lt"/>
                          <a:ea typeface="Times New Roman"/>
                          <a:cs typeface="Times New Roman"/>
                        </a:rPr>
                        <a:t>2006</a:t>
                      </a:r>
                    </a:p>
                  </a:txBody>
                  <a:tcPr marL="34892" marR="34892" marT="13085" marB="13085" anchor="ctr">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algn="ctr" fontAlgn="ctr"/>
                      <a:r>
                        <a:rPr lang="en-CA" sz="1000" b="0" i="0" u="none" strike="noStrike" dirty="0">
                          <a:solidFill>
                            <a:srgbClr val="000000"/>
                          </a:solidFill>
                          <a:effectLst/>
                          <a:latin typeface="+mn-lt"/>
                        </a:rPr>
                        <a:t>2.41%</a:t>
                      </a:r>
                    </a:p>
                  </a:txBody>
                  <a:tcPr marL="9525" marR="9525" marT="9525"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587503263"/>
                  </a:ext>
                </a:extLst>
              </a:tr>
              <a:tr h="182936">
                <a:tc>
                  <a:txBody>
                    <a:bodyPr/>
                    <a:lstStyle/>
                    <a:p>
                      <a:pPr marL="0" marR="0" algn="ctr">
                        <a:lnSpc>
                          <a:spcPct val="115000"/>
                        </a:lnSpc>
                        <a:spcBef>
                          <a:spcPts val="0"/>
                        </a:spcBef>
                        <a:spcAft>
                          <a:spcPts val="0"/>
                        </a:spcAft>
                      </a:pPr>
                      <a:r>
                        <a:rPr lang="en-US" sz="1000" dirty="0">
                          <a:solidFill>
                            <a:schemeClr val="tx1">
                              <a:lumMod val="75000"/>
                            </a:schemeClr>
                          </a:solidFill>
                          <a:effectLst/>
                          <a:latin typeface="+mn-lt"/>
                          <a:ea typeface="Times New Roman"/>
                          <a:cs typeface="Times New Roman"/>
                        </a:rPr>
                        <a:t>2007</a:t>
                      </a:r>
                      <a:endParaRPr lang="en-CA" sz="1000" dirty="0">
                        <a:solidFill>
                          <a:schemeClr val="tx1">
                            <a:lumMod val="75000"/>
                          </a:schemeClr>
                        </a:solidFill>
                        <a:effectLst/>
                        <a:latin typeface="+mn-lt"/>
                        <a:ea typeface="Times New Roman"/>
                        <a:cs typeface="Times New Roman"/>
                      </a:endParaRPr>
                    </a:p>
                  </a:txBody>
                  <a:tcPr marL="34892" marR="34892" marT="13085" marB="13085" anchor="ctr">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algn="ctr" fontAlgn="ctr"/>
                      <a:r>
                        <a:rPr lang="en-CA" sz="1000" b="0" i="0" u="none" strike="noStrike">
                          <a:solidFill>
                            <a:srgbClr val="000000"/>
                          </a:solidFill>
                          <a:effectLst/>
                          <a:latin typeface="+mn-lt"/>
                        </a:rPr>
                        <a:t>2.62%</a:t>
                      </a:r>
                    </a:p>
                  </a:txBody>
                  <a:tcPr marL="9525" marR="9525" marT="9525"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3173861177"/>
                  </a:ext>
                </a:extLst>
              </a:tr>
              <a:tr h="182936">
                <a:tc>
                  <a:txBody>
                    <a:bodyPr/>
                    <a:lstStyle/>
                    <a:p>
                      <a:pPr marL="0" marR="0" algn="ctr">
                        <a:lnSpc>
                          <a:spcPct val="115000"/>
                        </a:lnSpc>
                        <a:spcBef>
                          <a:spcPts val="0"/>
                        </a:spcBef>
                        <a:spcAft>
                          <a:spcPts val="0"/>
                        </a:spcAft>
                      </a:pPr>
                      <a:r>
                        <a:rPr lang="en-US" sz="1000" dirty="0">
                          <a:solidFill>
                            <a:schemeClr val="tx1">
                              <a:lumMod val="75000"/>
                            </a:schemeClr>
                          </a:solidFill>
                          <a:effectLst/>
                          <a:latin typeface="+mn-lt"/>
                          <a:ea typeface="Times New Roman"/>
                          <a:cs typeface="Times New Roman"/>
                        </a:rPr>
                        <a:t>2008</a:t>
                      </a:r>
                      <a:endParaRPr lang="en-CA" sz="1000" dirty="0">
                        <a:solidFill>
                          <a:schemeClr val="tx1">
                            <a:lumMod val="75000"/>
                          </a:schemeClr>
                        </a:solidFill>
                        <a:effectLst/>
                        <a:latin typeface="+mn-lt"/>
                        <a:ea typeface="Times New Roman"/>
                        <a:cs typeface="Times New Roman"/>
                      </a:endParaRPr>
                    </a:p>
                  </a:txBody>
                  <a:tcPr marL="34892" marR="34892" marT="13085" marB="13085" anchor="ctr">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algn="ctr" fontAlgn="ctr"/>
                      <a:r>
                        <a:rPr lang="en-CA" sz="1000" b="0" i="0" u="none" strike="noStrike" dirty="0">
                          <a:solidFill>
                            <a:srgbClr val="000000"/>
                          </a:solidFill>
                          <a:effectLst/>
                          <a:latin typeface="+mn-lt"/>
                        </a:rPr>
                        <a:t>3.26%</a:t>
                      </a:r>
                    </a:p>
                  </a:txBody>
                  <a:tcPr marL="9525" marR="9525" marT="9525"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2086964477"/>
                  </a:ext>
                </a:extLst>
              </a:tr>
              <a:tr h="182936">
                <a:tc>
                  <a:txBody>
                    <a:bodyPr/>
                    <a:lstStyle/>
                    <a:p>
                      <a:pPr marL="0" marR="0" algn="ctr">
                        <a:lnSpc>
                          <a:spcPct val="115000"/>
                        </a:lnSpc>
                        <a:spcBef>
                          <a:spcPts val="0"/>
                        </a:spcBef>
                        <a:spcAft>
                          <a:spcPts val="0"/>
                        </a:spcAft>
                      </a:pPr>
                      <a:r>
                        <a:rPr lang="en-US" sz="1000" dirty="0">
                          <a:solidFill>
                            <a:schemeClr val="tx1">
                              <a:lumMod val="75000"/>
                            </a:schemeClr>
                          </a:solidFill>
                          <a:effectLst/>
                          <a:latin typeface="+mn-lt"/>
                          <a:ea typeface="Times New Roman"/>
                          <a:cs typeface="Times New Roman"/>
                        </a:rPr>
                        <a:t>2009</a:t>
                      </a:r>
                      <a:endParaRPr lang="en-CA" sz="1000" dirty="0">
                        <a:solidFill>
                          <a:schemeClr val="tx1">
                            <a:lumMod val="75000"/>
                          </a:schemeClr>
                        </a:solidFill>
                        <a:effectLst/>
                        <a:latin typeface="+mn-lt"/>
                        <a:ea typeface="Times New Roman"/>
                        <a:cs typeface="Times New Roman"/>
                      </a:endParaRPr>
                    </a:p>
                  </a:txBody>
                  <a:tcPr marL="34892" marR="34892" marT="13085" marB="13085" anchor="ctr">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algn="ctr" fontAlgn="ctr"/>
                      <a:r>
                        <a:rPr lang="en-CA" sz="1000" b="0" i="0" u="none" strike="noStrike">
                          <a:solidFill>
                            <a:srgbClr val="000000"/>
                          </a:solidFill>
                          <a:effectLst/>
                          <a:latin typeface="+mn-lt"/>
                        </a:rPr>
                        <a:t>3.35%</a:t>
                      </a:r>
                    </a:p>
                  </a:txBody>
                  <a:tcPr marL="9525" marR="9525" marT="9525"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4174118731"/>
                  </a:ext>
                </a:extLst>
              </a:tr>
              <a:tr h="182936">
                <a:tc>
                  <a:txBody>
                    <a:bodyPr/>
                    <a:lstStyle/>
                    <a:p>
                      <a:pPr marL="0" marR="0" algn="ctr">
                        <a:lnSpc>
                          <a:spcPct val="115000"/>
                        </a:lnSpc>
                        <a:spcBef>
                          <a:spcPts val="0"/>
                        </a:spcBef>
                        <a:spcAft>
                          <a:spcPts val="0"/>
                        </a:spcAft>
                      </a:pPr>
                      <a:r>
                        <a:rPr lang="en-US" sz="1000" dirty="0">
                          <a:solidFill>
                            <a:schemeClr val="tx1">
                              <a:lumMod val="75000"/>
                            </a:schemeClr>
                          </a:solidFill>
                          <a:effectLst/>
                          <a:latin typeface="+mn-lt"/>
                          <a:ea typeface="Times New Roman"/>
                          <a:cs typeface="Times New Roman"/>
                        </a:rPr>
                        <a:t>2010</a:t>
                      </a:r>
                      <a:endParaRPr lang="en-CA" sz="1000" dirty="0">
                        <a:solidFill>
                          <a:schemeClr val="tx1">
                            <a:lumMod val="75000"/>
                          </a:schemeClr>
                        </a:solidFill>
                        <a:effectLst/>
                        <a:latin typeface="+mn-lt"/>
                        <a:ea typeface="Times New Roman"/>
                        <a:cs typeface="Times New Roman"/>
                      </a:endParaRPr>
                    </a:p>
                  </a:txBody>
                  <a:tcPr marL="34892" marR="34892" marT="13085" marB="13085" anchor="ctr">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algn="ctr" fontAlgn="ctr"/>
                      <a:r>
                        <a:rPr lang="en-CA" sz="1000" b="0" i="0" u="none" strike="noStrike" dirty="0">
                          <a:solidFill>
                            <a:srgbClr val="000000"/>
                          </a:solidFill>
                          <a:effectLst/>
                          <a:latin typeface="+mn-lt"/>
                        </a:rPr>
                        <a:t>3.21%</a:t>
                      </a:r>
                    </a:p>
                  </a:txBody>
                  <a:tcPr marL="9525" marR="9525" marT="9525"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459586693"/>
                  </a:ext>
                </a:extLst>
              </a:tr>
              <a:tr h="182936">
                <a:tc>
                  <a:txBody>
                    <a:bodyPr/>
                    <a:lstStyle/>
                    <a:p>
                      <a:pPr marL="0" marR="0" algn="ctr">
                        <a:lnSpc>
                          <a:spcPct val="115000"/>
                        </a:lnSpc>
                        <a:spcBef>
                          <a:spcPts val="0"/>
                        </a:spcBef>
                        <a:spcAft>
                          <a:spcPts val="0"/>
                        </a:spcAft>
                      </a:pPr>
                      <a:r>
                        <a:rPr lang="en-US" sz="1000" dirty="0">
                          <a:solidFill>
                            <a:schemeClr val="tx1">
                              <a:lumMod val="75000"/>
                            </a:schemeClr>
                          </a:solidFill>
                          <a:effectLst/>
                          <a:latin typeface="+mn-lt"/>
                          <a:ea typeface="Times New Roman"/>
                          <a:cs typeface="Times New Roman"/>
                        </a:rPr>
                        <a:t>2011</a:t>
                      </a:r>
                      <a:endParaRPr lang="en-CA" sz="1000" dirty="0">
                        <a:solidFill>
                          <a:schemeClr val="tx1">
                            <a:lumMod val="75000"/>
                          </a:schemeClr>
                        </a:solidFill>
                        <a:effectLst/>
                        <a:latin typeface="+mn-lt"/>
                        <a:ea typeface="Times New Roman"/>
                        <a:cs typeface="Times New Roman"/>
                      </a:endParaRPr>
                    </a:p>
                  </a:txBody>
                  <a:tcPr marL="34892" marR="34892" marT="13085" marB="13085" anchor="ctr">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algn="ctr" fontAlgn="ctr"/>
                      <a:r>
                        <a:rPr lang="en-CA" sz="1000" b="0" i="0" u="none" strike="noStrike">
                          <a:solidFill>
                            <a:srgbClr val="000000"/>
                          </a:solidFill>
                          <a:effectLst/>
                          <a:latin typeface="+mn-lt"/>
                        </a:rPr>
                        <a:t>2.63%</a:t>
                      </a:r>
                    </a:p>
                  </a:txBody>
                  <a:tcPr marL="9525" marR="9525" marT="9525"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612637173"/>
                  </a:ext>
                </a:extLst>
              </a:tr>
              <a:tr h="182936">
                <a:tc>
                  <a:txBody>
                    <a:bodyPr/>
                    <a:lstStyle/>
                    <a:p>
                      <a:pPr marL="0" marR="0" algn="ctr">
                        <a:lnSpc>
                          <a:spcPct val="115000"/>
                        </a:lnSpc>
                        <a:spcBef>
                          <a:spcPts val="0"/>
                        </a:spcBef>
                        <a:spcAft>
                          <a:spcPts val="0"/>
                        </a:spcAft>
                      </a:pPr>
                      <a:r>
                        <a:rPr lang="en-US" sz="1000" dirty="0">
                          <a:solidFill>
                            <a:schemeClr val="tx1">
                              <a:lumMod val="75000"/>
                            </a:schemeClr>
                          </a:solidFill>
                          <a:effectLst/>
                          <a:latin typeface="+mn-lt"/>
                          <a:ea typeface="Times New Roman"/>
                          <a:cs typeface="Times New Roman"/>
                        </a:rPr>
                        <a:t>2012</a:t>
                      </a:r>
                      <a:endParaRPr lang="en-CA" sz="1000" dirty="0">
                        <a:solidFill>
                          <a:schemeClr val="tx1">
                            <a:lumMod val="75000"/>
                          </a:schemeClr>
                        </a:solidFill>
                        <a:effectLst/>
                        <a:latin typeface="+mn-lt"/>
                        <a:ea typeface="Times New Roman"/>
                        <a:cs typeface="Times New Roman"/>
                      </a:endParaRPr>
                    </a:p>
                  </a:txBody>
                  <a:tcPr marL="34892" marR="34892" marT="13085" marB="13085" anchor="ctr">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algn="ctr" fontAlgn="ctr"/>
                      <a:r>
                        <a:rPr lang="en-CA" sz="1000" b="0" i="0" u="none" strike="noStrike" dirty="0">
                          <a:solidFill>
                            <a:srgbClr val="000000"/>
                          </a:solidFill>
                          <a:effectLst/>
                          <a:latin typeface="+mn-lt"/>
                        </a:rPr>
                        <a:t>2.41%</a:t>
                      </a:r>
                    </a:p>
                  </a:txBody>
                  <a:tcPr marL="9525" marR="9525" marT="9525"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4036567262"/>
                  </a:ext>
                </a:extLst>
              </a:tr>
              <a:tr h="182936">
                <a:tc>
                  <a:txBody>
                    <a:bodyPr/>
                    <a:lstStyle/>
                    <a:p>
                      <a:pPr marL="0" marR="0" algn="ctr">
                        <a:lnSpc>
                          <a:spcPct val="115000"/>
                        </a:lnSpc>
                        <a:spcBef>
                          <a:spcPts val="0"/>
                        </a:spcBef>
                        <a:spcAft>
                          <a:spcPts val="0"/>
                        </a:spcAft>
                      </a:pPr>
                      <a:r>
                        <a:rPr lang="en-US" sz="1000" dirty="0">
                          <a:solidFill>
                            <a:schemeClr val="tx1">
                              <a:lumMod val="75000"/>
                            </a:schemeClr>
                          </a:solidFill>
                          <a:effectLst/>
                          <a:latin typeface="+mn-lt"/>
                          <a:ea typeface="Times New Roman"/>
                          <a:cs typeface="Times New Roman"/>
                        </a:rPr>
                        <a:t>2013</a:t>
                      </a:r>
                      <a:endParaRPr lang="en-CA" sz="1000" dirty="0">
                        <a:solidFill>
                          <a:schemeClr val="tx1">
                            <a:lumMod val="75000"/>
                          </a:schemeClr>
                        </a:solidFill>
                        <a:effectLst/>
                        <a:latin typeface="+mn-lt"/>
                        <a:ea typeface="Times New Roman"/>
                        <a:cs typeface="Times New Roman"/>
                      </a:endParaRPr>
                    </a:p>
                  </a:txBody>
                  <a:tcPr marL="34892" marR="34892" marT="13085" marB="13085" anchor="ctr">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algn="ctr" fontAlgn="ctr"/>
                      <a:r>
                        <a:rPr lang="en-CA" sz="1000" b="0" i="0" u="none" strike="noStrike" dirty="0">
                          <a:solidFill>
                            <a:srgbClr val="000000"/>
                          </a:solidFill>
                          <a:effectLst/>
                          <a:latin typeface="+mn-lt"/>
                        </a:rPr>
                        <a:t>2.29%</a:t>
                      </a:r>
                    </a:p>
                  </a:txBody>
                  <a:tcPr marL="9525" marR="9525" marT="9525"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47041000"/>
                  </a:ext>
                </a:extLst>
              </a:tr>
              <a:tr h="182936">
                <a:tc>
                  <a:txBody>
                    <a:bodyPr/>
                    <a:lstStyle/>
                    <a:p>
                      <a:pPr marL="0" marR="0" algn="ctr">
                        <a:lnSpc>
                          <a:spcPct val="115000"/>
                        </a:lnSpc>
                        <a:spcBef>
                          <a:spcPts val="0"/>
                        </a:spcBef>
                        <a:spcAft>
                          <a:spcPts val="0"/>
                        </a:spcAft>
                      </a:pPr>
                      <a:r>
                        <a:rPr lang="en-US" sz="1000" dirty="0">
                          <a:solidFill>
                            <a:schemeClr val="tx1">
                              <a:lumMod val="75000"/>
                            </a:schemeClr>
                          </a:solidFill>
                          <a:effectLst/>
                          <a:latin typeface="+mn-lt"/>
                          <a:ea typeface="Times New Roman"/>
                          <a:cs typeface="Times New Roman"/>
                        </a:rPr>
                        <a:t>2014</a:t>
                      </a:r>
                      <a:endParaRPr lang="en-CA" sz="1000" dirty="0">
                        <a:solidFill>
                          <a:schemeClr val="tx1">
                            <a:lumMod val="75000"/>
                          </a:schemeClr>
                        </a:solidFill>
                        <a:effectLst/>
                        <a:latin typeface="+mn-lt"/>
                        <a:ea typeface="Times New Roman"/>
                        <a:cs typeface="Times New Roman"/>
                      </a:endParaRPr>
                    </a:p>
                  </a:txBody>
                  <a:tcPr marL="34892" marR="34892" marT="13085" marB="13085" anchor="ctr">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algn="ctr" fontAlgn="ctr"/>
                      <a:r>
                        <a:rPr lang="en-CA" sz="1000" b="0" i="0" u="none" strike="noStrike" dirty="0">
                          <a:solidFill>
                            <a:srgbClr val="000000"/>
                          </a:solidFill>
                          <a:effectLst/>
                          <a:latin typeface="+mn-lt"/>
                        </a:rPr>
                        <a:t>2.31%</a:t>
                      </a:r>
                    </a:p>
                  </a:txBody>
                  <a:tcPr marL="9525" marR="9525" marT="9525"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r h="182936">
                <a:tc>
                  <a:txBody>
                    <a:bodyPr/>
                    <a:lstStyle/>
                    <a:p>
                      <a:pPr marL="0" marR="0" algn="ctr">
                        <a:lnSpc>
                          <a:spcPct val="115000"/>
                        </a:lnSpc>
                        <a:spcBef>
                          <a:spcPts val="0"/>
                        </a:spcBef>
                        <a:spcAft>
                          <a:spcPts val="0"/>
                        </a:spcAft>
                      </a:pPr>
                      <a:r>
                        <a:rPr lang="en-US" sz="1000" dirty="0">
                          <a:solidFill>
                            <a:schemeClr val="tx1">
                              <a:lumMod val="75000"/>
                            </a:schemeClr>
                          </a:solidFill>
                          <a:effectLst/>
                          <a:latin typeface="+mn-lt"/>
                          <a:ea typeface="Times New Roman"/>
                          <a:cs typeface="Times New Roman"/>
                        </a:rPr>
                        <a:t>2015</a:t>
                      </a:r>
                      <a:endParaRPr lang="en-CA" sz="1000" dirty="0">
                        <a:solidFill>
                          <a:schemeClr val="tx1">
                            <a:lumMod val="75000"/>
                          </a:schemeClr>
                        </a:solidFill>
                        <a:effectLst/>
                        <a:latin typeface="+mn-lt"/>
                        <a:ea typeface="Times New Roman"/>
                        <a:cs typeface="Times New Roman"/>
                      </a:endParaRPr>
                    </a:p>
                  </a:txBody>
                  <a:tcPr marL="34892" marR="34892" marT="13085" marB="13085" anchor="ctr">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algn="ctr" fontAlgn="ctr"/>
                      <a:r>
                        <a:rPr lang="en-CA" sz="1000" b="0" i="0" u="none" strike="noStrike" dirty="0">
                          <a:solidFill>
                            <a:srgbClr val="000000"/>
                          </a:solidFill>
                          <a:effectLst/>
                          <a:latin typeface="+mn-lt"/>
                        </a:rPr>
                        <a:t>2.59%</a:t>
                      </a:r>
                    </a:p>
                  </a:txBody>
                  <a:tcPr marL="9525" marR="9525" marT="9525"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2800992801"/>
                  </a:ext>
                </a:extLst>
              </a:tr>
              <a:tr h="182936">
                <a:tc>
                  <a:txBody>
                    <a:bodyPr/>
                    <a:lstStyle/>
                    <a:p>
                      <a:pPr marL="0" marR="0" algn="ctr">
                        <a:lnSpc>
                          <a:spcPct val="115000"/>
                        </a:lnSpc>
                        <a:spcBef>
                          <a:spcPts val="0"/>
                        </a:spcBef>
                        <a:spcAft>
                          <a:spcPts val="0"/>
                        </a:spcAft>
                      </a:pPr>
                      <a:r>
                        <a:rPr lang="en-US" sz="1000" dirty="0">
                          <a:solidFill>
                            <a:schemeClr val="tx1">
                              <a:lumMod val="75000"/>
                            </a:schemeClr>
                          </a:solidFill>
                          <a:effectLst/>
                          <a:latin typeface="+mn-lt"/>
                          <a:ea typeface="Times New Roman"/>
                          <a:cs typeface="Times New Roman"/>
                        </a:rPr>
                        <a:t>2016</a:t>
                      </a:r>
                      <a:endParaRPr lang="en-CA" sz="1000" dirty="0">
                        <a:solidFill>
                          <a:schemeClr val="tx1">
                            <a:lumMod val="75000"/>
                          </a:schemeClr>
                        </a:solidFill>
                        <a:effectLst/>
                        <a:latin typeface="+mn-lt"/>
                        <a:ea typeface="Times New Roman"/>
                        <a:cs typeface="Times New Roman"/>
                      </a:endParaRPr>
                    </a:p>
                  </a:txBody>
                  <a:tcPr marL="34892" marR="34892" marT="13085" marB="13085" anchor="ctr">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algn="ctr" fontAlgn="ctr"/>
                      <a:r>
                        <a:rPr lang="en-CA" sz="1000" b="0" i="0" u="none" strike="noStrike" dirty="0">
                          <a:solidFill>
                            <a:srgbClr val="000000"/>
                          </a:solidFill>
                          <a:effectLst/>
                          <a:latin typeface="+mn-lt"/>
                        </a:rPr>
                        <a:t>2.70%</a:t>
                      </a:r>
                    </a:p>
                  </a:txBody>
                  <a:tcPr marL="9525" marR="9525" marT="9525"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884325100"/>
                  </a:ext>
                </a:extLst>
              </a:tr>
              <a:tr h="182936">
                <a:tc>
                  <a:txBody>
                    <a:bodyPr/>
                    <a:lstStyle/>
                    <a:p>
                      <a:pPr marL="0" marR="0" algn="ctr">
                        <a:lnSpc>
                          <a:spcPct val="115000"/>
                        </a:lnSpc>
                        <a:spcBef>
                          <a:spcPts val="0"/>
                        </a:spcBef>
                        <a:spcAft>
                          <a:spcPts val="0"/>
                        </a:spcAft>
                      </a:pPr>
                      <a:r>
                        <a:rPr lang="en-CA" sz="1000" dirty="0" smtClean="0">
                          <a:solidFill>
                            <a:schemeClr val="tx1">
                              <a:lumMod val="75000"/>
                            </a:schemeClr>
                          </a:solidFill>
                          <a:effectLst/>
                          <a:latin typeface="+mn-lt"/>
                          <a:ea typeface="Times New Roman"/>
                          <a:cs typeface="Times New Roman"/>
                        </a:rPr>
                        <a:t>2017</a:t>
                      </a:r>
                      <a:endParaRPr lang="en-CA" sz="1000" dirty="0">
                        <a:solidFill>
                          <a:schemeClr val="tx1">
                            <a:lumMod val="75000"/>
                          </a:schemeClr>
                        </a:solidFill>
                        <a:effectLst/>
                        <a:latin typeface="+mn-lt"/>
                        <a:ea typeface="Times New Roman"/>
                        <a:cs typeface="Times New Roman"/>
                      </a:endParaRPr>
                    </a:p>
                  </a:txBody>
                  <a:tcPr marL="34892" marR="34892" marT="13085" marB="13085" anchor="ctr">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algn="ctr" fontAlgn="ctr"/>
                      <a:r>
                        <a:rPr lang="en-CA" sz="1000" b="0" i="0" u="none" strike="noStrike" dirty="0">
                          <a:solidFill>
                            <a:srgbClr val="000000"/>
                          </a:solidFill>
                          <a:effectLst/>
                          <a:latin typeface="+mn-lt"/>
                        </a:rPr>
                        <a:t>2.66%</a:t>
                      </a:r>
                    </a:p>
                  </a:txBody>
                  <a:tcPr marL="9525" marR="9525" marT="9525"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941028411"/>
                  </a:ext>
                </a:extLst>
              </a:tr>
              <a:tr h="182936">
                <a:tc>
                  <a:txBody>
                    <a:bodyPr/>
                    <a:lstStyle/>
                    <a:p>
                      <a:pPr marL="0" marR="0" algn="ctr">
                        <a:lnSpc>
                          <a:spcPct val="115000"/>
                        </a:lnSpc>
                        <a:spcBef>
                          <a:spcPts val="0"/>
                        </a:spcBef>
                        <a:spcAft>
                          <a:spcPts val="0"/>
                        </a:spcAft>
                      </a:pPr>
                      <a:r>
                        <a:rPr lang="en-US" sz="1000" dirty="0" smtClean="0">
                          <a:solidFill>
                            <a:schemeClr val="tx1">
                              <a:lumMod val="75000"/>
                            </a:schemeClr>
                          </a:solidFill>
                          <a:effectLst/>
                          <a:latin typeface="+mn-lt"/>
                          <a:ea typeface="Times New Roman"/>
                          <a:cs typeface="Times New Roman"/>
                        </a:rPr>
                        <a:t>2018</a:t>
                      </a:r>
                      <a:endParaRPr lang="en-CA" sz="1000" dirty="0">
                        <a:solidFill>
                          <a:schemeClr val="tx1">
                            <a:lumMod val="75000"/>
                          </a:schemeClr>
                        </a:solidFill>
                        <a:effectLst/>
                        <a:latin typeface="+mn-lt"/>
                        <a:ea typeface="Times New Roman"/>
                        <a:cs typeface="Times New Roman"/>
                      </a:endParaRPr>
                    </a:p>
                  </a:txBody>
                  <a:tcPr marL="34892" marR="34892" marT="13085" marB="13085" anchor="ctr">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algn="ctr" fontAlgn="ctr"/>
                      <a:r>
                        <a:rPr lang="en-CA" sz="1000" b="0" i="0" u="none" strike="noStrike" dirty="0">
                          <a:solidFill>
                            <a:srgbClr val="000000"/>
                          </a:solidFill>
                          <a:effectLst/>
                          <a:latin typeface="+mn-lt"/>
                        </a:rPr>
                        <a:t>2.40%</a:t>
                      </a:r>
                    </a:p>
                  </a:txBody>
                  <a:tcPr marL="9525" marR="9525" marT="9525"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3178635104"/>
                  </a:ext>
                </a:extLst>
              </a:tr>
              <a:tr h="182936">
                <a:tc>
                  <a:txBody>
                    <a:bodyPr/>
                    <a:lstStyle/>
                    <a:p>
                      <a:pPr marL="0" marR="0" algn="ctr">
                        <a:lnSpc>
                          <a:spcPct val="115000"/>
                        </a:lnSpc>
                        <a:spcBef>
                          <a:spcPts val="0"/>
                        </a:spcBef>
                        <a:spcAft>
                          <a:spcPts val="0"/>
                        </a:spcAft>
                      </a:pPr>
                      <a:r>
                        <a:rPr lang="en-CA" sz="1000" b="1" dirty="0">
                          <a:solidFill>
                            <a:schemeClr val="bg1"/>
                          </a:solidFill>
                          <a:effectLst/>
                          <a:latin typeface="+mn-lt"/>
                          <a:ea typeface="Times New Roman"/>
                          <a:cs typeface="Times New Roman"/>
                        </a:rPr>
                        <a:t>Average</a:t>
                      </a:r>
                    </a:p>
                  </a:txBody>
                  <a:tcPr marL="34892" marR="34892" marT="13085" marB="13085" anchor="ctr">
                    <a:lnL>
                      <a:noFill/>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fontAlgn="ctr"/>
                      <a:r>
                        <a:rPr lang="en-CA" sz="1000" b="0" i="0" u="none" strike="noStrike" dirty="0">
                          <a:solidFill>
                            <a:srgbClr val="000000"/>
                          </a:solidFill>
                          <a:effectLst/>
                          <a:latin typeface="+mn-lt"/>
                        </a:rPr>
                        <a:t>2.78%</a:t>
                      </a:r>
                    </a:p>
                  </a:txBody>
                  <a:tcPr marL="9525" marR="9525" marT="9525"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10004"/>
                  </a:ext>
                </a:extLst>
              </a:tr>
            </a:tbl>
          </a:graphicData>
        </a:graphic>
      </p:graphicFrame>
      <p:sp>
        <p:nvSpPr>
          <p:cNvPr id="4" name="Text Placeholder 3"/>
          <p:cNvSpPr>
            <a:spLocks noGrp="1"/>
          </p:cNvSpPr>
          <p:nvPr>
            <p:ph type="body" sz="quarter" idx="15"/>
          </p:nvPr>
        </p:nvSpPr>
        <p:spPr>
          <a:xfrm>
            <a:off x="354567" y="771550"/>
            <a:ext cx="8350252" cy="575603"/>
          </a:xfrm>
        </p:spPr>
        <p:txBody>
          <a:bodyPr/>
          <a:lstStyle/>
          <a:p>
            <a:r>
              <a:rPr lang="en-US" dirty="0">
                <a:solidFill>
                  <a:srgbClr val="003B5C"/>
                </a:solidFill>
              </a:rPr>
              <a:t>Model predicted PDs are calibrated using historical default rates. PD calibration ensures that, at the risk rating level, average model PD aligns with the average historical default rate for the risk ratings.</a:t>
            </a:r>
            <a:endParaRPr lang="en-CA" dirty="0">
              <a:solidFill>
                <a:srgbClr val="003B5C"/>
              </a:solidFill>
            </a:endParaRPr>
          </a:p>
        </p:txBody>
      </p:sp>
      <p:graphicFrame>
        <p:nvGraphicFramePr>
          <p:cNvPr id="7" name="Chart 6"/>
          <p:cNvGraphicFramePr>
            <a:graphicFrameLocks/>
          </p:cNvGraphicFramePr>
          <p:nvPr>
            <p:extLst>
              <p:ext uri="{D42A27DB-BD31-4B8C-83A1-F6EECF244321}">
                <p14:modId xmlns:p14="http://schemas.microsoft.com/office/powerpoint/2010/main" val="1280332140"/>
              </p:ext>
            </p:extLst>
          </p:nvPr>
        </p:nvGraphicFramePr>
        <p:xfrm>
          <a:off x="3240350" y="1347153"/>
          <a:ext cx="5464469" cy="3233726"/>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9678717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US" dirty="0" smtClean="0"/>
              <a:t>SBE2 Equifax Scorecard</a:t>
            </a:r>
          </a:p>
          <a:p>
            <a:r>
              <a:rPr lang="en-US" dirty="0" smtClean="0"/>
              <a:t>Portfolio Distribution by BRR</a:t>
            </a:r>
          </a:p>
          <a:p>
            <a:r>
              <a:rPr lang="en-US" dirty="0" smtClean="0"/>
              <a:t>Analysis of Overrides</a:t>
            </a:r>
          </a:p>
          <a:p>
            <a:r>
              <a:rPr lang="en-US" dirty="0" smtClean="0"/>
              <a:t>Backtesting Results</a:t>
            </a:r>
            <a:endParaRPr lang="en-CA" dirty="0"/>
          </a:p>
        </p:txBody>
      </p:sp>
      <p:sp>
        <p:nvSpPr>
          <p:cNvPr id="3" name="Text Placeholder 2"/>
          <p:cNvSpPr>
            <a:spLocks noGrp="1"/>
          </p:cNvSpPr>
          <p:nvPr>
            <p:ph type="body" sz="quarter" idx="12"/>
          </p:nvPr>
        </p:nvSpPr>
        <p:spPr/>
        <p:txBody>
          <a:bodyPr/>
          <a:lstStyle/>
          <a:p>
            <a:r>
              <a:rPr lang="en-US" dirty="0" smtClean="0"/>
              <a:t>SBE2 Equifax Scorecard</a:t>
            </a:r>
            <a:endParaRPr lang="en-CA" dirty="0"/>
          </a:p>
        </p:txBody>
      </p:sp>
      <p:sp>
        <p:nvSpPr>
          <p:cNvPr id="4" name="Text Placeholder 3"/>
          <p:cNvSpPr>
            <a:spLocks noGrp="1"/>
          </p:cNvSpPr>
          <p:nvPr>
            <p:ph type="body" sz="quarter" idx="14"/>
          </p:nvPr>
        </p:nvSpPr>
        <p:spPr/>
        <p:txBody>
          <a:bodyPr/>
          <a:lstStyle/>
          <a:p>
            <a:endParaRPr lang="en-CA"/>
          </a:p>
        </p:txBody>
      </p:sp>
    </p:spTree>
    <p:extLst>
      <p:ext uri="{BB962C8B-B14F-4D97-AF65-F5344CB8AC3E}">
        <p14:creationId xmlns:p14="http://schemas.microsoft.com/office/powerpoint/2010/main" val="35443687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2"/>
          </p:nvPr>
        </p:nvSpPr>
        <p:spPr>
          <a:xfrm>
            <a:off x="406201" y="139788"/>
            <a:ext cx="8280401" cy="397483"/>
          </a:xfrm>
        </p:spPr>
        <p:txBody>
          <a:bodyPr/>
          <a:lstStyle/>
          <a:p>
            <a:r>
              <a:rPr lang="en-US" dirty="0" smtClean="0"/>
              <a:t>SBE2 Equifax Scorecard</a:t>
            </a:r>
            <a:endParaRPr lang="en-CA" dirty="0"/>
          </a:p>
        </p:txBody>
      </p:sp>
      <p:graphicFrame>
        <p:nvGraphicFramePr>
          <p:cNvPr id="4" name="Table 3"/>
          <p:cNvGraphicFramePr>
            <a:graphicFrameLocks noGrp="1"/>
          </p:cNvGraphicFramePr>
          <p:nvPr>
            <p:extLst>
              <p:ext uri="{D42A27DB-BD31-4B8C-83A1-F6EECF244321}">
                <p14:modId xmlns:p14="http://schemas.microsoft.com/office/powerpoint/2010/main" val="3943648312"/>
              </p:ext>
            </p:extLst>
          </p:nvPr>
        </p:nvGraphicFramePr>
        <p:xfrm>
          <a:off x="406201" y="551112"/>
          <a:ext cx="4840501" cy="4184848"/>
        </p:xfrm>
        <a:graphic>
          <a:graphicData uri="http://schemas.openxmlformats.org/drawingml/2006/table">
            <a:tbl>
              <a:tblPr/>
              <a:tblGrid>
                <a:gridCol w="1107289">
                  <a:extLst>
                    <a:ext uri="{9D8B030D-6E8A-4147-A177-3AD203B41FA5}">
                      <a16:colId xmlns:a16="http://schemas.microsoft.com/office/drawing/2014/main" val="1263853753"/>
                    </a:ext>
                  </a:extLst>
                </a:gridCol>
                <a:gridCol w="649539">
                  <a:extLst>
                    <a:ext uri="{9D8B030D-6E8A-4147-A177-3AD203B41FA5}">
                      <a16:colId xmlns:a16="http://schemas.microsoft.com/office/drawing/2014/main" val="3614146599"/>
                    </a:ext>
                  </a:extLst>
                </a:gridCol>
                <a:gridCol w="592783">
                  <a:extLst>
                    <a:ext uri="{9D8B030D-6E8A-4147-A177-3AD203B41FA5}">
                      <a16:colId xmlns:a16="http://schemas.microsoft.com/office/drawing/2014/main" val="2914282597"/>
                    </a:ext>
                  </a:extLst>
                </a:gridCol>
                <a:gridCol w="845032">
                  <a:extLst>
                    <a:ext uri="{9D8B030D-6E8A-4147-A177-3AD203B41FA5}">
                      <a16:colId xmlns:a16="http://schemas.microsoft.com/office/drawing/2014/main" val="1871143695"/>
                    </a:ext>
                  </a:extLst>
                </a:gridCol>
                <a:gridCol w="977588">
                  <a:extLst>
                    <a:ext uri="{9D8B030D-6E8A-4147-A177-3AD203B41FA5}">
                      <a16:colId xmlns:a16="http://schemas.microsoft.com/office/drawing/2014/main" val="2144343265"/>
                    </a:ext>
                  </a:extLst>
                </a:gridCol>
                <a:gridCol w="311859">
                  <a:extLst>
                    <a:ext uri="{9D8B030D-6E8A-4147-A177-3AD203B41FA5}">
                      <a16:colId xmlns:a16="http://schemas.microsoft.com/office/drawing/2014/main" val="2941142323"/>
                    </a:ext>
                  </a:extLst>
                </a:gridCol>
                <a:gridCol w="356411">
                  <a:extLst>
                    <a:ext uri="{9D8B030D-6E8A-4147-A177-3AD203B41FA5}">
                      <a16:colId xmlns:a16="http://schemas.microsoft.com/office/drawing/2014/main" val="2556393702"/>
                    </a:ext>
                  </a:extLst>
                </a:gridCol>
              </a:tblGrid>
              <a:tr h="113172">
                <a:tc>
                  <a:txBody>
                    <a:bodyPr/>
                    <a:lstStyle/>
                    <a:p>
                      <a:pPr algn="ctr" fontAlgn="ctr"/>
                      <a:r>
                        <a:rPr lang="en-CA" sz="700" b="1" i="0" u="none" strike="noStrike" dirty="0">
                          <a:solidFill>
                            <a:srgbClr val="FFFFFF"/>
                          </a:solidFill>
                          <a:effectLst/>
                          <a:latin typeface="Calibri" panose="020F0502020204030204" pitchFamily="34" charset="0"/>
                        </a:rPr>
                        <a:t>Variable</a:t>
                      </a:r>
                    </a:p>
                  </a:txBody>
                  <a:tcPr marL="4104" marR="4104" marT="4104" marB="0" anchor="ctr">
                    <a:lnL w="12700" cap="flat" cmpd="sng" algn="ctr">
                      <a:solidFill>
                        <a:srgbClr val="009999"/>
                      </a:solidFill>
                      <a:prstDash val="solid"/>
                      <a:round/>
                      <a:headEnd type="none" w="med" len="med"/>
                      <a:tailEnd type="none" w="med" len="med"/>
                    </a:lnL>
                    <a:lnR>
                      <a:noFill/>
                    </a:lnR>
                    <a:lnT w="12700" cap="flat" cmpd="sng" algn="ctr">
                      <a:solidFill>
                        <a:srgbClr val="009999"/>
                      </a:solidFill>
                      <a:prstDash val="solid"/>
                      <a:round/>
                      <a:headEnd type="none" w="med" len="med"/>
                      <a:tailEnd type="none" w="med" len="med"/>
                    </a:lnT>
                    <a:lnB>
                      <a:noFill/>
                    </a:lnB>
                    <a:solidFill>
                      <a:srgbClr val="0097A9"/>
                    </a:solidFill>
                  </a:tcPr>
                </a:tc>
                <a:tc>
                  <a:txBody>
                    <a:bodyPr/>
                    <a:lstStyle/>
                    <a:p>
                      <a:pPr algn="ctr" fontAlgn="ctr"/>
                      <a:r>
                        <a:rPr lang="en-CA" sz="700" b="1" i="0" u="none" strike="noStrike" dirty="0">
                          <a:solidFill>
                            <a:srgbClr val="FFFFFF"/>
                          </a:solidFill>
                          <a:effectLst/>
                          <a:latin typeface="Calibri" panose="020F0502020204030204" pitchFamily="34" charset="0"/>
                        </a:rPr>
                        <a:t>Min Value (&gt;=)</a:t>
                      </a:r>
                    </a:p>
                  </a:txBody>
                  <a:tcPr marL="4104" marR="4104" marT="4104" marB="0" anchor="ctr">
                    <a:lnL>
                      <a:noFill/>
                    </a:lnL>
                    <a:lnR>
                      <a:noFill/>
                    </a:lnR>
                    <a:lnT w="12700" cap="flat" cmpd="sng" algn="ctr">
                      <a:solidFill>
                        <a:srgbClr val="009999"/>
                      </a:solidFill>
                      <a:prstDash val="solid"/>
                      <a:round/>
                      <a:headEnd type="none" w="med" len="med"/>
                      <a:tailEnd type="none" w="med" len="med"/>
                    </a:lnT>
                    <a:lnB>
                      <a:noFill/>
                    </a:lnB>
                    <a:solidFill>
                      <a:srgbClr val="0097A9"/>
                    </a:solidFill>
                  </a:tcPr>
                </a:tc>
                <a:tc>
                  <a:txBody>
                    <a:bodyPr/>
                    <a:lstStyle/>
                    <a:p>
                      <a:pPr algn="ctr" fontAlgn="ctr"/>
                      <a:r>
                        <a:rPr lang="en-CA" sz="700" b="1" i="0" u="none" strike="noStrike" dirty="0">
                          <a:solidFill>
                            <a:srgbClr val="FFFFFF"/>
                          </a:solidFill>
                          <a:effectLst/>
                          <a:latin typeface="Calibri" panose="020F0502020204030204" pitchFamily="34" charset="0"/>
                        </a:rPr>
                        <a:t>Max Value (&lt;)</a:t>
                      </a:r>
                    </a:p>
                  </a:txBody>
                  <a:tcPr marL="4104" marR="4104" marT="4104" marB="0" anchor="ctr">
                    <a:lnL>
                      <a:noFill/>
                    </a:lnL>
                    <a:lnR>
                      <a:noFill/>
                    </a:lnR>
                    <a:lnT w="12700" cap="flat" cmpd="sng" algn="ctr">
                      <a:solidFill>
                        <a:srgbClr val="009999"/>
                      </a:solidFill>
                      <a:prstDash val="solid"/>
                      <a:round/>
                      <a:headEnd type="none" w="med" len="med"/>
                      <a:tailEnd type="none" w="med" len="med"/>
                    </a:lnT>
                    <a:lnB>
                      <a:noFill/>
                    </a:lnB>
                    <a:solidFill>
                      <a:srgbClr val="0097A9"/>
                    </a:solidFill>
                  </a:tcPr>
                </a:tc>
                <a:tc>
                  <a:txBody>
                    <a:bodyPr/>
                    <a:lstStyle/>
                    <a:p>
                      <a:pPr algn="ctr" rtl="0" fontAlgn="ctr"/>
                      <a:r>
                        <a:rPr lang="en-CA" sz="700" b="1" u="none" strike="noStrike" smtClean="0">
                          <a:solidFill>
                            <a:schemeClr val="bg1"/>
                          </a:solidFill>
                          <a:effectLst/>
                        </a:rPr>
                        <a:t>Default Rate</a:t>
                      </a:r>
                      <a:endParaRPr lang="en-CA" sz="700" b="1" i="0" u="none" strike="noStrike" dirty="0">
                        <a:solidFill>
                          <a:schemeClr val="bg1"/>
                        </a:solidFill>
                        <a:effectLst/>
                        <a:latin typeface="Calibri" panose="020F0502020204030204" pitchFamily="34" charset="0"/>
                      </a:endParaRPr>
                    </a:p>
                  </a:txBody>
                  <a:tcPr marL="4840" marR="4840" marT="4840" marB="0" anchor="ctr">
                    <a:lnL>
                      <a:noFill/>
                    </a:lnL>
                    <a:lnR>
                      <a:noFill/>
                    </a:lnR>
                    <a:lnT w="12700" cap="flat" cmpd="sng" algn="ctr">
                      <a:solidFill>
                        <a:srgbClr val="009999"/>
                      </a:solidFill>
                      <a:prstDash val="solid"/>
                      <a:round/>
                      <a:headEnd type="none" w="med" len="med"/>
                      <a:tailEnd type="none" w="med" len="med"/>
                    </a:lnT>
                    <a:lnB>
                      <a:noFill/>
                    </a:lnB>
                    <a:solidFill>
                      <a:srgbClr val="0097A9"/>
                    </a:solidFill>
                  </a:tcPr>
                </a:tc>
                <a:tc>
                  <a:txBody>
                    <a:bodyPr/>
                    <a:lstStyle/>
                    <a:p>
                      <a:pPr algn="ctr" rtl="0" fontAlgn="ctr"/>
                      <a:r>
                        <a:rPr lang="en-CA" sz="700" b="1" u="none" strike="noStrike" dirty="0">
                          <a:solidFill>
                            <a:schemeClr val="bg1"/>
                          </a:solidFill>
                          <a:effectLst/>
                        </a:rPr>
                        <a:t>Percentage of Population</a:t>
                      </a:r>
                      <a:endParaRPr lang="en-CA" sz="700" b="1" i="0" u="none" strike="noStrike" dirty="0">
                        <a:solidFill>
                          <a:schemeClr val="bg1"/>
                        </a:solidFill>
                        <a:effectLst/>
                        <a:latin typeface="Calibri" panose="020F0502020204030204" pitchFamily="34" charset="0"/>
                      </a:endParaRPr>
                    </a:p>
                  </a:txBody>
                  <a:tcPr marL="4840" marR="4840" marT="4840" marB="0" anchor="ctr">
                    <a:lnL>
                      <a:noFill/>
                    </a:lnL>
                    <a:lnR>
                      <a:noFill/>
                    </a:lnR>
                    <a:lnT w="12700" cap="flat" cmpd="sng" algn="ctr">
                      <a:solidFill>
                        <a:srgbClr val="009999"/>
                      </a:solidFill>
                      <a:prstDash val="solid"/>
                      <a:round/>
                      <a:headEnd type="none" w="med" len="med"/>
                      <a:tailEnd type="none" w="med" len="med"/>
                    </a:lnT>
                    <a:lnB>
                      <a:noFill/>
                    </a:lnB>
                    <a:solidFill>
                      <a:srgbClr val="0097A9"/>
                    </a:solidFill>
                  </a:tcPr>
                </a:tc>
                <a:tc>
                  <a:txBody>
                    <a:bodyPr/>
                    <a:lstStyle/>
                    <a:p>
                      <a:pPr algn="ctr" fontAlgn="ctr"/>
                      <a:r>
                        <a:rPr lang="en-CA" sz="700" b="1" i="0" u="none" strike="noStrike" dirty="0">
                          <a:solidFill>
                            <a:srgbClr val="FFFFFF"/>
                          </a:solidFill>
                          <a:effectLst/>
                          <a:latin typeface="Calibri" panose="020F0502020204030204" pitchFamily="34" charset="0"/>
                        </a:rPr>
                        <a:t>Points</a:t>
                      </a:r>
                    </a:p>
                  </a:txBody>
                  <a:tcPr marL="4104" marR="4104" marT="4104" marB="0" anchor="ctr">
                    <a:lnL>
                      <a:noFill/>
                    </a:lnL>
                    <a:lnR>
                      <a:noFill/>
                    </a:lnR>
                    <a:lnT w="12700" cap="flat" cmpd="sng" algn="ctr">
                      <a:solidFill>
                        <a:srgbClr val="009999"/>
                      </a:solidFill>
                      <a:prstDash val="solid"/>
                      <a:round/>
                      <a:headEnd type="none" w="med" len="med"/>
                      <a:tailEnd type="none" w="med" len="med"/>
                    </a:lnT>
                    <a:lnB>
                      <a:noFill/>
                    </a:lnB>
                    <a:solidFill>
                      <a:srgbClr val="0097A9"/>
                    </a:solidFill>
                  </a:tcPr>
                </a:tc>
                <a:tc>
                  <a:txBody>
                    <a:bodyPr/>
                    <a:lstStyle/>
                    <a:p>
                      <a:pPr algn="ctr" fontAlgn="ctr"/>
                      <a:r>
                        <a:rPr lang="en-CA" sz="700" b="1" i="0" u="none" strike="noStrike">
                          <a:solidFill>
                            <a:srgbClr val="FFFFFF"/>
                          </a:solidFill>
                          <a:effectLst/>
                          <a:latin typeface="Calibri" panose="020F0502020204030204" pitchFamily="34" charset="0"/>
                        </a:rPr>
                        <a:t>Weight</a:t>
                      </a:r>
                    </a:p>
                  </a:txBody>
                  <a:tcPr marL="4104" marR="4104" marT="4104" marB="0" anchor="ctr">
                    <a:lnL>
                      <a:noFill/>
                    </a:lnL>
                    <a:lnR w="12700" cap="flat" cmpd="sng" algn="ctr">
                      <a:solidFill>
                        <a:srgbClr val="009999"/>
                      </a:solidFill>
                      <a:prstDash val="solid"/>
                      <a:round/>
                      <a:headEnd type="none" w="med" len="med"/>
                      <a:tailEnd type="none" w="med" len="med"/>
                    </a:lnR>
                    <a:lnT w="12700" cap="flat" cmpd="sng" algn="ctr">
                      <a:solidFill>
                        <a:srgbClr val="009999"/>
                      </a:solidFill>
                      <a:prstDash val="solid"/>
                      <a:round/>
                      <a:headEnd type="none" w="med" len="med"/>
                      <a:tailEnd type="none" w="med" len="med"/>
                    </a:lnT>
                    <a:lnB>
                      <a:noFill/>
                    </a:lnB>
                    <a:solidFill>
                      <a:srgbClr val="0097A9"/>
                    </a:solidFill>
                  </a:tcPr>
                </a:tc>
                <a:extLst>
                  <a:ext uri="{0D108BD9-81ED-4DB2-BD59-A6C34878D82A}">
                    <a16:rowId xmlns:a16="http://schemas.microsoft.com/office/drawing/2014/main" val="2174065895"/>
                  </a:ext>
                </a:extLst>
              </a:tr>
              <a:tr h="104692">
                <a:tc>
                  <a:txBody>
                    <a:bodyPr/>
                    <a:lstStyle/>
                    <a:p>
                      <a:pPr algn="ctr" fontAlgn="ctr"/>
                      <a:r>
                        <a:rPr lang="en-CA" sz="650" b="0" i="0" u="none" strike="noStrike" dirty="0">
                          <a:solidFill>
                            <a:srgbClr val="000000"/>
                          </a:solidFill>
                          <a:effectLst/>
                          <a:latin typeface="Calibri" panose="020F0502020204030204" pitchFamily="34" charset="0"/>
                        </a:rPr>
                        <a:t>Intercept</a:t>
                      </a:r>
                    </a:p>
                  </a:txBody>
                  <a:tcPr marL="4104" marR="4104" marT="4104" marB="0" anchor="ctr">
                    <a:lnL w="12700" cap="flat" cmpd="sng" algn="ctr">
                      <a:solidFill>
                        <a:srgbClr val="009999"/>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CA" sz="650" b="0" i="0" u="none" strike="noStrike">
                          <a:solidFill>
                            <a:srgbClr val="000000"/>
                          </a:solidFill>
                          <a:effectLst/>
                          <a:latin typeface="Calibri" panose="020F0502020204030204" pitchFamily="34" charset="0"/>
                        </a:rPr>
                        <a:t>Intercept</a:t>
                      </a:r>
                    </a:p>
                  </a:txBody>
                  <a:tcPr marL="4104" marR="4104" marT="4104" marB="0" anchor="ctr">
                    <a:lnL>
                      <a:noFill/>
                    </a:lnL>
                    <a:lnR>
                      <a:noFill/>
                    </a:lnR>
                    <a:lnT>
                      <a:noFill/>
                    </a:lnT>
                    <a:lnB>
                      <a:noFill/>
                    </a:lnB>
                    <a:solidFill>
                      <a:srgbClr val="FFFFFF"/>
                    </a:solidFill>
                  </a:tcPr>
                </a:tc>
                <a:tc>
                  <a:txBody>
                    <a:bodyPr/>
                    <a:lstStyle/>
                    <a:p>
                      <a:pPr algn="ctr" fontAlgn="ctr"/>
                      <a:r>
                        <a:rPr lang="en-CA" sz="650" b="0" i="0" u="none" strike="noStrike">
                          <a:solidFill>
                            <a:srgbClr val="000000"/>
                          </a:solidFill>
                          <a:effectLst/>
                          <a:latin typeface="Calibri" panose="020F0502020204030204" pitchFamily="34" charset="0"/>
                        </a:rPr>
                        <a:t> </a:t>
                      </a:r>
                    </a:p>
                  </a:txBody>
                  <a:tcPr marL="4104" marR="4104" marT="4104" marB="0" anchor="ctr">
                    <a:lnL>
                      <a:noFill/>
                    </a:lnL>
                    <a:lnR>
                      <a:noFill/>
                    </a:lnR>
                    <a:lnT>
                      <a:noFill/>
                    </a:lnT>
                    <a:lnB>
                      <a:noFill/>
                    </a:lnB>
                    <a:solidFill>
                      <a:srgbClr val="FFFFFF"/>
                    </a:solidFill>
                  </a:tcPr>
                </a:tc>
                <a:tc>
                  <a:txBody>
                    <a:bodyPr/>
                    <a:lstStyle/>
                    <a:p>
                      <a:pPr algn="ctr" fontAlgn="ctr"/>
                      <a:endParaRPr lang="en-CA" sz="650" b="0" i="0" u="none" strike="noStrike" dirty="0">
                        <a:solidFill>
                          <a:srgbClr val="000000"/>
                        </a:solidFill>
                        <a:effectLst/>
                        <a:latin typeface="Calibri" panose="020F0502020204030204" pitchFamily="34" charset="0"/>
                      </a:endParaRPr>
                    </a:p>
                  </a:txBody>
                  <a:tcPr marL="4104" marR="4104" marT="4104" marB="0" anchor="ctr">
                    <a:lnL>
                      <a:noFill/>
                    </a:lnL>
                    <a:lnR>
                      <a:noFill/>
                    </a:lnR>
                    <a:lnT>
                      <a:noFill/>
                    </a:lnT>
                    <a:lnB>
                      <a:noFill/>
                    </a:lnB>
                    <a:solidFill>
                      <a:srgbClr val="FFFFFF"/>
                    </a:solidFill>
                  </a:tcPr>
                </a:tc>
                <a:tc>
                  <a:txBody>
                    <a:bodyPr/>
                    <a:lstStyle/>
                    <a:p>
                      <a:pPr algn="ctr" fontAlgn="ctr"/>
                      <a:endParaRPr lang="en-CA" sz="650" b="0" i="0" u="none" strike="noStrike" dirty="0">
                        <a:solidFill>
                          <a:srgbClr val="000000"/>
                        </a:solidFill>
                        <a:effectLst/>
                        <a:latin typeface="Calibri" panose="020F0502020204030204" pitchFamily="34" charset="0"/>
                      </a:endParaRPr>
                    </a:p>
                  </a:txBody>
                  <a:tcPr marL="4104" marR="4104" marT="4104" marB="0" anchor="ctr">
                    <a:lnL>
                      <a:noFill/>
                    </a:lnL>
                    <a:lnR>
                      <a:noFill/>
                    </a:lnR>
                    <a:lnT>
                      <a:noFill/>
                    </a:lnT>
                    <a:lnB>
                      <a:noFill/>
                    </a:lnB>
                    <a:solidFill>
                      <a:srgbClr val="FFFFFF"/>
                    </a:solidFill>
                  </a:tcPr>
                </a:tc>
                <a:tc>
                  <a:txBody>
                    <a:bodyPr/>
                    <a:lstStyle/>
                    <a:p>
                      <a:pPr algn="ctr" fontAlgn="ctr"/>
                      <a:r>
                        <a:rPr lang="en-CA" sz="650" b="0" i="0" u="none" strike="noStrike" dirty="0">
                          <a:solidFill>
                            <a:srgbClr val="000000"/>
                          </a:solidFill>
                          <a:effectLst/>
                          <a:latin typeface="Calibri" panose="020F0502020204030204" pitchFamily="34" charset="0"/>
                        </a:rPr>
                        <a:t>449</a:t>
                      </a:r>
                    </a:p>
                  </a:txBody>
                  <a:tcPr marL="4104" marR="4104" marT="4104" marB="0" anchor="ctr">
                    <a:lnL>
                      <a:noFill/>
                    </a:lnL>
                    <a:lnR>
                      <a:noFill/>
                    </a:lnR>
                    <a:lnT>
                      <a:noFill/>
                    </a:lnT>
                    <a:lnB>
                      <a:noFill/>
                    </a:lnB>
                    <a:solidFill>
                      <a:srgbClr val="FFFFFF"/>
                    </a:solidFill>
                  </a:tcPr>
                </a:tc>
                <a:tc>
                  <a:txBody>
                    <a:bodyPr/>
                    <a:lstStyle/>
                    <a:p>
                      <a:pPr algn="ctr" fontAlgn="ctr"/>
                      <a:r>
                        <a:rPr lang="en-CA" sz="650" b="0" i="0" u="none" strike="noStrike">
                          <a:solidFill>
                            <a:srgbClr val="000000"/>
                          </a:solidFill>
                          <a:effectLst/>
                          <a:latin typeface="Calibri" panose="020F0502020204030204" pitchFamily="34" charset="0"/>
                        </a:rPr>
                        <a:t> </a:t>
                      </a:r>
                    </a:p>
                  </a:txBody>
                  <a:tcPr marL="4104" marR="4104" marT="4104" marB="0" anchor="ctr">
                    <a:lnL>
                      <a:noFill/>
                    </a:lnL>
                    <a:lnR w="12700" cap="flat" cmpd="sng" algn="ctr">
                      <a:solidFill>
                        <a:srgbClr val="009999"/>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1469221849"/>
                  </a:ext>
                </a:extLst>
              </a:tr>
              <a:tr h="110194">
                <a:tc rowSpan="4">
                  <a:txBody>
                    <a:bodyPr/>
                    <a:lstStyle/>
                    <a:p>
                      <a:pPr algn="ctr" fontAlgn="ctr"/>
                      <a:r>
                        <a:rPr lang="en-CA" sz="650" b="0" i="0" u="none" strike="noStrike">
                          <a:solidFill>
                            <a:srgbClr val="000000"/>
                          </a:solidFill>
                          <a:effectLst/>
                          <a:latin typeface="Calibri" panose="020F0502020204030204" pitchFamily="34" charset="0"/>
                        </a:rPr>
                        <a:t>Business Failure Risk Score</a:t>
                      </a:r>
                    </a:p>
                  </a:txBody>
                  <a:tcPr marL="4104" marR="4104" marT="4104" marB="0" anchor="ctr">
                    <a:lnL w="12700" cap="flat" cmpd="sng" algn="ctr">
                      <a:solidFill>
                        <a:srgbClr val="009999"/>
                      </a:solidFill>
                      <a:prstDash val="solid"/>
                      <a:round/>
                      <a:headEnd type="none" w="med" len="med"/>
                      <a:tailEnd type="none" w="med" len="med"/>
                    </a:lnL>
                    <a:lnR>
                      <a:noFill/>
                    </a:lnR>
                    <a:lnT>
                      <a:noFill/>
                    </a:lnT>
                    <a:lnB w="6350" cap="flat" cmpd="sng" algn="ctr">
                      <a:solidFill>
                        <a:srgbClr val="009999"/>
                      </a:solidFill>
                      <a:prstDash val="solid"/>
                      <a:round/>
                      <a:headEnd type="none" w="med" len="med"/>
                      <a:tailEnd type="none" w="med" len="med"/>
                    </a:lnB>
                    <a:solidFill>
                      <a:srgbClr val="E7EFF1"/>
                    </a:solidFill>
                  </a:tcPr>
                </a:tc>
                <a:tc>
                  <a:txBody>
                    <a:bodyPr/>
                    <a:lstStyle/>
                    <a:p>
                      <a:pPr algn="ctr" fontAlgn="ctr"/>
                      <a:r>
                        <a:rPr lang="en-CA" sz="650" b="0" i="0" u="none" strike="noStrike">
                          <a:solidFill>
                            <a:srgbClr val="000000"/>
                          </a:solidFill>
                          <a:effectLst/>
                          <a:latin typeface="Calibri" panose="020F0502020204030204" pitchFamily="34" charset="0"/>
                        </a:rPr>
                        <a:t>Missing</a:t>
                      </a:r>
                    </a:p>
                  </a:txBody>
                  <a:tcPr marL="4104" marR="4104" marT="4104" marB="0" anchor="ctr">
                    <a:lnL>
                      <a:noFill/>
                    </a:lnL>
                    <a:lnR>
                      <a:noFill/>
                    </a:lnR>
                    <a:lnT>
                      <a:noFill/>
                    </a:lnT>
                    <a:lnB w="6350" cap="flat" cmpd="sng" algn="ctr">
                      <a:solidFill>
                        <a:srgbClr val="009999"/>
                      </a:solidFill>
                      <a:prstDash val="solid"/>
                      <a:round/>
                      <a:headEnd type="none" w="med" len="med"/>
                      <a:tailEnd type="none" w="med" len="med"/>
                    </a:lnB>
                    <a:solidFill>
                      <a:srgbClr val="E7EFF1"/>
                    </a:solidFill>
                  </a:tcPr>
                </a:tc>
                <a:tc>
                  <a:txBody>
                    <a:bodyPr/>
                    <a:lstStyle/>
                    <a:p>
                      <a:pPr algn="ctr" fontAlgn="ctr"/>
                      <a:r>
                        <a:rPr lang="en-CA" sz="650" b="0" i="0" u="none" strike="noStrike">
                          <a:solidFill>
                            <a:srgbClr val="000000"/>
                          </a:solidFill>
                          <a:effectLst/>
                          <a:latin typeface="Calibri" panose="020F0502020204030204" pitchFamily="34" charset="0"/>
                        </a:rPr>
                        <a:t>1264</a:t>
                      </a:r>
                    </a:p>
                  </a:txBody>
                  <a:tcPr marL="4104" marR="4104" marT="4104" marB="0" anchor="ctr">
                    <a:lnL>
                      <a:noFill/>
                    </a:lnL>
                    <a:lnR>
                      <a:noFill/>
                    </a:lnR>
                    <a:lnT>
                      <a:noFill/>
                    </a:lnT>
                    <a:lnB w="6350" cap="flat" cmpd="sng" algn="ctr">
                      <a:solidFill>
                        <a:srgbClr val="009999"/>
                      </a:solidFill>
                      <a:prstDash val="solid"/>
                      <a:round/>
                      <a:headEnd type="none" w="med" len="med"/>
                      <a:tailEnd type="none" w="med" len="med"/>
                    </a:lnB>
                    <a:solidFill>
                      <a:srgbClr val="E7EFF1"/>
                    </a:solidFill>
                  </a:tcPr>
                </a:tc>
                <a:tc>
                  <a:txBody>
                    <a:bodyPr/>
                    <a:lstStyle/>
                    <a:p>
                      <a:pPr algn="ctr" fontAlgn="ctr"/>
                      <a:r>
                        <a:rPr lang="en-CA" sz="650" b="0" i="0" u="none" strike="noStrike">
                          <a:solidFill>
                            <a:srgbClr val="000000"/>
                          </a:solidFill>
                          <a:effectLst/>
                          <a:latin typeface="Calibri" panose="020F0502020204030204" pitchFamily="34" charset="0"/>
                        </a:rPr>
                        <a:t>7.50%</a:t>
                      </a:r>
                    </a:p>
                  </a:txBody>
                  <a:tcPr marL="9525" marR="9525" marT="9525" marB="0" anchor="ctr">
                    <a:lnL>
                      <a:noFill/>
                    </a:lnL>
                    <a:lnR>
                      <a:noFill/>
                    </a:lnR>
                    <a:lnT>
                      <a:noFill/>
                    </a:lnT>
                    <a:lnB w="6350" cap="flat" cmpd="sng" algn="ctr">
                      <a:solidFill>
                        <a:srgbClr val="009999"/>
                      </a:solidFill>
                      <a:prstDash val="solid"/>
                      <a:round/>
                      <a:headEnd type="none" w="med" len="med"/>
                      <a:tailEnd type="none" w="med" len="med"/>
                    </a:lnB>
                    <a:solidFill>
                      <a:srgbClr val="E7EFF1"/>
                    </a:solidFill>
                  </a:tcPr>
                </a:tc>
                <a:tc>
                  <a:txBody>
                    <a:bodyPr/>
                    <a:lstStyle/>
                    <a:p>
                      <a:pPr algn="ctr" fontAlgn="ctr"/>
                      <a:r>
                        <a:rPr lang="en-CA" sz="650" b="0" i="0" u="none" strike="noStrike" dirty="0" smtClean="0">
                          <a:solidFill>
                            <a:srgbClr val="000000"/>
                          </a:solidFill>
                          <a:effectLst/>
                          <a:latin typeface="Calibri" panose="020F0502020204030204" pitchFamily="34" charset="0"/>
                        </a:rPr>
                        <a:t>4.82%</a:t>
                      </a:r>
                      <a:endParaRPr lang="en-CA" sz="650" b="0" i="0" u="none" strike="noStrike" dirty="0">
                        <a:solidFill>
                          <a:srgbClr val="000000"/>
                        </a:solidFill>
                        <a:effectLst/>
                        <a:latin typeface="Calibri" panose="020F0502020204030204" pitchFamily="34" charset="0"/>
                      </a:endParaRPr>
                    </a:p>
                  </a:txBody>
                  <a:tcPr marL="9525" marR="9525" marT="9525" marB="0" anchor="ctr">
                    <a:lnL>
                      <a:noFill/>
                    </a:lnL>
                    <a:lnR>
                      <a:noFill/>
                    </a:lnR>
                    <a:lnT>
                      <a:noFill/>
                    </a:lnT>
                    <a:lnB w="6350" cap="flat" cmpd="sng" algn="ctr">
                      <a:solidFill>
                        <a:srgbClr val="009999"/>
                      </a:solidFill>
                      <a:prstDash val="solid"/>
                      <a:round/>
                      <a:headEnd type="none" w="med" len="med"/>
                      <a:tailEnd type="none" w="med" len="med"/>
                    </a:lnB>
                    <a:solidFill>
                      <a:srgbClr val="E7EFF1"/>
                    </a:solidFill>
                  </a:tcPr>
                </a:tc>
                <a:tc>
                  <a:txBody>
                    <a:bodyPr/>
                    <a:lstStyle/>
                    <a:p>
                      <a:pPr algn="ctr" fontAlgn="ctr"/>
                      <a:r>
                        <a:rPr lang="en-CA" sz="650" b="0" i="0" u="none" strike="noStrike">
                          <a:solidFill>
                            <a:srgbClr val="000000"/>
                          </a:solidFill>
                          <a:effectLst/>
                          <a:latin typeface="Calibri" panose="020F0502020204030204" pitchFamily="34" charset="0"/>
                        </a:rPr>
                        <a:t>0</a:t>
                      </a:r>
                    </a:p>
                  </a:txBody>
                  <a:tcPr marL="4104" marR="4104" marT="4104" marB="0" anchor="ctr">
                    <a:lnL>
                      <a:noFill/>
                    </a:lnL>
                    <a:lnR>
                      <a:noFill/>
                    </a:lnR>
                    <a:lnT>
                      <a:noFill/>
                    </a:lnT>
                    <a:lnB w="6350" cap="flat" cmpd="sng" algn="ctr">
                      <a:solidFill>
                        <a:srgbClr val="009999"/>
                      </a:solidFill>
                      <a:prstDash val="solid"/>
                      <a:round/>
                      <a:headEnd type="none" w="med" len="med"/>
                      <a:tailEnd type="none" w="med" len="med"/>
                    </a:lnB>
                    <a:solidFill>
                      <a:srgbClr val="E7EFF1"/>
                    </a:solidFill>
                  </a:tcPr>
                </a:tc>
                <a:tc rowSpan="4">
                  <a:txBody>
                    <a:bodyPr/>
                    <a:lstStyle/>
                    <a:p>
                      <a:pPr algn="ctr" fontAlgn="ctr"/>
                      <a:r>
                        <a:rPr lang="en-CA" sz="650" b="0" i="0" u="none" strike="noStrike">
                          <a:solidFill>
                            <a:srgbClr val="000000"/>
                          </a:solidFill>
                          <a:effectLst/>
                          <a:latin typeface="Calibri" panose="020F0502020204030204" pitchFamily="34" charset="0"/>
                        </a:rPr>
                        <a:t>4.40%</a:t>
                      </a:r>
                    </a:p>
                  </a:txBody>
                  <a:tcPr marL="4104" marR="4104" marT="4104" marB="0" anchor="ctr">
                    <a:lnL>
                      <a:noFill/>
                    </a:lnL>
                    <a:lnR w="12700" cap="flat" cmpd="sng" algn="ctr">
                      <a:solidFill>
                        <a:srgbClr val="009999"/>
                      </a:solidFill>
                      <a:prstDash val="solid"/>
                      <a:round/>
                      <a:headEnd type="none" w="med" len="med"/>
                      <a:tailEnd type="none" w="med" len="med"/>
                    </a:lnR>
                    <a:lnT>
                      <a:noFill/>
                    </a:lnT>
                    <a:lnB w="6350" cap="flat" cmpd="sng" algn="ctr">
                      <a:solidFill>
                        <a:srgbClr val="009999"/>
                      </a:solidFill>
                      <a:prstDash val="solid"/>
                      <a:round/>
                      <a:headEnd type="none" w="med" len="med"/>
                      <a:tailEnd type="none" w="med" len="med"/>
                    </a:lnB>
                    <a:solidFill>
                      <a:srgbClr val="E7EFF1"/>
                    </a:solidFill>
                  </a:tcPr>
                </a:tc>
                <a:extLst>
                  <a:ext uri="{0D108BD9-81ED-4DB2-BD59-A6C34878D82A}">
                    <a16:rowId xmlns:a16="http://schemas.microsoft.com/office/drawing/2014/main" val="722051488"/>
                  </a:ext>
                </a:extLst>
              </a:tr>
              <a:tr h="110194">
                <a:tc vMerge="1">
                  <a:txBody>
                    <a:bodyPr/>
                    <a:lstStyle/>
                    <a:p>
                      <a:endParaRPr lang="en-CA"/>
                    </a:p>
                  </a:txBody>
                  <a:tcPr/>
                </a:tc>
                <a:tc>
                  <a:txBody>
                    <a:bodyPr/>
                    <a:lstStyle/>
                    <a:p>
                      <a:pPr algn="ctr" fontAlgn="ctr"/>
                      <a:r>
                        <a:rPr lang="en-CA" sz="650" b="0" i="0" u="none" strike="noStrike" dirty="0">
                          <a:solidFill>
                            <a:srgbClr val="000000"/>
                          </a:solidFill>
                          <a:effectLst/>
                          <a:latin typeface="Calibri" panose="020F0502020204030204" pitchFamily="34" charset="0"/>
                        </a:rPr>
                        <a:t>1264</a:t>
                      </a:r>
                    </a:p>
                  </a:txBody>
                  <a:tcPr marL="4104" marR="4104" marT="4104"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a:txBody>
                    <a:bodyPr/>
                    <a:lstStyle/>
                    <a:p>
                      <a:pPr algn="ctr" fontAlgn="ctr"/>
                      <a:r>
                        <a:rPr lang="en-CA" sz="650" b="0" i="0" u="none" strike="noStrike">
                          <a:solidFill>
                            <a:srgbClr val="000000"/>
                          </a:solidFill>
                          <a:effectLst/>
                          <a:latin typeface="Calibri" panose="020F0502020204030204" pitchFamily="34" charset="0"/>
                        </a:rPr>
                        <a:t>1333</a:t>
                      </a:r>
                    </a:p>
                  </a:txBody>
                  <a:tcPr marL="4104" marR="4104" marT="4104"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a:txBody>
                    <a:bodyPr/>
                    <a:lstStyle/>
                    <a:p>
                      <a:pPr algn="ctr" fontAlgn="ctr"/>
                      <a:r>
                        <a:rPr lang="en-CA" sz="650" b="0" i="0" u="none" strike="noStrike" dirty="0">
                          <a:solidFill>
                            <a:srgbClr val="000000"/>
                          </a:solidFill>
                          <a:effectLst/>
                          <a:latin typeface="Calibri" panose="020F0502020204030204" pitchFamily="34" charset="0"/>
                        </a:rPr>
                        <a:t>3.50%</a:t>
                      </a:r>
                    </a:p>
                  </a:txBody>
                  <a:tcPr marL="9525" marR="9525" marT="9525"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a:txBody>
                    <a:bodyPr/>
                    <a:lstStyle/>
                    <a:p>
                      <a:pPr algn="ctr" fontAlgn="ctr"/>
                      <a:r>
                        <a:rPr lang="en-CA" sz="650" b="0" i="0" u="none" strike="noStrike" dirty="0" smtClean="0">
                          <a:solidFill>
                            <a:srgbClr val="000000"/>
                          </a:solidFill>
                          <a:effectLst/>
                          <a:latin typeface="Calibri" panose="020F0502020204030204" pitchFamily="34" charset="0"/>
                        </a:rPr>
                        <a:t>11.54%</a:t>
                      </a:r>
                      <a:endParaRPr lang="en-CA" sz="650" b="0" i="0" u="none" strike="noStrike" dirty="0">
                        <a:solidFill>
                          <a:srgbClr val="000000"/>
                        </a:solidFill>
                        <a:effectLst/>
                        <a:latin typeface="Calibri" panose="020F0502020204030204" pitchFamily="34" charset="0"/>
                      </a:endParaRPr>
                    </a:p>
                  </a:txBody>
                  <a:tcPr marL="9525" marR="9525" marT="9525"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a:txBody>
                    <a:bodyPr/>
                    <a:lstStyle/>
                    <a:p>
                      <a:pPr algn="ctr" fontAlgn="ctr"/>
                      <a:r>
                        <a:rPr lang="en-CA" sz="650" b="0" i="0" u="none" strike="noStrike" dirty="0">
                          <a:solidFill>
                            <a:srgbClr val="000000"/>
                          </a:solidFill>
                          <a:effectLst/>
                          <a:latin typeface="Calibri" panose="020F0502020204030204" pitchFamily="34" charset="0"/>
                        </a:rPr>
                        <a:t>4</a:t>
                      </a:r>
                    </a:p>
                  </a:txBody>
                  <a:tcPr marL="4104" marR="4104" marT="4104"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vMerge="1">
                  <a:txBody>
                    <a:bodyPr/>
                    <a:lstStyle/>
                    <a:p>
                      <a:endParaRPr lang="en-CA"/>
                    </a:p>
                  </a:txBody>
                  <a:tcPr/>
                </a:tc>
                <a:extLst>
                  <a:ext uri="{0D108BD9-81ED-4DB2-BD59-A6C34878D82A}">
                    <a16:rowId xmlns:a16="http://schemas.microsoft.com/office/drawing/2014/main" val="2248520082"/>
                  </a:ext>
                </a:extLst>
              </a:tr>
              <a:tr h="110194">
                <a:tc vMerge="1">
                  <a:txBody>
                    <a:bodyPr/>
                    <a:lstStyle/>
                    <a:p>
                      <a:endParaRPr lang="en-CA"/>
                    </a:p>
                  </a:txBody>
                  <a:tcPr/>
                </a:tc>
                <a:tc>
                  <a:txBody>
                    <a:bodyPr/>
                    <a:lstStyle/>
                    <a:p>
                      <a:pPr algn="ctr" fontAlgn="ctr"/>
                      <a:r>
                        <a:rPr lang="en-CA" sz="650" b="0" i="0" u="none" strike="noStrike" dirty="0">
                          <a:solidFill>
                            <a:srgbClr val="000000"/>
                          </a:solidFill>
                          <a:effectLst/>
                          <a:latin typeface="Calibri" panose="020F0502020204030204" pitchFamily="34" charset="0"/>
                        </a:rPr>
                        <a:t>1333</a:t>
                      </a:r>
                    </a:p>
                  </a:txBody>
                  <a:tcPr marL="4104" marR="4104" marT="4104"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a:txBody>
                    <a:bodyPr/>
                    <a:lstStyle/>
                    <a:p>
                      <a:pPr algn="ctr" fontAlgn="ctr"/>
                      <a:r>
                        <a:rPr lang="en-CA" sz="650" b="0" i="0" u="none" strike="noStrike" dirty="0">
                          <a:solidFill>
                            <a:srgbClr val="000000"/>
                          </a:solidFill>
                          <a:effectLst/>
                          <a:latin typeface="Calibri" panose="020F0502020204030204" pitchFamily="34" charset="0"/>
                        </a:rPr>
                        <a:t>1425</a:t>
                      </a:r>
                    </a:p>
                  </a:txBody>
                  <a:tcPr marL="4104" marR="4104" marT="4104"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a:txBody>
                    <a:bodyPr/>
                    <a:lstStyle/>
                    <a:p>
                      <a:pPr algn="ctr" fontAlgn="ctr"/>
                      <a:r>
                        <a:rPr lang="en-CA" sz="650" b="0" i="0" u="none" strike="noStrike">
                          <a:solidFill>
                            <a:srgbClr val="000000"/>
                          </a:solidFill>
                          <a:effectLst/>
                          <a:latin typeface="Calibri" panose="020F0502020204030204" pitchFamily="34" charset="0"/>
                        </a:rPr>
                        <a:t>2.30%</a:t>
                      </a:r>
                    </a:p>
                  </a:txBody>
                  <a:tcPr marL="9525" marR="9525" marT="9525"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a:txBody>
                    <a:bodyPr/>
                    <a:lstStyle/>
                    <a:p>
                      <a:pPr algn="ctr" fontAlgn="ctr"/>
                      <a:r>
                        <a:rPr lang="en-CA" sz="650" b="0" i="0" u="none" strike="noStrike" dirty="0" smtClean="0">
                          <a:solidFill>
                            <a:srgbClr val="000000"/>
                          </a:solidFill>
                          <a:effectLst/>
                          <a:latin typeface="Calibri" panose="020F0502020204030204" pitchFamily="34" charset="0"/>
                        </a:rPr>
                        <a:t>48.41%</a:t>
                      </a:r>
                      <a:endParaRPr lang="en-CA" sz="650" b="0" i="0" u="none" strike="noStrike" dirty="0">
                        <a:solidFill>
                          <a:srgbClr val="000000"/>
                        </a:solidFill>
                        <a:effectLst/>
                        <a:latin typeface="Calibri" panose="020F0502020204030204" pitchFamily="34" charset="0"/>
                      </a:endParaRPr>
                    </a:p>
                  </a:txBody>
                  <a:tcPr marL="9525" marR="9525" marT="9525"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a:txBody>
                    <a:bodyPr/>
                    <a:lstStyle/>
                    <a:p>
                      <a:pPr algn="ctr" fontAlgn="ctr"/>
                      <a:r>
                        <a:rPr lang="en-CA" sz="650" b="0" i="0" u="none" strike="noStrike" dirty="0">
                          <a:solidFill>
                            <a:srgbClr val="000000"/>
                          </a:solidFill>
                          <a:effectLst/>
                          <a:latin typeface="Calibri" panose="020F0502020204030204" pitchFamily="34" charset="0"/>
                        </a:rPr>
                        <a:t>6</a:t>
                      </a:r>
                    </a:p>
                  </a:txBody>
                  <a:tcPr marL="4104" marR="4104" marT="4104"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vMerge="1">
                  <a:txBody>
                    <a:bodyPr/>
                    <a:lstStyle/>
                    <a:p>
                      <a:endParaRPr lang="en-CA"/>
                    </a:p>
                  </a:txBody>
                  <a:tcPr/>
                </a:tc>
                <a:extLst>
                  <a:ext uri="{0D108BD9-81ED-4DB2-BD59-A6C34878D82A}">
                    <a16:rowId xmlns:a16="http://schemas.microsoft.com/office/drawing/2014/main" val="2093452677"/>
                  </a:ext>
                </a:extLst>
              </a:tr>
              <a:tr h="110194">
                <a:tc vMerge="1">
                  <a:txBody>
                    <a:bodyPr/>
                    <a:lstStyle/>
                    <a:p>
                      <a:endParaRPr lang="en-CA"/>
                    </a:p>
                  </a:txBody>
                  <a:tcPr/>
                </a:tc>
                <a:tc>
                  <a:txBody>
                    <a:bodyPr/>
                    <a:lstStyle/>
                    <a:p>
                      <a:pPr algn="ctr" fontAlgn="ctr"/>
                      <a:r>
                        <a:rPr lang="en-CA" sz="650" b="0" i="0" u="none" strike="noStrike">
                          <a:solidFill>
                            <a:srgbClr val="000000"/>
                          </a:solidFill>
                          <a:effectLst/>
                          <a:latin typeface="Calibri" panose="020F0502020204030204" pitchFamily="34" charset="0"/>
                        </a:rPr>
                        <a:t>1425</a:t>
                      </a:r>
                    </a:p>
                  </a:txBody>
                  <a:tcPr marL="4104" marR="4104" marT="4104"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a:txBody>
                    <a:bodyPr/>
                    <a:lstStyle/>
                    <a:p>
                      <a:pPr algn="ctr" fontAlgn="ctr"/>
                      <a:r>
                        <a:rPr lang="en-CA" sz="650" b="0" i="0" u="none" strike="noStrike">
                          <a:solidFill>
                            <a:srgbClr val="000000"/>
                          </a:solidFill>
                          <a:effectLst/>
                          <a:latin typeface="Calibri" panose="020F0502020204030204" pitchFamily="34" charset="0"/>
                        </a:rPr>
                        <a:t> </a:t>
                      </a:r>
                    </a:p>
                  </a:txBody>
                  <a:tcPr marL="4104" marR="4104" marT="4104"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a:txBody>
                    <a:bodyPr/>
                    <a:lstStyle/>
                    <a:p>
                      <a:pPr algn="ctr" fontAlgn="ctr"/>
                      <a:r>
                        <a:rPr lang="en-CA" sz="650" b="0" i="0" u="none" strike="noStrike">
                          <a:solidFill>
                            <a:srgbClr val="000000"/>
                          </a:solidFill>
                          <a:effectLst/>
                          <a:latin typeface="Calibri" panose="020F0502020204030204" pitchFamily="34" charset="0"/>
                        </a:rPr>
                        <a:t>1.50%</a:t>
                      </a:r>
                    </a:p>
                  </a:txBody>
                  <a:tcPr marL="9525" marR="9525" marT="9525"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a:txBody>
                    <a:bodyPr/>
                    <a:lstStyle/>
                    <a:p>
                      <a:pPr algn="ctr" fontAlgn="ctr"/>
                      <a:r>
                        <a:rPr lang="en-CA" sz="650" b="0" i="0" u="none" strike="noStrike" dirty="0" smtClean="0">
                          <a:solidFill>
                            <a:srgbClr val="000000"/>
                          </a:solidFill>
                          <a:effectLst/>
                          <a:latin typeface="Calibri" panose="020F0502020204030204" pitchFamily="34" charset="0"/>
                        </a:rPr>
                        <a:t>35.23%</a:t>
                      </a:r>
                      <a:endParaRPr lang="en-CA" sz="650" b="0" i="0" u="none" strike="noStrike" dirty="0">
                        <a:solidFill>
                          <a:srgbClr val="000000"/>
                        </a:solidFill>
                        <a:effectLst/>
                        <a:latin typeface="Calibri" panose="020F0502020204030204" pitchFamily="34" charset="0"/>
                      </a:endParaRPr>
                    </a:p>
                  </a:txBody>
                  <a:tcPr marL="9525" marR="9525" marT="9525"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a:txBody>
                    <a:bodyPr/>
                    <a:lstStyle/>
                    <a:p>
                      <a:pPr algn="ctr" fontAlgn="ctr"/>
                      <a:r>
                        <a:rPr lang="en-CA" sz="650" b="0" i="0" u="none" strike="noStrike">
                          <a:solidFill>
                            <a:srgbClr val="000000"/>
                          </a:solidFill>
                          <a:effectLst/>
                          <a:latin typeface="Calibri" panose="020F0502020204030204" pitchFamily="34" charset="0"/>
                        </a:rPr>
                        <a:t>8</a:t>
                      </a:r>
                    </a:p>
                  </a:txBody>
                  <a:tcPr marL="4104" marR="4104" marT="4104"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vMerge="1">
                  <a:txBody>
                    <a:bodyPr/>
                    <a:lstStyle/>
                    <a:p>
                      <a:endParaRPr lang="en-CA"/>
                    </a:p>
                  </a:txBody>
                  <a:tcPr/>
                </a:tc>
                <a:extLst>
                  <a:ext uri="{0D108BD9-81ED-4DB2-BD59-A6C34878D82A}">
                    <a16:rowId xmlns:a16="http://schemas.microsoft.com/office/drawing/2014/main" val="3873959731"/>
                  </a:ext>
                </a:extLst>
              </a:tr>
              <a:tr h="110194">
                <a:tc rowSpan="4">
                  <a:txBody>
                    <a:bodyPr/>
                    <a:lstStyle/>
                    <a:p>
                      <a:pPr algn="ctr" fontAlgn="ctr"/>
                      <a:r>
                        <a:rPr lang="en-CA" sz="650" b="0" i="0" u="none" strike="noStrike" dirty="0">
                          <a:solidFill>
                            <a:srgbClr val="000000"/>
                          </a:solidFill>
                          <a:effectLst/>
                          <a:latin typeface="Calibri" panose="020F0502020204030204" pitchFamily="34" charset="0"/>
                        </a:rPr>
                        <a:t>Commercial Delinquency Score</a:t>
                      </a:r>
                    </a:p>
                  </a:txBody>
                  <a:tcPr marL="4104" marR="4104" marT="4104" marB="0" anchor="ctr">
                    <a:lnL w="12700" cap="flat" cmpd="sng" algn="ctr">
                      <a:solidFill>
                        <a:srgbClr val="009999"/>
                      </a:solidFill>
                      <a:prstDash val="solid"/>
                      <a:round/>
                      <a:headEnd type="none" w="med" len="med"/>
                      <a:tailEnd type="none" w="med" len="med"/>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FFFFFF"/>
                    </a:solidFill>
                  </a:tcPr>
                </a:tc>
                <a:tc>
                  <a:txBody>
                    <a:bodyPr/>
                    <a:lstStyle/>
                    <a:p>
                      <a:pPr algn="ctr" fontAlgn="ctr"/>
                      <a:r>
                        <a:rPr lang="en-CA" sz="650" b="0" i="0" u="none" strike="noStrike">
                          <a:solidFill>
                            <a:srgbClr val="000000"/>
                          </a:solidFill>
                          <a:effectLst/>
                          <a:latin typeface="Calibri" panose="020F0502020204030204" pitchFamily="34" charset="0"/>
                        </a:rPr>
                        <a:t>Missing</a:t>
                      </a:r>
                    </a:p>
                  </a:txBody>
                  <a:tcPr marL="4104" marR="4104" marT="4104"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FFFFFF"/>
                    </a:solidFill>
                  </a:tcPr>
                </a:tc>
                <a:tc>
                  <a:txBody>
                    <a:bodyPr/>
                    <a:lstStyle/>
                    <a:p>
                      <a:pPr algn="ctr" fontAlgn="ctr"/>
                      <a:r>
                        <a:rPr lang="en-CA" sz="650" b="0" i="0" u="none" strike="noStrike">
                          <a:solidFill>
                            <a:srgbClr val="000000"/>
                          </a:solidFill>
                          <a:effectLst/>
                          <a:latin typeface="Calibri" panose="020F0502020204030204" pitchFamily="34" charset="0"/>
                        </a:rPr>
                        <a:t>351</a:t>
                      </a:r>
                    </a:p>
                  </a:txBody>
                  <a:tcPr marL="4104" marR="4104" marT="4104"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FFFFFF"/>
                    </a:solidFill>
                  </a:tcPr>
                </a:tc>
                <a:tc>
                  <a:txBody>
                    <a:bodyPr/>
                    <a:lstStyle/>
                    <a:p>
                      <a:pPr algn="ctr" fontAlgn="ctr"/>
                      <a:r>
                        <a:rPr lang="en-CA" sz="650" b="0" i="0" u="none" strike="noStrike" dirty="0">
                          <a:solidFill>
                            <a:srgbClr val="000000"/>
                          </a:solidFill>
                          <a:effectLst/>
                          <a:latin typeface="Calibri" panose="020F0502020204030204" pitchFamily="34" charset="0"/>
                        </a:rPr>
                        <a:t>5.80%</a:t>
                      </a:r>
                    </a:p>
                  </a:txBody>
                  <a:tcPr marL="9525" marR="9525" marT="9525"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FFFFFF"/>
                    </a:solidFill>
                  </a:tcPr>
                </a:tc>
                <a:tc>
                  <a:txBody>
                    <a:bodyPr/>
                    <a:lstStyle/>
                    <a:p>
                      <a:pPr algn="ctr" fontAlgn="ctr"/>
                      <a:r>
                        <a:rPr lang="en-CA" sz="650" b="0" i="0" u="none" strike="noStrike" dirty="0" smtClean="0">
                          <a:solidFill>
                            <a:srgbClr val="000000"/>
                          </a:solidFill>
                          <a:effectLst/>
                          <a:latin typeface="Calibri" panose="020F0502020204030204" pitchFamily="34" charset="0"/>
                        </a:rPr>
                        <a:t>9.98%</a:t>
                      </a:r>
                      <a:endParaRPr lang="en-CA" sz="650" b="0" i="0" u="none" strike="noStrike" dirty="0">
                        <a:solidFill>
                          <a:srgbClr val="000000"/>
                        </a:solidFill>
                        <a:effectLst/>
                        <a:latin typeface="Calibri" panose="020F0502020204030204" pitchFamily="34" charset="0"/>
                      </a:endParaRPr>
                    </a:p>
                  </a:txBody>
                  <a:tcPr marL="9525" marR="9525" marT="9525"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FFFFFF"/>
                    </a:solidFill>
                  </a:tcPr>
                </a:tc>
                <a:tc>
                  <a:txBody>
                    <a:bodyPr/>
                    <a:lstStyle/>
                    <a:p>
                      <a:pPr algn="ctr" fontAlgn="ctr"/>
                      <a:r>
                        <a:rPr lang="en-CA" sz="650" b="0" i="0" u="none" strike="noStrike" dirty="0">
                          <a:solidFill>
                            <a:srgbClr val="000000"/>
                          </a:solidFill>
                          <a:effectLst/>
                          <a:latin typeface="Calibri" panose="020F0502020204030204" pitchFamily="34" charset="0"/>
                        </a:rPr>
                        <a:t>0</a:t>
                      </a:r>
                    </a:p>
                  </a:txBody>
                  <a:tcPr marL="4104" marR="4104" marT="4104"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FFFFFF"/>
                    </a:solidFill>
                  </a:tcPr>
                </a:tc>
                <a:tc rowSpan="4">
                  <a:txBody>
                    <a:bodyPr/>
                    <a:lstStyle/>
                    <a:p>
                      <a:pPr algn="ctr" fontAlgn="ctr"/>
                      <a:r>
                        <a:rPr lang="en-CA" sz="650" b="0" i="0" u="none" strike="noStrike">
                          <a:solidFill>
                            <a:srgbClr val="000000"/>
                          </a:solidFill>
                          <a:effectLst/>
                          <a:latin typeface="Calibri" panose="020F0502020204030204" pitchFamily="34" charset="0"/>
                        </a:rPr>
                        <a:t>5.05%</a:t>
                      </a:r>
                    </a:p>
                  </a:txBody>
                  <a:tcPr marL="4104" marR="4104" marT="4104" marB="0" anchor="ctr">
                    <a:lnL>
                      <a:noFill/>
                    </a:lnL>
                    <a:lnR w="12700" cap="flat" cmpd="sng" algn="ctr">
                      <a:solidFill>
                        <a:srgbClr val="009999"/>
                      </a:solidFill>
                      <a:prstDash val="solid"/>
                      <a:round/>
                      <a:headEnd type="none" w="med" len="med"/>
                      <a:tailEnd type="none" w="med" len="med"/>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FFFFFF"/>
                    </a:solidFill>
                  </a:tcPr>
                </a:tc>
                <a:extLst>
                  <a:ext uri="{0D108BD9-81ED-4DB2-BD59-A6C34878D82A}">
                    <a16:rowId xmlns:a16="http://schemas.microsoft.com/office/drawing/2014/main" val="84152242"/>
                  </a:ext>
                </a:extLst>
              </a:tr>
              <a:tr h="110194">
                <a:tc vMerge="1">
                  <a:txBody>
                    <a:bodyPr/>
                    <a:lstStyle/>
                    <a:p>
                      <a:endParaRPr lang="en-CA"/>
                    </a:p>
                  </a:txBody>
                  <a:tcPr/>
                </a:tc>
                <a:tc>
                  <a:txBody>
                    <a:bodyPr/>
                    <a:lstStyle/>
                    <a:p>
                      <a:pPr algn="ctr" fontAlgn="ctr"/>
                      <a:r>
                        <a:rPr lang="en-CA" sz="650" b="0" i="0" u="none" strike="noStrike" dirty="0">
                          <a:solidFill>
                            <a:srgbClr val="000000"/>
                          </a:solidFill>
                          <a:effectLst/>
                          <a:latin typeface="Calibri" panose="020F0502020204030204" pitchFamily="34" charset="0"/>
                        </a:rPr>
                        <a:t>351</a:t>
                      </a:r>
                    </a:p>
                  </a:txBody>
                  <a:tcPr marL="4104" marR="4104" marT="4104"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FFFFFF"/>
                    </a:solidFill>
                  </a:tcPr>
                </a:tc>
                <a:tc>
                  <a:txBody>
                    <a:bodyPr/>
                    <a:lstStyle/>
                    <a:p>
                      <a:pPr algn="ctr" fontAlgn="ctr"/>
                      <a:r>
                        <a:rPr lang="en-CA" sz="650" b="0" i="0" u="none" strike="noStrike">
                          <a:solidFill>
                            <a:srgbClr val="000000"/>
                          </a:solidFill>
                          <a:effectLst/>
                          <a:latin typeface="Calibri" panose="020F0502020204030204" pitchFamily="34" charset="0"/>
                        </a:rPr>
                        <a:t>416</a:t>
                      </a:r>
                    </a:p>
                  </a:txBody>
                  <a:tcPr marL="4104" marR="4104" marT="4104"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FFFFFF"/>
                    </a:solidFill>
                  </a:tcPr>
                </a:tc>
                <a:tc>
                  <a:txBody>
                    <a:bodyPr/>
                    <a:lstStyle/>
                    <a:p>
                      <a:pPr algn="ctr" fontAlgn="ctr"/>
                      <a:r>
                        <a:rPr lang="en-CA" sz="650" b="0" i="0" u="none" strike="noStrike">
                          <a:solidFill>
                            <a:srgbClr val="000000"/>
                          </a:solidFill>
                          <a:effectLst/>
                          <a:latin typeface="Calibri" panose="020F0502020204030204" pitchFamily="34" charset="0"/>
                        </a:rPr>
                        <a:t>2.80%</a:t>
                      </a:r>
                    </a:p>
                  </a:txBody>
                  <a:tcPr marL="9525" marR="9525" marT="9525"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FFFFFF"/>
                    </a:solidFill>
                  </a:tcPr>
                </a:tc>
                <a:tc>
                  <a:txBody>
                    <a:bodyPr/>
                    <a:lstStyle/>
                    <a:p>
                      <a:pPr algn="ctr" fontAlgn="ctr"/>
                      <a:r>
                        <a:rPr lang="en-CA" sz="650" b="0" i="0" u="none" strike="noStrike" dirty="0" smtClean="0">
                          <a:solidFill>
                            <a:srgbClr val="000000"/>
                          </a:solidFill>
                          <a:effectLst/>
                          <a:latin typeface="Calibri" panose="020F0502020204030204" pitchFamily="34" charset="0"/>
                        </a:rPr>
                        <a:t>19.51%</a:t>
                      </a:r>
                      <a:endParaRPr lang="en-CA" sz="650" b="0" i="0" u="none" strike="noStrike" dirty="0">
                        <a:solidFill>
                          <a:srgbClr val="000000"/>
                        </a:solidFill>
                        <a:effectLst/>
                        <a:latin typeface="Calibri" panose="020F0502020204030204" pitchFamily="34" charset="0"/>
                      </a:endParaRPr>
                    </a:p>
                  </a:txBody>
                  <a:tcPr marL="9525" marR="9525" marT="9525"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FFFFFF"/>
                    </a:solidFill>
                  </a:tcPr>
                </a:tc>
                <a:tc>
                  <a:txBody>
                    <a:bodyPr/>
                    <a:lstStyle/>
                    <a:p>
                      <a:pPr algn="ctr" fontAlgn="ctr"/>
                      <a:r>
                        <a:rPr lang="en-CA" sz="650" b="0" i="0" u="none" strike="noStrike">
                          <a:solidFill>
                            <a:srgbClr val="000000"/>
                          </a:solidFill>
                          <a:effectLst/>
                          <a:latin typeface="Calibri" panose="020F0502020204030204" pitchFamily="34" charset="0"/>
                        </a:rPr>
                        <a:t>5</a:t>
                      </a:r>
                    </a:p>
                  </a:txBody>
                  <a:tcPr marL="4104" marR="4104" marT="4104"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FFFFFF"/>
                    </a:solidFill>
                  </a:tcPr>
                </a:tc>
                <a:tc vMerge="1">
                  <a:txBody>
                    <a:bodyPr/>
                    <a:lstStyle/>
                    <a:p>
                      <a:endParaRPr lang="en-CA"/>
                    </a:p>
                  </a:txBody>
                  <a:tcPr/>
                </a:tc>
                <a:extLst>
                  <a:ext uri="{0D108BD9-81ED-4DB2-BD59-A6C34878D82A}">
                    <a16:rowId xmlns:a16="http://schemas.microsoft.com/office/drawing/2014/main" val="4096304666"/>
                  </a:ext>
                </a:extLst>
              </a:tr>
              <a:tr h="110194">
                <a:tc vMerge="1">
                  <a:txBody>
                    <a:bodyPr/>
                    <a:lstStyle/>
                    <a:p>
                      <a:endParaRPr lang="en-CA"/>
                    </a:p>
                  </a:txBody>
                  <a:tcPr/>
                </a:tc>
                <a:tc>
                  <a:txBody>
                    <a:bodyPr/>
                    <a:lstStyle/>
                    <a:p>
                      <a:pPr algn="ctr" fontAlgn="ctr"/>
                      <a:r>
                        <a:rPr lang="en-CA" sz="650" b="0" i="0" u="none" strike="noStrike">
                          <a:solidFill>
                            <a:srgbClr val="000000"/>
                          </a:solidFill>
                          <a:effectLst/>
                          <a:latin typeface="Calibri" panose="020F0502020204030204" pitchFamily="34" charset="0"/>
                        </a:rPr>
                        <a:t>416</a:t>
                      </a:r>
                    </a:p>
                  </a:txBody>
                  <a:tcPr marL="4104" marR="4104" marT="4104"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FFFFFF"/>
                    </a:solidFill>
                  </a:tcPr>
                </a:tc>
                <a:tc>
                  <a:txBody>
                    <a:bodyPr/>
                    <a:lstStyle/>
                    <a:p>
                      <a:pPr algn="ctr" fontAlgn="ctr"/>
                      <a:r>
                        <a:rPr lang="en-CA" sz="650" b="0" i="0" u="none" strike="noStrike" dirty="0">
                          <a:solidFill>
                            <a:srgbClr val="000000"/>
                          </a:solidFill>
                          <a:effectLst/>
                          <a:latin typeface="Calibri" panose="020F0502020204030204" pitchFamily="34" charset="0"/>
                        </a:rPr>
                        <a:t>513</a:t>
                      </a:r>
                    </a:p>
                  </a:txBody>
                  <a:tcPr marL="4104" marR="4104" marT="4104"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FFFFFF"/>
                    </a:solidFill>
                  </a:tcPr>
                </a:tc>
                <a:tc>
                  <a:txBody>
                    <a:bodyPr/>
                    <a:lstStyle/>
                    <a:p>
                      <a:pPr algn="ctr" fontAlgn="ctr"/>
                      <a:r>
                        <a:rPr lang="en-CA" sz="650" b="0" i="0" u="none" strike="noStrike" dirty="0" smtClean="0">
                          <a:solidFill>
                            <a:srgbClr val="000000"/>
                          </a:solidFill>
                          <a:effectLst/>
                          <a:latin typeface="Calibri" panose="020F0502020204030204" pitchFamily="34" charset="0"/>
                        </a:rPr>
                        <a:t>2.00%</a:t>
                      </a:r>
                      <a:endParaRPr lang="en-CA" sz="650" b="0" i="0" u="none" strike="noStrike" dirty="0">
                        <a:solidFill>
                          <a:srgbClr val="000000"/>
                        </a:solidFill>
                        <a:effectLst/>
                        <a:latin typeface="Calibri" panose="020F0502020204030204" pitchFamily="34" charset="0"/>
                      </a:endParaRPr>
                    </a:p>
                  </a:txBody>
                  <a:tcPr marL="9525" marR="9525" marT="9525"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FFFFFF"/>
                    </a:solidFill>
                  </a:tcPr>
                </a:tc>
                <a:tc>
                  <a:txBody>
                    <a:bodyPr/>
                    <a:lstStyle/>
                    <a:p>
                      <a:pPr algn="ctr" fontAlgn="ctr"/>
                      <a:r>
                        <a:rPr lang="en-CA" sz="650" b="0" i="0" u="none" strike="noStrike" dirty="0" smtClean="0">
                          <a:solidFill>
                            <a:srgbClr val="000000"/>
                          </a:solidFill>
                          <a:effectLst/>
                          <a:latin typeface="Calibri" panose="020F0502020204030204" pitchFamily="34" charset="0"/>
                        </a:rPr>
                        <a:t>45.37%</a:t>
                      </a:r>
                      <a:endParaRPr lang="en-CA" sz="650" b="0" i="0" u="none" strike="noStrike" dirty="0">
                        <a:solidFill>
                          <a:srgbClr val="000000"/>
                        </a:solidFill>
                        <a:effectLst/>
                        <a:latin typeface="Calibri" panose="020F0502020204030204" pitchFamily="34" charset="0"/>
                      </a:endParaRPr>
                    </a:p>
                  </a:txBody>
                  <a:tcPr marL="9525" marR="9525" marT="9525"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FFFFFF"/>
                    </a:solidFill>
                  </a:tcPr>
                </a:tc>
                <a:tc>
                  <a:txBody>
                    <a:bodyPr/>
                    <a:lstStyle/>
                    <a:p>
                      <a:pPr algn="ctr" fontAlgn="ctr"/>
                      <a:r>
                        <a:rPr lang="en-CA" sz="650" b="0" i="0" u="none" strike="noStrike" dirty="0">
                          <a:solidFill>
                            <a:srgbClr val="000000"/>
                          </a:solidFill>
                          <a:effectLst/>
                          <a:latin typeface="Calibri" panose="020F0502020204030204" pitchFamily="34" charset="0"/>
                        </a:rPr>
                        <a:t>7</a:t>
                      </a:r>
                    </a:p>
                  </a:txBody>
                  <a:tcPr marL="4104" marR="4104" marT="4104"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FFFFFF"/>
                    </a:solidFill>
                  </a:tcPr>
                </a:tc>
                <a:tc vMerge="1">
                  <a:txBody>
                    <a:bodyPr/>
                    <a:lstStyle/>
                    <a:p>
                      <a:endParaRPr lang="en-CA"/>
                    </a:p>
                  </a:txBody>
                  <a:tcPr/>
                </a:tc>
                <a:extLst>
                  <a:ext uri="{0D108BD9-81ED-4DB2-BD59-A6C34878D82A}">
                    <a16:rowId xmlns:a16="http://schemas.microsoft.com/office/drawing/2014/main" val="3725598922"/>
                  </a:ext>
                </a:extLst>
              </a:tr>
              <a:tr h="110194">
                <a:tc vMerge="1">
                  <a:txBody>
                    <a:bodyPr/>
                    <a:lstStyle/>
                    <a:p>
                      <a:endParaRPr lang="en-CA"/>
                    </a:p>
                  </a:txBody>
                  <a:tcPr/>
                </a:tc>
                <a:tc>
                  <a:txBody>
                    <a:bodyPr/>
                    <a:lstStyle/>
                    <a:p>
                      <a:pPr algn="ctr" fontAlgn="ctr"/>
                      <a:r>
                        <a:rPr lang="en-CA" sz="650" b="0" i="0" u="none" strike="noStrike">
                          <a:solidFill>
                            <a:srgbClr val="000000"/>
                          </a:solidFill>
                          <a:effectLst/>
                          <a:latin typeface="Calibri" panose="020F0502020204030204" pitchFamily="34" charset="0"/>
                        </a:rPr>
                        <a:t>513</a:t>
                      </a:r>
                    </a:p>
                  </a:txBody>
                  <a:tcPr marL="4104" marR="4104" marT="4104"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FFFFFF"/>
                    </a:solidFill>
                  </a:tcPr>
                </a:tc>
                <a:tc>
                  <a:txBody>
                    <a:bodyPr/>
                    <a:lstStyle/>
                    <a:p>
                      <a:pPr algn="ctr" fontAlgn="ctr"/>
                      <a:r>
                        <a:rPr lang="en-CA" sz="650" b="0" i="0" u="none" strike="noStrike">
                          <a:solidFill>
                            <a:srgbClr val="000000"/>
                          </a:solidFill>
                          <a:effectLst/>
                          <a:latin typeface="Calibri" panose="020F0502020204030204" pitchFamily="34" charset="0"/>
                        </a:rPr>
                        <a:t> </a:t>
                      </a:r>
                    </a:p>
                  </a:txBody>
                  <a:tcPr marL="4104" marR="4104" marT="4104"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FFFFFF"/>
                    </a:solidFill>
                  </a:tcPr>
                </a:tc>
                <a:tc>
                  <a:txBody>
                    <a:bodyPr/>
                    <a:lstStyle/>
                    <a:p>
                      <a:pPr algn="ctr" fontAlgn="ctr"/>
                      <a:r>
                        <a:rPr lang="en-CA" sz="650" b="0" i="0" u="none" strike="noStrike">
                          <a:solidFill>
                            <a:srgbClr val="000000"/>
                          </a:solidFill>
                          <a:effectLst/>
                          <a:latin typeface="Calibri" panose="020F0502020204030204" pitchFamily="34" charset="0"/>
                        </a:rPr>
                        <a:t>1.40%</a:t>
                      </a:r>
                    </a:p>
                  </a:txBody>
                  <a:tcPr marL="9525" marR="9525" marT="9525"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FFFFFF"/>
                    </a:solidFill>
                  </a:tcPr>
                </a:tc>
                <a:tc>
                  <a:txBody>
                    <a:bodyPr/>
                    <a:lstStyle/>
                    <a:p>
                      <a:pPr algn="ctr" fontAlgn="ctr"/>
                      <a:r>
                        <a:rPr lang="en-CA" sz="650" b="0" i="0" u="none" strike="noStrike" dirty="0" smtClean="0">
                          <a:solidFill>
                            <a:srgbClr val="000000"/>
                          </a:solidFill>
                          <a:effectLst/>
                          <a:latin typeface="Calibri" panose="020F0502020204030204" pitchFamily="34" charset="0"/>
                        </a:rPr>
                        <a:t>25.14%</a:t>
                      </a:r>
                      <a:endParaRPr lang="en-CA" sz="650" b="0" i="0" u="none" strike="noStrike" dirty="0">
                        <a:solidFill>
                          <a:srgbClr val="000000"/>
                        </a:solidFill>
                        <a:effectLst/>
                        <a:latin typeface="Calibri" panose="020F0502020204030204" pitchFamily="34" charset="0"/>
                      </a:endParaRPr>
                    </a:p>
                  </a:txBody>
                  <a:tcPr marL="9525" marR="9525" marT="9525"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FFFFFF"/>
                    </a:solidFill>
                  </a:tcPr>
                </a:tc>
                <a:tc>
                  <a:txBody>
                    <a:bodyPr/>
                    <a:lstStyle/>
                    <a:p>
                      <a:pPr algn="ctr" fontAlgn="ctr"/>
                      <a:r>
                        <a:rPr lang="en-CA" sz="650" b="0" i="0" u="none" strike="noStrike">
                          <a:solidFill>
                            <a:srgbClr val="000000"/>
                          </a:solidFill>
                          <a:effectLst/>
                          <a:latin typeface="Calibri" panose="020F0502020204030204" pitchFamily="34" charset="0"/>
                        </a:rPr>
                        <a:t>10</a:t>
                      </a:r>
                    </a:p>
                  </a:txBody>
                  <a:tcPr marL="4104" marR="4104" marT="4104"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FFFFFF"/>
                    </a:solidFill>
                  </a:tcPr>
                </a:tc>
                <a:tc vMerge="1">
                  <a:txBody>
                    <a:bodyPr/>
                    <a:lstStyle/>
                    <a:p>
                      <a:endParaRPr lang="en-CA"/>
                    </a:p>
                  </a:txBody>
                  <a:tcPr/>
                </a:tc>
                <a:extLst>
                  <a:ext uri="{0D108BD9-81ED-4DB2-BD59-A6C34878D82A}">
                    <a16:rowId xmlns:a16="http://schemas.microsoft.com/office/drawing/2014/main" val="3846977550"/>
                  </a:ext>
                </a:extLst>
              </a:tr>
              <a:tr h="110194">
                <a:tc rowSpan="6">
                  <a:txBody>
                    <a:bodyPr/>
                    <a:lstStyle/>
                    <a:p>
                      <a:pPr algn="ctr" fontAlgn="ctr"/>
                      <a:r>
                        <a:rPr lang="en-CA" sz="650" b="0" i="0" u="none" strike="noStrike" dirty="0">
                          <a:solidFill>
                            <a:srgbClr val="000000"/>
                          </a:solidFill>
                          <a:effectLst/>
                          <a:latin typeface="Calibri" panose="020F0502020204030204" pitchFamily="34" charset="0"/>
                        </a:rPr>
                        <a:t>Credit Information Score</a:t>
                      </a:r>
                    </a:p>
                  </a:txBody>
                  <a:tcPr marL="4104" marR="4104" marT="4104" marB="0" anchor="ctr">
                    <a:lnL w="12700" cap="flat" cmpd="sng" algn="ctr">
                      <a:solidFill>
                        <a:srgbClr val="009999"/>
                      </a:solidFill>
                      <a:prstDash val="solid"/>
                      <a:round/>
                      <a:headEnd type="none" w="med" len="med"/>
                      <a:tailEnd type="none" w="med" len="med"/>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a:txBody>
                    <a:bodyPr/>
                    <a:lstStyle/>
                    <a:p>
                      <a:pPr algn="ctr" fontAlgn="ctr"/>
                      <a:r>
                        <a:rPr lang="en-CA" sz="650" b="0" i="0" u="none" strike="noStrike">
                          <a:solidFill>
                            <a:srgbClr val="000000"/>
                          </a:solidFill>
                          <a:effectLst/>
                          <a:latin typeface="Calibri" panose="020F0502020204030204" pitchFamily="34" charset="0"/>
                        </a:rPr>
                        <a:t>0</a:t>
                      </a:r>
                    </a:p>
                  </a:txBody>
                  <a:tcPr marL="4104" marR="4104" marT="4104"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a:txBody>
                    <a:bodyPr/>
                    <a:lstStyle/>
                    <a:p>
                      <a:pPr algn="ctr" fontAlgn="ctr"/>
                      <a:r>
                        <a:rPr lang="en-CA" sz="650" b="0" i="0" u="none" strike="noStrike">
                          <a:solidFill>
                            <a:srgbClr val="000000"/>
                          </a:solidFill>
                          <a:effectLst/>
                          <a:latin typeface="Calibri" panose="020F0502020204030204" pitchFamily="34" charset="0"/>
                        </a:rPr>
                        <a:t>14</a:t>
                      </a:r>
                    </a:p>
                  </a:txBody>
                  <a:tcPr marL="4104" marR="4104" marT="4104"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a:txBody>
                    <a:bodyPr/>
                    <a:lstStyle/>
                    <a:p>
                      <a:pPr algn="ctr" fontAlgn="ctr"/>
                      <a:r>
                        <a:rPr lang="en-CA" sz="650" b="0" i="0" u="none" strike="noStrike">
                          <a:solidFill>
                            <a:srgbClr val="000000"/>
                          </a:solidFill>
                          <a:effectLst/>
                          <a:latin typeface="Calibri" panose="020F0502020204030204" pitchFamily="34" charset="0"/>
                        </a:rPr>
                        <a:t>1.30%</a:t>
                      </a:r>
                    </a:p>
                  </a:txBody>
                  <a:tcPr marL="9525" marR="9525" marT="9525"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a:txBody>
                    <a:bodyPr/>
                    <a:lstStyle/>
                    <a:p>
                      <a:pPr algn="ctr" fontAlgn="ctr"/>
                      <a:r>
                        <a:rPr lang="en-CA" sz="650" b="0" i="0" u="none" strike="noStrike" dirty="0" smtClean="0">
                          <a:solidFill>
                            <a:srgbClr val="000000"/>
                          </a:solidFill>
                          <a:effectLst/>
                          <a:latin typeface="Calibri" panose="020F0502020204030204" pitchFamily="34" charset="0"/>
                        </a:rPr>
                        <a:t>47.1%</a:t>
                      </a:r>
                      <a:endParaRPr lang="en-CA" sz="650" b="0" i="0" u="none" strike="noStrike" dirty="0">
                        <a:solidFill>
                          <a:srgbClr val="000000"/>
                        </a:solidFill>
                        <a:effectLst/>
                        <a:latin typeface="Calibri" panose="020F0502020204030204" pitchFamily="34" charset="0"/>
                      </a:endParaRPr>
                    </a:p>
                  </a:txBody>
                  <a:tcPr marL="9525" marR="9525" marT="9525"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a:txBody>
                    <a:bodyPr/>
                    <a:lstStyle/>
                    <a:p>
                      <a:pPr algn="ctr" fontAlgn="ctr"/>
                      <a:r>
                        <a:rPr lang="en-CA" sz="650" b="0" i="0" u="none" strike="noStrike" dirty="0">
                          <a:solidFill>
                            <a:srgbClr val="000000"/>
                          </a:solidFill>
                          <a:effectLst/>
                          <a:latin typeface="Calibri" panose="020F0502020204030204" pitchFamily="34" charset="0"/>
                        </a:rPr>
                        <a:t>53</a:t>
                      </a:r>
                    </a:p>
                  </a:txBody>
                  <a:tcPr marL="4104" marR="4104" marT="4104"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rowSpan="6">
                  <a:txBody>
                    <a:bodyPr/>
                    <a:lstStyle/>
                    <a:p>
                      <a:pPr algn="ctr" fontAlgn="ctr"/>
                      <a:r>
                        <a:rPr lang="en-CA" sz="650" b="0" i="0" u="none" strike="noStrike">
                          <a:solidFill>
                            <a:srgbClr val="000000"/>
                          </a:solidFill>
                          <a:effectLst/>
                          <a:latin typeface="Calibri" panose="020F0502020204030204" pitchFamily="34" charset="0"/>
                        </a:rPr>
                        <a:t>26.77%</a:t>
                      </a:r>
                    </a:p>
                  </a:txBody>
                  <a:tcPr marL="4104" marR="4104" marT="4104" marB="0" anchor="ctr">
                    <a:lnL>
                      <a:noFill/>
                    </a:lnL>
                    <a:lnR w="12700" cap="flat" cmpd="sng" algn="ctr">
                      <a:solidFill>
                        <a:srgbClr val="009999"/>
                      </a:solidFill>
                      <a:prstDash val="solid"/>
                      <a:round/>
                      <a:headEnd type="none" w="med" len="med"/>
                      <a:tailEnd type="none" w="med" len="med"/>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extLst>
                  <a:ext uri="{0D108BD9-81ED-4DB2-BD59-A6C34878D82A}">
                    <a16:rowId xmlns:a16="http://schemas.microsoft.com/office/drawing/2014/main" val="286360993"/>
                  </a:ext>
                </a:extLst>
              </a:tr>
              <a:tr h="110194">
                <a:tc vMerge="1">
                  <a:txBody>
                    <a:bodyPr/>
                    <a:lstStyle/>
                    <a:p>
                      <a:endParaRPr lang="en-CA"/>
                    </a:p>
                  </a:txBody>
                  <a:tcPr/>
                </a:tc>
                <a:tc>
                  <a:txBody>
                    <a:bodyPr/>
                    <a:lstStyle/>
                    <a:p>
                      <a:pPr algn="ctr" fontAlgn="ctr"/>
                      <a:r>
                        <a:rPr lang="en-CA" sz="650" b="0" i="0" u="none" strike="noStrike">
                          <a:solidFill>
                            <a:srgbClr val="000000"/>
                          </a:solidFill>
                          <a:effectLst/>
                          <a:latin typeface="Calibri" panose="020F0502020204030204" pitchFamily="34" charset="0"/>
                        </a:rPr>
                        <a:t>14</a:t>
                      </a:r>
                    </a:p>
                  </a:txBody>
                  <a:tcPr marL="4104" marR="4104" marT="4104"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a:txBody>
                    <a:bodyPr/>
                    <a:lstStyle/>
                    <a:p>
                      <a:pPr algn="ctr" fontAlgn="ctr"/>
                      <a:r>
                        <a:rPr lang="en-CA" sz="650" b="0" i="0" u="none" strike="noStrike">
                          <a:solidFill>
                            <a:srgbClr val="000000"/>
                          </a:solidFill>
                          <a:effectLst/>
                          <a:latin typeface="Calibri" panose="020F0502020204030204" pitchFamily="34" charset="0"/>
                        </a:rPr>
                        <a:t>16</a:t>
                      </a:r>
                    </a:p>
                  </a:txBody>
                  <a:tcPr marL="4104" marR="4104" marT="4104"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a:txBody>
                    <a:bodyPr/>
                    <a:lstStyle/>
                    <a:p>
                      <a:pPr algn="ctr" fontAlgn="ctr"/>
                      <a:r>
                        <a:rPr lang="en-CA" sz="650" b="0" i="0" u="none" strike="noStrike">
                          <a:solidFill>
                            <a:srgbClr val="000000"/>
                          </a:solidFill>
                          <a:effectLst/>
                          <a:latin typeface="Calibri" panose="020F0502020204030204" pitchFamily="34" charset="0"/>
                        </a:rPr>
                        <a:t>2.10%</a:t>
                      </a:r>
                    </a:p>
                  </a:txBody>
                  <a:tcPr marL="9525" marR="9525" marT="9525"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a:txBody>
                    <a:bodyPr/>
                    <a:lstStyle/>
                    <a:p>
                      <a:pPr algn="ctr" fontAlgn="ctr"/>
                      <a:r>
                        <a:rPr lang="en-CA" sz="650" b="0" i="0" u="none" strike="noStrike" dirty="0" smtClean="0">
                          <a:solidFill>
                            <a:srgbClr val="000000"/>
                          </a:solidFill>
                          <a:effectLst/>
                          <a:latin typeface="Calibri" panose="020F0502020204030204" pitchFamily="34" charset="0"/>
                        </a:rPr>
                        <a:t>16.4%</a:t>
                      </a:r>
                      <a:endParaRPr lang="en-CA" sz="650" b="0" i="0" u="none" strike="noStrike" dirty="0">
                        <a:solidFill>
                          <a:srgbClr val="000000"/>
                        </a:solidFill>
                        <a:effectLst/>
                        <a:latin typeface="Calibri" panose="020F0502020204030204" pitchFamily="34" charset="0"/>
                      </a:endParaRPr>
                    </a:p>
                  </a:txBody>
                  <a:tcPr marL="9525" marR="9525" marT="9525"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a:txBody>
                    <a:bodyPr/>
                    <a:lstStyle/>
                    <a:p>
                      <a:pPr algn="ctr" fontAlgn="ctr"/>
                      <a:r>
                        <a:rPr lang="en-CA" sz="650" b="0" i="0" u="none" strike="noStrike" dirty="0">
                          <a:solidFill>
                            <a:srgbClr val="000000"/>
                          </a:solidFill>
                          <a:effectLst/>
                          <a:latin typeface="Calibri" panose="020F0502020204030204" pitchFamily="34" charset="0"/>
                        </a:rPr>
                        <a:t>44</a:t>
                      </a:r>
                    </a:p>
                  </a:txBody>
                  <a:tcPr marL="4104" marR="4104" marT="4104"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vMerge="1">
                  <a:txBody>
                    <a:bodyPr/>
                    <a:lstStyle/>
                    <a:p>
                      <a:endParaRPr lang="en-CA"/>
                    </a:p>
                  </a:txBody>
                  <a:tcPr/>
                </a:tc>
                <a:extLst>
                  <a:ext uri="{0D108BD9-81ED-4DB2-BD59-A6C34878D82A}">
                    <a16:rowId xmlns:a16="http://schemas.microsoft.com/office/drawing/2014/main" val="1384327283"/>
                  </a:ext>
                </a:extLst>
              </a:tr>
              <a:tr h="110194">
                <a:tc vMerge="1">
                  <a:txBody>
                    <a:bodyPr/>
                    <a:lstStyle/>
                    <a:p>
                      <a:endParaRPr lang="en-CA"/>
                    </a:p>
                  </a:txBody>
                  <a:tcPr/>
                </a:tc>
                <a:tc>
                  <a:txBody>
                    <a:bodyPr/>
                    <a:lstStyle/>
                    <a:p>
                      <a:pPr algn="ctr" fontAlgn="ctr"/>
                      <a:r>
                        <a:rPr lang="en-CA" sz="650" b="0" i="0" u="none" strike="noStrike">
                          <a:solidFill>
                            <a:srgbClr val="000000"/>
                          </a:solidFill>
                          <a:effectLst/>
                          <a:latin typeface="Calibri" panose="020F0502020204030204" pitchFamily="34" charset="0"/>
                        </a:rPr>
                        <a:t>16</a:t>
                      </a:r>
                    </a:p>
                  </a:txBody>
                  <a:tcPr marL="4104" marR="4104" marT="4104"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a:txBody>
                    <a:bodyPr/>
                    <a:lstStyle/>
                    <a:p>
                      <a:pPr algn="ctr" fontAlgn="ctr"/>
                      <a:r>
                        <a:rPr lang="en-CA" sz="650" b="0" i="0" u="none" strike="noStrike">
                          <a:solidFill>
                            <a:srgbClr val="000000"/>
                          </a:solidFill>
                          <a:effectLst/>
                          <a:latin typeface="Calibri" panose="020F0502020204030204" pitchFamily="34" charset="0"/>
                        </a:rPr>
                        <a:t>20</a:t>
                      </a:r>
                    </a:p>
                  </a:txBody>
                  <a:tcPr marL="4104" marR="4104" marT="4104"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a:txBody>
                    <a:bodyPr/>
                    <a:lstStyle/>
                    <a:p>
                      <a:pPr algn="ctr" fontAlgn="ctr"/>
                      <a:r>
                        <a:rPr lang="en-CA" sz="650" b="0" i="0" u="none" strike="noStrike">
                          <a:solidFill>
                            <a:srgbClr val="000000"/>
                          </a:solidFill>
                          <a:effectLst/>
                          <a:latin typeface="Calibri" panose="020F0502020204030204" pitchFamily="34" charset="0"/>
                        </a:rPr>
                        <a:t>2.70%</a:t>
                      </a:r>
                    </a:p>
                  </a:txBody>
                  <a:tcPr marL="9525" marR="9525" marT="9525"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a:txBody>
                    <a:bodyPr/>
                    <a:lstStyle/>
                    <a:p>
                      <a:pPr algn="ctr" fontAlgn="ctr"/>
                      <a:r>
                        <a:rPr lang="en-CA" sz="650" b="0" i="0" u="none" strike="noStrike" dirty="0" smtClean="0">
                          <a:solidFill>
                            <a:srgbClr val="000000"/>
                          </a:solidFill>
                          <a:effectLst/>
                          <a:latin typeface="Calibri" panose="020F0502020204030204" pitchFamily="34" charset="0"/>
                        </a:rPr>
                        <a:t>17.52%</a:t>
                      </a:r>
                      <a:endParaRPr lang="en-CA" sz="650" b="0" i="0" u="none" strike="noStrike" dirty="0">
                        <a:solidFill>
                          <a:srgbClr val="000000"/>
                        </a:solidFill>
                        <a:effectLst/>
                        <a:latin typeface="Calibri" panose="020F0502020204030204" pitchFamily="34" charset="0"/>
                      </a:endParaRPr>
                    </a:p>
                  </a:txBody>
                  <a:tcPr marL="9525" marR="9525" marT="9525"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a:txBody>
                    <a:bodyPr/>
                    <a:lstStyle/>
                    <a:p>
                      <a:pPr algn="ctr" fontAlgn="ctr"/>
                      <a:r>
                        <a:rPr lang="en-CA" sz="650" b="0" i="0" u="none" strike="noStrike" dirty="0">
                          <a:solidFill>
                            <a:srgbClr val="000000"/>
                          </a:solidFill>
                          <a:effectLst/>
                          <a:latin typeface="Calibri" panose="020F0502020204030204" pitchFamily="34" charset="0"/>
                        </a:rPr>
                        <a:t>39</a:t>
                      </a:r>
                    </a:p>
                  </a:txBody>
                  <a:tcPr marL="4104" marR="4104" marT="4104"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vMerge="1">
                  <a:txBody>
                    <a:bodyPr/>
                    <a:lstStyle/>
                    <a:p>
                      <a:endParaRPr lang="en-CA"/>
                    </a:p>
                  </a:txBody>
                  <a:tcPr/>
                </a:tc>
                <a:extLst>
                  <a:ext uri="{0D108BD9-81ED-4DB2-BD59-A6C34878D82A}">
                    <a16:rowId xmlns:a16="http://schemas.microsoft.com/office/drawing/2014/main" val="998257850"/>
                  </a:ext>
                </a:extLst>
              </a:tr>
              <a:tr h="110194">
                <a:tc vMerge="1">
                  <a:txBody>
                    <a:bodyPr/>
                    <a:lstStyle/>
                    <a:p>
                      <a:endParaRPr lang="en-CA"/>
                    </a:p>
                  </a:txBody>
                  <a:tcPr/>
                </a:tc>
                <a:tc>
                  <a:txBody>
                    <a:bodyPr/>
                    <a:lstStyle/>
                    <a:p>
                      <a:pPr algn="ctr" fontAlgn="ctr"/>
                      <a:r>
                        <a:rPr lang="en-CA" sz="650" b="0" i="0" u="none" strike="noStrike">
                          <a:solidFill>
                            <a:srgbClr val="000000"/>
                          </a:solidFill>
                          <a:effectLst/>
                          <a:latin typeface="Calibri" panose="020F0502020204030204" pitchFamily="34" charset="0"/>
                        </a:rPr>
                        <a:t>20</a:t>
                      </a:r>
                    </a:p>
                  </a:txBody>
                  <a:tcPr marL="4104" marR="4104" marT="4104"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a:txBody>
                    <a:bodyPr/>
                    <a:lstStyle/>
                    <a:p>
                      <a:pPr algn="ctr" fontAlgn="ctr"/>
                      <a:r>
                        <a:rPr lang="en-CA" sz="650" b="0" i="0" u="none" strike="noStrike">
                          <a:solidFill>
                            <a:srgbClr val="000000"/>
                          </a:solidFill>
                          <a:effectLst/>
                          <a:latin typeface="Calibri" panose="020F0502020204030204" pitchFamily="34" charset="0"/>
                        </a:rPr>
                        <a:t>28</a:t>
                      </a:r>
                    </a:p>
                  </a:txBody>
                  <a:tcPr marL="4104" marR="4104" marT="4104"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a:txBody>
                    <a:bodyPr/>
                    <a:lstStyle/>
                    <a:p>
                      <a:pPr algn="ctr" fontAlgn="ctr"/>
                      <a:r>
                        <a:rPr lang="en-CA" sz="650" b="0" i="0" u="none" strike="noStrike">
                          <a:solidFill>
                            <a:srgbClr val="000000"/>
                          </a:solidFill>
                          <a:effectLst/>
                          <a:latin typeface="Calibri" panose="020F0502020204030204" pitchFamily="34" charset="0"/>
                        </a:rPr>
                        <a:t>3.40%</a:t>
                      </a:r>
                    </a:p>
                  </a:txBody>
                  <a:tcPr marL="9525" marR="9525" marT="9525"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a:txBody>
                    <a:bodyPr/>
                    <a:lstStyle/>
                    <a:p>
                      <a:pPr algn="ctr" fontAlgn="ctr"/>
                      <a:r>
                        <a:rPr lang="en-CA" sz="650" b="0" i="0" u="none" strike="noStrike" dirty="0" smtClean="0">
                          <a:solidFill>
                            <a:srgbClr val="000000"/>
                          </a:solidFill>
                          <a:effectLst/>
                          <a:latin typeface="Calibri" panose="020F0502020204030204" pitchFamily="34" charset="0"/>
                        </a:rPr>
                        <a:t>13.19%</a:t>
                      </a:r>
                      <a:endParaRPr lang="en-CA" sz="650" b="0" i="0" u="none" strike="noStrike" dirty="0">
                        <a:solidFill>
                          <a:srgbClr val="000000"/>
                        </a:solidFill>
                        <a:effectLst/>
                        <a:latin typeface="Calibri" panose="020F0502020204030204" pitchFamily="34" charset="0"/>
                      </a:endParaRPr>
                    </a:p>
                  </a:txBody>
                  <a:tcPr marL="9525" marR="9525" marT="9525"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a:txBody>
                    <a:bodyPr/>
                    <a:lstStyle/>
                    <a:p>
                      <a:pPr algn="ctr" fontAlgn="ctr"/>
                      <a:r>
                        <a:rPr lang="en-CA" sz="650" b="0" i="0" u="none" strike="noStrike" dirty="0">
                          <a:solidFill>
                            <a:srgbClr val="000000"/>
                          </a:solidFill>
                          <a:effectLst/>
                          <a:latin typeface="Calibri" panose="020F0502020204030204" pitchFamily="34" charset="0"/>
                        </a:rPr>
                        <a:t>35</a:t>
                      </a:r>
                    </a:p>
                  </a:txBody>
                  <a:tcPr marL="4104" marR="4104" marT="4104"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vMerge="1">
                  <a:txBody>
                    <a:bodyPr/>
                    <a:lstStyle/>
                    <a:p>
                      <a:endParaRPr lang="en-CA"/>
                    </a:p>
                  </a:txBody>
                  <a:tcPr/>
                </a:tc>
                <a:extLst>
                  <a:ext uri="{0D108BD9-81ED-4DB2-BD59-A6C34878D82A}">
                    <a16:rowId xmlns:a16="http://schemas.microsoft.com/office/drawing/2014/main" val="858432283"/>
                  </a:ext>
                </a:extLst>
              </a:tr>
              <a:tr h="110194">
                <a:tc vMerge="1">
                  <a:txBody>
                    <a:bodyPr/>
                    <a:lstStyle/>
                    <a:p>
                      <a:endParaRPr lang="en-CA"/>
                    </a:p>
                  </a:txBody>
                  <a:tcPr/>
                </a:tc>
                <a:tc>
                  <a:txBody>
                    <a:bodyPr/>
                    <a:lstStyle/>
                    <a:p>
                      <a:pPr algn="ctr" fontAlgn="ctr"/>
                      <a:r>
                        <a:rPr lang="en-CA" sz="650" b="0" i="0" u="none" strike="noStrike">
                          <a:solidFill>
                            <a:srgbClr val="000000"/>
                          </a:solidFill>
                          <a:effectLst/>
                          <a:latin typeface="Calibri" panose="020F0502020204030204" pitchFamily="34" charset="0"/>
                        </a:rPr>
                        <a:t>28</a:t>
                      </a:r>
                    </a:p>
                  </a:txBody>
                  <a:tcPr marL="4104" marR="4104" marT="4104"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a:txBody>
                    <a:bodyPr/>
                    <a:lstStyle/>
                    <a:p>
                      <a:pPr algn="ctr" fontAlgn="ctr"/>
                      <a:r>
                        <a:rPr lang="en-CA" sz="650" b="0" i="0" u="none" strike="noStrike">
                          <a:solidFill>
                            <a:srgbClr val="000000"/>
                          </a:solidFill>
                          <a:effectLst/>
                          <a:latin typeface="Calibri" panose="020F0502020204030204" pitchFamily="34" charset="0"/>
                        </a:rPr>
                        <a:t>70</a:t>
                      </a:r>
                    </a:p>
                  </a:txBody>
                  <a:tcPr marL="4104" marR="4104" marT="4104"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a:txBody>
                    <a:bodyPr/>
                    <a:lstStyle/>
                    <a:p>
                      <a:pPr algn="ctr" fontAlgn="ctr"/>
                      <a:r>
                        <a:rPr lang="en-CA" sz="650" b="0" i="0" u="none" strike="noStrike">
                          <a:solidFill>
                            <a:srgbClr val="000000"/>
                          </a:solidFill>
                          <a:effectLst/>
                          <a:latin typeface="Calibri" panose="020F0502020204030204" pitchFamily="34" charset="0"/>
                        </a:rPr>
                        <a:t>8.40%</a:t>
                      </a:r>
                    </a:p>
                  </a:txBody>
                  <a:tcPr marL="9525" marR="9525" marT="9525"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a:txBody>
                    <a:bodyPr/>
                    <a:lstStyle/>
                    <a:p>
                      <a:pPr algn="ctr" fontAlgn="ctr"/>
                      <a:r>
                        <a:rPr lang="en-CA" sz="650" b="0" i="0" u="none" strike="noStrike" dirty="0" smtClean="0">
                          <a:solidFill>
                            <a:srgbClr val="000000"/>
                          </a:solidFill>
                          <a:effectLst/>
                          <a:latin typeface="Calibri" panose="020F0502020204030204" pitchFamily="34" charset="0"/>
                        </a:rPr>
                        <a:t>5.57%</a:t>
                      </a:r>
                      <a:endParaRPr lang="en-CA" sz="650" b="0" i="0" u="none" strike="noStrike" dirty="0">
                        <a:solidFill>
                          <a:srgbClr val="000000"/>
                        </a:solidFill>
                        <a:effectLst/>
                        <a:latin typeface="Calibri" panose="020F0502020204030204" pitchFamily="34" charset="0"/>
                      </a:endParaRPr>
                    </a:p>
                  </a:txBody>
                  <a:tcPr marL="9525" marR="9525" marT="9525"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a:txBody>
                    <a:bodyPr/>
                    <a:lstStyle/>
                    <a:p>
                      <a:pPr algn="ctr" fontAlgn="ctr"/>
                      <a:r>
                        <a:rPr lang="en-CA" sz="650" b="0" i="0" u="none" strike="noStrike" dirty="0">
                          <a:solidFill>
                            <a:srgbClr val="000000"/>
                          </a:solidFill>
                          <a:effectLst/>
                          <a:latin typeface="Calibri" panose="020F0502020204030204" pitchFamily="34" charset="0"/>
                        </a:rPr>
                        <a:t>16</a:t>
                      </a:r>
                    </a:p>
                  </a:txBody>
                  <a:tcPr marL="4104" marR="4104" marT="4104"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vMerge="1">
                  <a:txBody>
                    <a:bodyPr/>
                    <a:lstStyle/>
                    <a:p>
                      <a:endParaRPr lang="en-CA"/>
                    </a:p>
                  </a:txBody>
                  <a:tcPr/>
                </a:tc>
                <a:extLst>
                  <a:ext uri="{0D108BD9-81ED-4DB2-BD59-A6C34878D82A}">
                    <a16:rowId xmlns:a16="http://schemas.microsoft.com/office/drawing/2014/main" val="2240434182"/>
                  </a:ext>
                </a:extLst>
              </a:tr>
              <a:tr h="110194">
                <a:tc vMerge="1">
                  <a:txBody>
                    <a:bodyPr/>
                    <a:lstStyle/>
                    <a:p>
                      <a:endParaRPr lang="en-CA"/>
                    </a:p>
                  </a:txBody>
                  <a:tcPr/>
                </a:tc>
                <a:tc>
                  <a:txBody>
                    <a:bodyPr/>
                    <a:lstStyle/>
                    <a:p>
                      <a:pPr algn="ctr" fontAlgn="ctr"/>
                      <a:r>
                        <a:rPr lang="en-CA" sz="650" b="0" i="0" u="none" strike="noStrike">
                          <a:solidFill>
                            <a:srgbClr val="000000"/>
                          </a:solidFill>
                          <a:effectLst/>
                          <a:latin typeface="Calibri" panose="020F0502020204030204" pitchFamily="34" charset="0"/>
                        </a:rPr>
                        <a:t>70</a:t>
                      </a:r>
                    </a:p>
                  </a:txBody>
                  <a:tcPr marL="4104" marR="4104" marT="4104"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a:txBody>
                    <a:bodyPr/>
                    <a:lstStyle/>
                    <a:p>
                      <a:pPr algn="ctr" fontAlgn="ctr"/>
                      <a:r>
                        <a:rPr lang="en-CA" sz="650" b="0" i="0" u="none" strike="noStrike">
                          <a:solidFill>
                            <a:srgbClr val="000000"/>
                          </a:solidFill>
                          <a:effectLst/>
                          <a:latin typeface="Calibri" panose="020F0502020204030204" pitchFamily="34" charset="0"/>
                        </a:rPr>
                        <a:t> </a:t>
                      </a:r>
                    </a:p>
                  </a:txBody>
                  <a:tcPr marL="4104" marR="4104" marT="4104"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a:txBody>
                    <a:bodyPr/>
                    <a:lstStyle/>
                    <a:p>
                      <a:pPr algn="ctr" fontAlgn="ctr"/>
                      <a:r>
                        <a:rPr lang="en-CA" sz="650" b="0" i="0" u="none" strike="noStrike">
                          <a:solidFill>
                            <a:srgbClr val="000000"/>
                          </a:solidFill>
                          <a:effectLst/>
                          <a:latin typeface="Calibri" panose="020F0502020204030204" pitchFamily="34" charset="0"/>
                        </a:rPr>
                        <a:t>17.60%</a:t>
                      </a:r>
                    </a:p>
                  </a:txBody>
                  <a:tcPr marL="9525" marR="9525" marT="9525"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a:txBody>
                    <a:bodyPr/>
                    <a:lstStyle/>
                    <a:p>
                      <a:pPr algn="ctr" fontAlgn="ctr"/>
                      <a:r>
                        <a:rPr lang="en-CA" sz="650" b="0" i="0" u="none" strike="noStrike" dirty="0" smtClean="0">
                          <a:solidFill>
                            <a:srgbClr val="000000"/>
                          </a:solidFill>
                          <a:effectLst/>
                          <a:latin typeface="Calibri" panose="020F0502020204030204" pitchFamily="34" charset="0"/>
                        </a:rPr>
                        <a:t>0.23%</a:t>
                      </a:r>
                      <a:endParaRPr lang="en-CA" sz="650" b="0" i="0" u="none" strike="noStrike" dirty="0">
                        <a:solidFill>
                          <a:srgbClr val="000000"/>
                        </a:solidFill>
                        <a:effectLst/>
                        <a:latin typeface="Calibri" panose="020F0502020204030204" pitchFamily="34" charset="0"/>
                      </a:endParaRPr>
                    </a:p>
                  </a:txBody>
                  <a:tcPr marL="9525" marR="9525" marT="9525"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a:txBody>
                    <a:bodyPr/>
                    <a:lstStyle/>
                    <a:p>
                      <a:pPr algn="ctr" fontAlgn="ctr"/>
                      <a:r>
                        <a:rPr lang="en-CA" sz="650" b="0" i="0" u="none" strike="noStrike" dirty="0">
                          <a:solidFill>
                            <a:srgbClr val="000000"/>
                          </a:solidFill>
                          <a:effectLst/>
                          <a:latin typeface="Calibri" panose="020F0502020204030204" pitchFamily="34" charset="0"/>
                        </a:rPr>
                        <a:t>0</a:t>
                      </a:r>
                    </a:p>
                  </a:txBody>
                  <a:tcPr marL="4104" marR="4104" marT="4104"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vMerge="1">
                  <a:txBody>
                    <a:bodyPr/>
                    <a:lstStyle/>
                    <a:p>
                      <a:endParaRPr lang="en-CA"/>
                    </a:p>
                  </a:txBody>
                  <a:tcPr/>
                </a:tc>
                <a:extLst>
                  <a:ext uri="{0D108BD9-81ED-4DB2-BD59-A6C34878D82A}">
                    <a16:rowId xmlns:a16="http://schemas.microsoft.com/office/drawing/2014/main" val="3195468483"/>
                  </a:ext>
                </a:extLst>
              </a:tr>
              <a:tr h="110194">
                <a:tc rowSpan="5">
                  <a:txBody>
                    <a:bodyPr/>
                    <a:lstStyle/>
                    <a:p>
                      <a:pPr algn="ctr" fontAlgn="ctr"/>
                      <a:r>
                        <a:rPr lang="en-US" sz="650" b="0" i="0" u="none" strike="noStrike">
                          <a:solidFill>
                            <a:srgbClr val="000000"/>
                          </a:solidFill>
                          <a:effectLst/>
                          <a:latin typeface="Calibri" panose="020F0502020204030204" pitchFamily="34" charset="0"/>
                        </a:rPr>
                        <a:t>Max Delinquency in Last 12 Months</a:t>
                      </a:r>
                    </a:p>
                  </a:txBody>
                  <a:tcPr marL="4104" marR="4104" marT="4104" marB="0" anchor="ctr">
                    <a:lnL w="12700" cap="flat" cmpd="sng" algn="ctr">
                      <a:solidFill>
                        <a:srgbClr val="009999"/>
                      </a:solidFill>
                      <a:prstDash val="solid"/>
                      <a:round/>
                      <a:headEnd type="none" w="med" len="med"/>
                      <a:tailEnd type="none" w="med" len="med"/>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FFFFFF"/>
                    </a:solidFill>
                  </a:tcPr>
                </a:tc>
                <a:tc>
                  <a:txBody>
                    <a:bodyPr/>
                    <a:lstStyle/>
                    <a:p>
                      <a:pPr algn="ctr" fontAlgn="ctr"/>
                      <a:r>
                        <a:rPr lang="en-CA" sz="650" b="0" i="0" u="none" strike="noStrike">
                          <a:solidFill>
                            <a:srgbClr val="000000"/>
                          </a:solidFill>
                          <a:effectLst/>
                          <a:latin typeface="Calibri" panose="020F0502020204030204" pitchFamily="34" charset="0"/>
                        </a:rPr>
                        <a:t>New Customer</a:t>
                      </a:r>
                    </a:p>
                  </a:txBody>
                  <a:tcPr marL="4104" marR="4104" marT="4104"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FFFFFF"/>
                    </a:solidFill>
                  </a:tcPr>
                </a:tc>
                <a:tc>
                  <a:txBody>
                    <a:bodyPr/>
                    <a:lstStyle/>
                    <a:p>
                      <a:pPr algn="ctr" fontAlgn="ctr"/>
                      <a:r>
                        <a:rPr lang="en-CA" sz="650" b="0" i="0" u="none" strike="noStrike">
                          <a:solidFill>
                            <a:srgbClr val="000000"/>
                          </a:solidFill>
                          <a:effectLst/>
                          <a:latin typeface="Calibri" panose="020F0502020204030204" pitchFamily="34" charset="0"/>
                        </a:rPr>
                        <a:t> </a:t>
                      </a:r>
                    </a:p>
                  </a:txBody>
                  <a:tcPr marL="4104" marR="4104" marT="4104"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FFFFFF"/>
                    </a:solidFill>
                  </a:tcPr>
                </a:tc>
                <a:tc>
                  <a:txBody>
                    <a:bodyPr/>
                    <a:lstStyle/>
                    <a:p>
                      <a:pPr algn="ctr" fontAlgn="ctr"/>
                      <a:r>
                        <a:rPr lang="en-CA" sz="650" b="0" i="0" u="none" strike="noStrike">
                          <a:solidFill>
                            <a:srgbClr val="000000"/>
                          </a:solidFill>
                          <a:effectLst/>
                          <a:latin typeface="Calibri" panose="020F0502020204030204" pitchFamily="34" charset="0"/>
                        </a:rPr>
                        <a:t>2.90%</a:t>
                      </a:r>
                    </a:p>
                  </a:txBody>
                  <a:tcPr marL="9525" marR="9525" marT="9525"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FFFFFF"/>
                    </a:solidFill>
                  </a:tcPr>
                </a:tc>
                <a:tc>
                  <a:txBody>
                    <a:bodyPr/>
                    <a:lstStyle/>
                    <a:p>
                      <a:pPr algn="ctr" fontAlgn="ctr"/>
                      <a:r>
                        <a:rPr lang="en-CA" sz="650" b="0" i="0" u="none" strike="noStrike" dirty="0" smtClean="0">
                          <a:solidFill>
                            <a:srgbClr val="000000"/>
                          </a:solidFill>
                          <a:effectLst/>
                          <a:latin typeface="Calibri" panose="020F0502020204030204" pitchFamily="34" charset="0"/>
                        </a:rPr>
                        <a:t>7.17%</a:t>
                      </a:r>
                      <a:endParaRPr lang="en-CA" sz="650" b="0" i="0" u="none" strike="noStrike" dirty="0">
                        <a:solidFill>
                          <a:srgbClr val="000000"/>
                        </a:solidFill>
                        <a:effectLst/>
                        <a:latin typeface="Calibri" panose="020F0502020204030204" pitchFamily="34" charset="0"/>
                      </a:endParaRPr>
                    </a:p>
                  </a:txBody>
                  <a:tcPr marL="9525" marR="9525" marT="9525"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FFFFFF"/>
                    </a:solidFill>
                  </a:tcPr>
                </a:tc>
                <a:tc>
                  <a:txBody>
                    <a:bodyPr/>
                    <a:lstStyle/>
                    <a:p>
                      <a:pPr algn="ctr" fontAlgn="ctr"/>
                      <a:r>
                        <a:rPr lang="en-CA" sz="650" b="0" i="0" u="none" strike="noStrike" dirty="0">
                          <a:solidFill>
                            <a:srgbClr val="000000"/>
                          </a:solidFill>
                          <a:effectLst/>
                          <a:latin typeface="Calibri" panose="020F0502020204030204" pitchFamily="34" charset="0"/>
                        </a:rPr>
                        <a:t>54</a:t>
                      </a:r>
                    </a:p>
                  </a:txBody>
                  <a:tcPr marL="4104" marR="4104" marT="4104"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FFFFFF"/>
                    </a:solidFill>
                  </a:tcPr>
                </a:tc>
                <a:tc rowSpan="5">
                  <a:txBody>
                    <a:bodyPr/>
                    <a:lstStyle/>
                    <a:p>
                      <a:pPr algn="ctr" fontAlgn="ctr"/>
                      <a:r>
                        <a:rPr lang="en-CA" sz="650" b="0" i="0" u="none" strike="noStrike">
                          <a:solidFill>
                            <a:srgbClr val="000000"/>
                          </a:solidFill>
                          <a:effectLst/>
                          <a:latin typeface="Calibri" panose="020F0502020204030204" pitchFamily="34" charset="0"/>
                        </a:rPr>
                        <a:t>37.88%</a:t>
                      </a:r>
                    </a:p>
                  </a:txBody>
                  <a:tcPr marL="4104" marR="4104" marT="4104" marB="0" anchor="ctr">
                    <a:lnL>
                      <a:noFill/>
                    </a:lnL>
                    <a:lnR w="12700" cap="flat" cmpd="sng" algn="ctr">
                      <a:solidFill>
                        <a:srgbClr val="009999"/>
                      </a:solidFill>
                      <a:prstDash val="solid"/>
                      <a:round/>
                      <a:headEnd type="none" w="med" len="med"/>
                      <a:tailEnd type="none" w="med" len="med"/>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FFFFFF"/>
                    </a:solidFill>
                  </a:tcPr>
                </a:tc>
                <a:extLst>
                  <a:ext uri="{0D108BD9-81ED-4DB2-BD59-A6C34878D82A}">
                    <a16:rowId xmlns:a16="http://schemas.microsoft.com/office/drawing/2014/main" val="2084073483"/>
                  </a:ext>
                </a:extLst>
              </a:tr>
              <a:tr h="110194">
                <a:tc vMerge="1">
                  <a:txBody>
                    <a:bodyPr/>
                    <a:lstStyle/>
                    <a:p>
                      <a:endParaRPr lang="en-CA"/>
                    </a:p>
                  </a:txBody>
                  <a:tcPr/>
                </a:tc>
                <a:tc>
                  <a:txBody>
                    <a:bodyPr/>
                    <a:lstStyle/>
                    <a:p>
                      <a:pPr algn="ctr" fontAlgn="ctr"/>
                      <a:r>
                        <a:rPr lang="en-CA" sz="650" b="0" i="0" u="none" strike="noStrike">
                          <a:solidFill>
                            <a:srgbClr val="000000"/>
                          </a:solidFill>
                          <a:effectLst/>
                          <a:latin typeface="Calibri" panose="020F0502020204030204" pitchFamily="34" charset="0"/>
                        </a:rPr>
                        <a:t>0</a:t>
                      </a:r>
                    </a:p>
                  </a:txBody>
                  <a:tcPr marL="4104" marR="4104" marT="4104"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FFFFFF"/>
                    </a:solidFill>
                  </a:tcPr>
                </a:tc>
                <a:tc>
                  <a:txBody>
                    <a:bodyPr/>
                    <a:lstStyle/>
                    <a:p>
                      <a:pPr algn="ctr" fontAlgn="ctr"/>
                      <a:r>
                        <a:rPr lang="en-CA" sz="650" b="0" i="0" u="none" strike="noStrike">
                          <a:solidFill>
                            <a:srgbClr val="000000"/>
                          </a:solidFill>
                          <a:effectLst/>
                          <a:latin typeface="Calibri" panose="020F0502020204030204" pitchFamily="34" charset="0"/>
                        </a:rPr>
                        <a:t>6</a:t>
                      </a:r>
                    </a:p>
                  </a:txBody>
                  <a:tcPr marL="4104" marR="4104" marT="4104"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FFFFFF"/>
                    </a:solidFill>
                  </a:tcPr>
                </a:tc>
                <a:tc>
                  <a:txBody>
                    <a:bodyPr/>
                    <a:lstStyle/>
                    <a:p>
                      <a:pPr algn="ctr" fontAlgn="ctr"/>
                      <a:r>
                        <a:rPr lang="en-CA" sz="650" b="0" i="0" u="none" strike="noStrike">
                          <a:solidFill>
                            <a:srgbClr val="000000"/>
                          </a:solidFill>
                          <a:effectLst/>
                          <a:latin typeface="Calibri" panose="020F0502020204030204" pitchFamily="34" charset="0"/>
                        </a:rPr>
                        <a:t>1.40%</a:t>
                      </a:r>
                    </a:p>
                  </a:txBody>
                  <a:tcPr marL="9525" marR="9525" marT="9525"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FFFFFF"/>
                    </a:solidFill>
                  </a:tcPr>
                </a:tc>
                <a:tc>
                  <a:txBody>
                    <a:bodyPr/>
                    <a:lstStyle/>
                    <a:p>
                      <a:pPr algn="ctr" fontAlgn="ctr"/>
                      <a:r>
                        <a:rPr lang="en-CA" sz="650" b="0" i="0" u="none" strike="noStrike" dirty="0" smtClean="0">
                          <a:solidFill>
                            <a:srgbClr val="000000"/>
                          </a:solidFill>
                          <a:effectLst/>
                          <a:latin typeface="Calibri" panose="020F0502020204030204" pitchFamily="34" charset="0"/>
                        </a:rPr>
                        <a:t>69.68%</a:t>
                      </a:r>
                      <a:endParaRPr lang="en-CA" sz="650" b="0" i="0" u="none" strike="noStrike" dirty="0">
                        <a:solidFill>
                          <a:srgbClr val="000000"/>
                        </a:solidFill>
                        <a:effectLst/>
                        <a:latin typeface="Calibri" panose="020F0502020204030204" pitchFamily="34" charset="0"/>
                      </a:endParaRPr>
                    </a:p>
                  </a:txBody>
                  <a:tcPr marL="9525" marR="9525" marT="9525"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FFFFFF"/>
                    </a:solidFill>
                  </a:tcPr>
                </a:tc>
                <a:tc>
                  <a:txBody>
                    <a:bodyPr/>
                    <a:lstStyle/>
                    <a:p>
                      <a:pPr algn="ctr" fontAlgn="ctr"/>
                      <a:r>
                        <a:rPr lang="en-CA" sz="650" b="0" i="0" u="none" strike="noStrike" dirty="0">
                          <a:solidFill>
                            <a:srgbClr val="000000"/>
                          </a:solidFill>
                          <a:effectLst/>
                          <a:latin typeface="Calibri" panose="020F0502020204030204" pitchFamily="34" charset="0"/>
                        </a:rPr>
                        <a:t>75</a:t>
                      </a:r>
                    </a:p>
                  </a:txBody>
                  <a:tcPr marL="4104" marR="4104" marT="4104"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FFFFFF"/>
                    </a:solidFill>
                  </a:tcPr>
                </a:tc>
                <a:tc vMerge="1">
                  <a:txBody>
                    <a:bodyPr/>
                    <a:lstStyle/>
                    <a:p>
                      <a:endParaRPr lang="en-CA"/>
                    </a:p>
                  </a:txBody>
                  <a:tcPr/>
                </a:tc>
                <a:extLst>
                  <a:ext uri="{0D108BD9-81ED-4DB2-BD59-A6C34878D82A}">
                    <a16:rowId xmlns:a16="http://schemas.microsoft.com/office/drawing/2014/main" val="3136523980"/>
                  </a:ext>
                </a:extLst>
              </a:tr>
              <a:tr h="110194">
                <a:tc vMerge="1">
                  <a:txBody>
                    <a:bodyPr/>
                    <a:lstStyle/>
                    <a:p>
                      <a:endParaRPr lang="en-CA"/>
                    </a:p>
                  </a:txBody>
                  <a:tcPr/>
                </a:tc>
                <a:tc>
                  <a:txBody>
                    <a:bodyPr/>
                    <a:lstStyle/>
                    <a:p>
                      <a:pPr algn="ctr" fontAlgn="ctr"/>
                      <a:r>
                        <a:rPr lang="en-CA" sz="650" b="0" i="0" u="none" strike="noStrike">
                          <a:solidFill>
                            <a:srgbClr val="000000"/>
                          </a:solidFill>
                          <a:effectLst/>
                          <a:latin typeface="Calibri" panose="020F0502020204030204" pitchFamily="34" charset="0"/>
                        </a:rPr>
                        <a:t>6</a:t>
                      </a:r>
                    </a:p>
                  </a:txBody>
                  <a:tcPr marL="4104" marR="4104" marT="4104"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FFFFFF"/>
                    </a:solidFill>
                  </a:tcPr>
                </a:tc>
                <a:tc>
                  <a:txBody>
                    <a:bodyPr/>
                    <a:lstStyle/>
                    <a:p>
                      <a:pPr algn="ctr" fontAlgn="ctr"/>
                      <a:r>
                        <a:rPr lang="en-CA" sz="650" b="0" i="0" u="none" strike="noStrike">
                          <a:solidFill>
                            <a:srgbClr val="000000"/>
                          </a:solidFill>
                          <a:effectLst/>
                          <a:latin typeface="Calibri" panose="020F0502020204030204" pitchFamily="34" charset="0"/>
                        </a:rPr>
                        <a:t>30</a:t>
                      </a:r>
                    </a:p>
                  </a:txBody>
                  <a:tcPr marL="4104" marR="4104" marT="4104"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FFFFFF"/>
                    </a:solidFill>
                  </a:tcPr>
                </a:tc>
                <a:tc>
                  <a:txBody>
                    <a:bodyPr/>
                    <a:lstStyle/>
                    <a:p>
                      <a:pPr algn="ctr" fontAlgn="ctr"/>
                      <a:r>
                        <a:rPr lang="en-CA" sz="650" b="0" i="0" u="none" strike="noStrike">
                          <a:solidFill>
                            <a:srgbClr val="000000"/>
                          </a:solidFill>
                          <a:effectLst/>
                          <a:latin typeface="Calibri" panose="020F0502020204030204" pitchFamily="34" charset="0"/>
                        </a:rPr>
                        <a:t>3.30%</a:t>
                      </a:r>
                    </a:p>
                  </a:txBody>
                  <a:tcPr marL="9525" marR="9525" marT="9525"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FFFFFF"/>
                    </a:solidFill>
                  </a:tcPr>
                </a:tc>
                <a:tc>
                  <a:txBody>
                    <a:bodyPr/>
                    <a:lstStyle/>
                    <a:p>
                      <a:pPr algn="ctr" fontAlgn="ctr"/>
                      <a:r>
                        <a:rPr lang="en-CA" sz="650" b="0" i="0" u="none" strike="noStrike" dirty="0" smtClean="0">
                          <a:solidFill>
                            <a:srgbClr val="000000"/>
                          </a:solidFill>
                          <a:effectLst/>
                          <a:latin typeface="Calibri" panose="020F0502020204030204" pitchFamily="34" charset="0"/>
                        </a:rPr>
                        <a:t>16.42%</a:t>
                      </a:r>
                      <a:endParaRPr lang="en-CA" sz="650" b="0" i="0" u="none" strike="noStrike" dirty="0">
                        <a:solidFill>
                          <a:srgbClr val="000000"/>
                        </a:solidFill>
                        <a:effectLst/>
                        <a:latin typeface="Calibri" panose="020F0502020204030204" pitchFamily="34" charset="0"/>
                      </a:endParaRPr>
                    </a:p>
                  </a:txBody>
                  <a:tcPr marL="9525" marR="9525" marT="9525"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FFFFFF"/>
                    </a:solidFill>
                  </a:tcPr>
                </a:tc>
                <a:tc>
                  <a:txBody>
                    <a:bodyPr/>
                    <a:lstStyle/>
                    <a:p>
                      <a:pPr algn="ctr" fontAlgn="ctr"/>
                      <a:r>
                        <a:rPr lang="en-CA" sz="650" b="0" i="0" u="none" strike="noStrike" dirty="0">
                          <a:solidFill>
                            <a:srgbClr val="000000"/>
                          </a:solidFill>
                          <a:effectLst/>
                          <a:latin typeface="Calibri" panose="020F0502020204030204" pitchFamily="34" charset="0"/>
                        </a:rPr>
                        <a:t>51</a:t>
                      </a:r>
                    </a:p>
                  </a:txBody>
                  <a:tcPr marL="4104" marR="4104" marT="4104"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FFFFFF"/>
                    </a:solidFill>
                  </a:tcPr>
                </a:tc>
                <a:tc vMerge="1">
                  <a:txBody>
                    <a:bodyPr/>
                    <a:lstStyle/>
                    <a:p>
                      <a:endParaRPr lang="en-CA"/>
                    </a:p>
                  </a:txBody>
                  <a:tcPr/>
                </a:tc>
                <a:extLst>
                  <a:ext uri="{0D108BD9-81ED-4DB2-BD59-A6C34878D82A}">
                    <a16:rowId xmlns:a16="http://schemas.microsoft.com/office/drawing/2014/main" val="3567543546"/>
                  </a:ext>
                </a:extLst>
              </a:tr>
              <a:tr h="110194">
                <a:tc vMerge="1">
                  <a:txBody>
                    <a:bodyPr/>
                    <a:lstStyle/>
                    <a:p>
                      <a:endParaRPr lang="en-CA"/>
                    </a:p>
                  </a:txBody>
                  <a:tcPr/>
                </a:tc>
                <a:tc>
                  <a:txBody>
                    <a:bodyPr/>
                    <a:lstStyle/>
                    <a:p>
                      <a:pPr algn="ctr" fontAlgn="ctr"/>
                      <a:r>
                        <a:rPr lang="en-CA" sz="650" b="0" i="0" u="none" strike="noStrike">
                          <a:solidFill>
                            <a:srgbClr val="000000"/>
                          </a:solidFill>
                          <a:effectLst/>
                          <a:latin typeface="Calibri" panose="020F0502020204030204" pitchFamily="34" charset="0"/>
                        </a:rPr>
                        <a:t>30</a:t>
                      </a:r>
                    </a:p>
                  </a:txBody>
                  <a:tcPr marL="4104" marR="4104" marT="4104"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FFFFFF"/>
                    </a:solidFill>
                  </a:tcPr>
                </a:tc>
                <a:tc>
                  <a:txBody>
                    <a:bodyPr/>
                    <a:lstStyle/>
                    <a:p>
                      <a:pPr algn="ctr" fontAlgn="ctr"/>
                      <a:r>
                        <a:rPr lang="en-CA" sz="650" b="0" i="0" u="none" strike="noStrike">
                          <a:solidFill>
                            <a:srgbClr val="000000"/>
                          </a:solidFill>
                          <a:effectLst/>
                          <a:latin typeface="Calibri" panose="020F0502020204030204" pitchFamily="34" charset="0"/>
                        </a:rPr>
                        <a:t>60</a:t>
                      </a:r>
                    </a:p>
                  </a:txBody>
                  <a:tcPr marL="4104" marR="4104" marT="4104"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FFFFFF"/>
                    </a:solidFill>
                  </a:tcPr>
                </a:tc>
                <a:tc>
                  <a:txBody>
                    <a:bodyPr/>
                    <a:lstStyle/>
                    <a:p>
                      <a:pPr algn="ctr" fontAlgn="ctr"/>
                      <a:r>
                        <a:rPr lang="en-CA" sz="650" b="0" i="0" u="none" strike="noStrike">
                          <a:solidFill>
                            <a:srgbClr val="000000"/>
                          </a:solidFill>
                          <a:effectLst/>
                          <a:latin typeface="Calibri" panose="020F0502020204030204" pitchFamily="34" charset="0"/>
                        </a:rPr>
                        <a:t>8.40%</a:t>
                      </a:r>
                    </a:p>
                  </a:txBody>
                  <a:tcPr marL="9525" marR="9525" marT="9525"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FFFFFF"/>
                    </a:solidFill>
                  </a:tcPr>
                </a:tc>
                <a:tc>
                  <a:txBody>
                    <a:bodyPr/>
                    <a:lstStyle/>
                    <a:p>
                      <a:pPr algn="ctr" fontAlgn="ctr"/>
                      <a:r>
                        <a:rPr lang="en-CA" sz="650" b="0" i="0" u="none" strike="noStrike" dirty="0" smtClean="0">
                          <a:solidFill>
                            <a:srgbClr val="000000"/>
                          </a:solidFill>
                          <a:effectLst/>
                          <a:latin typeface="Calibri" panose="020F0502020204030204" pitchFamily="34" charset="0"/>
                        </a:rPr>
                        <a:t>5.49%</a:t>
                      </a:r>
                      <a:endParaRPr lang="en-CA" sz="650" b="0" i="0" u="none" strike="noStrike" dirty="0">
                        <a:solidFill>
                          <a:srgbClr val="000000"/>
                        </a:solidFill>
                        <a:effectLst/>
                        <a:latin typeface="Calibri" panose="020F0502020204030204" pitchFamily="34" charset="0"/>
                      </a:endParaRPr>
                    </a:p>
                  </a:txBody>
                  <a:tcPr marL="9525" marR="9525" marT="9525"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FFFFFF"/>
                    </a:solidFill>
                  </a:tcPr>
                </a:tc>
                <a:tc>
                  <a:txBody>
                    <a:bodyPr/>
                    <a:lstStyle/>
                    <a:p>
                      <a:pPr algn="ctr" fontAlgn="ctr"/>
                      <a:r>
                        <a:rPr lang="en-CA" sz="650" b="0" i="0" u="none" strike="noStrike">
                          <a:solidFill>
                            <a:srgbClr val="000000"/>
                          </a:solidFill>
                          <a:effectLst/>
                          <a:latin typeface="Calibri" panose="020F0502020204030204" pitchFamily="34" charset="0"/>
                        </a:rPr>
                        <a:t>25</a:t>
                      </a:r>
                    </a:p>
                  </a:txBody>
                  <a:tcPr marL="4104" marR="4104" marT="4104"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FFFFFF"/>
                    </a:solidFill>
                  </a:tcPr>
                </a:tc>
                <a:tc vMerge="1">
                  <a:txBody>
                    <a:bodyPr/>
                    <a:lstStyle/>
                    <a:p>
                      <a:endParaRPr lang="en-CA"/>
                    </a:p>
                  </a:txBody>
                  <a:tcPr/>
                </a:tc>
                <a:extLst>
                  <a:ext uri="{0D108BD9-81ED-4DB2-BD59-A6C34878D82A}">
                    <a16:rowId xmlns:a16="http://schemas.microsoft.com/office/drawing/2014/main" val="3623645652"/>
                  </a:ext>
                </a:extLst>
              </a:tr>
              <a:tr h="110194">
                <a:tc vMerge="1">
                  <a:txBody>
                    <a:bodyPr/>
                    <a:lstStyle/>
                    <a:p>
                      <a:endParaRPr lang="en-CA"/>
                    </a:p>
                  </a:txBody>
                  <a:tcPr/>
                </a:tc>
                <a:tc>
                  <a:txBody>
                    <a:bodyPr/>
                    <a:lstStyle/>
                    <a:p>
                      <a:pPr algn="ctr" fontAlgn="ctr"/>
                      <a:r>
                        <a:rPr lang="en-CA" sz="650" b="0" i="0" u="none" strike="noStrike">
                          <a:solidFill>
                            <a:srgbClr val="000000"/>
                          </a:solidFill>
                          <a:effectLst/>
                          <a:latin typeface="Calibri" panose="020F0502020204030204" pitchFamily="34" charset="0"/>
                        </a:rPr>
                        <a:t>60</a:t>
                      </a:r>
                    </a:p>
                  </a:txBody>
                  <a:tcPr marL="4104" marR="4104" marT="4104"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FFFFFF"/>
                    </a:solidFill>
                  </a:tcPr>
                </a:tc>
                <a:tc>
                  <a:txBody>
                    <a:bodyPr/>
                    <a:lstStyle/>
                    <a:p>
                      <a:pPr algn="ctr" fontAlgn="ctr"/>
                      <a:r>
                        <a:rPr lang="en-CA" sz="650" b="0" i="0" u="none" strike="noStrike">
                          <a:solidFill>
                            <a:srgbClr val="000000"/>
                          </a:solidFill>
                          <a:effectLst/>
                          <a:latin typeface="Calibri" panose="020F0502020204030204" pitchFamily="34" charset="0"/>
                        </a:rPr>
                        <a:t> </a:t>
                      </a:r>
                    </a:p>
                  </a:txBody>
                  <a:tcPr marL="4104" marR="4104" marT="4104"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FFFFFF"/>
                    </a:solidFill>
                  </a:tcPr>
                </a:tc>
                <a:tc>
                  <a:txBody>
                    <a:bodyPr/>
                    <a:lstStyle/>
                    <a:p>
                      <a:pPr algn="ctr" fontAlgn="ctr"/>
                      <a:r>
                        <a:rPr lang="en-CA" sz="650" b="0" i="0" u="none" strike="noStrike" dirty="0" smtClean="0">
                          <a:solidFill>
                            <a:srgbClr val="000000"/>
                          </a:solidFill>
                          <a:effectLst/>
                          <a:latin typeface="Calibri" panose="020F0502020204030204" pitchFamily="34" charset="0"/>
                        </a:rPr>
                        <a:t>19.00%</a:t>
                      </a:r>
                      <a:endParaRPr lang="en-CA" sz="650" b="0" i="0" u="none" strike="noStrike" dirty="0">
                        <a:solidFill>
                          <a:srgbClr val="000000"/>
                        </a:solidFill>
                        <a:effectLst/>
                        <a:latin typeface="Calibri" panose="020F0502020204030204" pitchFamily="34" charset="0"/>
                      </a:endParaRPr>
                    </a:p>
                  </a:txBody>
                  <a:tcPr marL="9525" marR="9525" marT="9525"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FFFFFF"/>
                    </a:solidFill>
                  </a:tcPr>
                </a:tc>
                <a:tc>
                  <a:txBody>
                    <a:bodyPr/>
                    <a:lstStyle/>
                    <a:p>
                      <a:pPr algn="ctr" fontAlgn="ctr"/>
                      <a:r>
                        <a:rPr lang="en-CA" sz="650" b="0" i="0" u="none" strike="noStrike" dirty="0" smtClean="0">
                          <a:solidFill>
                            <a:srgbClr val="000000"/>
                          </a:solidFill>
                          <a:effectLst/>
                          <a:latin typeface="Calibri" panose="020F0502020204030204" pitchFamily="34" charset="0"/>
                        </a:rPr>
                        <a:t>1.23%</a:t>
                      </a:r>
                      <a:endParaRPr lang="en-CA" sz="650" b="0" i="0" u="none" strike="noStrike" dirty="0">
                        <a:solidFill>
                          <a:srgbClr val="000000"/>
                        </a:solidFill>
                        <a:effectLst/>
                        <a:latin typeface="Calibri" panose="020F0502020204030204" pitchFamily="34" charset="0"/>
                      </a:endParaRPr>
                    </a:p>
                  </a:txBody>
                  <a:tcPr marL="9525" marR="9525" marT="9525"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FFFFFF"/>
                    </a:solidFill>
                  </a:tcPr>
                </a:tc>
                <a:tc>
                  <a:txBody>
                    <a:bodyPr/>
                    <a:lstStyle/>
                    <a:p>
                      <a:pPr algn="ctr" fontAlgn="ctr"/>
                      <a:r>
                        <a:rPr lang="en-CA" sz="650" b="0" i="0" u="none" strike="noStrike" dirty="0">
                          <a:solidFill>
                            <a:srgbClr val="000000"/>
                          </a:solidFill>
                          <a:effectLst/>
                          <a:latin typeface="Calibri" panose="020F0502020204030204" pitchFamily="34" charset="0"/>
                        </a:rPr>
                        <a:t>0</a:t>
                      </a:r>
                    </a:p>
                  </a:txBody>
                  <a:tcPr marL="4104" marR="4104" marT="4104"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FFFFFF"/>
                    </a:solidFill>
                  </a:tcPr>
                </a:tc>
                <a:tc vMerge="1">
                  <a:txBody>
                    <a:bodyPr/>
                    <a:lstStyle/>
                    <a:p>
                      <a:endParaRPr lang="en-CA"/>
                    </a:p>
                  </a:txBody>
                  <a:tcPr/>
                </a:tc>
                <a:extLst>
                  <a:ext uri="{0D108BD9-81ED-4DB2-BD59-A6C34878D82A}">
                    <a16:rowId xmlns:a16="http://schemas.microsoft.com/office/drawing/2014/main" val="2052279829"/>
                  </a:ext>
                </a:extLst>
              </a:tr>
              <a:tr h="110194">
                <a:tc rowSpan="2">
                  <a:txBody>
                    <a:bodyPr/>
                    <a:lstStyle/>
                    <a:p>
                      <a:pPr algn="ctr" fontAlgn="ctr"/>
                      <a:r>
                        <a:rPr lang="en-CA" sz="650" b="0" i="0" u="none" strike="noStrike">
                          <a:solidFill>
                            <a:srgbClr val="000000"/>
                          </a:solidFill>
                          <a:effectLst/>
                          <a:latin typeface="Calibri" panose="020F0502020204030204" pitchFamily="34" charset="0"/>
                        </a:rPr>
                        <a:t>Months as Client</a:t>
                      </a:r>
                    </a:p>
                  </a:txBody>
                  <a:tcPr marL="4104" marR="4104" marT="4104" marB="0" anchor="ctr">
                    <a:lnL w="12700" cap="flat" cmpd="sng" algn="ctr">
                      <a:solidFill>
                        <a:srgbClr val="009999"/>
                      </a:solidFill>
                      <a:prstDash val="solid"/>
                      <a:round/>
                      <a:headEnd type="none" w="med" len="med"/>
                      <a:tailEnd type="none" w="med" len="med"/>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a:txBody>
                    <a:bodyPr/>
                    <a:lstStyle/>
                    <a:p>
                      <a:pPr algn="ctr" fontAlgn="ctr"/>
                      <a:r>
                        <a:rPr lang="en-CA" sz="650" b="0" i="0" u="none" strike="noStrike">
                          <a:solidFill>
                            <a:srgbClr val="000000"/>
                          </a:solidFill>
                          <a:effectLst/>
                          <a:latin typeface="Calibri" panose="020F0502020204030204" pitchFamily="34" charset="0"/>
                        </a:rPr>
                        <a:t>Missing</a:t>
                      </a:r>
                    </a:p>
                  </a:txBody>
                  <a:tcPr marL="4104" marR="4104" marT="4104"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a:txBody>
                    <a:bodyPr/>
                    <a:lstStyle/>
                    <a:p>
                      <a:pPr algn="ctr" fontAlgn="ctr"/>
                      <a:r>
                        <a:rPr lang="en-CA" sz="650" b="0" i="0" u="none" strike="noStrike">
                          <a:solidFill>
                            <a:srgbClr val="000000"/>
                          </a:solidFill>
                          <a:effectLst/>
                          <a:latin typeface="Calibri" panose="020F0502020204030204" pitchFamily="34" charset="0"/>
                        </a:rPr>
                        <a:t>60</a:t>
                      </a:r>
                    </a:p>
                  </a:txBody>
                  <a:tcPr marL="4104" marR="4104" marT="4104"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a:txBody>
                    <a:bodyPr/>
                    <a:lstStyle/>
                    <a:p>
                      <a:pPr algn="ctr" fontAlgn="ctr"/>
                      <a:r>
                        <a:rPr lang="en-CA" sz="650" b="0" i="0" u="none" strike="noStrike">
                          <a:solidFill>
                            <a:srgbClr val="000000"/>
                          </a:solidFill>
                          <a:effectLst/>
                          <a:latin typeface="Calibri" panose="020F0502020204030204" pitchFamily="34" charset="0"/>
                        </a:rPr>
                        <a:t>2.50%</a:t>
                      </a:r>
                    </a:p>
                  </a:txBody>
                  <a:tcPr marL="9525" marR="9525" marT="9525"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a:txBody>
                    <a:bodyPr/>
                    <a:lstStyle/>
                    <a:p>
                      <a:pPr algn="ctr" fontAlgn="ctr"/>
                      <a:r>
                        <a:rPr lang="en-CA" sz="650" b="0" i="0" u="none" strike="noStrike" dirty="0" smtClean="0">
                          <a:solidFill>
                            <a:srgbClr val="000000"/>
                          </a:solidFill>
                          <a:effectLst/>
                          <a:latin typeface="Calibri" panose="020F0502020204030204" pitchFamily="34" charset="0"/>
                        </a:rPr>
                        <a:t>84.6%</a:t>
                      </a:r>
                      <a:endParaRPr lang="en-CA" sz="650" b="0" i="0" u="none" strike="noStrike" dirty="0">
                        <a:solidFill>
                          <a:srgbClr val="000000"/>
                        </a:solidFill>
                        <a:effectLst/>
                        <a:latin typeface="Calibri" panose="020F0502020204030204" pitchFamily="34" charset="0"/>
                      </a:endParaRPr>
                    </a:p>
                  </a:txBody>
                  <a:tcPr marL="9525" marR="9525" marT="9525"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a:txBody>
                    <a:bodyPr/>
                    <a:lstStyle/>
                    <a:p>
                      <a:pPr algn="ctr" fontAlgn="ctr"/>
                      <a:r>
                        <a:rPr lang="en-CA" sz="650" b="0" i="0" u="none" strike="noStrike" dirty="0">
                          <a:solidFill>
                            <a:srgbClr val="000000"/>
                          </a:solidFill>
                          <a:effectLst/>
                          <a:latin typeface="Calibri" panose="020F0502020204030204" pitchFamily="34" charset="0"/>
                        </a:rPr>
                        <a:t>0</a:t>
                      </a:r>
                    </a:p>
                  </a:txBody>
                  <a:tcPr marL="4104" marR="4104" marT="4104"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rowSpan="2">
                  <a:txBody>
                    <a:bodyPr/>
                    <a:lstStyle/>
                    <a:p>
                      <a:pPr algn="ctr" fontAlgn="ctr"/>
                      <a:r>
                        <a:rPr lang="en-CA" sz="650" b="0" i="0" u="none" strike="noStrike">
                          <a:solidFill>
                            <a:srgbClr val="000000"/>
                          </a:solidFill>
                          <a:effectLst/>
                          <a:latin typeface="Calibri" panose="020F0502020204030204" pitchFamily="34" charset="0"/>
                        </a:rPr>
                        <a:t>1.52%</a:t>
                      </a:r>
                    </a:p>
                  </a:txBody>
                  <a:tcPr marL="4104" marR="4104" marT="4104" marB="0" anchor="ctr">
                    <a:lnL>
                      <a:noFill/>
                    </a:lnL>
                    <a:lnR w="12700" cap="flat" cmpd="sng" algn="ctr">
                      <a:solidFill>
                        <a:srgbClr val="009999"/>
                      </a:solidFill>
                      <a:prstDash val="solid"/>
                      <a:round/>
                      <a:headEnd type="none" w="med" len="med"/>
                      <a:tailEnd type="none" w="med" len="med"/>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extLst>
                  <a:ext uri="{0D108BD9-81ED-4DB2-BD59-A6C34878D82A}">
                    <a16:rowId xmlns:a16="http://schemas.microsoft.com/office/drawing/2014/main" val="4053388095"/>
                  </a:ext>
                </a:extLst>
              </a:tr>
              <a:tr h="110194">
                <a:tc vMerge="1">
                  <a:txBody>
                    <a:bodyPr/>
                    <a:lstStyle/>
                    <a:p>
                      <a:endParaRPr lang="en-CA"/>
                    </a:p>
                  </a:txBody>
                  <a:tcPr/>
                </a:tc>
                <a:tc>
                  <a:txBody>
                    <a:bodyPr/>
                    <a:lstStyle/>
                    <a:p>
                      <a:pPr algn="ctr" fontAlgn="ctr"/>
                      <a:r>
                        <a:rPr lang="en-CA" sz="650" b="0" i="0" u="none" strike="noStrike">
                          <a:solidFill>
                            <a:srgbClr val="000000"/>
                          </a:solidFill>
                          <a:effectLst/>
                          <a:latin typeface="Calibri" panose="020F0502020204030204" pitchFamily="34" charset="0"/>
                        </a:rPr>
                        <a:t>60</a:t>
                      </a:r>
                    </a:p>
                  </a:txBody>
                  <a:tcPr marL="4104" marR="4104" marT="4104"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a:txBody>
                    <a:bodyPr/>
                    <a:lstStyle/>
                    <a:p>
                      <a:pPr algn="ctr" fontAlgn="ctr"/>
                      <a:r>
                        <a:rPr lang="en-CA" sz="650" b="0" i="0" u="none" strike="noStrike">
                          <a:solidFill>
                            <a:srgbClr val="000000"/>
                          </a:solidFill>
                          <a:effectLst/>
                          <a:latin typeface="Calibri" panose="020F0502020204030204" pitchFamily="34" charset="0"/>
                        </a:rPr>
                        <a:t> </a:t>
                      </a:r>
                    </a:p>
                  </a:txBody>
                  <a:tcPr marL="4104" marR="4104" marT="4104"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a:txBody>
                    <a:bodyPr/>
                    <a:lstStyle/>
                    <a:p>
                      <a:pPr algn="ctr" fontAlgn="ctr"/>
                      <a:r>
                        <a:rPr lang="en-CA" sz="650" b="0" i="0" u="none" strike="noStrike">
                          <a:solidFill>
                            <a:srgbClr val="000000"/>
                          </a:solidFill>
                          <a:effectLst/>
                          <a:latin typeface="Calibri" panose="020F0502020204030204" pitchFamily="34" charset="0"/>
                        </a:rPr>
                        <a:t>1.80%</a:t>
                      </a:r>
                    </a:p>
                  </a:txBody>
                  <a:tcPr marL="9525" marR="9525" marT="9525"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a:txBody>
                    <a:bodyPr/>
                    <a:lstStyle/>
                    <a:p>
                      <a:pPr algn="ctr" fontAlgn="ctr"/>
                      <a:r>
                        <a:rPr lang="en-CA" sz="650" b="0" i="0" u="none" strike="noStrike" dirty="0" smtClean="0">
                          <a:solidFill>
                            <a:srgbClr val="000000"/>
                          </a:solidFill>
                          <a:effectLst/>
                          <a:latin typeface="Calibri" panose="020F0502020204030204" pitchFamily="34" charset="0"/>
                        </a:rPr>
                        <a:t>15.4%</a:t>
                      </a:r>
                      <a:endParaRPr lang="en-CA" sz="650" b="0" i="0" u="none" strike="noStrike" dirty="0">
                        <a:solidFill>
                          <a:srgbClr val="000000"/>
                        </a:solidFill>
                        <a:effectLst/>
                        <a:latin typeface="Calibri" panose="020F0502020204030204" pitchFamily="34" charset="0"/>
                      </a:endParaRPr>
                    </a:p>
                  </a:txBody>
                  <a:tcPr marL="9525" marR="9525" marT="9525"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a:txBody>
                    <a:bodyPr/>
                    <a:lstStyle/>
                    <a:p>
                      <a:pPr algn="ctr" fontAlgn="ctr"/>
                      <a:r>
                        <a:rPr lang="en-CA" sz="650" b="0" i="0" u="none" strike="noStrike" dirty="0">
                          <a:solidFill>
                            <a:srgbClr val="000000"/>
                          </a:solidFill>
                          <a:effectLst/>
                          <a:latin typeface="Calibri" panose="020F0502020204030204" pitchFamily="34" charset="0"/>
                        </a:rPr>
                        <a:t>3</a:t>
                      </a:r>
                    </a:p>
                  </a:txBody>
                  <a:tcPr marL="4104" marR="4104" marT="4104"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vMerge="1">
                  <a:txBody>
                    <a:bodyPr/>
                    <a:lstStyle/>
                    <a:p>
                      <a:endParaRPr lang="en-CA"/>
                    </a:p>
                  </a:txBody>
                  <a:tcPr/>
                </a:tc>
                <a:extLst>
                  <a:ext uri="{0D108BD9-81ED-4DB2-BD59-A6C34878D82A}">
                    <a16:rowId xmlns:a16="http://schemas.microsoft.com/office/drawing/2014/main" val="136974916"/>
                  </a:ext>
                </a:extLst>
              </a:tr>
              <a:tr h="110194">
                <a:tc rowSpan="2">
                  <a:txBody>
                    <a:bodyPr/>
                    <a:lstStyle/>
                    <a:p>
                      <a:pPr algn="ctr" fontAlgn="ctr"/>
                      <a:r>
                        <a:rPr lang="en-CA" sz="650" b="0" i="0" u="none" strike="noStrike">
                          <a:solidFill>
                            <a:srgbClr val="000000"/>
                          </a:solidFill>
                          <a:effectLst/>
                          <a:latin typeface="Calibri" panose="020F0502020204030204" pitchFamily="34" charset="0"/>
                        </a:rPr>
                        <a:t>Number of Collections</a:t>
                      </a:r>
                    </a:p>
                  </a:txBody>
                  <a:tcPr marL="4104" marR="4104" marT="4104" marB="0" anchor="ctr">
                    <a:lnL w="12700" cap="flat" cmpd="sng" algn="ctr">
                      <a:solidFill>
                        <a:srgbClr val="009999"/>
                      </a:solidFill>
                      <a:prstDash val="solid"/>
                      <a:round/>
                      <a:headEnd type="none" w="med" len="med"/>
                      <a:tailEnd type="none" w="med" len="med"/>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FFFFFF"/>
                    </a:solidFill>
                  </a:tcPr>
                </a:tc>
                <a:tc>
                  <a:txBody>
                    <a:bodyPr/>
                    <a:lstStyle/>
                    <a:p>
                      <a:pPr algn="ctr" fontAlgn="ctr"/>
                      <a:r>
                        <a:rPr lang="en-CA" sz="650" b="0" i="0" u="none" strike="noStrike">
                          <a:solidFill>
                            <a:srgbClr val="000000"/>
                          </a:solidFill>
                          <a:effectLst/>
                          <a:latin typeface="Calibri" panose="020F0502020204030204" pitchFamily="34" charset="0"/>
                        </a:rPr>
                        <a:t>Missing</a:t>
                      </a:r>
                    </a:p>
                  </a:txBody>
                  <a:tcPr marL="4104" marR="4104" marT="4104"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FFFFFF"/>
                    </a:solidFill>
                  </a:tcPr>
                </a:tc>
                <a:tc>
                  <a:txBody>
                    <a:bodyPr/>
                    <a:lstStyle/>
                    <a:p>
                      <a:pPr algn="ctr" fontAlgn="ctr"/>
                      <a:r>
                        <a:rPr lang="en-CA" sz="650" b="0" i="0" u="none" strike="noStrike">
                          <a:solidFill>
                            <a:srgbClr val="000000"/>
                          </a:solidFill>
                          <a:effectLst/>
                          <a:latin typeface="Calibri" panose="020F0502020204030204" pitchFamily="34" charset="0"/>
                        </a:rPr>
                        <a:t>1</a:t>
                      </a:r>
                    </a:p>
                  </a:txBody>
                  <a:tcPr marL="4104" marR="4104" marT="4104"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FFFFFF"/>
                    </a:solidFill>
                  </a:tcPr>
                </a:tc>
                <a:tc>
                  <a:txBody>
                    <a:bodyPr/>
                    <a:lstStyle/>
                    <a:p>
                      <a:pPr algn="ctr" fontAlgn="ctr"/>
                      <a:r>
                        <a:rPr lang="en-CA" sz="650" b="0" i="0" u="none" strike="noStrike">
                          <a:solidFill>
                            <a:srgbClr val="000000"/>
                          </a:solidFill>
                          <a:effectLst/>
                          <a:latin typeface="Calibri" panose="020F0502020204030204" pitchFamily="34" charset="0"/>
                        </a:rPr>
                        <a:t>2.10%</a:t>
                      </a:r>
                    </a:p>
                  </a:txBody>
                  <a:tcPr marL="9525" marR="9525" marT="9525"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FFFFFF"/>
                    </a:solidFill>
                  </a:tcPr>
                </a:tc>
                <a:tc>
                  <a:txBody>
                    <a:bodyPr/>
                    <a:lstStyle/>
                    <a:p>
                      <a:pPr algn="ctr" fontAlgn="ctr"/>
                      <a:r>
                        <a:rPr lang="en-CA" sz="650" b="0" i="0" u="none" strike="noStrike" dirty="0" smtClean="0">
                          <a:solidFill>
                            <a:srgbClr val="000000"/>
                          </a:solidFill>
                          <a:effectLst/>
                          <a:latin typeface="Calibri" panose="020F0502020204030204" pitchFamily="34" charset="0"/>
                        </a:rPr>
                        <a:t>91.69%</a:t>
                      </a:r>
                      <a:endParaRPr lang="en-CA" sz="650" b="0" i="0" u="none" strike="noStrike" dirty="0">
                        <a:solidFill>
                          <a:srgbClr val="000000"/>
                        </a:solidFill>
                        <a:effectLst/>
                        <a:latin typeface="Calibri" panose="020F0502020204030204" pitchFamily="34" charset="0"/>
                      </a:endParaRPr>
                    </a:p>
                  </a:txBody>
                  <a:tcPr marL="9525" marR="9525" marT="9525"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FFFFFF"/>
                    </a:solidFill>
                  </a:tcPr>
                </a:tc>
                <a:tc>
                  <a:txBody>
                    <a:bodyPr/>
                    <a:lstStyle/>
                    <a:p>
                      <a:pPr algn="ctr" fontAlgn="ctr"/>
                      <a:r>
                        <a:rPr lang="en-CA" sz="650" b="0" i="0" u="none" strike="noStrike" dirty="0">
                          <a:solidFill>
                            <a:srgbClr val="000000"/>
                          </a:solidFill>
                          <a:effectLst/>
                          <a:latin typeface="Calibri" panose="020F0502020204030204" pitchFamily="34" charset="0"/>
                        </a:rPr>
                        <a:t>5</a:t>
                      </a:r>
                    </a:p>
                  </a:txBody>
                  <a:tcPr marL="4104" marR="4104" marT="4104"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FFFFFF"/>
                    </a:solidFill>
                  </a:tcPr>
                </a:tc>
                <a:tc rowSpan="2">
                  <a:txBody>
                    <a:bodyPr/>
                    <a:lstStyle/>
                    <a:p>
                      <a:pPr algn="ctr" fontAlgn="ctr"/>
                      <a:r>
                        <a:rPr lang="en-CA" sz="650" b="0" i="0" u="none" strike="noStrike">
                          <a:solidFill>
                            <a:srgbClr val="000000"/>
                          </a:solidFill>
                          <a:effectLst/>
                          <a:latin typeface="Calibri" panose="020F0502020204030204" pitchFamily="34" charset="0"/>
                        </a:rPr>
                        <a:t>2.53%</a:t>
                      </a:r>
                    </a:p>
                  </a:txBody>
                  <a:tcPr marL="4104" marR="4104" marT="4104" marB="0" anchor="ctr">
                    <a:lnL>
                      <a:noFill/>
                    </a:lnL>
                    <a:lnR w="12700" cap="flat" cmpd="sng" algn="ctr">
                      <a:solidFill>
                        <a:srgbClr val="009999"/>
                      </a:solidFill>
                      <a:prstDash val="solid"/>
                      <a:round/>
                      <a:headEnd type="none" w="med" len="med"/>
                      <a:tailEnd type="none" w="med" len="med"/>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FFFFFF"/>
                    </a:solidFill>
                  </a:tcPr>
                </a:tc>
                <a:extLst>
                  <a:ext uri="{0D108BD9-81ED-4DB2-BD59-A6C34878D82A}">
                    <a16:rowId xmlns:a16="http://schemas.microsoft.com/office/drawing/2014/main" val="3480655529"/>
                  </a:ext>
                </a:extLst>
              </a:tr>
              <a:tr h="110194">
                <a:tc vMerge="1">
                  <a:txBody>
                    <a:bodyPr/>
                    <a:lstStyle/>
                    <a:p>
                      <a:endParaRPr lang="en-CA"/>
                    </a:p>
                  </a:txBody>
                  <a:tcPr/>
                </a:tc>
                <a:tc>
                  <a:txBody>
                    <a:bodyPr/>
                    <a:lstStyle/>
                    <a:p>
                      <a:pPr algn="ctr" fontAlgn="ctr"/>
                      <a:r>
                        <a:rPr lang="en-CA" sz="650" b="0" i="0" u="none" strike="noStrike">
                          <a:solidFill>
                            <a:srgbClr val="000000"/>
                          </a:solidFill>
                          <a:effectLst/>
                          <a:latin typeface="Calibri" panose="020F0502020204030204" pitchFamily="34" charset="0"/>
                        </a:rPr>
                        <a:t>1</a:t>
                      </a:r>
                    </a:p>
                  </a:txBody>
                  <a:tcPr marL="4104" marR="4104" marT="4104"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FFFFFF"/>
                    </a:solidFill>
                  </a:tcPr>
                </a:tc>
                <a:tc>
                  <a:txBody>
                    <a:bodyPr/>
                    <a:lstStyle/>
                    <a:p>
                      <a:pPr algn="ctr" fontAlgn="ctr"/>
                      <a:r>
                        <a:rPr lang="en-CA" sz="650" b="0" i="0" u="none" strike="noStrike">
                          <a:solidFill>
                            <a:srgbClr val="000000"/>
                          </a:solidFill>
                          <a:effectLst/>
                          <a:latin typeface="Calibri" panose="020F0502020204030204" pitchFamily="34" charset="0"/>
                        </a:rPr>
                        <a:t> </a:t>
                      </a:r>
                    </a:p>
                  </a:txBody>
                  <a:tcPr marL="4104" marR="4104" marT="4104"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FFFFFF"/>
                    </a:solidFill>
                  </a:tcPr>
                </a:tc>
                <a:tc>
                  <a:txBody>
                    <a:bodyPr/>
                    <a:lstStyle/>
                    <a:p>
                      <a:pPr algn="ctr" fontAlgn="ctr"/>
                      <a:r>
                        <a:rPr lang="en-CA" sz="650" b="0" i="0" u="none" strike="noStrike">
                          <a:solidFill>
                            <a:srgbClr val="000000"/>
                          </a:solidFill>
                          <a:effectLst/>
                          <a:latin typeface="Calibri" panose="020F0502020204030204" pitchFamily="34" charset="0"/>
                        </a:rPr>
                        <a:t>5.30%</a:t>
                      </a:r>
                    </a:p>
                  </a:txBody>
                  <a:tcPr marL="9525" marR="9525" marT="9525"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FFFFFF"/>
                    </a:solidFill>
                  </a:tcPr>
                </a:tc>
                <a:tc>
                  <a:txBody>
                    <a:bodyPr/>
                    <a:lstStyle/>
                    <a:p>
                      <a:pPr algn="ctr" fontAlgn="ctr"/>
                      <a:r>
                        <a:rPr lang="en-CA" sz="650" b="0" i="0" u="none" strike="noStrike" dirty="0" smtClean="0">
                          <a:solidFill>
                            <a:srgbClr val="000000"/>
                          </a:solidFill>
                          <a:effectLst/>
                          <a:latin typeface="Calibri" panose="020F0502020204030204" pitchFamily="34" charset="0"/>
                        </a:rPr>
                        <a:t>8.31%</a:t>
                      </a:r>
                      <a:endParaRPr lang="en-CA" sz="650" b="0" i="0" u="none" strike="noStrike" dirty="0">
                        <a:solidFill>
                          <a:srgbClr val="000000"/>
                        </a:solidFill>
                        <a:effectLst/>
                        <a:latin typeface="Calibri" panose="020F0502020204030204" pitchFamily="34" charset="0"/>
                      </a:endParaRPr>
                    </a:p>
                  </a:txBody>
                  <a:tcPr marL="9525" marR="9525" marT="9525"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FFFFFF"/>
                    </a:solidFill>
                  </a:tcPr>
                </a:tc>
                <a:tc>
                  <a:txBody>
                    <a:bodyPr/>
                    <a:lstStyle/>
                    <a:p>
                      <a:pPr algn="ctr" fontAlgn="ctr"/>
                      <a:r>
                        <a:rPr lang="en-CA" sz="650" b="0" i="0" u="none" strike="noStrike" dirty="0">
                          <a:solidFill>
                            <a:srgbClr val="000000"/>
                          </a:solidFill>
                          <a:effectLst/>
                          <a:latin typeface="Calibri" panose="020F0502020204030204" pitchFamily="34" charset="0"/>
                        </a:rPr>
                        <a:t>0</a:t>
                      </a:r>
                    </a:p>
                  </a:txBody>
                  <a:tcPr marL="4104" marR="4104" marT="4104"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FFFFFF"/>
                    </a:solidFill>
                  </a:tcPr>
                </a:tc>
                <a:tc vMerge="1">
                  <a:txBody>
                    <a:bodyPr/>
                    <a:lstStyle/>
                    <a:p>
                      <a:endParaRPr lang="en-CA"/>
                    </a:p>
                  </a:txBody>
                  <a:tcPr/>
                </a:tc>
                <a:extLst>
                  <a:ext uri="{0D108BD9-81ED-4DB2-BD59-A6C34878D82A}">
                    <a16:rowId xmlns:a16="http://schemas.microsoft.com/office/drawing/2014/main" val="2683689661"/>
                  </a:ext>
                </a:extLst>
              </a:tr>
              <a:tr h="110194">
                <a:tc rowSpan="5">
                  <a:txBody>
                    <a:bodyPr/>
                    <a:lstStyle/>
                    <a:p>
                      <a:pPr algn="ctr" fontAlgn="ctr"/>
                      <a:r>
                        <a:rPr lang="en-CA" sz="650" b="0" i="0" u="none" strike="noStrike">
                          <a:solidFill>
                            <a:srgbClr val="000000"/>
                          </a:solidFill>
                          <a:effectLst/>
                          <a:latin typeface="Calibri" panose="020F0502020204030204" pitchFamily="34" charset="0"/>
                        </a:rPr>
                        <a:t>Number of Inquiries</a:t>
                      </a:r>
                    </a:p>
                  </a:txBody>
                  <a:tcPr marL="4104" marR="4104" marT="4104" marB="0" anchor="ctr">
                    <a:lnL w="12700" cap="flat" cmpd="sng" algn="ctr">
                      <a:solidFill>
                        <a:srgbClr val="009999"/>
                      </a:solidFill>
                      <a:prstDash val="solid"/>
                      <a:round/>
                      <a:headEnd type="none" w="med" len="med"/>
                      <a:tailEnd type="none" w="med" len="med"/>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a:txBody>
                    <a:bodyPr/>
                    <a:lstStyle/>
                    <a:p>
                      <a:pPr algn="ctr" fontAlgn="ctr"/>
                      <a:r>
                        <a:rPr lang="en-CA" sz="650" b="0" i="0" u="none" strike="noStrike">
                          <a:solidFill>
                            <a:srgbClr val="000000"/>
                          </a:solidFill>
                          <a:effectLst/>
                          <a:latin typeface="Calibri" panose="020F0502020204030204" pitchFamily="34" charset="0"/>
                        </a:rPr>
                        <a:t>Missing</a:t>
                      </a:r>
                    </a:p>
                  </a:txBody>
                  <a:tcPr marL="4104" marR="4104" marT="4104"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a:txBody>
                    <a:bodyPr/>
                    <a:lstStyle/>
                    <a:p>
                      <a:pPr algn="ctr" fontAlgn="ctr"/>
                      <a:r>
                        <a:rPr lang="en-CA" sz="650" b="0" i="0" u="none" strike="noStrike">
                          <a:solidFill>
                            <a:srgbClr val="000000"/>
                          </a:solidFill>
                          <a:effectLst/>
                          <a:latin typeface="Calibri" panose="020F0502020204030204" pitchFamily="34" charset="0"/>
                        </a:rPr>
                        <a:t>1</a:t>
                      </a:r>
                    </a:p>
                  </a:txBody>
                  <a:tcPr marL="4104" marR="4104" marT="4104"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a:txBody>
                    <a:bodyPr/>
                    <a:lstStyle/>
                    <a:p>
                      <a:pPr algn="ctr" fontAlgn="ctr"/>
                      <a:r>
                        <a:rPr lang="en-CA" sz="650" b="0" i="0" u="none" strike="noStrike">
                          <a:solidFill>
                            <a:srgbClr val="000000"/>
                          </a:solidFill>
                          <a:effectLst/>
                          <a:latin typeface="Calibri" panose="020F0502020204030204" pitchFamily="34" charset="0"/>
                        </a:rPr>
                        <a:t>2.60%</a:t>
                      </a:r>
                    </a:p>
                  </a:txBody>
                  <a:tcPr marL="9525" marR="9525" marT="9525"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a:txBody>
                    <a:bodyPr/>
                    <a:lstStyle/>
                    <a:p>
                      <a:pPr algn="ctr" fontAlgn="ctr"/>
                      <a:r>
                        <a:rPr lang="en-CA" sz="650" b="0" i="0" u="none" strike="noStrike" dirty="0">
                          <a:solidFill>
                            <a:srgbClr val="000000"/>
                          </a:solidFill>
                          <a:effectLst/>
                          <a:latin typeface="Calibri" panose="020F0502020204030204" pitchFamily="34" charset="0"/>
                        </a:rPr>
                        <a:t>10.14%</a:t>
                      </a:r>
                    </a:p>
                  </a:txBody>
                  <a:tcPr marL="9525" marR="9525" marT="9525"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a:txBody>
                    <a:bodyPr/>
                    <a:lstStyle/>
                    <a:p>
                      <a:pPr algn="ctr" fontAlgn="ctr"/>
                      <a:r>
                        <a:rPr lang="en-CA" sz="650" b="0" i="0" u="none" strike="noStrike">
                          <a:solidFill>
                            <a:srgbClr val="000000"/>
                          </a:solidFill>
                          <a:effectLst/>
                          <a:latin typeface="Calibri" panose="020F0502020204030204" pitchFamily="34" charset="0"/>
                        </a:rPr>
                        <a:t>4</a:t>
                      </a:r>
                    </a:p>
                  </a:txBody>
                  <a:tcPr marL="4104" marR="4104" marT="4104"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rowSpan="5">
                  <a:txBody>
                    <a:bodyPr/>
                    <a:lstStyle/>
                    <a:p>
                      <a:pPr algn="ctr" fontAlgn="ctr"/>
                      <a:r>
                        <a:rPr lang="en-CA" sz="650" b="0" i="0" u="none" strike="noStrike">
                          <a:solidFill>
                            <a:srgbClr val="000000"/>
                          </a:solidFill>
                          <a:effectLst/>
                          <a:latin typeface="Calibri" panose="020F0502020204030204" pitchFamily="34" charset="0"/>
                        </a:rPr>
                        <a:t>3.03%</a:t>
                      </a:r>
                    </a:p>
                  </a:txBody>
                  <a:tcPr marL="4104" marR="4104" marT="4104" marB="0" anchor="ctr">
                    <a:lnL>
                      <a:noFill/>
                    </a:lnL>
                    <a:lnR w="12700" cap="flat" cmpd="sng" algn="ctr">
                      <a:solidFill>
                        <a:srgbClr val="009999"/>
                      </a:solidFill>
                      <a:prstDash val="solid"/>
                      <a:round/>
                      <a:headEnd type="none" w="med" len="med"/>
                      <a:tailEnd type="none" w="med" len="med"/>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extLst>
                  <a:ext uri="{0D108BD9-81ED-4DB2-BD59-A6C34878D82A}">
                    <a16:rowId xmlns:a16="http://schemas.microsoft.com/office/drawing/2014/main" val="2608130428"/>
                  </a:ext>
                </a:extLst>
              </a:tr>
              <a:tr h="110194">
                <a:tc vMerge="1">
                  <a:txBody>
                    <a:bodyPr/>
                    <a:lstStyle/>
                    <a:p>
                      <a:endParaRPr lang="en-CA"/>
                    </a:p>
                  </a:txBody>
                  <a:tcPr/>
                </a:tc>
                <a:tc>
                  <a:txBody>
                    <a:bodyPr/>
                    <a:lstStyle/>
                    <a:p>
                      <a:pPr algn="ctr" fontAlgn="ctr"/>
                      <a:r>
                        <a:rPr lang="en-CA" sz="650" b="0" i="0" u="none" strike="noStrike">
                          <a:solidFill>
                            <a:srgbClr val="000000"/>
                          </a:solidFill>
                          <a:effectLst/>
                          <a:latin typeface="Calibri" panose="020F0502020204030204" pitchFamily="34" charset="0"/>
                        </a:rPr>
                        <a:t>1</a:t>
                      </a:r>
                    </a:p>
                  </a:txBody>
                  <a:tcPr marL="4104" marR="4104" marT="4104"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a:txBody>
                    <a:bodyPr/>
                    <a:lstStyle/>
                    <a:p>
                      <a:pPr algn="ctr" fontAlgn="ctr"/>
                      <a:r>
                        <a:rPr lang="en-CA" sz="650" b="0" i="0" u="none" strike="noStrike">
                          <a:solidFill>
                            <a:srgbClr val="000000"/>
                          </a:solidFill>
                          <a:effectLst/>
                          <a:latin typeface="Calibri" panose="020F0502020204030204" pitchFamily="34" charset="0"/>
                        </a:rPr>
                        <a:t>7</a:t>
                      </a:r>
                    </a:p>
                  </a:txBody>
                  <a:tcPr marL="4104" marR="4104" marT="4104"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a:txBody>
                    <a:bodyPr/>
                    <a:lstStyle/>
                    <a:p>
                      <a:pPr algn="ctr" fontAlgn="ctr"/>
                      <a:r>
                        <a:rPr lang="en-CA" sz="650" b="0" i="0" u="none" strike="noStrike" dirty="0" smtClean="0">
                          <a:solidFill>
                            <a:srgbClr val="000000"/>
                          </a:solidFill>
                          <a:effectLst/>
                          <a:latin typeface="Calibri" panose="020F0502020204030204" pitchFamily="34" charset="0"/>
                        </a:rPr>
                        <a:t>2.00%</a:t>
                      </a:r>
                      <a:endParaRPr lang="en-CA" sz="650" b="0" i="0" u="none" strike="noStrike" dirty="0">
                        <a:solidFill>
                          <a:srgbClr val="000000"/>
                        </a:solidFill>
                        <a:effectLst/>
                        <a:latin typeface="Calibri" panose="020F0502020204030204" pitchFamily="34" charset="0"/>
                      </a:endParaRPr>
                    </a:p>
                  </a:txBody>
                  <a:tcPr marL="9525" marR="9525" marT="9525"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a:txBody>
                    <a:bodyPr/>
                    <a:lstStyle/>
                    <a:p>
                      <a:pPr algn="ctr" fontAlgn="ctr"/>
                      <a:r>
                        <a:rPr lang="en-CA" sz="650" b="0" i="0" u="none" strike="noStrike" dirty="0" smtClean="0">
                          <a:solidFill>
                            <a:srgbClr val="000000"/>
                          </a:solidFill>
                          <a:effectLst/>
                          <a:latin typeface="Calibri" panose="020F0502020204030204" pitchFamily="34" charset="0"/>
                        </a:rPr>
                        <a:t>49.75%</a:t>
                      </a:r>
                      <a:endParaRPr lang="en-CA" sz="650" b="0" i="0" u="none" strike="noStrike" dirty="0">
                        <a:solidFill>
                          <a:srgbClr val="000000"/>
                        </a:solidFill>
                        <a:effectLst/>
                        <a:latin typeface="Calibri" panose="020F0502020204030204" pitchFamily="34" charset="0"/>
                      </a:endParaRPr>
                    </a:p>
                  </a:txBody>
                  <a:tcPr marL="9525" marR="9525" marT="9525"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a:txBody>
                    <a:bodyPr/>
                    <a:lstStyle/>
                    <a:p>
                      <a:pPr algn="ctr" fontAlgn="ctr"/>
                      <a:r>
                        <a:rPr lang="en-CA" sz="650" b="0" i="0" u="none" strike="noStrike" dirty="0">
                          <a:solidFill>
                            <a:srgbClr val="000000"/>
                          </a:solidFill>
                          <a:effectLst/>
                          <a:latin typeface="Calibri" panose="020F0502020204030204" pitchFamily="34" charset="0"/>
                        </a:rPr>
                        <a:t>6</a:t>
                      </a:r>
                    </a:p>
                  </a:txBody>
                  <a:tcPr marL="4104" marR="4104" marT="4104"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vMerge="1">
                  <a:txBody>
                    <a:bodyPr/>
                    <a:lstStyle/>
                    <a:p>
                      <a:endParaRPr lang="en-CA"/>
                    </a:p>
                  </a:txBody>
                  <a:tcPr/>
                </a:tc>
                <a:extLst>
                  <a:ext uri="{0D108BD9-81ED-4DB2-BD59-A6C34878D82A}">
                    <a16:rowId xmlns:a16="http://schemas.microsoft.com/office/drawing/2014/main" val="3476095452"/>
                  </a:ext>
                </a:extLst>
              </a:tr>
              <a:tr h="110194">
                <a:tc vMerge="1">
                  <a:txBody>
                    <a:bodyPr/>
                    <a:lstStyle/>
                    <a:p>
                      <a:endParaRPr lang="en-CA"/>
                    </a:p>
                  </a:txBody>
                  <a:tcPr/>
                </a:tc>
                <a:tc>
                  <a:txBody>
                    <a:bodyPr/>
                    <a:lstStyle/>
                    <a:p>
                      <a:pPr algn="ctr" fontAlgn="ctr"/>
                      <a:r>
                        <a:rPr lang="en-CA" sz="650" b="0" i="0" u="none" strike="noStrike">
                          <a:solidFill>
                            <a:srgbClr val="000000"/>
                          </a:solidFill>
                          <a:effectLst/>
                          <a:latin typeface="Calibri" panose="020F0502020204030204" pitchFamily="34" charset="0"/>
                        </a:rPr>
                        <a:t>7</a:t>
                      </a:r>
                    </a:p>
                  </a:txBody>
                  <a:tcPr marL="4104" marR="4104" marT="4104"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a:txBody>
                    <a:bodyPr/>
                    <a:lstStyle/>
                    <a:p>
                      <a:pPr algn="ctr" fontAlgn="ctr"/>
                      <a:r>
                        <a:rPr lang="en-CA" sz="650" b="0" i="0" u="none" strike="noStrike">
                          <a:solidFill>
                            <a:srgbClr val="000000"/>
                          </a:solidFill>
                          <a:effectLst/>
                          <a:latin typeface="Calibri" panose="020F0502020204030204" pitchFamily="34" charset="0"/>
                        </a:rPr>
                        <a:t>19</a:t>
                      </a:r>
                    </a:p>
                  </a:txBody>
                  <a:tcPr marL="4104" marR="4104" marT="4104"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a:txBody>
                    <a:bodyPr/>
                    <a:lstStyle/>
                    <a:p>
                      <a:pPr algn="ctr" fontAlgn="ctr"/>
                      <a:r>
                        <a:rPr lang="en-CA" sz="650" b="0" i="0" u="none" strike="noStrike">
                          <a:solidFill>
                            <a:srgbClr val="000000"/>
                          </a:solidFill>
                          <a:effectLst/>
                          <a:latin typeface="Calibri" panose="020F0502020204030204" pitchFamily="34" charset="0"/>
                        </a:rPr>
                        <a:t>2.50%</a:t>
                      </a:r>
                    </a:p>
                  </a:txBody>
                  <a:tcPr marL="9525" marR="9525" marT="9525"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a:txBody>
                    <a:bodyPr/>
                    <a:lstStyle/>
                    <a:p>
                      <a:pPr algn="ctr" fontAlgn="ctr"/>
                      <a:r>
                        <a:rPr lang="en-CA" sz="650" b="0" i="0" u="none" strike="noStrike" dirty="0">
                          <a:solidFill>
                            <a:srgbClr val="000000"/>
                          </a:solidFill>
                          <a:effectLst/>
                          <a:latin typeface="Calibri" panose="020F0502020204030204" pitchFamily="34" charset="0"/>
                        </a:rPr>
                        <a:t>29.84%</a:t>
                      </a:r>
                    </a:p>
                  </a:txBody>
                  <a:tcPr marL="9525" marR="9525" marT="9525"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a:txBody>
                    <a:bodyPr/>
                    <a:lstStyle/>
                    <a:p>
                      <a:pPr algn="ctr" fontAlgn="ctr"/>
                      <a:r>
                        <a:rPr lang="en-CA" sz="650" b="0" i="0" u="none" strike="noStrike" dirty="0">
                          <a:solidFill>
                            <a:srgbClr val="000000"/>
                          </a:solidFill>
                          <a:effectLst/>
                          <a:latin typeface="Calibri" panose="020F0502020204030204" pitchFamily="34" charset="0"/>
                        </a:rPr>
                        <a:t>4</a:t>
                      </a:r>
                    </a:p>
                  </a:txBody>
                  <a:tcPr marL="4104" marR="4104" marT="4104"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vMerge="1">
                  <a:txBody>
                    <a:bodyPr/>
                    <a:lstStyle/>
                    <a:p>
                      <a:endParaRPr lang="en-CA"/>
                    </a:p>
                  </a:txBody>
                  <a:tcPr/>
                </a:tc>
                <a:extLst>
                  <a:ext uri="{0D108BD9-81ED-4DB2-BD59-A6C34878D82A}">
                    <a16:rowId xmlns:a16="http://schemas.microsoft.com/office/drawing/2014/main" val="3062632759"/>
                  </a:ext>
                </a:extLst>
              </a:tr>
              <a:tr h="110194">
                <a:tc vMerge="1">
                  <a:txBody>
                    <a:bodyPr/>
                    <a:lstStyle/>
                    <a:p>
                      <a:endParaRPr lang="en-CA"/>
                    </a:p>
                  </a:txBody>
                  <a:tcPr/>
                </a:tc>
                <a:tc>
                  <a:txBody>
                    <a:bodyPr/>
                    <a:lstStyle/>
                    <a:p>
                      <a:pPr algn="ctr" fontAlgn="ctr"/>
                      <a:r>
                        <a:rPr lang="en-CA" sz="650" b="0" i="0" u="none" strike="noStrike">
                          <a:solidFill>
                            <a:srgbClr val="000000"/>
                          </a:solidFill>
                          <a:effectLst/>
                          <a:latin typeface="Calibri" panose="020F0502020204030204" pitchFamily="34" charset="0"/>
                        </a:rPr>
                        <a:t>19</a:t>
                      </a:r>
                    </a:p>
                  </a:txBody>
                  <a:tcPr marL="4104" marR="4104" marT="4104"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a:txBody>
                    <a:bodyPr/>
                    <a:lstStyle/>
                    <a:p>
                      <a:pPr algn="ctr" fontAlgn="ctr"/>
                      <a:r>
                        <a:rPr lang="en-CA" sz="650" b="0" i="0" u="none" strike="noStrike">
                          <a:solidFill>
                            <a:srgbClr val="000000"/>
                          </a:solidFill>
                          <a:effectLst/>
                          <a:latin typeface="Calibri" panose="020F0502020204030204" pitchFamily="34" charset="0"/>
                        </a:rPr>
                        <a:t>27</a:t>
                      </a:r>
                    </a:p>
                  </a:txBody>
                  <a:tcPr marL="4104" marR="4104" marT="4104"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a:txBody>
                    <a:bodyPr/>
                    <a:lstStyle/>
                    <a:p>
                      <a:pPr algn="ctr" fontAlgn="ctr"/>
                      <a:r>
                        <a:rPr lang="en-CA" sz="650" b="0" i="0" u="none" strike="noStrike">
                          <a:solidFill>
                            <a:srgbClr val="000000"/>
                          </a:solidFill>
                          <a:effectLst/>
                          <a:latin typeface="Calibri" panose="020F0502020204030204" pitchFamily="34" charset="0"/>
                        </a:rPr>
                        <a:t>3.20%</a:t>
                      </a:r>
                    </a:p>
                  </a:txBody>
                  <a:tcPr marL="9525" marR="9525" marT="9525"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a:txBody>
                    <a:bodyPr/>
                    <a:lstStyle/>
                    <a:p>
                      <a:pPr algn="ctr" fontAlgn="ctr"/>
                      <a:r>
                        <a:rPr lang="en-CA" sz="650" b="0" i="0" u="none" strike="noStrike" dirty="0" smtClean="0">
                          <a:solidFill>
                            <a:srgbClr val="000000"/>
                          </a:solidFill>
                          <a:effectLst/>
                          <a:latin typeface="Calibri" panose="020F0502020204030204" pitchFamily="34" charset="0"/>
                        </a:rPr>
                        <a:t>5.11%</a:t>
                      </a:r>
                      <a:endParaRPr lang="en-CA" sz="650" b="0" i="0" u="none" strike="noStrike" dirty="0">
                        <a:solidFill>
                          <a:srgbClr val="000000"/>
                        </a:solidFill>
                        <a:effectLst/>
                        <a:latin typeface="Calibri" panose="020F0502020204030204" pitchFamily="34" charset="0"/>
                      </a:endParaRPr>
                    </a:p>
                  </a:txBody>
                  <a:tcPr marL="9525" marR="9525" marT="9525"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a:txBody>
                    <a:bodyPr/>
                    <a:lstStyle/>
                    <a:p>
                      <a:pPr algn="ctr" fontAlgn="ctr"/>
                      <a:r>
                        <a:rPr lang="en-CA" sz="650" b="0" i="0" u="none" strike="noStrike" dirty="0">
                          <a:solidFill>
                            <a:srgbClr val="000000"/>
                          </a:solidFill>
                          <a:effectLst/>
                          <a:latin typeface="Calibri" panose="020F0502020204030204" pitchFamily="34" charset="0"/>
                        </a:rPr>
                        <a:t>2</a:t>
                      </a:r>
                    </a:p>
                  </a:txBody>
                  <a:tcPr marL="4104" marR="4104" marT="4104"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vMerge="1">
                  <a:txBody>
                    <a:bodyPr/>
                    <a:lstStyle/>
                    <a:p>
                      <a:endParaRPr lang="en-CA"/>
                    </a:p>
                  </a:txBody>
                  <a:tcPr/>
                </a:tc>
                <a:extLst>
                  <a:ext uri="{0D108BD9-81ED-4DB2-BD59-A6C34878D82A}">
                    <a16:rowId xmlns:a16="http://schemas.microsoft.com/office/drawing/2014/main" val="2052751973"/>
                  </a:ext>
                </a:extLst>
              </a:tr>
              <a:tr h="110194">
                <a:tc vMerge="1">
                  <a:txBody>
                    <a:bodyPr/>
                    <a:lstStyle/>
                    <a:p>
                      <a:endParaRPr lang="en-CA"/>
                    </a:p>
                  </a:txBody>
                  <a:tcPr/>
                </a:tc>
                <a:tc>
                  <a:txBody>
                    <a:bodyPr/>
                    <a:lstStyle/>
                    <a:p>
                      <a:pPr algn="ctr" fontAlgn="ctr"/>
                      <a:r>
                        <a:rPr lang="en-CA" sz="650" b="0" i="0" u="none" strike="noStrike">
                          <a:solidFill>
                            <a:srgbClr val="000000"/>
                          </a:solidFill>
                          <a:effectLst/>
                          <a:latin typeface="Calibri" panose="020F0502020204030204" pitchFamily="34" charset="0"/>
                        </a:rPr>
                        <a:t>27</a:t>
                      </a:r>
                    </a:p>
                  </a:txBody>
                  <a:tcPr marL="4104" marR="4104" marT="4104"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a:txBody>
                    <a:bodyPr/>
                    <a:lstStyle/>
                    <a:p>
                      <a:pPr algn="ctr" fontAlgn="ctr"/>
                      <a:r>
                        <a:rPr lang="en-CA" sz="650" b="0" i="0" u="none" strike="noStrike">
                          <a:solidFill>
                            <a:srgbClr val="000000"/>
                          </a:solidFill>
                          <a:effectLst/>
                          <a:latin typeface="Calibri" panose="020F0502020204030204" pitchFamily="34" charset="0"/>
                        </a:rPr>
                        <a:t> </a:t>
                      </a:r>
                    </a:p>
                  </a:txBody>
                  <a:tcPr marL="4104" marR="4104" marT="4104"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a:txBody>
                    <a:bodyPr/>
                    <a:lstStyle/>
                    <a:p>
                      <a:pPr algn="ctr" fontAlgn="ctr"/>
                      <a:r>
                        <a:rPr lang="en-CA" sz="650" b="0" i="0" u="none" strike="noStrike">
                          <a:solidFill>
                            <a:srgbClr val="000000"/>
                          </a:solidFill>
                          <a:effectLst/>
                          <a:latin typeface="Calibri" panose="020F0502020204030204" pitchFamily="34" charset="0"/>
                        </a:rPr>
                        <a:t>4.70%</a:t>
                      </a:r>
                    </a:p>
                  </a:txBody>
                  <a:tcPr marL="9525" marR="9525" marT="9525"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a:txBody>
                    <a:bodyPr/>
                    <a:lstStyle/>
                    <a:p>
                      <a:pPr algn="ctr" fontAlgn="ctr"/>
                      <a:r>
                        <a:rPr lang="en-CA" sz="650" b="0" i="0" u="none" strike="noStrike" dirty="0" smtClean="0">
                          <a:solidFill>
                            <a:srgbClr val="000000"/>
                          </a:solidFill>
                          <a:effectLst/>
                          <a:latin typeface="Calibri" panose="020F0502020204030204" pitchFamily="34" charset="0"/>
                        </a:rPr>
                        <a:t>5.16%</a:t>
                      </a:r>
                      <a:endParaRPr lang="en-CA" sz="650" b="0" i="0" u="none" strike="noStrike" dirty="0">
                        <a:solidFill>
                          <a:srgbClr val="000000"/>
                        </a:solidFill>
                        <a:effectLst/>
                        <a:latin typeface="Calibri" panose="020F0502020204030204" pitchFamily="34" charset="0"/>
                      </a:endParaRPr>
                    </a:p>
                  </a:txBody>
                  <a:tcPr marL="9525" marR="9525" marT="9525"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a:txBody>
                    <a:bodyPr/>
                    <a:lstStyle/>
                    <a:p>
                      <a:pPr algn="ctr" fontAlgn="ctr"/>
                      <a:r>
                        <a:rPr lang="en-CA" sz="650" b="0" i="0" u="none" strike="noStrike" dirty="0">
                          <a:solidFill>
                            <a:srgbClr val="000000"/>
                          </a:solidFill>
                          <a:effectLst/>
                          <a:latin typeface="Calibri" panose="020F0502020204030204" pitchFamily="34" charset="0"/>
                        </a:rPr>
                        <a:t>0</a:t>
                      </a:r>
                    </a:p>
                  </a:txBody>
                  <a:tcPr marL="4104" marR="4104" marT="4104"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vMerge="1">
                  <a:txBody>
                    <a:bodyPr/>
                    <a:lstStyle/>
                    <a:p>
                      <a:endParaRPr lang="en-CA"/>
                    </a:p>
                  </a:txBody>
                  <a:tcPr/>
                </a:tc>
                <a:extLst>
                  <a:ext uri="{0D108BD9-81ED-4DB2-BD59-A6C34878D82A}">
                    <a16:rowId xmlns:a16="http://schemas.microsoft.com/office/drawing/2014/main" val="2304093516"/>
                  </a:ext>
                </a:extLst>
              </a:tr>
              <a:tr h="110194">
                <a:tc rowSpan="4">
                  <a:txBody>
                    <a:bodyPr/>
                    <a:lstStyle/>
                    <a:p>
                      <a:pPr algn="ctr" fontAlgn="ctr"/>
                      <a:r>
                        <a:rPr lang="en-CA" sz="650" b="0" i="0" u="none" strike="noStrike">
                          <a:solidFill>
                            <a:srgbClr val="000000"/>
                          </a:solidFill>
                          <a:effectLst/>
                          <a:latin typeface="Calibri" panose="020F0502020204030204" pitchFamily="34" charset="0"/>
                        </a:rPr>
                        <a:t>Province</a:t>
                      </a:r>
                    </a:p>
                  </a:txBody>
                  <a:tcPr marL="4104" marR="4104" marT="4104" marB="0" anchor="ctr">
                    <a:lnL w="12700" cap="flat" cmpd="sng" algn="ctr">
                      <a:solidFill>
                        <a:srgbClr val="009999"/>
                      </a:solidFill>
                      <a:prstDash val="solid"/>
                      <a:round/>
                      <a:headEnd type="none" w="med" len="med"/>
                      <a:tailEnd type="none" w="med" len="med"/>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FFFFFF"/>
                    </a:solidFill>
                  </a:tcPr>
                </a:tc>
                <a:tc gridSpan="2">
                  <a:txBody>
                    <a:bodyPr/>
                    <a:lstStyle/>
                    <a:p>
                      <a:pPr algn="ctr" fontAlgn="ctr"/>
                      <a:r>
                        <a:rPr lang="en-CA" sz="650" b="0" i="0" u="none" strike="noStrike" dirty="0">
                          <a:solidFill>
                            <a:srgbClr val="000000"/>
                          </a:solidFill>
                          <a:effectLst/>
                          <a:latin typeface="Calibri" panose="020F0502020204030204" pitchFamily="34" charset="0"/>
                        </a:rPr>
                        <a:t>US, </a:t>
                      </a:r>
                      <a:r>
                        <a:rPr lang="en-CA" sz="650" b="0" i="0" u="none" strike="noStrike" dirty="0" smtClean="0">
                          <a:solidFill>
                            <a:srgbClr val="000000"/>
                          </a:solidFill>
                          <a:effectLst/>
                          <a:latin typeface="Calibri" panose="020F0502020204030204" pitchFamily="34" charset="0"/>
                        </a:rPr>
                        <a:t>Missing</a:t>
                      </a:r>
                      <a:endParaRPr lang="en-CA" sz="650" b="0" i="0" u="none" strike="noStrike" dirty="0">
                        <a:solidFill>
                          <a:srgbClr val="000000"/>
                        </a:solidFill>
                        <a:effectLst/>
                        <a:latin typeface="Calibri" panose="020F0502020204030204" pitchFamily="34" charset="0"/>
                      </a:endParaRPr>
                    </a:p>
                  </a:txBody>
                  <a:tcPr marL="4104" marR="4104" marT="4104"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FFFFFF"/>
                    </a:solidFill>
                  </a:tcPr>
                </a:tc>
                <a:tc hMerge="1">
                  <a:txBody>
                    <a:bodyPr/>
                    <a:lstStyle/>
                    <a:p>
                      <a:pPr algn="ctr" fontAlgn="ctr"/>
                      <a:endParaRPr lang="en-CA" sz="700" b="0" i="0" u="none" strike="noStrike" dirty="0">
                        <a:solidFill>
                          <a:srgbClr val="000000"/>
                        </a:solidFill>
                        <a:effectLst/>
                        <a:latin typeface="Calibri" panose="020F0502020204030204" pitchFamily="34" charset="0"/>
                      </a:endParaRPr>
                    </a:p>
                  </a:txBody>
                  <a:tcPr marL="4104" marR="4104" marT="4104"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FFFFFF"/>
                    </a:solidFill>
                  </a:tcPr>
                </a:tc>
                <a:tc>
                  <a:txBody>
                    <a:bodyPr/>
                    <a:lstStyle/>
                    <a:p>
                      <a:pPr algn="ctr" fontAlgn="ctr"/>
                      <a:r>
                        <a:rPr lang="en-CA" sz="650" b="0" i="0" u="none" strike="noStrike">
                          <a:solidFill>
                            <a:srgbClr val="000000"/>
                          </a:solidFill>
                          <a:effectLst/>
                          <a:latin typeface="Calibri" panose="020F0502020204030204" pitchFamily="34" charset="0"/>
                        </a:rPr>
                        <a:t>4.08%</a:t>
                      </a:r>
                    </a:p>
                  </a:txBody>
                  <a:tcPr marL="9525" marR="9525" marT="9525"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FFFFFF"/>
                    </a:solidFill>
                  </a:tcPr>
                </a:tc>
                <a:tc>
                  <a:txBody>
                    <a:bodyPr/>
                    <a:lstStyle/>
                    <a:p>
                      <a:pPr algn="ctr" fontAlgn="ctr"/>
                      <a:r>
                        <a:rPr lang="en-CA" sz="650" b="0" i="0" u="none" strike="noStrike" dirty="0" smtClean="0">
                          <a:solidFill>
                            <a:srgbClr val="000000"/>
                          </a:solidFill>
                          <a:effectLst/>
                          <a:latin typeface="Calibri" panose="020F0502020204030204" pitchFamily="34" charset="0"/>
                        </a:rPr>
                        <a:t>0.09%</a:t>
                      </a:r>
                      <a:endParaRPr lang="en-CA" sz="650" b="0" i="0" u="none" strike="noStrike" dirty="0">
                        <a:solidFill>
                          <a:srgbClr val="000000"/>
                        </a:solidFill>
                        <a:effectLst/>
                        <a:latin typeface="Calibri" panose="020F0502020204030204" pitchFamily="34" charset="0"/>
                      </a:endParaRPr>
                    </a:p>
                  </a:txBody>
                  <a:tcPr marL="9525" marR="9525" marT="9525"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FFFFFF"/>
                    </a:solidFill>
                  </a:tcPr>
                </a:tc>
                <a:tc>
                  <a:txBody>
                    <a:bodyPr/>
                    <a:lstStyle/>
                    <a:p>
                      <a:pPr algn="ctr" fontAlgn="ctr"/>
                      <a:r>
                        <a:rPr lang="en-CA" sz="650" b="0" i="0" u="none" strike="noStrike" dirty="0">
                          <a:solidFill>
                            <a:srgbClr val="000000"/>
                          </a:solidFill>
                          <a:effectLst/>
                          <a:latin typeface="Calibri" panose="020F0502020204030204" pitchFamily="34" charset="0"/>
                        </a:rPr>
                        <a:t>0</a:t>
                      </a:r>
                    </a:p>
                  </a:txBody>
                  <a:tcPr marL="4104" marR="4104" marT="4104"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FFFFFF"/>
                    </a:solidFill>
                  </a:tcPr>
                </a:tc>
                <a:tc rowSpan="4">
                  <a:txBody>
                    <a:bodyPr/>
                    <a:lstStyle/>
                    <a:p>
                      <a:pPr algn="ctr" fontAlgn="ctr"/>
                      <a:r>
                        <a:rPr lang="en-CA" sz="650" b="0" i="0" u="none" strike="noStrike" dirty="0">
                          <a:solidFill>
                            <a:srgbClr val="000000"/>
                          </a:solidFill>
                          <a:effectLst/>
                          <a:latin typeface="Calibri" panose="020F0502020204030204" pitchFamily="34" charset="0"/>
                        </a:rPr>
                        <a:t>8.08%</a:t>
                      </a:r>
                    </a:p>
                  </a:txBody>
                  <a:tcPr marL="4104" marR="4104" marT="4104" marB="0" anchor="ctr">
                    <a:lnL>
                      <a:noFill/>
                    </a:lnL>
                    <a:lnR w="12700" cap="flat" cmpd="sng" algn="ctr">
                      <a:solidFill>
                        <a:srgbClr val="009999"/>
                      </a:solidFill>
                      <a:prstDash val="solid"/>
                      <a:round/>
                      <a:headEnd type="none" w="med" len="med"/>
                      <a:tailEnd type="none" w="med" len="med"/>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FFFFFF"/>
                    </a:solidFill>
                  </a:tcPr>
                </a:tc>
                <a:extLst>
                  <a:ext uri="{0D108BD9-81ED-4DB2-BD59-A6C34878D82A}">
                    <a16:rowId xmlns:a16="http://schemas.microsoft.com/office/drawing/2014/main" val="2701924761"/>
                  </a:ext>
                </a:extLst>
              </a:tr>
              <a:tr h="110194">
                <a:tc vMerge="1">
                  <a:txBody>
                    <a:bodyPr/>
                    <a:lstStyle/>
                    <a:p>
                      <a:endParaRPr lang="en-CA"/>
                    </a:p>
                  </a:txBody>
                  <a:tcPr/>
                </a:tc>
                <a:tc gridSpan="2">
                  <a:txBody>
                    <a:bodyPr/>
                    <a:lstStyle/>
                    <a:p>
                      <a:pPr algn="ctr" fontAlgn="ctr"/>
                      <a:r>
                        <a:rPr lang="en-CA" sz="650" b="0" i="0" u="none" strike="noStrike" dirty="0" smtClean="0">
                          <a:solidFill>
                            <a:srgbClr val="000000"/>
                          </a:solidFill>
                          <a:effectLst/>
                          <a:latin typeface="Calibri" panose="020F0502020204030204" pitchFamily="34" charset="0"/>
                        </a:rPr>
                        <a:t>QC</a:t>
                      </a:r>
                      <a:endParaRPr lang="en-CA" sz="650" b="0" i="0" u="none" strike="noStrike" dirty="0">
                        <a:solidFill>
                          <a:srgbClr val="000000"/>
                        </a:solidFill>
                        <a:effectLst/>
                        <a:latin typeface="Calibri" panose="020F0502020204030204" pitchFamily="34" charset="0"/>
                      </a:endParaRPr>
                    </a:p>
                  </a:txBody>
                  <a:tcPr marL="4104" marR="4104" marT="4104"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FFFFFF"/>
                    </a:solidFill>
                  </a:tcPr>
                </a:tc>
                <a:tc hMerge="1">
                  <a:txBody>
                    <a:bodyPr/>
                    <a:lstStyle/>
                    <a:p>
                      <a:pPr algn="ctr" fontAlgn="ctr"/>
                      <a:endParaRPr lang="en-CA" sz="700" b="0" i="0" u="none" strike="noStrike" dirty="0">
                        <a:solidFill>
                          <a:srgbClr val="000000"/>
                        </a:solidFill>
                        <a:effectLst/>
                        <a:latin typeface="Calibri" panose="020F0502020204030204" pitchFamily="34" charset="0"/>
                      </a:endParaRPr>
                    </a:p>
                  </a:txBody>
                  <a:tcPr marL="4104" marR="4104" marT="4104"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FFFFFF"/>
                    </a:solidFill>
                  </a:tcPr>
                </a:tc>
                <a:tc>
                  <a:txBody>
                    <a:bodyPr/>
                    <a:lstStyle/>
                    <a:p>
                      <a:pPr algn="ctr" fontAlgn="ctr"/>
                      <a:r>
                        <a:rPr lang="en-CA" sz="650" b="0" i="0" u="none" strike="noStrike">
                          <a:solidFill>
                            <a:srgbClr val="000000"/>
                          </a:solidFill>
                          <a:effectLst/>
                          <a:latin typeface="Calibri" panose="020F0502020204030204" pitchFamily="34" charset="0"/>
                        </a:rPr>
                        <a:t>3.22%</a:t>
                      </a:r>
                    </a:p>
                  </a:txBody>
                  <a:tcPr marL="9525" marR="9525" marT="9525"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FFFFFF"/>
                    </a:solidFill>
                  </a:tcPr>
                </a:tc>
                <a:tc>
                  <a:txBody>
                    <a:bodyPr/>
                    <a:lstStyle/>
                    <a:p>
                      <a:pPr algn="ctr" fontAlgn="ctr"/>
                      <a:r>
                        <a:rPr lang="en-CA" sz="650" b="0" i="0" u="none" strike="noStrike" dirty="0" smtClean="0">
                          <a:solidFill>
                            <a:srgbClr val="000000"/>
                          </a:solidFill>
                          <a:effectLst/>
                          <a:latin typeface="Calibri" panose="020F0502020204030204" pitchFamily="34" charset="0"/>
                        </a:rPr>
                        <a:t>17.86%</a:t>
                      </a:r>
                      <a:endParaRPr lang="en-CA" sz="650" b="0" i="0" u="none" strike="noStrike" dirty="0">
                        <a:solidFill>
                          <a:srgbClr val="000000"/>
                        </a:solidFill>
                        <a:effectLst/>
                        <a:latin typeface="Calibri" panose="020F0502020204030204" pitchFamily="34" charset="0"/>
                      </a:endParaRPr>
                    </a:p>
                  </a:txBody>
                  <a:tcPr marL="9525" marR="9525" marT="9525"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FFFFFF"/>
                    </a:solidFill>
                  </a:tcPr>
                </a:tc>
                <a:tc>
                  <a:txBody>
                    <a:bodyPr/>
                    <a:lstStyle/>
                    <a:p>
                      <a:pPr algn="ctr" fontAlgn="ctr"/>
                      <a:r>
                        <a:rPr lang="en-CA" sz="650" b="0" i="0" u="none" strike="noStrike" dirty="0">
                          <a:solidFill>
                            <a:srgbClr val="000000"/>
                          </a:solidFill>
                          <a:effectLst/>
                          <a:latin typeface="Calibri" panose="020F0502020204030204" pitchFamily="34" charset="0"/>
                        </a:rPr>
                        <a:t>5</a:t>
                      </a:r>
                    </a:p>
                  </a:txBody>
                  <a:tcPr marL="4104" marR="4104" marT="4104"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FFFFFF"/>
                    </a:solidFill>
                  </a:tcPr>
                </a:tc>
                <a:tc vMerge="1">
                  <a:txBody>
                    <a:bodyPr/>
                    <a:lstStyle/>
                    <a:p>
                      <a:endParaRPr lang="en-CA"/>
                    </a:p>
                  </a:txBody>
                  <a:tcPr/>
                </a:tc>
                <a:extLst>
                  <a:ext uri="{0D108BD9-81ED-4DB2-BD59-A6C34878D82A}">
                    <a16:rowId xmlns:a16="http://schemas.microsoft.com/office/drawing/2014/main" val="3264567720"/>
                  </a:ext>
                </a:extLst>
              </a:tr>
              <a:tr h="110194">
                <a:tc vMerge="1">
                  <a:txBody>
                    <a:bodyPr/>
                    <a:lstStyle/>
                    <a:p>
                      <a:endParaRPr lang="en-CA"/>
                    </a:p>
                  </a:txBody>
                  <a:tcPr/>
                </a:tc>
                <a:tc gridSpan="2">
                  <a:txBody>
                    <a:bodyPr/>
                    <a:lstStyle/>
                    <a:p>
                      <a:pPr algn="ctr" fontAlgn="ctr"/>
                      <a:r>
                        <a:rPr lang="fi-FI" sz="650" b="0" i="0" u="none" strike="noStrike" dirty="0">
                          <a:solidFill>
                            <a:srgbClr val="000000"/>
                          </a:solidFill>
                          <a:effectLst/>
                          <a:latin typeface="Calibri" panose="020F0502020204030204" pitchFamily="34" charset="0"/>
                        </a:rPr>
                        <a:t>AB, NT, NU, ON, </a:t>
                      </a:r>
                      <a:r>
                        <a:rPr lang="fi-FI" sz="650" b="0" i="0" u="none" strike="noStrike" dirty="0" smtClean="0">
                          <a:solidFill>
                            <a:srgbClr val="000000"/>
                          </a:solidFill>
                          <a:effectLst/>
                          <a:latin typeface="Calibri" panose="020F0502020204030204" pitchFamily="34" charset="0"/>
                        </a:rPr>
                        <a:t>YT</a:t>
                      </a:r>
                      <a:r>
                        <a:rPr lang="en-CA" sz="650" b="0" i="0" u="none" strike="noStrike" dirty="0">
                          <a:solidFill>
                            <a:srgbClr val="000000"/>
                          </a:solidFill>
                          <a:effectLst/>
                          <a:latin typeface="Calibri" panose="020F0502020204030204" pitchFamily="34" charset="0"/>
                        </a:rPr>
                        <a:t> </a:t>
                      </a:r>
                    </a:p>
                  </a:txBody>
                  <a:tcPr marL="4104" marR="4104" marT="4104"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FFFFFF"/>
                    </a:solidFill>
                  </a:tcPr>
                </a:tc>
                <a:tc hMerge="1">
                  <a:txBody>
                    <a:bodyPr/>
                    <a:lstStyle/>
                    <a:p>
                      <a:pPr algn="ctr" fontAlgn="ctr"/>
                      <a:endParaRPr lang="en-CA" sz="700" b="0" i="0" u="none" strike="noStrike" dirty="0">
                        <a:solidFill>
                          <a:srgbClr val="000000"/>
                        </a:solidFill>
                        <a:effectLst/>
                        <a:latin typeface="Calibri" panose="020F0502020204030204" pitchFamily="34" charset="0"/>
                      </a:endParaRPr>
                    </a:p>
                  </a:txBody>
                  <a:tcPr marL="4104" marR="4104" marT="4104"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FFFFFF"/>
                    </a:solidFill>
                  </a:tcPr>
                </a:tc>
                <a:tc>
                  <a:txBody>
                    <a:bodyPr/>
                    <a:lstStyle/>
                    <a:p>
                      <a:pPr algn="ctr" fontAlgn="ctr"/>
                      <a:r>
                        <a:rPr lang="en-CA" sz="650" b="0" i="0" u="none" strike="noStrike">
                          <a:solidFill>
                            <a:srgbClr val="000000"/>
                          </a:solidFill>
                          <a:effectLst/>
                          <a:latin typeface="Calibri" panose="020F0502020204030204" pitchFamily="34" charset="0"/>
                        </a:rPr>
                        <a:t>2.39%</a:t>
                      </a:r>
                    </a:p>
                  </a:txBody>
                  <a:tcPr marL="9525" marR="9525" marT="9525"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FFFFFF"/>
                    </a:solidFill>
                  </a:tcPr>
                </a:tc>
                <a:tc>
                  <a:txBody>
                    <a:bodyPr/>
                    <a:lstStyle/>
                    <a:p>
                      <a:pPr algn="ctr" fontAlgn="ctr"/>
                      <a:r>
                        <a:rPr lang="en-CA" sz="650" b="0" i="0" u="none" strike="noStrike" dirty="0" smtClean="0">
                          <a:solidFill>
                            <a:srgbClr val="000000"/>
                          </a:solidFill>
                          <a:effectLst/>
                          <a:latin typeface="Calibri" panose="020F0502020204030204" pitchFamily="34" charset="0"/>
                        </a:rPr>
                        <a:t>51.14%</a:t>
                      </a:r>
                      <a:endParaRPr lang="en-CA" sz="650" b="0" i="0" u="none" strike="noStrike" dirty="0">
                        <a:solidFill>
                          <a:srgbClr val="000000"/>
                        </a:solidFill>
                        <a:effectLst/>
                        <a:latin typeface="Calibri" panose="020F0502020204030204" pitchFamily="34" charset="0"/>
                      </a:endParaRPr>
                    </a:p>
                  </a:txBody>
                  <a:tcPr marL="9525" marR="9525" marT="9525"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FFFFFF"/>
                    </a:solidFill>
                  </a:tcPr>
                </a:tc>
                <a:tc>
                  <a:txBody>
                    <a:bodyPr/>
                    <a:lstStyle/>
                    <a:p>
                      <a:pPr algn="ctr" fontAlgn="ctr"/>
                      <a:r>
                        <a:rPr lang="en-CA" sz="650" b="0" i="0" u="none" strike="noStrike" dirty="0">
                          <a:solidFill>
                            <a:srgbClr val="000000"/>
                          </a:solidFill>
                          <a:effectLst/>
                          <a:latin typeface="Calibri" panose="020F0502020204030204" pitchFamily="34" charset="0"/>
                        </a:rPr>
                        <a:t>11</a:t>
                      </a:r>
                    </a:p>
                  </a:txBody>
                  <a:tcPr marL="4104" marR="4104" marT="4104"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FFFFFF"/>
                    </a:solidFill>
                  </a:tcPr>
                </a:tc>
                <a:tc vMerge="1">
                  <a:txBody>
                    <a:bodyPr/>
                    <a:lstStyle/>
                    <a:p>
                      <a:endParaRPr lang="en-CA"/>
                    </a:p>
                  </a:txBody>
                  <a:tcPr/>
                </a:tc>
                <a:extLst>
                  <a:ext uri="{0D108BD9-81ED-4DB2-BD59-A6C34878D82A}">
                    <a16:rowId xmlns:a16="http://schemas.microsoft.com/office/drawing/2014/main" val="2430458427"/>
                  </a:ext>
                </a:extLst>
              </a:tr>
              <a:tr h="110194">
                <a:tc vMerge="1">
                  <a:txBody>
                    <a:bodyPr/>
                    <a:lstStyle/>
                    <a:p>
                      <a:endParaRPr lang="en-CA"/>
                    </a:p>
                  </a:txBody>
                  <a:tcPr/>
                </a:tc>
                <a:tc gridSpan="2">
                  <a:txBody>
                    <a:bodyPr/>
                    <a:lstStyle/>
                    <a:p>
                      <a:pPr algn="ctr" fontAlgn="ctr"/>
                      <a:r>
                        <a:rPr lang="en-CA" sz="650" b="0" i="0" u="none" strike="noStrike" dirty="0">
                          <a:solidFill>
                            <a:srgbClr val="000000"/>
                          </a:solidFill>
                          <a:effectLst/>
                          <a:latin typeface="Calibri" panose="020F0502020204030204" pitchFamily="34" charset="0"/>
                        </a:rPr>
                        <a:t>ATL, BC, MB, NB, NL, NS, PE, </a:t>
                      </a:r>
                      <a:r>
                        <a:rPr lang="en-CA" sz="650" b="0" i="0" u="none" strike="noStrike" dirty="0" smtClean="0">
                          <a:solidFill>
                            <a:srgbClr val="000000"/>
                          </a:solidFill>
                          <a:effectLst/>
                          <a:latin typeface="Calibri" panose="020F0502020204030204" pitchFamily="34" charset="0"/>
                        </a:rPr>
                        <a:t>SK</a:t>
                      </a:r>
                      <a:endParaRPr lang="en-CA" sz="650" b="0" i="0" u="none" strike="noStrike" dirty="0">
                        <a:solidFill>
                          <a:srgbClr val="000000"/>
                        </a:solidFill>
                        <a:effectLst/>
                        <a:latin typeface="Calibri" panose="020F0502020204030204" pitchFamily="34" charset="0"/>
                      </a:endParaRPr>
                    </a:p>
                  </a:txBody>
                  <a:tcPr marL="4104" marR="4104" marT="4104"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FFFFFF"/>
                    </a:solidFill>
                  </a:tcPr>
                </a:tc>
                <a:tc hMerge="1">
                  <a:txBody>
                    <a:bodyPr/>
                    <a:lstStyle/>
                    <a:p>
                      <a:pPr algn="ctr" fontAlgn="ctr"/>
                      <a:endParaRPr lang="en-CA" sz="700" b="0" i="0" u="none" strike="noStrike" dirty="0">
                        <a:solidFill>
                          <a:srgbClr val="000000"/>
                        </a:solidFill>
                        <a:effectLst/>
                        <a:latin typeface="Calibri" panose="020F0502020204030204" pitchFamily="34" charset="0"/>
                      </a:endParaRPr>
                    </a:p>
                  </a:txBody>
                  <a:tcPr marL="4104" marR="4104" marT="4104"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FFFFFF"/>
                    </a:solidFill>
                  </a:tcPr>
                </a:tc>
                <a:tc>
                  <a:txBody>
                    <a:bodyPr/>
                    <a:lstStyle/>
                    <a:p>
                      <a:pPr algn="ctr" fontAlgn="ctr"/>
                      <a:r>
                        <a:rPr lang="en-CA" sz="650" b="0" i="0" u="none" strike="noStrike">
                          <a:solidFill>
                            <a:srgbClr val="000000"/>
                          </a:solidFill>
                          <a:effectLst/>
                          <a:latin typeface="Calibri" panose="020F0502020204030204" pitchFamily="34" charset="0"/>
                        </a:rPr>
                        <a:t>1.90%</a:t>
                      </a:r>
                    </a:p>
                  </a:txBody>
                  <a:tcPr marL="9525" marR="9525" marT="9525"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FFFFFF"/>
                    </a:solidFill>
                  </a:tcPr>
                </a:tc>
                <a:tc>
                  <a:txBody>
                    <a:bodyPr/>
                    <a:lstStyle/>
                    <a:p>
                      <a:pPr algn="ctr" fontAlgn="ctr"/>
                      <a:r>
                        <a:rPr lang="en-CA" sz="650" b="0" i="0" u="none" strike="noStrike" dirty="0" smtClean="0">
                          <a:solidFill>
                            <a:srgbClr val="000000"/>
                          </a:solidFill>
                          <a:effectLst/>
                          <a:latin typeface="Calibri" panose="020F0502020204030204" pitchFamily="34" charset="0"/>
                        </a:rPr>
                        <a:t>30.91%</a:t>
                      </a:r>
                      <a:endParaRPr lang="en-CA" sz="650" b="0" i="0" u="none" strike="noStrike" dirty="0">
                        <a:solidFill>
                          <a:srgbClr val="000000"/>
                        </a:solidFill>
                        <a:effectLst/>
                        <a:latin typeface="Calibri" panose="020F0502020204030204" pitchFamily="34" charset="0"/>
                      </a:endParaRPr>
                    </a:p>
                  </a:txBody>
                  <a:tcPr marL="9525" marR="9525" marT="9525"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FFFFFF"/>
                    </a:solidFill>
                  </a:tcPr>
                </a:tc>
                <a:tc>
                  <a:txBody>
                    <a:bodyPr/>
                    <a:lstStyle/>
                    <a:p>
                      <a:pPr algn="ctr" fontAlgn="ctr"/>
                      <a:r>
                        <a:rPr lang="en-CA" sz="650" b="0" i="0" u="none" strike="noStrike" dirty="0">
                          <a:solidFill>
                            <a:srgbClr val="000000"/>
                          </a:solidFill>
                          <a:effectLst/>
                          <a:latin typeface="Calibri" panose="020F0502020204030204" pitchFamily="34" charset="0"/>
                        </a:rPr>
                        <a:t>16</a:t>
                      </a:r>
                    </a:p>
                  </a:txBody>
                  <a:tcPr marL="4104" marR="4104" marT="4104"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FFFFFF"/>
                    </a:solidFill>
                  </a:tcPr>
                </a:tc>
                <a:tc vMerge="1">
                  <a:txBody>
                    <a:bodyPr/>
                    <a:lstStyle/>
                    <a:p>
                      <a:endParaRPr lang="en-CA"/>
                    </a:p>
                  </a:txBody>
                  <a:tcPr/>
                </a:tc>
                <a:extLst>
                  <a:ext uri="{0D108BD9-81ED-4DB2-BD59-A6C34878D82A}">
                    <a16:rowId xmlns:a16="http://schemas.microsoft.com/office/drawing/2014/main" val="3025715108"/>
                  </a:ext>
                </a:extLst>
              </a:tr>
              <a:tr h="110194">
                <a:tc rowSpan="4">
                  <a:txBody>
                    <a:bodyPr/>
                    <a:lstStyle/>
                    <a:p>
                      <a:pPr algn="ctr" fontAlgn="ctr"/>
                      <a:r>
                        <a:rPr lang="en-CA" sz="650" b="0" i="0" u="none" strike="noStrike">
                          <a:solidFill>
                            <a:srgbClr val="000000"/>
                          </a:solidFill>
                          <a:effectLst/>
                          <a:latin typeface="Calibri" panose="020F0502020204030204" pitchFamily="34" charset="0"/>
                        </a:rPr>
                        <a:t>NAICS2</a:t>
                      </a:r>
                    </a:p>
                  </a:txBody>
                  <a:tcPr marL="4104" marR="4104" marT="4104" marB="0" anchor="ctr">
                    <a:lnL w="12700" cap="flat" cmpd="sng" algn="ctr">
                      <a:solidFill>
                        <a:srgbClr val="009999"/>
                      </a:solidFill>
                      <a:prstDash val="solid"/>
                      <a:round/>
                      <a:headEnd type="none" w="med" len="med"/>
                      <a:tailEnd type="none" w="med" len="med"/>
                    </a:lnL>
                    <a:lnR>
                      <a:noFill/>
                    </a:lnR>
                    <a:lnT w="6350" cap="flat" cmpd="sng" algn="ctr">
                      <a:solidFill>
                        <a:srgbClr val="009999"/>
                      </a:solidFill>
                      <a:prstDash val="solid"/>
                      <a:round/>
                      <a:headEnd type="none" w="med" len="med"/>
                      <a:tailEnd type="none" w="med" len="med"/>
                    </a:lnT>
                    <a:lnB w="12700" cap="flat" cmpd="sng" algn="ctr">
                      <a:solidFill>
                        <a:srgbClr val="009999"/>
                      </a:solidFill>
                      <a:prstDash val="solid"/>
                      <a:round/>
                      <a:headEnd type="none" w="med" len="med"/>
                      <a:tailEnd type="none" w="med" len="med"/>
                    </a:lnB>
                    <a:solidFill>
                      <a:srgbClr val="E7EFF1"/>
                    </a:solidFill>
                  </a:tcPr>
                </a:tc>
                <a:tc gridSpan="2">
                  <a:txBody>
                    <a:bodyPr/>
                    <a:lstStyle/>
                    <a:p>
                      <a:pPr algn="ctr" fontAlgn="ctr"/>
                      <a:r>
                        <a:rPr lang="en-US" sz="650" b="0" i="0" u="none" strike="noStrike" dirty="0">
                          <a:solidFill>
                            <a:srgbClr val="000000"/>
                          </a:solidFill>
                          <a:effectLst/>
                          <a:latin typeface="Calibri" panose="020F0502020204030204" pitchFamily="34" charset="0"/>
                        </a:rPr>
                        <a:t>21, 48, 49, </a:t>
                      </a:r>
                      <a:r>
                        <a:rPr lang="en-US" sz="650" b="0" i="0" u="none" strike="noStrike" dirty="0" smtClean="0">
                          <a:solidFill>
                            <a:srgbClr val="000000"/>
                          </a:solidFill>
                          <a:effectLst/>
                          <a:latin typeface="Calibri" panose="020F0502020204030204" pitchFamily="34" charset="0"/>
                        </a:rPr>
                        <a:t>Missing</a:t>
                      </a:r>
                      <a:endParaRPr lang="en-US" sz="650" b="0" i="0" u="none" strike="noStrike" dirty="0">
                        <a:solidFill>
                          <a:srgbClr val="000000"/>
                        </a:solidFill>
                        <a:effectLst/>
                        <a:latin typeface="Calibri" panose="020F0502020204030204" pitchFamily="34" charset="0"/>
                      </a:endParaRPr>
                    </a:p>
                  </a:txBody>
                  <a:tcPr marL="4104" marR="4104" marT="4104"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hMerge="1">
                  <a:txBody>
                    <a:bodyPr/>
                    <a:lstStyle/>
                    <a:p>
                      <a:pPr algn="ctr" fontAlgn="ctr"/>
                      <a:endParaRPr lang="en-CA" sz="700" b="0" i="0" u="none" strike="noStrike" dirty="0">
                        <a:solidFill>
                          <a:srgbClr val="000000"/>
                        </a:solidFill>
                        <a:effectLst/>
                        <a:latin typeface="Calibri" panose="020F0502020204030204" pitchFamily="34" charset="0"/>
                      </a:endParaRPr>
                    </a:p>
                  </a:txBody>
                  <a:tcPr marL="4104" marR="4104" marT="4104"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a:txBody>
                    <a:bodyPr/>
                    <a:lstStyle/>
                    <a:p>
                      <a:pPr algn="ctr" fontAlgn="ctr"/>
                      <a:r>
                        <a:rPr lang="en-CA" sz="650" b="0" i="0" u="none" strike="noStrike">
                          <a:solidFill>
                            <a:srgbClr val="000000"/>
                          </a:solidFill>
                          <a:effectLst/>
                          <a:latin typeface="Calibri" panose="020F0502020204030204" pitchFamily="34" charset="0"/>
                        </a:rPr>
                        <a:t>3.84%</a:t>
                      </a:r>
                    </a:p>
                  </a:txBody>
                  <a:tcPr marL="9525" marR="9525" marT="9525"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a:txBody>
                    <a:bodyPr/>
                    <a:lstStyle/>
                    <a:p>
                      <a:pPr algn="ctr" fontAlgn="ctr"/>
                      <a:r>
                        <a:rPr lang="en-CA" sz="650" b="0" i="0" u="none" strike="noStrike" dirty="0" smtClean="0">
                          <a:solidFill>
                            <a:srgbClr val="000000"/>
                          </a:solidFill>
                          <a:effectLst/>
                          <a:latin typeface="Calibri" panose="020F0502020204030204" pitchFamily="34" charset="0"/>
                        </a:rPr>
                        <a:t>18.68%</a:t>
                      </a:r>
                      <a:endParaRPr lang="en-CA" sz="650" b="0" i="0" u="none" strike="noStrike" dirty="0">
                        <a:solidFill>
                          <a:srgbClr val="000000"/>
                        </a:solidFill>
                        <a:effectLst/>
                        <a:latin typeface="Calibri" panose="020F0502020204030204" pitchFamily="34" charset="0"/>
                      </a:endParaRPr>
                    </a:p>
                  </a:txBody>
                  <a:tcPr marL="9525" marR="9525" marT="9525"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a:txBody>
                    <a:bodyPr/>
                    <a:lstStyle/>
                    <a:p>
                      <a:pPr algn="ctr" fontAlgn="ctr"/>
                      <a:r>
                        <a:rPr lang="en-CA" sz="650" b="0" i="0" u="none" strike="noStrike" dirty="0">
                          <a:solidFill>
                            <a:srgbClr val="000000"/>
                          </a:solidFill>
                          <a:effectLst/>
                          <a:latin typeface="Calibri" panose="020F0502020204030204" pitchFamily="34" charset="0"/>
                        </a:rPr>
                        <a:t>0</a:t>
                      </a:r>
                    </a:p>
                  </a:txBody>
                  <a:tcPr marL="4104" marR="4104" marT="4104"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rowSpan="4">
                  <a:txBody>
                    <a:bodyPr/>
                    <a:lstStyle/>
                    <a:p>
                      <a:pPr algn="ctr" fontAlgn="ctr"/>
                      <a:r>
                        <a:rPr lang="en-CA" sz="650" b="0" i="0" u="none" strike="noStrike" dirty="0">
                          <a:solidFill>
                            <a:srgbClr val="000000"/>
                          </a:solidFill>
                          <a:effectLst/>
                          <a:latin typeface="Calibri" panose="020F0502020204030204" pitchFamily="34" charset="0"/>
                        </a:rPr>
                        <a:t>11.11%</a:t>
                      </a:r>
                    </a:p>
                  </a:txBody>
                  <a:tcPr marL="4104" marR="4104" marT="4104" marB="0" anchor="ctr">
                    <a:lnL>
                      <a:noFill/>
                    </a:lnL>
                    <a:lnR w="12700" cap="flat" cmpd="sng" algn="ctr">
                      <a:solidFill>
                        <a:srgbClr val="009999"/>
                      </a:solidFill>
                      <a:prstDash val="solid"/>
                      <a:round/>
                      <a:headEnd type="none" w="med" len="med"/>
                      <a:tailEnd type="none" w="med" len="med"/>
                    </a:lnR>
                    <a:lnT w="6350" cap="flat" cmpd="sng" algn="ctr">
                      <a:solidFill>
                        <a:srgbClr val="009999"/>
                      </a:solidFill>
                      <a:prstDash val="solid"/>
                      <a:round/>
                      <a:headEnd type="none" w="med" len="med"/>
                      <a:tailEnd type="none" w="med" len="med"/>
                    </a:lnT>
                    <a:lnB w="12700" cap="flat" cmpd="sng" algn="ctr">
                      <a:solidFill>
                        <a:srgbClr val="009999"/>
                      </a:solidFill>
                      <a:prstDash val="solid"/>
                      <a:round/>
                      <a:headEnd type="none" w="med" len="med"/>
                      <a:tailEnd type="none" w="med" len="med"/>
                    </a:lnB>
                    <a:solidFill>
                      <a:srgbClr val="E7EFF1"/>
                    </a:solidFill>
                  </a:tcPr>
                </a:tc>
                <a:extLst>
                  <a:ext uri="{0D108BD9-81ED-4DB2-BD59-A6C34878D82A}">
                    <a16:rowId xmlns:a16="http://schemas.microsoft.com/office/drawing/2014/main" val="3184009597"/>
                  </a:ext>
                </a:extLst>
              </a:tr>
              <a:tr h="110194">
                <a:tc vMerge="1">
                  <a:txBody>
                    <a:bodyPr/>
                    <a:lstStyle/>
                    <a:p>
                      <a:endParaRPr lang="en-CA"/>
                    </a:p>
                  </a:txBody>
                  <a:tcPr/>
                </a:tc>
                <a:tc gridSpan="2">
                  <a:txBody>
                    <a:bodyPr/>
                    <a:lstStyle/>
                    <a:p>
                      <a:pPr algn="ctr" fontAlgn="ctr"/>
                      <a:r>
                        <a:rPr lang="en-CA" sz="650" b="0" i="0" u="none" strike="noStrike" dirty="0">
                          <a:solidFill>
                            <a:srgbClr val="000000"/>
                          </a:solidFill>
                          <a:effectLst/>
                          <a:latin typeface="Calibri" panose="020F0502020204030204" pitchFamily="34" charset="0"/>
                        </a:rPr>
                        <a:t>22, 23, 31, 42, </a:t>
                      </a:r>
                      <a:r>
                        <a:rPr lang="en-CA" sz="650" b="0" i="0" u="none" strike="noStrike" dirty="0" smtClean="0">
                          <a:solidFill>
                            <a:srgbClr val="000000"/>
                          </a:solidFill>
                          <a:effectLst/>
                          <a:latin typeface="Calibri" panose="020F0502020204030204" pitchFamily="34" charset="0"/>
                        </a:rPr>
                        <a:t>45</a:t>
                      </a:r>
                      <a:endParaRPr lang="en-CA" sz="650" b="0" i="0" u="none" strike="noStrike" dirty="0">
                        <a:solidFill>
                          <a:srgbClr val="000000"/>
                        </a:solidFill>
                        <a:effectLst/>
                        <a:latin typeface="Calibri" panose="020F0502020204030204" pitchFamily="34" charset="0"/>
                      </a:endParaRPr>
                    </a:p>
                  </a:txBody>
                  <a:tcPr marL="4104" marR="4104" marT="4104"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hMerge="1">
                  <a:txBody>
                    <a:bodyPr/>
                    <a:lstStyle/>
                    <a:p>
                      <a:pPr algn="ctr" fontAlgn="ctr"/>
                      <a:endParaRPr lang="en-CA" sz="700" b="0" i="0" u="none" strike="noStrike" dirty="0">
                        <a:solidFill>
                          <a:srgbClr val="000000"/>
                        </a:solidFill>
                        <a:effectLst/>
                        <a:latin typeface="Calibri" panose="020F0502020204030204" pitchFamily="34" charset="0"/>
                      </a:endParaRPr>
                    </a:p>
                  </a:txBody>
                  <a:tcPr marL="4104" marR="4104" marT="4104"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a:txBody>
                    <a:bodyPr/>
                    <a:lstStyle/>
                    <a:p>
                      <a:pPr algn="ctr" fontAlgn="ctr"/>
                      <a:r>
                        <a:rPr lang="en-CA" sz="650" b="0" i="0" u="none" strike="noStrike" dirty="0" smtClean="0">
                          <a:solidFill>
                            <a:srgbClr val="000000"/>
                          </a:solidFill>
                          <a:effectLst/>
                          <a:latin typeface="Calibri" panose="020F0502020204030204" pitchFamily="34" charset="0"/>
                        </a:rPr>
                        <a:t>2.64%</a:t>
                      </a:r>
                      <a:endParaRPr lang="en-CA" sz="650" b="0" i="0" u="none" strike="noStrike" dirty="0">
                        <a:solidFill>
                          <a:srgbClr val="000000"/>
                        </a:solidFill>
                        <a:effectLst/>
                        <a:latin typeface="Calibri" panose="020F0502020204030204" pitchFamily="34" charset="0"/>
                      </a:endParaRPr>
                    </a:p>
                  </a:txBody>
                  <a:tcPr marL="9525" marR="9525" marT="9525"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a:txBody>
                    <a:bodyPr/>
                    <a:lstStyle/>
                    <a:p>
                      <a:pPr algn="ctr" fontAlgn="ctr"/>
                      <a:r>
                        <a:rPr lang="en-CA" sz="650" b="0" i="0" u="none" strike="noStrike" dirty="0" smtClean="0">
                          <a:solidFill>
                            <a:srgbClr val="000000"/>
                          </a:solidFill>
                          <a:effectLst/>
                          <a:latin typeface="Calibri" panose="020F0502020204030204" pitchFamily="34" charset="0"/>
                        </a:rPr>
                        <a:t>14.92%</a:t>
                      </a:r>
                      <a:endParaRPr lang="en-CA" sz="650" b="0" i="0" u="none" strike="noStrike" dirty="0">
                        <a:solidFill>
                          <a:srgbClr val="000000"/>
                        </a:solidFill>
                        <a:effectLst/>
                        <a:latin typeface="Calibri" panose="020F0502020204030204" pitchFamily="34" charset="0"/>
                      </a:endParaRPr>
                    </a:p>
                  </a:txBody>
                  <a:tcPr marL="9525" marR="9525" marT="9525"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a:txBody>
                    <a:bodyPr/>
                    <a:lstStyle/>
                    <a:p>
                      <a:pPr algn="ctr" fontAlgn="ctr"/>
                      <a:r>
                        <a:rPr lang="en-CA" sz="650" b="0" i="0" u="none" strike="noStrike" dirty="0">
                          <a:solidFill>
                            <a:srgbClr val="000000"/>
                          </a:solidFill>
                          <a:effectLst/>
                          <a:latin typeface="Calibri" panose="020F0502020204030204" pitchFamily="34" charset="0"/>
                        </a:rPr>
                        <a:t>9</a:t>
                      </a:r>
                    </a:p>
                  </a:txBody>
                  <a:tcPr marL="4104" marR="4104" marT="4104"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vMerge="1">
                  <a:txBody>
                    <a:bodyPr/>
                    <a:lstStyle/>
                    <a:p>
                      <a:endParaRPr lang="en-CA"/>
                    </a:p>
                  </a:txBody>
                  <a:tcPr/>
                </a:tc>
                <a:extLst>
                  <a:ext uri="{0D108BD9-81ED-4DB2-BD59-A6C34878D82A}">
                    <a16:rowId xmlns:a16="http://schemas.microsoft.com/office/drawing/2014/main" val="3322965156"/>
                  </a:ext>
                </a:extLst>
              </a:tr>
              <a:tr h="110194">
                <a:tc vMerge="1">
                  <a:txBody>
                    <a:bodyPr/>
                    <a:lstStyle/>
                    <a:p>
                      <a:endParaRPr lang="en-CA"/>
                    </a:p>
                  </a:txBody>
                  <a:tcPr/>
                </a:tc>
                <a:tc gridSpan="2">
                  <a:txBody>
                    <a:bodyPr/>
                    <a:lstStyle/>
                    <a:p>
                      <a:pPr algn="ctr" fontAlgn="ctr"/>
                      <a:r>
                        <a:rPr lang="en-CA" sz="650" b="0" i="0" u="none" strike="noStrike" dirty="0">
                          <a:solidFill>
                            <a:srgbClr val="000000"/>
                          </a:solidFill>
                          <a:effectLst/>
                          <a:latin typeface="Calibri" panose="020F0502020204030204" pitchFamily="34" charset="0"/>
                        </a:rPr>
                        <a:t>32, 33, 41, 44, 51, 53, 56, 61, </a:t>
                      </a:r>
                      <a:r>
                        <a:rPr lang="en-CA" sz="650" b="0" i="0" u="none" strike="noStrike" dirty="0" smtClean="0">
                          <a:solidFill>
                            <a:srgbClr val="000000"/>
                          </a:solidFill>
                          <a:effectLst/>
                          <a:latin typeface="Calibri" panose="020F0502020204030204" pitchFamily="34" charset="0"/>
                        </a:rPr>
                        <a:t>72</a:t>
                      </a:r>
                      <a:endParaRPr lang="en-CA" sz="650" b="0" i="0" u="none" strike="noStrike" dirty="0">
                        <a:solidFill>
                          <a:srgbClr val="000000"/>
                        </a:solidFill>
                        <a:effectLst/>
                        <a:latin typeface="Calibri" panose="020F0502020204030204" pitchFamily="34" charset="0"/>
                      </a:endParaRPr>
                    </a:p>
                  </a:txBody>
                  <a:tcPr marL="4104" marR="4104" marT="4104"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hMerge="1">
                  <a:txBody>
                    <a:bodyPr/>
                    <a:lstStyle/>
                    <a:p>
                      <a:pPr algn="ctr" fontAlgn="ctr"/>
                      <a:endParaRPr lang="en-CA" sz="700" b="0" i="0" u="none" strike="noStrike" dirty="0">
                        <a:solidFill>
                          <a:srgbClr val="000000"/>
                        </a:solidFill>
                        <a:effectLst/>
                        <a:latin typeface="Calibri" panose="020F0502020204030204" pitchFamily="34" charset="0"/>
                      </a:endParaRPr>
                    </a:p>
                  </a:txBody>
                  <a:tcPr marL="4104" marR="4104" marT="4104"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a:txBody>
                    <a:bodyPr/>
                    <a:lstStyle/>
                    <a:p>
                      <a:pPr algn="ctr" fontAlgn="ctr"/>
                      <a:r>
                        <a:rPr lang="en-CA" sz="650" b="0" i="0" u="none" strike="noStrike" dirty="0" smtClean="0">
                          <a:solidFill>
                            <a:srgbClr val="000000"/>
                          </a:solidFill>
                          <a:effectLst/>
                          <a:latin typeface="Calibri" panose="020F0502020204030204" pitchFamily="34" charset="0"/>
                        </a:rPr>
                        <a:t>2.34%</a:t>
                      </a:r>
                      <a:endParaRPr lang="en-CA" sz="650" b="0" i="0" u="none" strike="noStrike" dirty="0">
                        <a:solidFill>
                          <a:srgbClr val="000000"/>
                        </a:solidFill>
                        <a:effectLst/>
                        <a:latin typeface="Calibri" panose="020F0502020204030204" pitchFamily="34" charset="0"/>
                      </a:endParaRPr>
                    </a:p>
                  </a:txBody>
                  <a:tcPr marL="9525" marR="9525" marT="9525"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a:txBody>
                    <a:bodyPr/>
                    <a:lstStyle/>
                    <a:p>
                      <a:pPr algn="ctr" fontAlgn="ctr"/>
                      <a:r>
                        <a:rPr lang="en-CA" sz="650" b="0" i="0" u="none" strike="noStrike" dirty="0" smtClean="0">
                          <a:solidFill>
                            <a:srgbClr val="000000"/>
                          </a:solidFill>
                          <a:effectLst/>
                          <a:latin typeface="Calibri" panose="020F0502020204030204" pitchFamily="34" charset="0"/>
                        </a:rPr>
                        <a:t>32.18%</a:t>
                      </a:r>
                      <a:endParaRPr lang="en-CA" sz="650" b="0" i="0" u="none" strike="noStrike" dirty="0">
                        <a:solidFill>
                          <a:srgbClr val="000000"/>
                        </a:solidFill>
                        <a:effectLst/>
                        <a:latin typeface="Calibri" panose="020F0502020204030204" pitchFamily="34" charset="0"/>
                      </a:endParaRPr>
                    </a:p>
                  </a:txBody>
                  <a:tcPr marL="9525" marR="9525" marT="9525"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a:txBody>
                    <a:bodyPr/>
                    <a:lstStyle/>
                    <a:p>
                      <a:pPr algn="ctr" fontAlgn="ctr"/>
                      <a:r>
                        <a:rPr lang="en-CA" sz="650" b="0" i="0" u="none" strike="noStrike" dirty="0">
                          <a:solidFill>
                            <a:srgbClr val="000000"/>
                          </a:solidFill>
                          <a:effectLst/>
                          <a:latin typeface="Calibri" panose="020F0502020204030204" pitchFamily="34" charset="0"/>
                        </a:rPr>
                        <a:t>12</a:t>
                      </a:r>
                    </a:p>
                  </a:txBody>
                  <a:tcPr marL="4104" marR="4104" marT="4104" marB="0" anchor="ctr">
                    <a:lnL>
                      <a:noFill/>
                    </a:lnL>
                    <a:lnR>
                      <a:noFill/>
                    </a:lnR>
                    <a:lnT w="6350" cap="flat" cmpd="sng" algn="ctr">
                      <a:solidFill>
                        <a:srgbClr val="009999"/>
                      </a:solidFill>
                      <a:prstDash val="solid"/>
                      <a:round/>
                      <a:headEnd type="none" w="med" len="med"/>
                      <a:tailEnd type="none" w="med" len="med"/>
                    </a:lnT>
                    <a:lnB w="6350" cap="flat" cmpd="sng" algn="ctr">
                      <a:solidFill>
                        <a:srgbClr val="009999"/>
                      </a:solidFill>
                      <a:prstDash val="solid"/>
                      <a:round/>
                      <a:headEnd type="none" w="med" len="med"/>
                      <a:tailEnd type="none" w="med" len="med"/>
                    </a:lnB>
                    <a:solidFill>
                      <a:srgbClr val="E7EFF1"/>
                    </a:solidFill>
                  </a:tcPr>
                </a:tc>
                <a:tc vMerge="1">
                  <a:txBody>
                    <a:bodyPr/>
                    <a:lstStyle/>
                    <a:p>
                      <a:endParaRPr lang="en-CA"/>
                    </a:p>
                  </a:txBody>
                  <a:tcPr/>
                </a:tc>
                <a:extLst>
                  <a:ext uri="{0D108BD9-81ED-4DB2-BD59-A6C34878D82A}">
                    <a16:rowId xmlns:a16="http://schemas.microsoft.com/office/drawing/2014/main" val="2798874904"/>
                  </a:ext>
                </a:extLst>
              </a:tr>
              <a:tr h="110194">
                <a:tc vMerge="1">
                  <a:txBody>
                    <a:bodyPr/>
                    <a:lstStyle/>
                    <a:p>
                      <a:endParaRPr lang="en-CA"/>
                    </a:p>
                  </a:txBody>
                  <a:tcPr/>
                </a:tc>
                <a:tc gridSpan="2">
                  <a:txBody>
                    <a:bodyPr/>
                    <a:lstStyle/>
                    <a:p>
                      <a:pPr algn="ctr" fontAlgn="ctr"/>
                      <a:r>
                        <a:rPr lang="en-CA" sz="650" b="0" i="0" u="none" strike="noStrike" dirty="0">
                          <a:solidFill>
                            <a:srgbClr val="000000"/>
                          </a:solidFill>
                          <a:effectLst/>
                          <a:latin typeface="Calibri" panose="020F0502020204030204" pitchFamily="34" charset="0"/>
                        </a:rPr>
                        <a:t>11, 52, 54, 55, 62, 71, 81, </a:t>
                      </a:r>
                      <a:r>
                        <a:rPr lang="en-CA" sz="650" b="0" i="0" u="none" strike="noStrike" dirty="0" smtClean="0">
                          <a:solidFill>
                            <a:srgbClr val="000000"/>
                          </a:solidFill>
                          <a:effectLst/>
                          <a:latin typeface="Calibri" panose="020F0502020204030204" pitchFamily="34" charset="0"/>
                        </a:rPr>
                        <a:t>91</a:t>
                      </a:r>
                      <a:endParaRPr lang="en-CA" sz="650" b="0" i="0" u="none" strike="noStrike" dirty="0">
                        <a:solidFill>
                          <a:srgbClr val="000000"/>
                        </a:solidFill>
                        <a:effectLst/>
                        <a:latin typeface="Calibri" panose="020F0502020204030204" pitchFamily="34" charset="0"/>
                      </a:endParaRPr>
                    </a:p>
                  </a:txBody>
                  <a:tcPr marL="4104" marR="4104" marT="4104" marB="0" anchor="ctr">
                    <a:lnL>
                      <a:noFill/>
                    </a:lnL>
                    <a:lnR>
                      <a:noFill/>
                    </a:lnR>
                    <a:lnT w="6350" cap="flat" cmpd="sng" algn="ctr">
                      <a:solidFill>
                        <a:srgbClr val="009999"/>
                      </a:solidFill>
                      <a:prstDash val="solid"/>
                      <a:round/>
                      <a:headEnd type="none" w="med" len="med"/>
                      <a:tailEnd type="none" w="med" len="med"/>
                    </a:lnT>
                    <a:lnB w="12700" cap="flat" cmpd="sng" algn="ctr">
                      <a:solidFill>
                        <a:srgbClr val="009999"/>
                      </a:solidFill>
                      <a:prstDash val="solid"/>
                      <a:round/>
                      <a:headEnd type="none" w="med" len="med"/>
                      <a:tailEnd type="none" w="med" len="med"/>
                    </a:lnB>
                    <a:solidFill>
                      <a:srgbClr val="E7EFF1"/>
                    </a:solidFill>
                  </a:tcPr>
                </a:tc>
                <a:tc hMerge="1">
                  <a:txBody>
                    <a:bodyPr/>
                    <a:lstStyle/>
                    <a:p>
                      <a:pPr algn="ctr" fontAlgn="ctr"/>
                      <a:endParaRPr lang="en-CA" sz="700" b="0" i="0" u="none" strike="noStrike" dirty="0">
                        <a:solidFill>
                          <a:srgbClr val="000000"/>
                        </a:solidFill>
                        <a:effectLst/>
                        <a:latin typeface="Calibri" panose="020F0502020204030204" pitchFamily="34" charset="0"/>
                      </a:endParaRPr>
                    </a:p>
                  </a:txBody>
                  <a:tcPr marL="4104" marR="4104" marT="4104" marB="0" anchor="ctr">
                    <a:lnL>
                      <a:noFill/>
                    </a:lnL>
                    <a:lnR>
                      <a:noFill/>
                    </a:lnR>
                    <a:lnT w="6350" cap="flat" cmpd="sng" algn="ctr">
                      <a:solidFill>
                        <a:srgbClr val="009999"/>
                      </a:solidFill>
                      <a:prstDash val="solid"/>
                      <a:round/>
                      <a:headEnd type="none" w="med" len="med"/>
                      <a:tailEnd type="none" w="med" len="med"/>
                    </a:lnT>
                    <a:lnB w="12700" cap="flat" cmpd="sng" algn="ctr">
                      <a:solidFill>
                        <a:srgbClr val="009999"/>
                      </a:solidFill>
                      <a:prstDash val="solid"/>
                      <a:round/>
                      <a:headEnd type="none" w="med" len="med"/>
                      <a:tailEnd type="none" w="med" len="med"/>
                    </a:lnB>
                    <a:solidFill>
                      <a:srgbClr val="E7EFF1"/>
                    </a:solidFill>
                  </a:tcPr>
                </a:tc>
                <a:tc>
                  <a:txBody>
                    <a:bodyPr/>
                    <a:lstStyle/>
                    <a:p>
                      <a:pPr algn="ctr" fontAlgn="ctr"/>
                      <a:r>
                        <a:rPr lang="en-CA" sz="650" b="0" i="0" u="none" strike="noStrike" dirty="0" smtClean="0">
                          <a:solidFill>
                            <a:srgbClr val="000000"/>
                          </a:solidFill>
                          <a:effectLst/>
                          <a:latin typeface="Calibri" panose="020F0502020204030204" pitchFamily="34" charset="0"/>
                        </a:rPr>
                        <a:t>1.54%</a:t>
                      </a:r>
                      <a:endParaRPr lang="en-CA" sz="650" b="0" i="0" u="none" strike="noStrike" dirty="0">
                        <a:solidFill>
                          <a:srgbClr val="000000"/>
                        </a:solidFill>
                        <a:effectLst/>
                        <a:latin typeface="Calibri" panose="020F0502020204030204" pitchFamily="34" charset="0"/>
                      </a:endParaRPr>
                    </a:p>
                  </a:txBody>
                  <a:tcPr marL="9525" marR="9525" marT="9525" marB="0" anchor="ctr">
                    <a:lnL>
                      <a:noFill/>
                    </a:lnL>
                    <a:lnR>
                      <a:noFill/>
                    </a:lnR>
                    <a:lnT w="6350" cap="flat" cmpd="sng" algn="ctr">
                      <a:solidFill>
                        <a:srgbClr val="009999"/>
                      </a:solidFill>
                      <a:prstDash val="solid"/>
                      <a:round/>
                      <a:headEnd type="none" w="med" len="med"/>
                      <a:tailEnd type="none" w="med" len="med"/>
                    </a:lnT>
                    <a:lnB w="12700" cap="flat" cmpd="sng" algn="ctr">
                      <a:solidFill>
                        <a:srgbClr val="009999"/>
                      </a:solidFill>
                      <a:prstDash val="solid"/>
                      <a:round/>
                      <a:headEnd type="none" w="med" len="med"/>
                      <a:tailEnd type="none" w="med" len="med"/>
                    </a:lnB>
                    <a:solidFill>
                      <a:srgbClr val="E7EFF1"/>
                    </a:solidFill>
                  </a:tcPr>
                </a:tc>
                <a:tc>
                  <a:txBody>
                    <a:bodyPr/>
                    <a:lstStyle/>
                    <a:p>
                      <a:pPr algn="ctr" fontAlgn="ctr"/>
                      <a:r>
                        <a:rPr lang="en-CA" sz="650" b="0" i="0" u="none" strike="noStrike" dirty="0" smtClean="0">
                          <a:solidFill>
                            <a:srgbClr val="000000"/>
                          </a:solidFill>
                          <a:effectLst/>
                          <a:latin typeface="Calibri" panose="020F0502020204030204" pitchFamily="34" charset="0"/>
                        </a:rPr>
                        <a:t>34.22%</a:t>
                      </a:r>
                      <a:endParaRPr lang="en-CA" sz="650" b="0" i="0" u="none" strike="noStrike" dirty="0">
                        <a:solidFill>
                          <a:srgbClr val="000000"/>
                        </a:solidFill>
                        <a:effectLst/>
                        <a:latin typeface="Calibri" panose="020F0502020204030204" pitchFamily="34" charset="0"/>
                      </a:endParaRPr>
                    </a:p>
                  </a:txBody>
                  <a:tcPr marL="9525" marR="9525" marT="9525" marB="0" anchor="ctr">
                    <a:lnL>
                      <a:noFill/>
                    </a:lnL>
                    <a:lnR>
                      <a:noFill/>
                    </a:lnR>
                    <a:lnT w="6350" cap="flat" cmpd="sng" algn="ctr">
                      <a:solidFill>
                        <a:srgbClr val="009999"/>
                      </a:solidFill>
                      <a:prstDash val="solid"/>
                      <a:round/>
                      <a:headEnd type="none" w="med" len="med"/>
                      <a:tailEnd type="none" w="med" len="med"/>
                    </a:lnT>
                    <a:lnB w="12700" cap="flat" cmpd="sng" algn="ctr">
                      <a:solidFill>
                        <a:srgbClr val="009999"/>
                      </a:solidFill>
                      <a:prstDash val="solid"/>
                      <a:round/>
                      <a:headEnd type="none" w="med" len="med"/>
                      <a:tailEnd type="none" w="med" len="med"/>
                    </a:lnB>
                    <a:solidFill>
                      <a:srgbClr val="E7EFF1"/>
                    </a:solidFill>
                  </a:tcPr>
                </a:tc>
                <a:tc>
                  <a:txBody>
                    <a:bodyPr/>
                    <a:lstStyle/>
                    <a:p>
                      <a:pPr algn="ctr" fontAlgn="ctr"/>
                      <a:r>
                        <a:rPr lang="en-CA" sz="650" b="0" i="0" u="none" strike="noStrike" dirty="0">
                          <a:solidFill>
                            <a:srgbClr val="000000"/>
                          </a:solidFill>
                          <a:effectLst/>
                          <a:latin typeface="Calibri" panose="020F0502020204030204" pitchFamily="34" charset="0"/>
                        </a:rPr>
                        <a:t>22</a:t>
                      </a:r>
                    </a:p>
                  </a:txBody>
                  <a:tcPr marL="4104" marR="4104" marT="4104" marB="0" anchor="ctr">
                    <a:lnL>
                      <a:noFill/>
                    </a:lnL>
                    <a:lnR>
                      <a:noFill/>
                    </a:lnR>
                    <a:lnT w="6350" cap="flat" cmpd="sng" algn="ctr">
                      <a:solidFill>
                        <a:srgbClr val="009999"/>
                      </a:solidFill>
                      <a:prstDash val="solid"/>
                      <a:round/>
                      <a:headEnd type="none" w="med" len="med"/>
                      <a:tailEnd type="none" w="med" len="med"/>
                    </a:lnT>
                    <a:lnB w="12700" cap="flat" cmpd="sng" algn="ctr">
                      <a:solidFill>
                        <a:srgbClr val="009999"/>
                      </a:solidFill>
                      <a:prstDash val="solid"/>
                      <a:round/>
                      <a:headEnd type="none" w="med" len="med"/>
                      <a:tailEnd type="none" w="med" len="med"/>
                    </a:lnB>
                    <a:solidFill>
                      <a:srgbClr val="E7EFF1"/>
                    </a:solidFill>
                  </a:tcPr>
                </a:tc>
                <a:tc vMerge="1">
                  <a:txBody>
                    <a:bodyPr/>
                    <a:lstStyle/>
                    <a:p>
                      <a:endParaRPr lang="en-CA"/>
                    </a:p>
                  </a:txBody>
                  <a:tcPr/>
                </a:tc>
                <a:extLst>
                  <a:ext uri="{0D108BD9-81ED-4DB2-BD59-A6C34878D82A}">
                    <a16:rowId xmlns:a16="http://schemas.microsoft.com/office/drawing/2014/main" val="2794171487"/>
                  </a:ext>
                </a:extLst>
              </a:tr>
            </a:tbl>
          </a:graphicData>
        </a:graphic>
      </p:graphicFrame>
      <p:graphicFrame>
        <p:nvGraphicFramePr>
          <p:cNvPr id="9" name="Table 8"/>
          <p:cNvGraphicFramePr>
            <a:graphicFrameLocks noGrp="1"/>
          </p:cNvGraphicFramePr>
          <p:nvPr>
            <p:extLst>
              <p:ext uri="{D42A27DB-BD31-4B8C-83A1-F6EECF244321}">
                <p14:modId xmlns:p14="http://schemas.microsoft.com/office/powerpoint/2010/main" val="2548885459"/>
              </p:ext>
            </p:extLst>
          </p:nvPr>
        </p:nvGraphicFramePr>
        <p:xfrm>
          <a:off x="5370990" y="551126"/>
          <a:ext cx="3657600" cy="1680210"/>
        </p:xfrm>
        <a:graphic>
          <a:graphicData uri="http://schemas.openxmlformats.org/drawingml/2006/table">
            <a:tbl>
              <a:tblPr/>
              <a:tblGrid>
                <a:gridCol w="923925">
                  <a:extLst>
                    <a:ext uri="{9D8B030D-6E8A-4147-A177-3AD203B41FA5}">
                      <a16:colId xmlns:a16="http://schemas.microsoft.com/office/drawing/2014/main" val="3267147196"/>
                    </a:ext>
                  </a:extLst>
                </a:gridCol>
                <a:gridCol w="876300">
                  <a:extLst>
                    <a:ext uri="{9D8B030D-6E8A-4147-A177-3AD203B41FA5}">
                      <a16:colId xmlns:a16="http://schemas.microsoft.com/office/drawing/2014/main" val="640871669"/>
                    </a:ext>
                  </a:extLst>
                </a:gridCol>
                <a:gridCol w="1362075">
                  <a:extLst>
                    <a:ext uri="{9D8B030D-6E8A-4147-A177-3AD203B41FA5}">
                      <a16:colId xmlns:a16="http://schemas.microsoft.com/office/drawing/2014/main" val="1992521745"/>
                    </a:ext>
                  </a:extLst>
                </a:gridCol>
                <a:gridCol w="495300">
                  <a:extLst>
                    <a:ext uri="{9D8B030D-6E8A-4147-A177-3AD203B41FA5}">
                      <a16:colId xmlns:a16="http://schemas.microsoft.com/office/drawing/2014/main" val="3950683491"/>
                    </a:ext>
                  </a:extLst>
                </a:gridCol>
              </a:tblGrid>
              <a:tr h="141635">
                <a:tc gridSpan="4">
                  <a:txBody>
                    <a:bodyPr/>
                    <a:lstStyle/>
                    <a:p>
                      <a:pPr algn="ctr" fontAlgn="ctr"/>
                      <a:r>
                        <a:rPr lang="en-CA" sz="900" b="1" i="0" u="none" strike="noStrike" dirty="0">
                          <a:solidFill>
                            <a:srgbClr val="FFFFFF"/>
                          </a:solidFill>
                          <a:effectLst/>
                          <a:latin typeface="Calibri" panose="020F0502020204030204" pitchFamily="34" charset="0"/>
                        </a:rPr>
                        <a:t>Mapping Scores to BRRs</a:t>
                      </a:r>
                    </a:p>
                  </a:txBody>
                  <a:tcPr marL="9525" marR="9525" marT="9525" marB="0" anchor="ctr">
                    <a:lnL w="12700" cap="flat" cmpd="sng" algn="ctr">
                      <a:solidFill>
                        <a:srgbClr val="009999"/>
                      </a:solidFill>
                      <a:prstDash val="solid"/>
                      <a:round/>
                      <a:headEnd type="none" w="med" len="med"/>
                      <a:tailEnd type="none" w="med" len="med"/>
                    </a:lnL>
                    <a:lnR w="12700" cap="flat" cmpd="sng" algn="ctr">
                      <a:solidFill>
                        <a:srgbClr val="009999"/>
                      </a:solidFill>
                      <a:prstDash val="solid"/>
                      <a:round/>
                      <a:headEnd type="none" w="med" len="med"/>
                      <a:tailEnd type="none" w="med" len="med"/>
                    </a:lnR>
                    <a:lnT w="12700" cap="flat" cmpd="sng" algn="ctr">
                      <a:solidFill>
                        <a:srgbClr val="009999"/>
                      </a:solidFill>
                      <a:prstDash val="solid"/>
                      <a:round/>
                      <a:headEnd type="none" w="med" len="med"/>
                      <a:tailEnd type="none" w="med" len="med"/>
                    </a:lnT>
                    <a:lnB w="12700" cap="flat" cmpd="sng" algn="ctr">
                      <a:solidFill>
                        <a:srgbClr val="009999"/>
                      </a:solidFill>
                      <a:prstDash val="solid"/>
                      <a:round/>
                      <a:headEnd type="none" w="med" len="med"/>
                      <a:tailEnd type="none" w="med" len="med"/>
                    </a:lnB>
                    <a:solidFill>
                      <a:srgbClr val="0097A9"/>
                    </a:solidFill>
                  </a:tcPr>
                </a:tc>
                <a:tc hMerge="1">
                  <a:txBody>
                    <a:bodyPr/>
                    <a:lstStyle/>
                    <a:p>
                      <a:endParaRPr lang="en-CA"/>
                    </a:p>
                  </a:txBody>
                  <a:tcPr/>
                </a:tc>
                <a:tc hMerge="1">
                  <a:txBody>
                    <a:bodyPr/>
                    <a:lstStyle/>
                    <a:p>
                      <a:endParaRPr lang="en-CA"/>
                    </a:p>
                  </a:txBody>
                  <a:tcPr/>
                </a:tc>
                <a:tc hMerge="1">
                  <a:txBody>
                    <a:bodyPr/>
                    <a:lstStyle/>
                    <a:p>
                      <a:endParaRPr lang="en-CA"/>
                    </a:p>
                  </a:txBody>
                  <a:tcPr/>
                </a:tc>
                <a:extLst>
                  <a:ext uri="{0D108BD9-81ED-4DB2-BD59-A6C34878D82A}">
                    <a16:rowId xmlns:a16="http://schemas.microsoft.com/office/drawing/2014/main" val="117621818"/>
                  </a:ext>
                </a:extLst>
              </a:tr>
              <a:tr h="190500">
                <a:tc>
                  <a:txBody>
                    <a:bodyPr/>
                    <a:lstStyle/>
                    <a:p>
                      <a:pPr algn="ctr" fontAlgn="ctr"/>
                      <a:r>
                        <a:rPr lang="en-CA" sz="900" b="1" i="0" u="none" strike="noStrike">
                          <a:solidFill>
                            <a:srgbClr val="000000"/>
                          </a:solidFill>
                          <a:effectLst/>
                          <a:latin typeface="Calibri" panose="020F0502020204030204" pitchFamily="34" charset="0"/>
                        </a:rPr>
                        <a:t>Min Score (&gt;=)</a:t>
                      </a:r>
                    </a:p>
                  </a:txBody>
                  <a:tcPr marL="9525" marR="9525" marT="9525" marB="0" anchor="ctr">
                    <a:lnL w="12700" cap="flat" cmpd="sng" algn="ctr">
                      <a:solidFill>
                        <a:srgbClr val="009999"/>
                      </a:solidFill>
                      <a:prstDash val="solid"/>
                      <a:round/>
                      <a:headEnd type="none" w="med" len="med"/>
                      <a:tailEnd type="none" w="med" len="med"/>
                    </a:lnL>
                    <a:lnR>
                      <a:noFill/>
                    </a:lnR>
                    <a:lnT w="12700" cap="flat" cmpd="sng" algn="ctr">
                      <a:solidFill>
                        <a:srgbClr val="009999"/>
                      </a:solidFill>
                      <a:prstDash val="solid"/>
                      <a:round/>
                      <a:headEnd type="none" w="med" len="med"/>
                      <a:tailEnd type="none" w="med" len="med"/>
                    </a:lnT>
                    <a:lnB>
                      <a:noFill/>
                    </a:lnB>
                    <a:solidFill>
                      <a:srgbClr val="E7EFF1"/>
                    </a:solidFill>
                  </a:tcPr>
                </a:tc>
                <a:tc>
                  <a:txBody>
                    <a:bodyPr/>
                    <a:lstStyle/>
                    <a:p>
                      <a:pPr algn="ctr" fontAlgn="ctr"/>
                      <a:r>
                        <a:rPr lang="en-CA" sz="900" b="1" i="0" u="none" strike="noStrike">
                          <a:solidFill>
                            <a:srgbClr val="000000"/>
                          </a:solidFill>
                          <a:effectLst/>
                          <a:latin typeface="Calibri" panose="020F0502020204030204" pitchFamily="34" charset="0"/>
                        </a:rPr>
                        <a:t>Max Score (&lt;)</a:t>
                      </a:r>
                    </a:p>
                  </a:txBody>
                  <a:tcPr marL="9525" marR="9525" marT="9525" marB="0" anchor="ctr">
                    <a:lnL>
                      <a:noFill/>
                    </a:lnL>
                    <a:lnR>
                      <a:noFill/>
                    </a:lnR>
                    <a:lnT w="12700" cap="flat" cmpd="sng" algn="ctr">
                      <a:solidFill>
                        <a:srgbClr val="009999"/>
                      </a:solidFill>
                      <a:prstDash val="solid"/>
                      <a:round/>
                      <a:headEnd type="none" w="med" len="med"/>
                      <a:tailEnd type="none" w="med" len="med"/>
                    </a:lnT>
                    <a:lnB>
                      <a:noFill/>
                    </a:lnB>
                    <a:solidFill>
                      <a:srgbClr val="E7EFF1"/>
                    </a:solidFill>
                  </a:tcPr>
                </a:tc>
                <a:tc>
                  <a:txBody>
                    <a:bodyPr/>
                    <a:lstStyle/>
                    <a:p>
                      <a:pPr algn="ctr" fontAlgn="ctr"/>
                      <a:r>
                        <a:rPr lang="en-CA" sz="900" b="1" i="0" u="none" strike="noStrike">
                          <a:solidFill>
                            <a:srgbClr val="000000"/>
                          </a:solidFill>
                          <a:effectLst/>
                          <a:latin typeface="Calibri" panose="020F0502020204030204" pitchFamily="34" charset="0"/>
                        </a:rPr>
                        <a:t>BRR</a:t>
                      </a:r>
                    </a:p>
                  </a:txBody>
                  <a:tcPr marL="9525" marR="9525" marT="9525" marB="0" anchor="ctr">
                    <a:lnL>
                      <a:noFill/>
                    </a:lnL>
                    <a:lnR>
                      <a:noFill/>
                    </a:lnR>
                    <a:lnT w="12700" cap="flat" cmpd="sng" algn="ctr">
                      <a:solidFill>
                        <a:srgbClr val="009999"/>
                      </a:solidFill>
                      <a:prstDash val="solid"/>
                      <a:round/>
                      <a:headEnd type="none" w="med" len="med"/>
                      <a:tailEnd type="none" w="med" len="med"/>
                    </a:lnT>
                    <a:lnB>
                      <a:noFill/>
                    </a:lnB>
                    <a:solidFill>
                      <a:srgbClr val="E7EFF1"/>
                    </a:solidFill>
                  </a:tcPr>
                </a:tc>
                <a:tc>
                  <a:txBody>
                    <a:bodyPr/>
                    <a:lstStyle/>
                    <a:p>
                      <a:pPr algn="ctr" fontAlgn="ctr"/>
                      <a:r>
                        <a:rPr lang="en-CA" sz="900" b="1" i="0" u="none" strike="noStrike">
                          <a:solidFill>
                            <a:srgbClr val="000000"/>
                          </a:solidFill>
                          <a:effectLst/>
                          <a:latin typeface="Calibri" panose="020F0502020204030204" pitchFamily="34" charset="0"/>
                        </a:rPr>
                        <a:t>PD</a:t>
                      </a:r>
                    </a:p>
                  </a:txBody>
                  <a:tcPr marL="9525" marR="9525" marT="9525" marB="0" anchor="ctr">
                    <a:lnL>
                      <a:noFill/>
                    </a:lnL>
                    <a:lnR w="12700" cap="flat" cmpd="sng" algn="ctr">
                      <a:solidFill>
                        <a:srgbClr val="009999"/>
                      </a:solidFill>
                      <a:prstDash val="solid"/>
                      <a:round/>
                      <a:headEnd type="none" w="med" len="med"/>
                      <a:tailEnd type="none" w="med" len="med"/>
                    </a:lnR>
                    <a:lnT w="12700" cap="flat" cmpd="sng" algn="ctr">
                      <a:solidFill>
                        <a:srgbClr val="009999"/>
                      </a:solidFill>
                      <a:prstDash val="solid"/>
                      <a:round/>
                      <a:headEnd type="none" w="med" len="med"/>
                      <a:tailEnd type="none" w="med" len="med"/>
                    </a:lnT>
                    <a:lnB>
                      <a:noFill/>
                    </a:lnB>
                    <a:solidFill>
                      <a:srgbClr val="E7EFF1"/>
                    </a:solidFill>
                  </a:tcPr>
                </a:tc>
                <a:extLst>
                  <a:ext uri="{0D108BD9-81ED-4DB2-BD59-A6C34878D82A}">
                    <a16:rowId xmlns:a16="http://schemas.microsoft.com/office/drawing/2014/main" val="1211860489"/>
                  </a:ext>
                </a:extLst>
              </a:tr>
              <a:tr h="190500">
                <a:tc>
                  <a:txBody>
                    <a:bodyPr/>
                    <a:lstStyle/>
                    <a:p>
                      <a:pPr algn="ctr" fontAlgn="b"/>
                      <a:r>
                        <a:rPr lang="en-CA" sz="900" b="0" i="0" u="none" strike="noStrike">
                          <a:solidFill>
                            <a:srgbClr val="000000"/>
                          </a:solidFill>
                          <a:effectLst/>
                          <a:latin typeface="Calibri" panose="020F0502020204030204" pitchFamily="34" charset="0"/>
                        </a:rPr>
                        <a:t>640</a:t>
                      </a:r>
                    </a:p>
                  </a:txBody>
                  <a:tcPr marL="9525" marR="9525" marT="9525" marB="0" anchor="b">
                    <a:lnL w="12700" cap="flat" cmpd="sng" algn="ctr">
                      <a:solidFill>
                        <a:srgbClr val="009999"/>
                      </a:solidFill>
                      <a:prstDash val="solid"/>
                      <a:round/>
                      <a:headEnd type="none" w="med" len="med"/>
                      <a:tailEnd type="none" w="med" len="med"/>
                    </a:lnL>
                    <a:lnR>
                      <a:noFill/>
                    </a:lnR>
                    <a:lnT>
                      <a:noFill/>
                    </a:lnT>
                    <a:lnB>
                      <a:noFill/>
                    </a:lnB>
                    <a:solidFill>
                      <a:srgbClr val="FFFFFF"/>
                    </a:solidFill>
                  </a:tcPr>
                </a:tc>
                <a:tc>
                  <a:txBody>
                    <a:bodyPr/>
                    <a:lstStyle/>
                    <a:p>
                      <a:pPr algn="ctr" fontAlgn="b"/>
                      <a:r>
                        <a:rPr lang="en-CA" sz="900" b="0" i="0" u="none" strike="noStrike">
                          <a:solidFill>
                            <a:srgbClr val="000000"/>
                          </a:solidFill>
                          <a:effectLst/>
                          <a:latin typeface="Calibri" panose="020F0502020204030204" pitchFamily="34" charset="0"/>
                        </a:rPr>
                        <a:t> </a:t>
                      </a:r>
                    </a:p>
                  </a:txBody>
                  <a:tcPr marL="9525" marR="9525" marT="9525" marB="0" anchor="b">
                    <a:lnL>
                      <a:noFill/>
                    </a:lnL>
                    <a:lnR>
                      <a:noFill/>
                    </a:lnR>
                    <a:lnT>
                      <a:noFill/>
                    </a:lnT>
                    <a:lnB>
                      <a:noFill/>
                    </a:lnB>
                    <a:solidFill>
                      <a:srgbClr val="FFFFFF"/>
                    </a:solidFill>
                  </a:tcPr>
                </a:tc>
                <a:tc>
                  <a:txBody>
                    <a:bodyPr/>
                    <a:lstStyle/>
                    <a:p>
                      <a:pPr algn="ctr" fontAlgn="b"/>
                      <a:r>
                        <a:rPr lang="en-CA" sz="900" b="0" i="0" u="none" strike="noStrike">
                          <a:solidFill>
                            <a:srgbClr val="000000"/>
                          </a:solidFill>
                          <a:effectLst/>
                          <a:latin typeface="Calibri" panose="020F0502020204030204" pitchFamily="34" charset="0"/>
                        </a:rPr>
                        <a:t>7 (6H)</a:t>
                      </a:r>
                    </a:p>
                  </a:txBody>
                  <a:tcPr marL="9525" marR="9525" marT="9525" marB="0" anchor="b">
                    <a:lnL>
                      <a:noFill/>
                    </a:lnL>
                    <a:lnR>
                      <a:noFill/>
                    </a:lnR>
                    <a:lnT>
                      <a:noFill/>
                    </a:lnT>
                    <a:lnB>
                      <a:noFill/>
                    </a:lnB>
                    <a:solidFill>
                      <a:srgbClr val="FFFFFF"/>
                    </a:solidFill>
                  </a:tcPr>
                </a:tc>
                <a:tc>
                  <a:txBody>
                    <a:bodyPr/>
                    <a:lstStyle/>
                    <a:p>
                      <a:pPr algn="ctr" fontAlgn="b"/>
                      <a:r>
                        <a:rPr lang="en-CA" sz="900" b="0" i="0" u="none" strike="noStrike">
                          <a:solidFill>
                            <a:srgbClr val="000000"/>
                          </a:solidFill>
                          <a:effectLst/>
                          <a:latin typeface="Calibri" panose="020F0502020204030204" pitchFamily="34" charset="0"/>
                        </a:rPr>
                        <a:t>0.43%</a:t>
                      </a:r>
                    </a:p>
                  </a:txBody>
                  <a:tcPr marL="9525" marR="9525" marT="9525" marB="0" anchor="b">
                    <a:lnL>
                      <a:noFill/>
                    </a:lnL>
                    <a:lnR w="12700" cap="flat" cmpd="sng" algn="ctr">
                      <a:solidFill>
                        <a:srgbClr val="009999"/>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646003096"/>
                  </a:ext>
                </a:extLst>
              </a:tr>
              <a:tr h="190500">
                <a:tc>
                  <a:txBody>
                    <a:bodyPr/>
                    <a:lstStyle/>
                    <a:p>
                      <a:pPr algn="ctr" fontAlgn="b"/>
                      <a:r>
                        <a:rPr lang="en-CA" sz="900" b="0" i="0" u="none" strike="noStrike">
                          <a:solidFill>
                            <a:srgbClr val="000000"/>
                          </a:solidFill>
                          <a:effectLst/>
                          <a:latin typeface="Calibri" panose="020F0502020204030204" pitchFamily="34" charset="0"/>
                        </a:rPr>
                        <a:t>624</a:t>
                      </a:r>
                    </a:p>
                  </a:txBody>
                  <a:tcPr marL="9525" marR="9525" marT="9525" marB="0" anchor="b">
                    <a:lnL w="12700" cap="flat" cmpd="sng" algn="ctr">
                      <a:solidFill>
                        <a:srgbClr val="009999"/>
                      </a:solidFill>
                      <a:prstDash val="solid"/>
                      <a:round/>
                      <a:headEnd type="none" w="med" len="med"/>
                      <a:tailEnd type="none" w="med" len="med"/>
                    </a:lnL>
                    <a:lnR>
                      <a:noFill/>
                    </a:lnR>
                    <a:lnT>
                      <a:noFill/>
                    </a:lnT>
                    <a:lnB>
                      <a:noFill/>
                    </a:lnB>
                    <a:solidFill>
                      <a:srgbClr val="E7EFF1"/>
                    </a:solidFill>
                  </a:tcPr>
                </a:tc>
                <a:tc>
                  <a:txBody>
                    <a:bodyPr/>
                    <a:lstStyle/>
                    <a:p>
                      <a:pPr algn="ctr" fontAlgn="b"/>
                      <a:r>
                        <a:rPr lang="en-CA" sz="900" b="0" i="0" u="none" strike="noStrike">
                          <a:solidFill>
                            <a:srgbClr val="000000"/>
                          </a:solidFill>
                          <a:effectLst/>
                          <a:latin typeface="Calibri" panose="020F0502020204030204" pitchFamily="34" charset="0"/>
                        </a:rPr>
                        <a:t>640</a:t>
                      </a:r>
                    </a:p>
                  </a:txBody>
                  <a:tcPr marL="9525" marR="9525" marT="9525" marB="0" anchor="b">
                    <a:lnL>
                      <a:noFill/>
                    </a:lnL>
                    <a:lnR>
                      <a:noFill/>
                    </a:lnR>
                    <a:lnT>
                      <a:noFill/>
                    </a:lnT>
                    <a:lnB>
                      <a:noFill/>
                    </a:lnB>
                    <a:solidFill>
                      <a:srgbClr val="E7EFF1"/>
                    </a:solidFill>
                  </a:tcPr>
                </a:tc>
                <a:tc>
                  <a:txBody>
                    <a:bodyPr/>
                    <a:lstStyle/>
                    <a:p>
                      <a:pPr algn="ctr" fontAlgn="b"/>
                      <a:r>
                        <a:rPr lang="en-CA" sz="900" b="0" i="0" u="none" strike="noStrike">
                          <a:solidFill>
                            <a:srgbClr val="000000"/>
                          </a:solidFill>
                          <a:effectLst/>
                          <a:latin typeface="Calibri" panose="020F0502020204030204" pitchFamily="34" charset="0"/>
                        </a:rPr>
                        <a:t>9 (6L)</a:t>
                      </a:r>
                    </a:p>
                  </a:txBody>
                  <a:tcPr marL="9525" marR="9525" marT="9525" marB="0" anchor="b">
                    <a:lnL>
                      <a:noFill/>
                    </a:lnL>
                    <a:lnR>
                      <a:noFill/>
                    </a:lnR>
                    <a:lnT>
                      <a:noFill/>
                    </a:lnT>
                    <a:lnB>
                      <a:noFill/>
                    </a:lnB>
                    <a:solidFill>
                      <a:srgbClr val="E7EFF1"/>
                    </a:solidFill>
                  </a:tcPr>
                </a:tc>
                <a:tc>
                  <a:txBody>
                    <a:bodyPr/>
                    <a:lstStyle/>
                    <a:p>
                      <a:pPr algn="ctr" fontAlgn="b"/>
                      <a:r>
                        <a:rPr lang="en-CA" sz="900" b="0" i="0" u="none" strike="noStrike">
                          <a:solidFill>
                            <a:srgbClr val="000000"/>
                          </a:solidFill>
                          <a:effectLst/>
                          <a:latin typeface="Calibri" panose="020F0502020204030204" pitchFamily="34" charset="0"/>
                        </a:rPr>
                        <a:t>1.00%</a:t>
                      </a:r>
                    </a:p>
                  </a:txBody>
                  <a:tcPr marL="9525" marR="9525" marT="9525" marB="0" anchor="b">
                    <a:lnL>
                      <a:noFill/>
                    </a:lnL>
                    <a:lnR w="12700" cap="flat" cmpd="sng" algn="ctr">
                      <a:solidFill>
                        <a:srgbClr val="009999"/>
                      </a:solidFill>
                      <a:prstDash val="solid"/>
                      <a:round/>
                      <a:headEnd type="none" w="med" len="med"/>
                      <a:tailEnd type="none" w="med" len="med"/>
                    </a:lnR>
                    <a:lnT>
                      <a:noFill/>
                    </a:lnT>
                    <a:lnB>
                      <a:noFill/>
                    </a:lnB>
                    <a:solidFill>
                      <a:srgbClr val="E7EFF1"/>
                    </a:solidFill>
                  </a:tcPr>
                </a:tc>
                <a:extLst>
                  <a:ext uri="{0D108BD9-81ED-4DB2-BD59-A6C34878D82A}">
                    <a16:rowId xmlns:a16="http://schemas.microsoft.com/office/drawing/2014/main" val="2732449094"/>
                  </a:ext>
                </a:extLst>
              </a:tr>
              <a:tr h="190500">
                <a:tc>
                  <a:txBody>
                    <a:bodyPr/>
                    <a:lstStyle/>
                    <a:p>
                      <a:pPr algn="ctr" fontAlgn="b"/>
                      <a:r>
                        <a:rPr lang="en-CA" sz="900" b="0" i="0" u="none" strike="noStrike">
                          <a:solidFill>
                            <a:srgbClr val="000000"/>
                          </a:solidFill>
                          <a:effectLst/>
                          <a:latin typeface="Calibri" panose="020F0502020204030204" pitchFamily="34" charset="0"/>
                        </a:rPr>
                        <a:t>602</a:t>
                      </a:r>
                    </a:p>
                  </a:txBody>
                  <a:tcPr marL="9525" marR="9525" marT="9525" marB="0" anchor="b">
                    <a:lnL w="12700" cap="flat" cmpd="sng" algn="ctr">
                      <a:solidFill>
                        <a:srgbClr val="009999"/>
                      </a:solidFill>
                      <a:prstDash val="solid"/>
                      <a:round/>
                      <a:headEnd type="none" w="med" len="med"/>
                      <a:tailEnd type="none" w="med" len="med"/>
                    </a:lnL>
                    <a:lnR>
                      <a:noFill/>
                    </a:lnR>
                    <a:lnT>
                      <a:noFill/>
                    </a:lnT>
                    <a:lnB>
                      <a:noFill/>
                    </a:lnB>
                    <a:solidFill>
                      <a:srgbClr val="FFFFFF"/>
                    </a:solidFill>
                  </a:tcPr>
                </a:tc>
                <a:tc>
                  <a:txBody>
                    <a:bodyPr/>
                    <a:lstStyle/>
                    <a:p>
                      <a:pPr algn="ctr" fontAlgn="b"/>
                      <a:r>
                        <a:rPr lang="en-CA" sz="900" b="0" i="0" u="none" strike="noStrike">
                          <a:solidFill>
                            <a:srgbClr val="000000"/>
                          </a:solidFill>
                          <a:effectLst/>
                          <a:latin typeface="Calibri" panose="020F0502020204030204" pitchFamily="34" charset="0"/>
                        </a:rPr>
                        <a:t>624</a:t>
                      </a:r>
                    </a:p>
                  </a:txBody>
                  <a:tcPr marL="9525" marR="9525" marT="9525" marB="0" anchor="b">
                    <a:lnL>
                      <a:noFill/>
                    </a:lnL>
                    <a:lnR>
                      <a:noFill/>
                    </a:lnR>
                    <a:lnT>
                      <a:noFill/>
                    </a:lnT>
                    <a:lnB>
                      <a:noFill/>
                    </a:lnB>
                    <a:solidFill>
                      <a:srgbClr val="FFFFFF"/>
                    </a:solidFill>
                  </a:tcPr>
                </a:tc>
                <a:tc>
                  <a:txBody>
                    <a:bodyPr/>
                    <a:lstStyle/>
                    <a:p>
                      <a:pPr algn="ctr" fontAlgn="b"/>
                      <a:r>
                        <a:rPr lang="en-CA" sz="900" b="0" i="0" u="none" strike="noStrike">
                          <a:solidFill>
                            <a:srgbClr val="000000"/>
                          </a:solidFill>
                          <a:effectLst/>
                          <a:latin typeface="Calibri" panose="020F0502020204030204" pitchFamily="34" charset="0"/>
                        </a:rPr>
                        <a:t>11 (7M)</a:t>
                      </a:r>
                    </a:p>
                  </a:txBody>
                  <a:tcPr marL="9525" marR="9525" marT="9525" marB="0" anchor="b">
                    <a:lnL>
                      <a:noFill/>
                    </a:lnL>
                    <a:lnR>
                      <a:noFill/>
                    </a:lnR>
                    <a:lnT>
                      <a:noFill/>
                    </a:lnT>
                    <a:lnB>
                      <a:noFill/>
                    </a:lnB>
                    <a:solidFill>
                      <a:srgbClr val="FFFFFF"/>
                    </a:solidFill>
                  </a:tcPr>
                </a:tc>
                <a:tc>
                  <a:txBody>
                    <a:bodyPr/>
                    <a:lstStyle/>
                    <a:p>
                      <a:pPr algn="ctr" fontAlgn="b"/>
                      <a:r>
                        <a:rPr lang="en-CA" sz="900" b="0" i="0" u="none" strike="noStrike">
                          <a:solidFill>
                            <a:srgbClr val="000000"/>
                          </a:solidFill>
                          <a:effectLst/>
                          <a:latin typeface="Calibri" panose="020F0502020204030204" pitchFamily="34" charset="0"/>
                        </a:rPr>
                        <a:t>2.00%</a:t>
                      </a:r>
                    </a:p>
                  </a:txBody>
                  <a:tcPr marL="9525" marR="9525" marT="9525" marB="0" anchor="b">
                    <a:lnL>
                      <a:noFill/>
                    </a:lnL>
                    <a:lnR w="12700" cap="flat" cmpd="sng" algn="ctr">
                      <a:solidFill>
                        <a:srgbClr val="009999"/>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2914058687"/>
                  </a:ext>
                </a:extLst>
              </a:tr>
              <a:tr h="190500">
                <a:tc>
                  <a:txBody>
                    <a:bodyPr/>
                    <a:lstStyle/>
                    <a:p>
                      <a:pPr algn="ctr" fontAlgn="b"/>
                      <a:r>
                        <a:rPr lang="en-CA" sz="900" b="0" i="0" u="none" strike="noStrike">
                          <a:solidFill>
                            <a:srgbClr val="000000"/>
                          </a:solidFill>
                          <a:effectLst/>
                          <a:latin typeface="Calibri" panose="020F0502020204030204" pitchFamily="34" charset="0"/>
                        </a:rPr>
                        <a:t>579</a:t>
                      </a:r>
                    </a:p>
                  </a:txBody>
                  <a:tcPr marL="9525" marR="9525" marT="9525" marB="0" anchor="b">
                    <a:lnL w="12700" cap="flat" cmpd="sng" algn="ctr">
                      <a:solidFill>
                        <a:srgbClr val="009999"/>
                      </a:solidFill>
                      <a:prstDash val="solid"/>
                      <a:round/>
                      <a:headEnd type="none" w="med" len="med"/>
                      <a:tailEnd type="none" w="med" len="med"/>
                    </a:lnL>
                    <a:lnR>
                      <a:noFill/>
                    </a:lnR>
                    <a:lnT>
                      <a:noFill/>
                    </a:lnT>
                    <a:lnB>
                      <a:noFill/>
                    </a:lnB>
                    <a:solidFill>
                      <a:srgbClr val="E7EFF1"/>
                    </a:solidFill>
                  </a:tcPr>
                </a:tc>
                <a:tc>
                  <a:txBody>
                    <a:bodyPr/>
                    <a:lstStyle/>
                    <a:p>
                      <a:pPr algn="ctr" fontAlgn="b"/>
                      <a:r>
                        <a:rPr lang="en-CA" sz="900" b="0" i="0" u="none" strike="noStrike" dirty="0">
                          <a:solidFill>
                            <a:srgbClr val="000000"/>
                          </a:solidFill>
                          <a:effectLst/>
                          <a:latin typeface="Calibri" panose="020F0502020204030204" pitchFamily="34" charset="0"/>
                        </a:rPr>
                        <a:t>602</a:t>
                      </a:r>
                    </a:p>
                  </a:txBody>
                  <a:tcPr marL="9525" marR="9525" marT="9525" marB="0" anchor="b">
                    <a:lnL>
                      <a:noFill/>
                    </a:lnL>
                    <a:lnR>
                      <a:noFill/>
                    </a:lnR>
                    <a:lnT>
                      <a:noFill/>
                    </a:lnT>
                    <a:lnB>
                      <a:noFill/>
                    </a:lnB>
                    <a:solidFill>
                      <a:srgbClr val="E7EFF1"/>
                    </a:solidFill>
                  </a:tcPr>
                </a:tc>
                <a:tc>
                  <a:txBody>
                    <a:bodyPr/>
                    <a:lstStyle/>
                    <a:p>
                      <a:pPr algn="ctr" fontAlgn="b"/>
                      <a:r>
                        <a:rPr lang="en-CA" sz="900" b="0" i="0" u="none" strike="noStrike">
                          <a:solidFill>
                            <a:srgbClr val="000000"/>
                          </a:solidFill>
                          <a:effectLst/>
                          <a:latin typeface="Calibri" panose="020F0502020204030204" pitchFamily="34" charset="0"/>
                        </a:rPr>
                        <a:t>13 (8H)</a:t>
                      </a:r>
                    </a:p>
                  </a:txBody>
                  <a:tcPr marL="9525" marR="9525" marT="9525" marB="0" anchor="b">
                    <a:lnL>
                      <a:noFill/>
                    </a:lnL>
                    <a:lnR>
                      <a:noFill/>
                    </a:lnR>
                    <a:lnT>
                      <a:noFill/>
                    </a:lnT>
                    <a:lnB>
                      <a:noFill/>
                    </a:lnB>
                    <a:solidFill>
                      <a:srgbClr val="E7EFF1"/>
                    </a:solidFill>
                  </a:tcPr>
                </a:tc>
                <a:tc>
                  <a:txBody>
                    <a:bodyPr/>
                    <a:lstStyle/>
                    <a:p>
                      <a:pPr algn="ctr" fontAlgn="b"/>
                      <a:r>
                        <a:rPr lang="en-CA" sz="900" b="0" i="0" u="none" strike="noStrike">
                          <a:solidFill>
                            <a:srgbClr val="000000"/>
                          </a:solidFill>
                          <a:effectLst/>
                          <a:latin typeface="Calibri" panose="020F0502020204030204" pitchFamily="34" charset="0"/>
                        </a:rPr>
                        <a:t>4.00%</a:t>
                      </a:r>
                    </a:p>
                  </a:txBody>
                  <a:tcPr marL="9525" marR="9525" marT="9525" marB="0" anchor="b">
                    <a:lnL>
                      <a:noFill/>
                    </a:lnL>
                    <a:lnR w="12700" cap="flat" cmpd="sng" algn="ctr">
                      <a:solidFill>
                        <a:srgbClr val="009999"/>
                      </a:solidFill>
                      <a:prstDash val="solid"/>
                      <a:round/>
                      <a:headEnd type="none" w="med" len="med"/>
                      <a:tailEnd type="none" w="med" len="med"/>
                    </a:lnR>
                    <a:lnT>
                      <a:noFill/>
                    </a:lnT>
                    <a:lnB>
                      <a:noFill/>
                    </a:lnB>
                    <a:solidFill>
                      <a:srgbClr val="E7EFF1"/>
                    </a:solidFill>
                  </a:tcPr>
                </a:tc>
                <a:extLst>
                  <a:ext uri="{0D108BD9-81ED-4DB2-BD59-A6C34878D82A}">
                    <a16:rowId xmlns:a16="http://schemas.microsoft.com/office/drawing/2014/main" val="760855148"/>
                  </a:ext>
                </a:extLst>
              </a:tr>
              <a:tr h="190500">
                <a:tc>
                  <a:txBody>
                    <a:bodyPr/>
                    <a:lstStyle/>
                    <a:p>
                      <a:pPr algn="ctr" fontAlgn="b"/>
                      <a:r>
                        <a:rPr lang="en-CA" sz="900" b="0" i="0" u="none" strike="noStrike">
                          <a:solidFill>
                            <a:srgbClr val="000000"/>
                          </a:solidFill>
                          <a:effectLst/>
                          <a:latin typeface="Calibri" panose="020F0502020204030204" pitchFamily="34" charset="0"/>
                        </a:rPr>
                        <a:t>560</a:t>
                      </a:r>
                    </a:p>
                  </a:txBody>
                  <a:tcPr marL="9525" marR="9525" marT="9525" marB="0" anchor="b">
                    <a:lnL w="12700" cap="flat" cmpd="sng" algn="ctr">
                      <a:solidFill>
                        <a:srgbClr val="009999"/>
                      </a:solidFill>
                      <a:prstDash val="solid"/>
                      <a:round/>
                      <a:headEnd type="none" w="med" len="med"/>
                      <a:tailEnd type="none" w="med" len="med"/>
                    </a:lnL>
                    <a:lnR>
                      <a:noFill/>
                    </a:lnR>
                    <a:lnT>
                      <a:noFill/>
                    </a:lnT>
                    <a:lnB>
                      <a:noFill/>
                    </a:lnB>
                    <a:solidFill>
                      <a:srgbClr val="FFFFFF"/>
                    </a:solidFill>
                  </a:tcPr>
                </a:tc>
                <a:tc>
                  <a:txBody>
                    <a:bodyPr/>
                    <a:lstStyle/>
                    <a:p>
                      <a:pPr algn="ctr" fontAlgn="b"/>
                      <a:r>
                        <a:rPr lang="en-CA" sz="900" b="0" i="0" u="none" strike="noStrike">
                          <a:solidFill>
                            <a:srgbClr val="000000"/>
                          </a:solidFill>
                          <a:effectLst/>
                          <a:latin typeface="Calibri" panose="020F0502020204030204" pitchFamily="34" charset="0"/>
                        </a:rPr>
                        <a:t>579</a:t>
                      </a:r>
                    </a:p>
                  </a:txBody>
                  <a:tcPr marL="9525" marR="9525" marT="9525" marB="0" anchor="b">
                    <a:lnL>
                      <a:noFill/>
                    </a:lnL>
                    <a:lnR>
                      <a:noFill/>
                    </a:lnR>
                    <a:lnT>
                      <a:noFill/>
                    </a:lnT>
                    <a:lnB>
                      <a:noFill/>
                    </a:lnB>
                    <a:solidFill>
                      <a:srgbClr val="FFFFFF"/>
                    </a:solidFill>
                  </a:tcPr>
                </a:tc>
                <a:tc>
                  <a:txBody>
                    <a:bodyPr/>
                    <a:lstStyle/>
                    <a:p>
                      <a:pPr algn="ctr" fontAlgn="b"/>
                      <a:r>
                        <a:rPr lang="en-CA" sz="900" b="0" i="0" u="none" strike="noStrike">
                          <a:solidFill>
                            <a:srgbClr val="000000"/>
                          </a:solidFill>
                          <a:effectLst/>
                          <a:latin typeface="Calibri" panose="020F0502020204030204" pitchFamily="34" charset="0"/>
                        </a:rPr>
                        <a:t>15 (8L)</a:t>
                      </a:r>
                    </a:p>
                  </a:txBody>
                  <a:tcPr marL="9525" marR="9525" marT="9525" marB="0" anchor="b">
                    <a:lnL>
                      <a:noFill/>
                    </a:lnL>
                    <a:lnR>
                      <a:noFill/>
                    </a:lnR>
                    <a:lnT>
                      <a:noFill/>
                    </a:lnT>
                    <a:lnB>
                      <a:noFill/>
                    </a:lnB>
                    <a:solidFill>
                      <a:srgbClr val="FFFFFF"/>
                    </a:solidFill>
                  </a:tcPr>
                </a:tc>
                <a:tc>
                  <a:txBody>
                    <a:bodyPr/>
                    <a:lstStyle/>
                    <a:p>
                      <a:pPr algn="ctr" fontAlgn="b"/>
                      <a:r>
                        <a:rPr lang="en-CA" sz="900" b="0" i="0" u="none" strike="noStrike">
                          <a:solidFill>
                            <a:srgbClr val="000000"/>
                          </a:solidFill>
                          <a:effectLst/>
                          <a:latin typeface="Calibri" panose="020F0502020204030204" pitchFamily="34" charset="0"/>
                        </a:rPr>
                        <a:t>8.00%</a:t>
                      </a:r>
                    </a:p>
                  </a:txBody>
                  <a:tcPr marL="9525" marR="9525" marT="9525" marB="0" anchor="b">
                    <a:lnL>
                      <a:noFill/>
                    </a:lnL>
                    <a:lnR w="12700" cap="flat" cmpd="sng" algn="ctr">
                      <a:solidFill>
                        <a:srgbClr val="009999"/>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564213729"/>
                  </a:ext>
                </a:extLst>
              </a:tr>
              <a:tr h="190500">
                <a:tc>
                  <a:txBody>
                    <a:bodyPr/>
                    <a:lstStyle/>
                    <a:p>
                      <a:pPr algn="ctr" fontAlgn="b"/>
                      <a:r>
                        <a:rPr lang="en-CA" sz="900" b="0" i="0" u="none" strike="noStrike">
                          <a:solidFill>
                            <a:srgbClr val="000000"/>
                          </a:solidFill>
                          <a:effectLst/>
                          <a:latin typeface="Calibri" panose="020F0502020204030204" pitchFamily="34" charset="0"/>
                        </a:rPr>
                        <a:t>531</a:t>
                      </a:r>
                    </a:p>
                  </a:txBody>
                  <a:tcPr marL="9525" marR="9525" marT="9525" marB="0" anchor="b">
                    <a:lnL w="12700" cap="flat" cmpd="sng" algn="ctr">
                      <a:solidFill>
                        <a:srgbClr val="009999"/>
                      </a:solidFill>
                      <a:prstDash val="solid"/>
                      <a:round/>
                      <a:headEnd type="none" w="med" len="med"/>
                      <a:tailEnd type="none" w="med" len="med"/>
                    </a:lnL>
                    <a:lnR>
                      <a:noFill/>
                    </a:lnR>
                    <a:lnT>
                      <a:noFill/>
                    </a:lnT>
                    <a:lnB>
                      <a:noFill/>
                    </a:lnB>
                    <a:solidFill>
                      <a:srgbClr val="E7EFF1"/>
                    </a:solidFill>
                  </a:tcPr>
                </a:tc>
                <a:tc>
                  <a:txBody>
                    <a:bodyPr/>
                    <a:lstStyle/>
                    <a:p>
                      <a:pPr algn="ctr" fontAlgn="b"/>
                      <a:r>
                        <a:rPr lang="en-CA" sz="900" b="0" i="0" u="none" strike="noStrike">
                          <a:solidFill>
                            <a:srgbClr val="000000"/>
                          </a:solidFill>
                          <a:effectLst/>
                          <a:latin typeface="Calibri" panose="020F0502020204030204" pitchFamily="34" charset="0"/>
                        </a:rPr>
                        <a:t>560</a:t>
                      </a:r>
                    </a:p>
                  </a:txBody>
                  <a:tcPr marL="9525" marR="9525" marT="9525" marB="0" anchor="b">
                    <a:lnL>
                      <a:noFill/>
                    </a:lnL>
                    <a:lnR>
                      <a:noFill/>
                    </a:lnR>
                    <a:lnT>
                      <a:noFill/>
                    </a:lnT>
                    <a:lnB>
                      <a:noFill/>
                    </a:lnB>
                    <a:solidFill>
                      <a:srgbClr val="E7EFF1"/>
                    </a:solidFill>
                  </a:tcPr>
                </a:tc>
                <a:tc>
                  <a:txBody>
                    <a:bodyPr/>
                    <a:lstStyle/>
                    <a:p>
                      <a:pPr algn="ctr" fontAlgn="b"/>
                      <a:r>
                        <a:rPr lang="en-CA" sz="900" b="0" i="0" u="none" strike="noStrike">
                          <a:solidFill>
                            <a:srgbClr val="000000"/>
                          </a:solidFill>
                          <a:effectLst/>
                          <a:latin typeface="Calibri" panose="020F0502020204030204" pitchFamily="34" charset="0"/>
                        </a:rPr>
                        <a:t>17 (9M)</a:t>
                      </a:r>
                    </a:p>
                  </a:txBody>
                  <a:tcPr marL="9525" marR="9525" marT="9525" marB="0" anchor="b">
                    <a:lnL>
                      <a:noFill/>
                    </a:lnL>
                    <a:lnR>
                      <a:noFill/>
                    </a:lnR>
                    <a:lnT>
                      <a:noFill/>
                    </a:lnT>
                    <a:lnB>
                      <a:noFill/>
                    </a:lnB>
                    <a:solidFill>
                      <a:srgbClr val="E7EFF1"/>
                    </a:solidFill>
                  </a:tcPr>
                </a:tc>
                <a:tc>
                  <a:txBody>
                    <a:bodyPr/>
                    <a:lstStyle/>
                    <a:p>
                      <a:pPr algn="ctr" fontAlgn="b"/>
                      <a:r>
                        <a:rPr lang="en-CA" sz="900" b="0" i="0" u="none" strike="noStrike">
                          <a:solidFill>
                            <a:srgbClr val="000000"/>
                          </a:solidFill>
                          <a:effectLst/>
                          <a:latin typeface="Calibri" panose="020F0502020204030204" pitchFamily="34" charset="0"/>
                        </a:rPr>
                        <a:t>15.00%</a:t>
                      </a:r>
                    </a:p>
                  </a:txBody>
                  <a:tcPr marL="9525" marR="9525" marT="9525" marB="0" anchor="b">
                    <a:lnL>
                      <a:noFill/>
                    </a:lnL>
                    <a:lnR w="12700" cap="flat" cmpd="sng" algn="ctr">
                      <a:solidFill>
                        <a:srgbClr val="009999"/>
                      </a:solidFill>
                      <a:prstDash val="solid"/>
                      <a:round/>
                      <a:headEnd type="none" w="med" len="med"/>
                      <a:tailEnd type="none" w="med" len="med"/>
                    </a:lnR>
                    <a:lnT>
                      <a:noFill/>
                    </a:lnT>
                    <a:lnB>
                      <a:noFill/>
                    </a:lnB>
                    <a:solidFill>
                      <a:srgbClr val="E7EFF1"/>
                    </a:solidFill>
                  </a:tcPr>
                </a:tc>
                <a:extLst>
                  <a:ext uri="{0D108BD9-81ED-4DB2-BD59-A6C34878D82A}">
                    <a16:rowId xmlns:a16="http://schemas.microsoft.com/office/drawing/2014/main" val="3132038331"/>
                  </a:ext>
                </a:extLst>
              </a:tr>
              <a:tr h="200025">
                <a:tc>
                  <a:txBody>
                    <a:bodyPr/>
                    <a:lstStyle/>
                    <a:p>
                      <a:pPr algn="ctr" fontAlgn="b"/>
                      <a:r>
                        <a:rPr lang="en-CA" sz="900" b="0" i="0" u="none" strike="noStrike">
                          <a:solidFill>
                            <a:srgbClr val="000000"/>
                          </a:solidFill>
                          <a:effectLst/>
                          <a:latin typeface="Calibri" panose="020F0502020204030204" pitchFamily="34" charset="0"/>
                        </a:rPr>
                        <a:t>0</a:t>
                      </a:r>
                    </a:p>
                  </a:txBody>
                  <a:tcPr marL="9525" marR="9525" marT="9525" marB="0" anchor="b">
                    <a:lnL w="12700" cap="flat" cmpd="sng" algn="ctr">
                      <a:solidFill>
                        <a:srgbClr val="009999"/>
                      </a:solidFill>
                      <a:prstDash val="solid"/>
                      <a:round/>
                      <a:headEnd type="none" w="med" len="med"/>
                      <a:tailEnd type="none" w="med" len="med"/>
                    </a:lnL>
                    <a:lnR>
                      <a:noFill/>
                    </a:lnR>
                    <a:lnT>
                      <a:noFill/>
                    </a:lnT>
                    <a:lnB w="12700" cap="flat" cmpd="sng" algn="ctr">
                      <a:solidFill>
                        <a:srgbClr val="009999"/>
                      </a:solidFill>
                      <a:prstDash val="solid"/>
                      <a:round/>
                      <a:headEnd type="none" w="med" len="med"/>
                      <a:tailEnd type="none" w="med" len="med"/>
                    </a:lnB>
                    <a:solidFill>
                      <a:srgbClr val="FFFFFF"/>
                    </a:solidFill>
                  </a:tcPr>
                </a:tc>
                <a:tc>
                  <a:txBody>
                    <a:bodyPr/>
                    <a:lstStyle/>
                    <a:p>
                      <a:pPr algn="ctr" fontAlgn="b"/>
                      <a:r>
                        <a:rPr lang="en-CA" sz="900" b="0" i="0" u="none" strike="noStrike">
                          <a:solidFill>
                            <a:srgbClr val="000000"/>
                          </a:solidFill>
                          <a:effectLst/>
                          <a:latin typeface="Calibri" panose="020F0502020204030204" pitchFamily="34" charset="0"/>
                        </a:rPr>
                        <a:t>531</a:t>
                      </a:r>
                    </a:p>
                  </a:txBody>
                  <a:tcPr marL="9525" marR="9525" marT="9525" marB="0" anchor="b">
                    <a:lnL>
                      <a:noFill/>
                    </a:lnL>
                    <a:lnR>
                      <a:noFill/>
                    </a:lnR>
                    <a:lnT>
                      <a:noFill/>
                    </a:lnT>
                    <a:lnB w="12700" cap="flat" cmpd="sng" algn="ctr">
                      <a:solidFill>
                        <a:srgbClr val="009999"/>
                      </a:solidFill>
                      <a:prstDash val="solid"/>
                      <a:round/>
                      <a:headEnd type="none" w="med" len="med"/>
                      <a:tailEnd type="none" w="med" len="med"/>
                    </a:lnB>
                    <a:solidFill>
                      <a:srgbClr val="FFFFFF"/>
                    </a:solidFill>
                  </a:tcPr>
                </a:tc>
                <a:tc>
                  <a:txBody>
                    <a:bodyPr/>
                    <a:lstStyle/>
                    <a:p>
                      <a:pPr algn="ctr" fontAlgn="b"/>
                      <a:r>
                        <a:rPr lang="en-CA" sz="900" b="0" i="0" u="none" strike="noStrike">
                          <a:solidFill>
                            <a:srgbClr val="000000"/>
                          </a:solidFill>
                          <a:effectLst/>
                          <a:latin typeface="Calibri" panose="020F0502020204030204" pitchFamily="34" charset="0"/>
                        </a:rPr>
                        <a:t>18 (9L)</a:t>
                      </a:r>
                    </a:p>
                  </a:txBody>
                  <a:tcPr marL="9525" marR="9525" marT="9525" marB="0" anchor="b">
                    <a:lnL>
                      <a:noFill/>
                    </a:lnL>
                    <a:lnR>
                      <a:noFill/>
                    </a:lnR>
                    <a:lnT>
                      <a:noFill/>
                    </a:lnT>
                    <a:lnB w="12700" cap="flat" cmpd="sng" algn="ctr">
                      <a:solidFill>
                        <a:srgbClr val="009999"/>
                      </a:solidFill>
                      <a:prstDash val="solid"/>
                      <a:round/>
                      <a:headEnd type="none" w="med" len="med"/>
                      <a:tailEnd type="none" w="med" len="med"/>
                    </a:lnB>
                    <a:solidFill>
                      <a:srgbClr val="FFFFFF"/>
                    </a:solidFill>
                  </a:tcPr>
                </a:tc>
                <a:tc>
                  <a:txBody>
                    <a:bodyPr/>
                    <a:lstStyle/>
                    <a:p>
                      <a:pPr algn="ctr" fontAlgn="b"/>
                      <a:r>
                        <a:rPr lang="en-CA" sz="900" b="0" i="0" u="none" strike="noStrike" dirty="0">
                          <a:solidFill>
                            <a:srgbClr val="000000"/>
                          </a:solidFill>
                          <a:effectLst/>
                          <a:latin typeface="Calibri" panose="020F0502020204030204" pitchFamily="34" charset="0"/>
                        </a:rPr>
                        <a:t>21.00%</a:t>
                      </a:r>
                    </a:p>
                  </a:txBody>
                  <a:tcPr marL="9525" marR="9525" marT="9525" marB="0" anchor="b">
                    <a:lnL>
                      <a:noFill/>
                    </a:lnL>
                    <a:lnR w="12700" cap="flat" cmpd="sng" algn="ctr">
                      <a:solidFill>
                        <a:srgbClr val="009999"/>
                      </a:solidFill>
                      <a:prstDash val="solid"/>
                      <a:round/>
                      <a:headEnd type="none" w="med" len="med"/>
                      <a:tailEnd type="none" w="med" len="med"/>
                    </a:lnR>
                    <a:lnT>
                      <a:noFill/>
                    </a:lnT>
                    <a:lnB w="12700" cap="flat" cmpd="sng" algn="ctr">
                      <a:solidFill>
                        <a:srgbClr val="009999"/>
                      </a:solidFill>
                      <a:prstDash val="solid"/>
                      <a:round/>
                      <a:headEnd type="none" w="med" len="med"/>
                      <a:tailEnd type="none" w="med" len="med"/>
                    </a:lnB>
                    <a:solidFill>
                      <a:srgbClr val="FFFFFF"/>
                    </a:solidFill>
                  </a:tcPr>
                </a:tc>
                <a:extLst>
                  <a:ext uri="{0D108BD9-81ED-4DB2-BD59-A6C34878D82A}">
                    <a16:rowId xmlns:a16="http://schemas.microsoft.com/office/drawing/2014/main" val="2843089778"/>
                  </a:ext>
                </a:extLst>
              </a:tr>
            </a:tbl>
          </a:graphicData>
        </a:graphic>
      </p:graphicFrame>
      <p:graphicFrame>
        <p:nvGraphicFramePr>
          <p:cNvPr id="10" name="Table 9"/>
          <p:cNvGraphicFramePr>
            <a:graphicFrameLocks noGrp="1"/>
          </p:cNvGraphicFramePr>
          <p:nvPr>
            <p:extLst>
              <p:ext uri="{D42A27DB-BD31-4B8C-83A1-F6EECF244321}">
                <p14:modId xmlns:p14="http://schemas.microsoft.com/office/powerpoint/2010/main" val="1511062825"/>
              </p:ext>
            </p:extLst>
          </p:nvPr>
        </p:nvGraphicFramePr>
        <p:xfrm>
          <a:off x="5472590" y="3003666"/>
          <a:ext cx="3454400" cy="971550"/>
        </p:xfrm>
        <a:graphic>
          <a:graphicData uri="http://schemas.openxmlformats.org/drawingml/2006/table">
            <a:tbl>
              <a:tblPr/>
              <a:tblGrid>
                <a:gridCol w="2156614">
                  <a:extLst>
                    <a:ext uri="{9D8B030D-6E8A-4147-A177-3AD203B41FA5}">
                      <a16:colId xmlns:a16="http://schemas.microsoft.com/office/drawing/2014/main" val="2060511914"/>
                    </a:ext>
                  </a:extLst>
                </a:gridCol>
                <a:gridCol w="1297786">
                  <a:extLst>
                    <a:ext uri="{9D8B030D-6E8A-4147-A177-3AD203B41FA5}">
                      <a16:colId xmlns:a16="http://schemas.microsoft.com/office/drawing/2014/main" val="1525635078"/>
                    </a:ext>
                  </a:extLst>
                </a:gridCol>
              </a:tblGrid>
              <a:tr h="200025">
                <a:tc gridSpan="2">
                  <a:txBody>
                    <a:bodyPr/>
                    <a:lstStyle/>
                    <a:p>
                      <a:pPr algn="ctr" fontAlgn="ctr"/>
                      <a:r>
                        <a:rPr lang="en-CA" sz="900" b="1" i="0" u="none" strike="noStrike" dirty="0">
                          <a:solidFill>
                            <a:srgbClr val="FFFFFF"/>
                          </a:solidFill>
                          <a:effectLst/>
                          <a:latin typeface="Calibri" panose="020F0502020204030204" pitchFamily="34" charset="0"/>
                        </a:rPr>
                        <a:t>Current Portfolio Composition</a:t>
                      </a:r>
                    </a:p>
                  </a:txBody>
                  <a:tcPr marL="9525" marR="9525" marT="9525" marB="0" anchor="ctr">
                    <a:lnL w="12700" cap="flat" cmpd="sng" algn="ctr">
                      <a:solidFill>
                        <a:srgbClr val="009999"/>
                      </a:solidFill>
                      <a:prstDash val="solid"/>
                      <a:round/>
                      <a:headEnd type="none" w="med" len="med"/>
                      <a:tailEnd type="none" w="med" len="med"/>
                    </a:lnL>
                    <a:lnR w="12700" cap="flat" cmpd="sng" algn="ctr">
                      <a:solidFill>
                        <a:srgbClr val="009999"/>
                      </a:solidFill>
                      <a:prstDash val="solid"/>
                      <a:round/>
                      <a:headEnd type="none" w="med" len="med"/>
                      <a:tailEnd type="none" w="med" len="med"/>
                    </a:lnR>
                    <a:lnT w="12700" cap="flat" cmpd="sng" algn="ctr">
                      <a:solidFill>
                        <a:srgbClr val="009999"/>
                      </a:solidFill>
                      <a:prstDash val="solid"/>
                      <a:round/>
                      <a:headEnd type="none" w="med" len="med"/>
                      <a:tailEnd type="none" w="med" len="med"/>
                    </a:lnT>
                    <a:lnB w="12700" cap="flat" cmpd="sng" algn="ctr">
                      <a:solidFill>
                        <a:srgbClr val="009999"/>
                      </a:solidFill>
                      <a:prstDash val="solid"/>
                      <a:round/>
                      <a:headEnd type="none" w="med" len="med"/>
                      <a:tailEnd type="none" w="med" len="med"/>
                    </a:lnB>
                    <a:solidFill>
                      <a:srgbClr val="0097A9"/>
                    </a:solidFill>
                  </a:tcPr>
                </a:tc>
                <a:tc hMerge="1">
                  <a:txBody>
                    <a:bodyPr/>
                    <a:lstStyle/>
                    <a:p>
                      <a:endParaRPr lang="en-CA"/>
                    </a:p>
                  </a:txBody>
                  <a:tcPr/>
                </a:tc>
                <a:extLst>
                  <a:ext uri="{0D108BD9-81ED-4DB2-BD59-A6C34878D82A}">
                    <a16:rowId xmlns:a16="http://schemas.microsoft.com/office/drawing/2014/main" val="2588142398"/>
                  </a:ext>
                </a:extLst>
              </a:tr>
              <a:tr h="190500">
                <a:tc>
                  <a:txBody>
                    <a:bodyPr/>
                    <a:lstStyle/>
                    <a:p>
                      <a:pPr algn="ctr" fontAlgn="ctr"/>
                      <a:r>
                        <a:rPr lang="en-CA" sz="900" b="1" i="0" u="none" strike="noStrike" dirty="0">
                          <a:solidFill>
                            <a:srgbClr val="000000"/>
                          </a:solidFill>
                          <a:effectLst/>
                          <a:latin typeface="Calibri" panose="020F0502020204030204" pitchFamily="34" charset="0"/>
                        </a:rPr>
                        <a:t>Segment</a:t>
                      </a:r>
                    </a:p>
                  </a:txBody>
                  <a:tcPr marL="9525" marR="9525" marT="9525" marB="0" anchor="ctr">
                    <a:lnL w="12700" cap="flat" cmpd="sng" algn="ctr">
                      <a:solidFill>
                        <a:srgbClr val="009999"/>
                      </a:solidFill>
                      <a:prstDash val="solid"/>
                      <a:round/>
                      <a:headEnd type="none" w="med" len="med"/>
                      <a:tailEnd type="none" w="med" len="med"/>
                    </a:lnL>
                    <a:lnR>
                      <a:noFill/>
                    </a:lnR>
                    <a:lnT w="12700" cap="flat" cmpd="sng" algn="ctr">
                      <a:solidFill>
                        <a:srgbClr val="009999"/>
                      </a:solidFill>
                      <a:prstDash val="solid"/>
                      <a:round/>
                      <a:headEnd type="none" w="med" len="med"/>
                      <a:tailEnd type="none" w="med" len="med"/>
                    </a:lnT>
                    <a:lnB>
                      <a:noFill/>
                    </a:lnB>
                    <a:solidFill>
                      <a:srgbClr val="E7EFF1"/>
                    </a:solidFill>
                  </a:tcPr>
                </a:tc>
                <a:tc>
                  <a:txBody>
                    <a:bodyPr/>
                    <a:lstStyle/>
                    <a:p>
                      <a:pPr algn="ctr" fontAlgn="ctr"/>
                      <a:r>
                        <a:rPr lang="en-CA" sz="900" b="1" i="0" u="none" strike="noStrike">
                          <a:solidFill>
                            <a:srgbClr val="000000"/>
                          </a:solidFill>
                          <a:effectLst/>
                          <a:latin typeface="Calibri" panose="020F0502020204030204" pitchFamily="34" charset="0"/>
                        </a:rPr>
                        <a:t>Percentage</a:t>
                      </a:r>
                    </a:p>
                  </a:txBody>
                  <a:tcPr marL="9525" marR="9525" marT="9525" marB="0" anchor="ctr">
                    <a:lnL>
                      <a:noFill/>
                    </a:lnL>
                    <a:lnR w="12700" cap="flat" cmpd="sng" algn="ctr">
                      <a:solidFill>
                        <a:srgbClr val="009999"/>
                      </a:solidFill>
                      <a:prstDash val="solid"/>
                      <a:round/>
                      <a:headEnd type="none" w="med" len="med"/>
                      <a:tailEnd type="none" w="med" len="med"/>
                    </a:lnR>
                    <a:lnT w="12700" cap="flat" cmpd="sng" algn="ctr">
                      <a:solidFill>
                        <a:srgbClr val="009999"/>
                      </a:solidFill>
                      <a:prstDash val="solid"/>
                      <a:round/>
                      <a:headEnd type="none" w="med" len="med"/>
                      <a:tailEnd type="none" w="med" len="med"/>
                    </a:lnT>
                    <a:lnB>
                      <a:noFill/>
                    </a:lnB>
                    <a:solidFill>
                      <a:srgbClr val="E7EFF1"/>
                    </a:solidFill>
                  </a:tcPr>
                </a:tc>
                <a:extLst>
                  <a:ext uri="{0D108BD9-81ED-4DB2-BD59-A6C34878D82A}">
                    <a16:rowId xmlns:a16="http://schemas.microsoft.com/office/drawing/2014/main" val="3422150100"/>
                  </a:ext>
                </a:extLst>
              </a:tr>
              <a:tr h="190500">
                <a:tc>
                  <a:txBody>
                    <a:bodyPr/>
                    <a:lstStyle/>
                    <a:p>
                      <a:pPr algn="ctr" fontAlgn="ctr"/>
                      <a:r>
                        <a:rPr lang="en-CA" sz="900" b="0" i="0" u="none" strike="noStrike" dirty="0">
                          <a:solidFill>
                            <a:srgbClr val="000000"/>
                          </a:solidFill>
                          <a:effectLst/>
                          <a:latin typeface="Calibri" panose="020F0502020204030204" pitchFamily="34" charset="0"/>
                        </a:rPr>
                        <a:t>EFG %</a:t>
                      </a:r>
                    </a:p>
                  </a:txBody>
                  <a:tcPr marL="9525" marR="9525" marT="9525" marB="0" anchor="ctr">
                    <a:lnL w="12700" cap="flat" cmpd="sng" algn="ctr">
                      <a:solidFill>
                        <a:srgbClr val="009999"/>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CA" sz="900" b="0" i="0" u="none" strike="noStrike" dirty="0">
                          <a:solidFill>
                            <a:srgbClr val="000000"/>
                          </a:solidFill>
                          <a:effectLst/>
                          <a:latin typeface="Calibri" panose="020F0502020204030204" pitchFamily="34" charset="0"/>
                        </a:rPr>
                        <a:t>8.74%</a:t>
                      </a:r>
                    </a:p>
                  </a:txBody>
                  <a:tcPr marL="9525" marR="9525" marT="9525" marB="0" anchor="ctr">
                    <a:lnL>
                      <a:noFill/>
                    </a:lnL>
                    <a:lnR w="12700" cap="flat" cmpd="sng" algn="ctr">
                      <a:solidFill>
                        <a:srgbClr val="009999"/>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240580527"/>
                  </a:ext>
                </a:extLst>
              </a:tr>
              <a:tr h="190500">
                <a:tc>
                  <a:txBody>
                    <a:bodyPr/>
                    <a:lstStyle/>
                    <a:p>
                      <a:pPr algn="ctr" fontAlgn="ctr"/>
                      <a:r>
                        <a:rPr lang="en-CA" sz="900" b="0" i="0" u="none" strike="noStrike">
                          <a:solidFill>
                            <a:srgbClr val="000000"/>
                          </a:solidFill>
                          <a:effectLst/>
                          <a:latin typeface="Calibri" panose="020F0502020204030204" pitchFamily="34" charset="0"/>
                        </a:rPr>
                        <a:t>NL %</a:t>
                      </a:r>
                    </a:p>
                  </a:txBody>
                  <a:tcPr marL="9525" marR="9525" marT="9525" marB="0" anchor="ctr">
                    <a:lnL w="12700" cap="flat" cmpd="sng" algn="ctr">
                      <a:solidFill>
                        <a:srgbClr val="009999"/>
                      </a:solidFill>
                      <a:prstDash val="solid"/>
                      <a:round/>
                      <a:headEnd type="none" w="med" len="med"/>
                      <a:tailEnd type="none" w="med" len="med"/>
                    </a:lnL>
                    <a:lnR>
                      <a:noFill/>
                    </a:lnR>
                    <a:lnT>
                      <a:noFill/>
                    </a:lnT>
                    <a:lnB>
                      <a:noFill/>
                    </a:lnB>
                    <a:solidFill>
                      <a:srgbClr val="E7EFF1"/>
                    </a:solidFill>
                  </a:tcPr>
                </a:tc>
                <a:tc>
                  <a:txBody>
                    <a:bodyPr/>
                    <a:lstStyle/>
                    <a:p>
                      <a:pPr algn="ctr" fontAlgn="ctr"/>
                      <a:r>
                        <a:rPr lang="en-CA" sz="900" b="0" i="0" u="none" strike="noStrike" dirty="0">
                          <a:solidFill>
                            <a:srgbClr val="000000"/>
                          </a:solidFill>
                          <a:effectLst/>
                          <a:latin typeface="Calibri" panose="020F0502020204030204" pitchFamily="34" charset="0"/>
                        </a:rPr>
                        <a:t>87.86%</a:t>
                      </a:r>
                    </a:p>
                  </a:txBody>
                  <a:tcPr marL="9525" marR="9525" marT="9525" marB="0" anchor="ctr">
                    <a:lnL>
                      <a:noFill/>
                    </a:lnL>
                    <a:lnR w="12700" cap="flat" cmpd="sng" algn="ctr">
                      <a:solidFill>
                        <a:srgbClr val="009999"/>
                      </a:solidFill>
                      <a:prstDash val="solid"/>
                      <a:round/>
                      <a:headEnd type="none" w="med" len="med"/>
                      <a:tailEnd type="none" w="med" len="med"/>
                    </a:lnR>
                    <a:lnT>
                      <a:noFill/>
                    </a:lnT>
                    <a:lnB>
                      <a:noFill/>
                    </a:lnB>
                    <a:solidFill>
                      <a:srgbClr val="E7EFF1"/>
                    </a:solidFill>
                  </a:tcPr>
                </a:tc>
                <a:extLst>
                  <a:ext uri="{0D108BD9-81ED-4DB2-BD59-A6C34878D82A}">
                    <a16:rowId xmlns:a16="http://schemas.microsoft.com/office/drawing/2014/main" val="1990503792"/>
                  </a:ext>
                </a:extLst>
              </a:tr>
              <a:tr h="200025">
                <a:tc>
                  <a:txBody>
                    <a:bodyPr/>
                    <a:lstStyle/>
                    <a:p>
                      <a:pPr algn="ctr" fontAlgn="ctr"/>
                      <a:r>
                        <a:rPr lang="en-CA" sz="900" b="0" i="0" u="none" strike="noStrike" dirty="0">
                          <a:solidFill>
                            <a:srgbClr val="000000"/>
                          </a:solidFill>
                          <a:effectLst/>
                          <a:latin typeface="Calibri" panose="020F0502020204030204" pitchFamily="34" charset="0"/>
                        </a:rPr>
                        <a:t>Non-EFG/Non-NL</a:t>
                      </a:r>
                    </a:p>
                  </a:txBody>
                  <a:tcPr marL="9525" marR="9525" marT="9525" marB="0" anchor="ctr">
                    <a:lnL w="12700" cap="flat" cmpd="sng" algn="ctr">
                      <a:solidFill>
                        <a:srgbClr val="009999"/>
                      </a:solidFill>
                      <a:prstDash val="solid"/>
                      <a:round/>
                      <a:headEnd type="none" w="med" len="med"/>
                      <a:tailEnd type="none" w="med" len="med"/>
                    </a:lnL>
                    <a:lnR>
                      <a:noFill/>
                    </a:lnR>
                    <a:lnT>
                      <a:noFill/>
                    </a:lnT>
                    <a:lnB w="12700" cap="flat" cmpd="sng" algn="ctr">
                      <a:solidFill>
                        <a:srgbClr val="009999"/>
                      </a:solidFill>
                      <a:prstDash val="solid"/>
                      <a:round/>
                      <a:headEnd type="none" w="med" len="med"/>
                      <a:tailEnd type="none" w="med" len="med"/>
                    </a:lnB>
                    <a:solidFill>
                      <a:srgbClr val="FFFFFF"/>
                    </a:solidFill>
                  </a:tcPr>
                </a:tc>
                <a:tc>
                  <a:txBody>
                    <a:bodyPr/>
                    <a:lstStyle/>
                    <a:p>
                      <a:pPr algn="ctr" fontAlgn="ctr"/>
                      <a:r>
                        <a:rPr lang="en-CA" sz="900" b="0" i="0" u="none" strike="noStrike" dirty="0">
                          <a:solidFill>
                            <a:srgbClr val="000000"/>
                          </a:solidFill>
                          <a:effectLst/>
                          <a:latin typeface="Calibri" panose="020F0502020204030204" pitchFamily="34" charset="0"/>
                        </a:rPr>
                        <a:t>3.40%</a:t>
                      </a:r>
                    </a:p>
                  </a:txBody>
                  <a:tcPr marL="9525" marR="9525" marT="9525" marB="0" anchor="ctr">
                    <a:lnL>
                      <a:noFill/>
                    </a:lnL>
                    <a:lnR w="12700" cap="flat" cmpd="sng" algn="ctr">
                      <a:solidFill>
                        <a:srgbClr val="009999"/>
                      </a:solidFill>
                      <a:prstDash val="solid"/>
                      <a:round/>
                      <a:headEnd type="none" w="med" len="med"/>
                      <a:tailEnd type="none" w="med" len="med"/>
                    </a:lnR>
                    <a:lnT>
                      <a:noFill/>
                    </a:lnT>
                    <a:lnB w="12700" cap="flat" cmpd="sng" algn="ctr">
                      <a:solidFill>
                        <a:srgbClr val="009999"/>
                      </a:solidFill>
                      <a:prstDash val="solid"/>
                      <a:round/>
                      <a:headEnd type="none" w="med" len="med"/>
                      <a:tailEnd type="none" w="med" len="med"/>
                    </a:lnB>
                    <a:solidFill>
                      <a:srgbClr val="FFFFFF"/>
                    </a:solidFill>
                  </a:tcPr>
                </a:tc>
                <a:extLst>
                  <a:ext uri="{0D108BD9-81ED-4DB2-BD59-A6C34878D82A}">
                    <a16:rowId xmlns:a16="http://schemas.microsoft.com/office/drawing/2014/main" val="2612723968"/>
                  </a:ext>
                </a:extLst>
              </a:tr>
            </a:tbl>
          </a:graphicData>
        </a:graphic>
      </p:graphicFrame>
    </p:spTree>
    <p:extLst>
      <p:ext uri="{BB962C8B-B14F-4D97-AF65-F5344CB8AC3E}">
        <p14:creationId xmlns:p14="http://schemas.microsoft.com/office/powerpoint/2010/main" val="15182613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a:xfrm>
            <a:off x="406203" y="366811"/>
            <a:ext cx="8280401" cy="397483"/>
          </a:xfrm>
        </p:spPr>
        <p:txBody>
          <a:bodyPr/>
          <a:lstStyle/>
          <a:p>
            <a:r>
              <a:rPr lang="en-US" sz="2400" dirty="0"/>
              <a:t>Distribution by BRRs: Current Portfolio vs. Historical Data</a:t>
            </a:r>
          </a:p>
          <a:p>
            <a:endParaRPr lang="en-CA" dirty="0"/>
          </a:p>
        </p:txBody>
      </p:sp>
      <p:sp>
        <p:nvSpPr>
          <p:cNvPr id="4" name="Text Placeholder 3"/>
          <p:cNvSpPr>
            <a:spLocks noGrp="1"/>
          </p:cNvSpPr>
          <p:nvPr>
            <p:ph type="body" sz="quarter" idx="15"/>
          </p:nvPr>
        </p:nvSpPr>
        <p:spPr>
          <a:xfrm>
            <a:off x="406400" y="1636713"/>
            <a:ext cx="8280400" cy="2121786"/>
          </a:xfrm>
        </p:spPr>
        <p:txBody>
          <a:bodyPr/>
          <a:lstStyle/>
          <a:p>
            <a:endParaRPr lang="en-US" sz="1100" b="1" dirty="0"/>
          </a:p>
          <a:p>
            <a:endParaRPr lang="en-US" sz="1100" b="1" dirty="0"/>
          </a:p>
          <a:p>
            <a:pPr marL="228600" indent="-228600">
              <a:buAutoNum type="arabicParenR"/>
            </a:pPr>
            <a:endParaRPr lang="en-US" sz="1100" b="1" dirty="0" smtClean="0"/>
          </a:p>
          <a:p>
            <a:pPr marL="228600" indent="-228600">
              <a:buAutoNum type="arabicParenR"/>
            </a:pPr>
            <a:endParaRPr lang="en-US" sz="1100" b="1" dirty="0"/>
          </a:p>
          <a:p>
            <a:pPr marL="228600" indent="-228600">
              <a:buAutoNum type="arabicParenR"/>
            </a:pPr>
            <a:endParaRPr lang="en-US" sz="1100" b="1" dirty="0" smtClean="0"/>
          </a:p>
          <a:p>
            <a:pPr marL="228600" indent="-228600">
              <a:buAutoNum type="arabicParenR"/>
            </a:pPr>
            <a:endParaRPr lang="en-US" sz="1100" b="1" dirty="0"/>
          </a:p>
          <a:p>
            <a:pPr marL="228600" indent="-228600">
              <a:buAutoNum type="arabicParenR"/>
            </a:pPr>
            <a:endParaRPr lang="en-US" sz="1100" b="1" dirty="0" smtClean="0"/>
          </a:p>
          <a:p>
            <a:pPr marL="228600" indent="-228600">
              <a:buAutoNum type="arabicParenR"/>
            </a:pPr>
            <a:endParaRPr lang="en-US" sz="1100" b="1" dirty="0"/>
          </a:p>
          <a:p>
            <a:pPr marL="228600" indent="-228600">
              <a:buAutoNum type="arabicParenR"/>
            </a:pPr>
            <a:endParaRPr lang="en-US" sz="1100" b="1" dirty="0" smtClean="0"/>
          </a:p>
          <a:p>
            <a:pPr marL="228600" indent="-228600">
              <a:buAutoNum type="arabicParenR"/>
            </a:pPr>
            <a:endParaRPr lang="en-US" sz="1100" b="1" dirty="0"/>
          </a:p>
          <a:p>
            <a:endParaRPr lang="en-US" sz="1100" b="1" dirty="0" smtClean="0"/>
          </a:p>
          <a:p>
            <a:endParaRPr lang="en-US" sz="1100" b="1" dirty="0"/>
          </a:p>
          <a:p>
            <a:pPr marL="228600" indent="-228600">
              <a:buFont typeface="Arial" panose="020B0604020202020204" pitchFamily="34" charset="0"/>
              <a:buAutoNum type="arabicParenR"/>
            </a:pPr>
            <a:r>
              <a:rPr lang="en-US" sz="1000" b="1" dirty="0"/>
              <a:t>Overall Distribution of BRRs: </a:t>
            </a:r>
            <a:r>
              <a:rPr lang="en-US" sz="1000" dirty="0" smtClean="0"/>
              <a:t>The portfolio is currently concentrated in BRR 9 (6L), BRR 11 (7M) and BRR 13 (8H).</a:t>
            </a:r>
          </a:p>
          <a:p>
            <a:pPr marL="228600" indent="-228600">
              <a:buFont typeface="Arial" panose="020B0604020202020204" pitchFamily="34" charset="0"/>
              <a:buAutoNum type="arabicParenR"/>
            </a:pPr>
            <a:r>
              <a:rPr lang="en-US" sz="1000" b="1" dirty="0" smtClean="0"/>
              <a:t>Watch List: </a:t>
            </a:r>
            <a:r>
              <a:rPr lang="en-US" sz="1000" dirty="0" smtClean="0"/>
              <a:t>3.48% of obligors in the current portfolio and 4.82% in the historical data are in watch list ratings. </a:t>
            </a:r>
          </a:p>
          <a:p>
            <a:pPr marL="228600" indent="-228600">
              <a:buFont typeface="Arial" panose="020B0604020202020204" pitchFamily="34" charset="0"/>
              <a:buAutoNum type="arabicParenR"/>
            </a:pPr>
            <a:r>
              <a:rPr lang="en-US" sz="1000" b="1" dirty="0" smtClean="0"/>
              <a:t>Historical </a:t>
            </a:r>
            <a:r>
              <a:rPr lang="en-US" sz="1000" b="1" dirty="0"/>
              <a:t>Data vs. Current Portfolio: </a:t>
            </a:r>
            <a:r>
              <a:rPr lang="en-US" sz="1000" dirty="0"/>
              <a:t>Overall, the distribution of BRRs for the current portfolio resembles that of historical data.</a:t>
            </a:r>
            <a:endParaRPr lang="en-US" sz="1000" b="1" dirty="0"/>
          </a:p>
          <a:p>
            <a:endParaRPr lang="en-US" sz="1100" b="1" dirty="0" smtClean="0"/>
          </a:p>
          <a:p>
            <a:pPr marL="228600" indent="-228600">
              <a:buAutoNum type="arabicParenR"/>
            </a:pPr>
            <a:endParaRPr lang="en-US" sz="1100" b="1" dirty="0"/>
          </a:p>
          <a:p>
            <a:pPr marL="228600" indent="-228600">
              <a:buAutoNum type="arabicParenR"/>
            </a:pPr>
            <a:endParaRPr lang="en-US" sz="1000" b="1" dirty="0" smtClean="0"/>
          </a:p>
          <a:p>
            <a:pPr marL="228600" indent="-228600">
              <a:buAutoNum type="arabicParenR"/>
            </a:pPr>
            <a:endParaRPr lang="en-US" sz="1100" b="1" dirty="0"/>
          </a:p>
          <a:p>
            <a:pPr marL="228600" indent="-228600">
              <a:buAutoNum type="arabicParenR"/>
            </a:pPr>
            <a:endParaRPr lang="en-US" sz="1100" b="1" dirty="0" smtClean="0"/>
          </a:p>
          <a:p>
            <a:pPr marL="228600" indent="-228600">
              <a:buAutoNum type="arabicParenR"/>
            </a:pPr>
            <a:endParaRPr lang="en-US" sz="1100" b="1" dirty="0"/>
          </a:p>
          <a:p>
            <a:pPr marL="228600" indent="-228600">
              <a:buAutoNum type="arabicParenR"/>
            </a:pPr>
            <a:endParaRPr lang="en-US" sz="1100" b="1" dirty="0" smtClean="0"/>
          </a:p>
          <a:p>
            <a:pPr marL="228600" indent="-228600">
              <a:buAutoNum type="arabicParenR"/>
            </a:pPr>
            <a:endParaRPr lang="en-US" sz="1100" b="1" dirty="0"/>
          </a:p>
          <a:p>
            <a:pPr marL="228600" indent="-228600">
              <a:buAutoNum type="arabicParenR"/>
            </a:pPr>
            <a:endParaRPr lang="en-US" sz="1100" b="1" dirty="0" smtClean="0"/>
          </a:p>
          <a:p>
            <a:pPr marL="228600" indent="-228600">
              <a:buAutoNum type="arabicParenR"/>
            </a:pPr>
            <a:endParaRPr lang="en-US" sz="1100" b="1" dirty="0" smtClean="0"/>
          </a:p>
          <a:p>
            <a:endParaRPr lang="en-US" sz="1100" b="1" dirty="0"/>
          </a:p>
          <a:p>
            <a:pPr marL="228600" indent="-228600">
              <a:buAutoNum type="arabicParenR"/>
            </a:pPr>
            <a:endParaRPr lang="en-US" sz="1100" b="1" dirty="0" smtClean="0"/>
          </a:p>
          <a:p>
            <a:pPr marL="228600" indent="-228600">
              <a:buAutoNum type="arabicParenR"/>
            </a:pPr>
            <a:endParaRPr lang="en-US" sz="1000" b="1" dirty="0" smtClean="0"/>
          </a:p>
          <a:p>
            <a:endParaRPr lang="en-CA" dirty="0"/>
          </a:p>
        </p:txBody>
      </p:sp>
      <p:graphicFrame>
        <p:nvGraphicFramePr>
          <p:cNvPr id="5" name="Chart 4"/>
          <p:cNvGraphicFramePr>
            <a:graphicFrameLocks/>
          </p:cNvGraphicFramePr>
          <p:nvPr>
            <p:extLst>
              <p:ext uri="{D42A27DB-BD31-4B8C-83A1-F6EECF244321}">
                <p14:modId xmlns:p14="http://schemas.microsoft.com/office/powerpoint/2010/main" val="2994020853"/>
              </p:ext>
            </p:extLst>
          </p:nvPr>
        </p:nvGraphicFramePr>
        <p:xfrm>
          <a:off x="328474" y="764293"/>
          <a:ext cx="8358130" cy="3390457"/>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72364820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a:xfrm>
            <a:off x="406202" y="361726"/>
            <a:ext cx="8280401" cy="397483"/>
          </a:xfrm>
        </p:spPr>
        <p:txBody>
          <a:bodyPr/>
          <a:lstStyle/>
          <a:p>
            <a:r>
              <a:rPr lang="en-US" sz="2400" dirty="0"/>
              <a:t>Distribution by BRRs: EFG, NL, and Non-EFG/Non-NL</a:t>
            </a:r>
            <a:endParaRPr lang="en-CA" sz="2400" dirty="0"/>
          </a:p>
          <a:p>
            <a:endParaRPr lang="en-CA" dirty="0"/>
          </a:p>
        </p:txBody>
      </p:sp>
      <p:sp>
        <p:nvSpPr>
          <p:cNvPr id="4" name="Text Placeholder 3"/>
          <p:cNvSpPr>
            <a:spLocks noGrp="1"/>
          </p:cNvSpPr>
          <p:nvPr>
            <p:ph type="body" sz="quarter" idx="15"/>
          </p:nvPr>
        </p:nvSpPr>
        <p:spPr>
          <a:xfrm>
            <a:off x="406400" y="1636713"/>
            <a:ext cx="8280400" cy="2438137"/>
          </a:xfrm>
        </p:spPr>
        <p:txBody>
          <a:bodyPr/>
          <a:lstStyle/>
          <a:p>
            <a:endParaRPr lang="en-US" sz="1050" b="1" dirty="0" smtClean="0"/>
          </a:p>
          <a:p>
            <a:endParaRPr lang="en-US" sz="1050" b="1" dirty="0" smtClean="0"/>
          </a:p>
          <a:p>
            <a:endParaRPr lang="en-US" sz="1050" b="1" dirty="0" smtClean="0"/>
          </a:p>
          <a:p>
            <a:endParaRPr lang="en-US" sz="1050" b="1" dirty="0"/>
          </a:p>
          <a:p>
            <a:endParaRPr lang="en-US" sz="1050" b="1" dirty="0" smtClean="0"/>
          </a:p>
          <a:p>
            <a:endParaRPr lang="en-US" sz="1050" b="1" dirty="0"/>
          </a:p>
          <a:p>
            <a:endParaRPr lang="en-US" sz="1050" b="1" dirty="0" smtClean="0"/>
          </a:p>
          <a:p>
            <a:endParaRPr lang="en-US" sz="1050" b="1" dirty="0"/>
          </a:p>
          <a:p>
            <a:endParaRPr lang="en-US" sz="1050" b="1" dirty="0" smtClean="0"/>
          </a:p>
          <a:p>
            <a:endParaRPr lang="en-US" sz="1050" b="1" dirty="0"/>
          </a:p>
          <a:p>
            <a:endParaRPr lang="en-US" sz="1050" b="1" dirty="0" smtClean="0"/>
          </a:p>
          <a:p>
            <a:endParaRPr lang="en-US" sz="1050" b="1" dirty="0"/>
          </a:p>
          <a:p>
            <a:endParaRPr lang="en-US" sz="1000" b="1" dirty="0"/>
          </a:p>
          <a:p>
            <a:pPr marL="228600" indent="-228600">
              <a:buFont typeface="+mj-lt"/>
              <a:buAutoNum type="arabicParenR"/>
            </a:pPr>
            <a:r>
              <a:rPr lang="en-US" sz="1000" b="1" dirty="0" smtClean="0"/>
              <a:t>Non-EFG/Non-NL vs EFG and NL: </a:t>
            </a:r>
            <a:r>
              <a:rPr lang="en-US" sz="1000" dirty="0" smtClean="0"/>
              <a:t>Non-EFG/Non-NL obligors get assigned to better BRRs than obligors from other segments. Around 56% of Non-EFG/Non-NL obligors are in BRR 11 (7M) and better. </a:t>
            </a:r>
          </a:p>
          <a:p>
            <a:pPr marL="228600" indent="-228600">
              <a:buFont typeface="+mj-lt"/>
              <a:buAutoNum type="arabicParenR"/>
            </a:pPr>
            <a:r>
              <a:rPr lang="en-US" sz="1000" b="1" dirty="0" smtClean="0"/>
              <a:t>NL and EFG: </a:t>
            </a:r>
            <a:r>
              <a:rPr lang="en-US" sz="1000" dirty="0" smtClean="0"/>
              <a:t>The distribution of obligors is similar for EFG and NL segments with the latter having a higher percentage of customers with missing risk drivers.</a:t>
            </a:r>
            <a:endParaRPr lang="en-US" sz="1000" b="1" dirty="0"/>
          </a:p>
          <a:p>
            <a:pPr marL="228600" indent="-228600">
              <a:buAutoNum type="arabicParenR"/>
            </a:pPr>
            <a:endParaRPr lang="en-US" sz="1050" b="1" dirty="0" smtClean="0"/>
          </a:p>
          <a:p>
            <a:pPr marL="228600" indent="-228600">
              <a:buAutoNum type="arabicParenR"/>
            </a:pPr>
            <a:endParaRPr lang="en-US" sz="1050" b="1" dirty="0"/>
          </a:p>
          <a:p>
            <a:pPr marL="228600" indent="-228600">
              <a:buAutoNum type="arabicParenR"/>
            </a:pPr>
            <a:endParaRPr lang="en-US" sz="1050" b="1" dirty="0" smtClean="0"/>
          </a:p>
          <a:p>
            <a:pPr marL="228600" indent="-228600">
              <a:buAutoNum type="arabicParenR"/>
            </a:pPr>
            <a:endParaRPr lang="en-US" sz="1050" b="1" dirty="0"/>
          </a:p>
          <a:p>
            <a:pPr marL="228600" indent="-228600">
              <a:buAutoNum type="arabicParenR"/>
            </a:pPr>
            <a:endParaRPr lang="en-US" sz="1050" b="1" dirty="0" smtClean="0"/>
          </a:p>
          <a:p>
            <a:pPr marL="228600" indent="-228600">
              <a:buAutoNum type="arabicParenR"/>
            </a:pPr>
            <a:endParaRPr lang="en-US" sz="1050" b="1" dirty="0"/>
          </a:p>
          <a:p>
            <a:pPr marL="228600" indent="-228600">
              <a:buAutoNum type="arabicParenR"/>
            </a:pPr>
            <a:endParaRPr lang="en-US" sz="1050" b="1" dirty="0" smtClean="0"/>
          </a:p>
          <a:p>
            <a:pPr marL="228600" indent="-228600">
              <a:buAutoNum type="arabicParenR"/>
            </a:pPr>
            <a:endParaRPr lang="en-US" sz="1050" b="1" dirty="0"/>
          </a:p>
          <a:p>
            <a:pPr marL="228600" indent="-228600">
              <a:buAutoNum type="arabicParenR"/>
            </a:pPr>
            <a:endParaRPr lang="en-US" sz="1050" b="1" dirty="0" smtClean="0"/>
          </a:p>
          <a:p>
            <a:pPr marL="228600" indent="-228600">
              <a:buAutoNum type="arabicParenR"/>
            </a:pPr>
            <a:endParaRPr lang="en-US" sz="1000" b="1" dirty="0" smtClean="0"/>
          </a:p>
          <a:p>
            <a:pPr marL="228600" indent="-228600">
              <a:buAutoNum type="arabicParenR"/>
            </a:pPr>
            <a:endParaRPr lang="en-US" sz="1000" b="1" dirty="0"/>
          </a:p>
          <a:p>
            <a:endParaRPr lang="en-US" sz="1000" b="1" dirty="0"/>
          </a:p>
        </p:txBody>
      </p:sp>
      <p:graphicFrame>
        <p:nvGraphicFramePr>
          <p:cNvPr id="6" name="Chart 5"/>
          <p:cNvGraphicFramePr>
            <a:graphicFrameLocks/>
          </p:cNvGraphicFramePr>
          <p:nvPr>
            <p:extLst>
              <p:ext uri="{D42A27DB-BD31-4B8C-83A1-F6EECF244321}">
                <p14:modId xmlns:p14="http://schemas.microsoft.com/office/powerpoint/2010/main" val="3507260968"/>
              </p:ext>
            </p:extLst>
          </p:nvPr>
        </p:nvGraphicFramePr>
        <p:xfrm>
          <a:off x="406201" y="759208"/>
          <a:ext cx="8280401" cy="3386663"/>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10539517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a:xfrm>
            <a:off x="406202" y="441039"/>
            <a:ext cx="8280401" cy="397483"/>
          </a:xfrm>
        </p:spPr>
        <p:txBody>
          <a:bodyPr/>
          <a:lstStyle/>
          <a:p>
            <a:r>
              <a:rPr lang="en-US" sz="2400" dirty="0" smtClean="0"/>
              <a:t>Distribution by BRR: Current Portfolio (Including Overrides)</a:t>
            </a:r>
            <a:endParaRPr lang="en-CA" sz="2400" dirty="0"/>
          </a:p>
          <a:p>
            <a:endParaRPr lang="en-CA" dirty="0"/>
          </a:p>
        </p:txBody>
      </p:sp>
      <p:sp>
        <p:nvSpPr>
          <p:cNvPr id="4" name="Text Placeholder 3"/>
          <p:cNvSpPr>
            <a:spLocks noGrp="1"/>
          </p:cNvSpPr>
          <p:nvPr>
            <p:ph type="body" sz="quarter" idx="15"/>
          </p:nvPr>
        </p:nvSpPr>
        <p:spPr/>
        <p:txBody>
          <a:bodyPr/>
          <a:lstStyle/>
          <a:p>
            <a:endParaRPr lang="en-US" dirty="0" smtClean="0"/>
          </a:p>
          <a:p>
            <a:endParaRPr lang="en-US" dirty="0"/>
          </a:p>
          <a:p>
            <a:endParaRPr lang="en-US" dirty="0" smtClean="0"/>
          </a:p>
          <a:p>
            <a:endParaRPr lang="en-US" dirty="0" smtClean="0"/>
          </a:p>
          <a:p>
            <a:endParaRPr lang="en-US" dirty="0"/>
          </a:p>
          <a:p>
            <a:endParaRPr lang="en-US" dirty="0" smtClean="0"/>
          </a:p>
          <a:p>
            <a:endParaRPr lang="en-US" dirty="0"/>
          </a:p>
          <a:p>
            <a:endParaRPr lang="en-US" dirty="0" smtClean="0"/>
          </a:p>
          <a:p>
            <a:endParaRPr lang="en-US" dirty="0" smtClean="0"/>
          </a:p>
          <a:p>
            <a:endParaRPr lang="en-US" dirty="0"/>
          </a:p>
          <a:p>
            <a:r>
              <a:rPr lang="en-US" sz="1000" dirty="0" smtClean="0"/>
              <a:t>In total, 52 obligors were overridden by CRM. This represents 0.43% of the current portfolio scored using SBE2 Equifax Scorecard. </a:t>
            </a:r>
          </a:p>
          <a:p>
            <a:endParaRPr lang="en-US" dirty="0"/>
          </a:p>
          <a:p>
            <a:endParaRPr lang="en-US" dirty="0" smtClean="0"/>
          </a:p>
          <a:p>
            <a:endParaRPr lang="en-US" dirty="0"/>
          </a:p>
          <a:p>
            <a:endParaRPr lang="en-US" dirty="0" smtClean="0"/>
          </a:p>
          <a:p>
            <a:endParaRPr lang="en-US" dirty="0"/>
          </a:p>
          <a:p>
            <a:endParaRPr lang="en-US" dirty="0" smtClean="0"/>
          </a:p>
          <a:p>
            <a:endParaRPr lang="en-US" dirty="0" smtClean="0"/>
          </a:p>
          <a:p>
            <a:r>
              <a:rPr lang="en-US" sz="1000" dirty="0" smtClean="0"/>
              <a:t>.</a:t>
            </a:r>
            <a:endParaRPr lang="en-US" dirty="0"/>
          </a:p>
        </p:txBody>
      </p:sp>
      <p:graphicFrame>
        <p:nvGraphicFramePr>
          <p:cNvPr id="5" name="Chart 4"/>
          <p:cNvGraphicFramePr>
            <a:graphicFrameLocks/>
          </p:cNvGraphicFramePr>
          <p:nvPr>
            <p:extLst>
              <p:ext uri="{D42A27DB-BD31-4B8C-83A1-F6EECF244321}">
                <p14:modId xmlns:p14="http://schemas.microsoft.com/office/powerpoint/2010/main" val="542501892"/>
              </p:ext>
            </p:extLst>
          </p:nvPr>
        </p:nvGraphicFramePr>
        <p:xfrm>
          <a:off x="406201" y="838521"/>
          <a:ext cx="8280401" cy="3715724"/>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77153317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a:xfrm>
            <a:off x="406006" y="303621"/>
            <a:ext cx="8280597" cy="397483"/>
          </a:xfrm>
        </p:spPr>
        <p:txBody>
          <a:bodyPr/>
          <a:lstStyle/>
          <a:p>
            <a:r>
              <a:rPr lang="en-US" sz="2600" dirty="0" err="1" smtClean="0"/>
              <a:t>Backtesting</a:t>
            </a:r>
            <a:r>
              <a:rPr lang="en-US" sz="2600" dirty="0" smtClean="0"/>
              <a:t> Analysis</a:t>
            </a:r>
            <a:endParaRPr lang="en-CA" sz="2600" dirty="0"/>
          </a:p>
        </p:txBody>
      </p:sp>
      <p:sp>
        <p:nvSpPr>
          <p:cNvPr id="7" name="Text Placeholder 3"/>
          <p:cNvSpPr>
            <a:spLocks noGrp="1"/>
          </p:cNvSpPr>
          <p:nvPr>
            <p:ph type="body" sz="quarter" idx="15"/>
          </p:nvPr>
        </p:nvSpPr>
        <p:spPr>
          <a:xfrm>
            <a:off x="406006" y="767008"/>
            <a:ext cx="8280597" cy="3929452"/>
          </a:xfrm>
        </p:spPr>
        <p:txBody>
          <a:bodyPr numCol="1"/>
          <a:lstStyle/>
          <a:p>
            <a:pPr marL="285750" indent="-285750" algn="just">
              <a:buFont typeface="Arial" panose="020B0604020202020204" pitchFamily="34" charset="0"/>
              <a:buChar char="•"/>
            </a:pPr>
            <a:r>
              <a:rPr lang="en-US" sz="1550" dirty="0" err="1" smtClean="0"/>
              <a:t>Backtesting</a:t>
            </a:r>
            <a:r>
              <a:rPr lang="en-US" sz="1550" dirty="0" smtClean="0"/>
              <a:t> exercise is the comparison of predicted PDs (i.e., model generated PDs) against observed default rates for the historical data. </a:t>
            </a:r>
          </a:p>
          <a:p>
            <a:pPr algn="just"/>
            <a:endParaRPr lang="en-US" sz="1550" dirty="0" smtClean="0"/>
          </a:p>
          <a:p>
            <a:pPr marL="285750" indent="-285750" algn="just">
              <a:buFont typeface="Arial" panose="020B0604020202020204" pitchFamily="34" charset="0"/>
              <a:buChar char="•"/>
            </a:pPr>
            <a:r>
              <a:rPr lang="en-US" sz="1550" dirty="0" err="1" smtClean="0"/>
              <a:t>Backtesting</a:t>
            </a:r>
            <a:r>
              <a:rPr lang="en-US" sz="1550" dirty="0" smtClean="0"/>
              <a:t> is conducted on a </a:t>
            </a:r>
            <a:r>
              <a:rPr lang="en-US" sz="1550" dirty="0"/>
              <a:t>historical </a:t>
            </a:r>
            <a:r>
              <a:rPr lang="en-US" sz="1550" dirty="0" smtClean="0"/>
              <a:t>dataset </a:t>
            </a:r>
            <a:r>
              <a:rPr lang="en-US" sz="1550" dirty="0"/>
              <a:t>NOT included in the modelling </a:t>
            </a:r>
            <a:r>
              <a:rPr lang="en-US" sz="1550" dirty="0" smtClean="0"/>
              <a:t>sample. For example, suppose a model is developed using </a:t>
            </a:r>
            <a:r>
              <a:rPr lang="en-US" sz="1550" dirty="0"/>
              <a:t>historical data from 2010 to </a:t>
            </a:r>
            <a:r>
              <a:rPr lang="en-US" sz="1550" dirty="0" smtClean="0"/>
              <a:t>2016. Then the model is </a:t>
            </a:r>
            <a:r>
              <a:rPr lang="en-US" sz="1550" dirty="0" err="1" smtClean="0"/>
              <a:t>backtested</a:t>
            </a:r>
            <a:r>
              <a:rPr lang="en-US" sz="1550" dirty="0" smtClean="0"/>
              <a:t> on historical data from 2017 to 2018.</a:t>
            </a:r>
          </a:p>
          <a:p>
            <a:pPr algn="just"/>
            <a:endParaRPr lang="en-US" sz="1550" dirty="0"/>
          </a:p>
          <a:p>
            <a:pPr marL="285750" indent="-285750" algn="just">
              <a:buFont typeface="Arial" panose="020B0604020202020204" pitchFamily="34" charset="0"/>
              <a:buChar char="•"/>
            </a:pPr>
            <a:r>
              <a:rPr lang="en-US" sz="1550" dirty="0" smtClean="0"/>
              <a:t>The test is performed at the risk rating level. For example, suppose a PD model, developed using historical data from 2010 to 2016, generates five risk ratings with PD =1% for RR1, PD=2% for RR2, …, and PD=5% for RR5. Assume there are 100 customers in each RR over the </a:t>
            </a:r>
            <a:r>
              <a:rPr lang="en-US" sz="1550" dirty="0" err="1" smtClean="0"/>
              <a:t>backtesting</a:t>
            </a:r>
            <a:r>
              <a:rPr lang="en-US" sz="1550" dirty="0" smtClean="0"/>
              <a:t> period 2017 to 2018. Then we expect to observe </a:t>
            </a:r>
            <a:r>
              <a:rPr lang="en-US" sz="1550" u="sng" dirty="0" smtClean="0"/>
              <a:t>roughly</a:t>
            </a:r>
            <a:r>
              <a:rPr lang="en-US" sz="1550" dirty="0" smtClean="0"/>
              <a:t> one default in RR1, two defaults in RR2, …, and five defaults in RR5.</a:t>
            </a:r>
          </a:p>
          <a:p>
            <a:pPr algn="just"/>
            <a:endParaRPr lang="en-US" sz="1550" dirty="0" smtClean="0"/>
          </a:p>
          <a:p>
            <a:pPr marL="285750" indent="-285750" algn="just">
              <a:buFont typeface="Arial" panose="020B0604020202020204" pitchFamily="34" charset="0"/>
              <a:buChar char="•"/>
            </a:pPr>
            <a:r>
              <a:rPr lang="en-US" sz="1550" dirty="0" smtClean="0"/>
              <a:t>OSFI requires PD models include appropriate margins of conservatism to cater for sources of uncertainties. That is, models are required to predict PDs slightly higher than observed default rates.</a:t>
            </a:r>
            <a:endParaRPr lang="en-US" sz="1550" dirty="0"/>
          </a:p>
        </p:txBody>
      </p:sp>
    </p:spTree>
    <p:extLst>
      <p:ext uri="{BB962C8B-B14F-4D97-AF65-F5344CB8AC3E}">
        <p14:creationId xmlns:p14="http://schemas.microsoft.com/office/powerpoint/2010/main" val="304903104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a:xfrm>
            <a:off x="406005" y="295382"/>
            <a:ext cx="8280597" cy="397483"/>
          </a:xfrm>
        </p:spPr>
        <p:txBody>
          <a:bodyPr/>
          <a:lstStyle/>
          <a:p>
            <a:r>
              <a:rPr lang="en-US" sz="2600" dirty="0" smtClean="0"/>
              <a:t>Backtesting SBE2 Equifax Model</a:t>
            </a:r>
            <a:endParaRPr lang="en-CA" sz="2600" dirty="0"/>
          </a:p>
        </p:txBody>
      </p:sp>
      <p:sp>
        <p:nvSpPr>
          <p:cNvPr id="7" name="Text Placeholder 3"/>
          <p:cNvSpPr>
            <a:spLocks noGrp="1"/>
          </p:cNvSpPr>
          <p:nvPr>
            <p:ph type="body" sz="quarter" idx="15"/>
          </p:nvPr>
        </p:nvSpPr>
        <p:spPr>
          <a:xfrm>
            <a:off x="406005" y="865477"/>
            <a:ext cx="8367291" cy="3920707"/>
          </a:xfrm>
        </p:spPr>
        <p:txBody>
          <a:bodyPr numCol="1"/>
          <a:lstStyle/>
          <a:p>
            <a:endParaRPr lang="en-US" sz="1400" dirty="0"/>
          </a:p>
          <a:p>
            <a:endParaRPr lang="en-US" sz="1400" dirty="0" smtClean="0"/>
          </a:p>
          <a:p>
            <a:endParaRPr lang="en-US" sz="1000" dirty="0"/>
          </a:p>
          <a:p>
            <a:endParaRPr lang="en-US" sz="1000" dirty="0" smtClean="0"/>
          </a:p>
          <a:p>
            <a:endParaRPr lang="en-US" sz="1000" dirty="0"/>
          </a:p>
          <a:p>
            <a:endParaRPr lang="en-US" sz="1000" dirty="0" smtClean="0"/>
          </a:p>
          <a:p>
            <a:endParaRPr lang="en-US" sz="1000" dirty="0"/>
          </a:p>
          <a:p>
            <a:endParaRPr lang="en-US" sz="1000" dirty="0" smtClean="0"/>
          </a:p>
          <a:p>
            <a:endParaRPr lang="en-US" sz="1000" dirty="0"/>
          </a:p>
          <a:p>
            <a:endParaRPr lang="en-US" sz="1000" dirty="0" smtClean="0"/>
          </a:p>
          <a:p>
            <a:endParaRPr lang="en-US" sz="1400" dirty="0" smtClean="0"/>
          </a:p>
          <a:p>
            <a:pPr marL="228600" indent="-228600">
              <a:buFont typeface="+mj-lt"/>
              <a:buAutoNum type="arabicParenR"/>
            </a:pPr>
            <a:endParaRPr lang="en-US" sz="1400" b="1" dirty="0" smtClean="0"/>
          </a:p>
          <a:p>
            <a:pPr marL="228600" indent="-228600">
              <a:buFont typeface="+mj-lt"/>
              <a:buAutoNum type="arabicParenR"/>
            </a:pPr>
            <a:r>
              <a:rPr lang="en-US" sz="1400" b="1" dirty="0" smtClean="0"/>
              <a:t>2016 </a:t>
            </a:r>
            <a:r>
              <a:rPr lang="en-US" sz="1400" b="1" dirty="0"/>
              <a:t>– </a:t>
            </a:r>
            <a:r>
              <a:rPr lang="en-US" sz="1400" b="1" dirty="0" smtClean="0"/>
              <a:t>2017: </a:t>
            </a:r>
            <a:r>
              <a:rPr lang="en-US" sz="1400" dirty="0" smtClean="0"/>
              <a:t>For all BRRs, predicted PDs (i.e., model PDs), as intended, are slightly higher than the observed default rates. </a:t>
            </a:r>
          </a:p>
          <a:p>
            <a:pPr marL="228600" indent="-228600">
              <a:buFont typeface="+mj-lt"/>
              <a:buAutoNum type="arabicParenR"/>
            </a:pPr>
            <a:r>
              <a:rPr lang="en-US" sz="1400" b="1" dirty="0" smtClean="0"/>
              <a:t>2017 – 2018: </a:t>
            </a:r>
            <a:r>
              <a:rPr lang="en-US" sz="1400" dirty="0"/>
              <a:t>For </a:t>
            </a:r>
            <a:r>
              <a:rPr lang="en-US" sz="1400" dirty="0" smtClean="0"/>
              <a:t>BRR 9, BRR 11, BRR 13, BRR 15, BRR 17, predicted PDs (i.e., model PDs), as intended, are slightly higher than the observed default rates. For BRR 7 and BRR 18, the observed default rates were higher than the ones predicted by the model. This can be attributed to the low number of customers assigned to these BRRs in the 2017-2018 backtesting observation period.</a:t>
            </a:r>
          </a:p>
        </p:txBody>
      </p:sp>
      <p:graphicFrame>
        <p:nvGraphicFramePr>
          <p:cNvPr id="10" name="Table 9"/>
          <p:cNvGraphicFramePr>
            <a:graphicFrameLocks noGrp="1"/>
          </p:cNvGraphicFramePr>
          <p:nvPr>
            <p:extLst>
              <p:ext uri="{D42A27DB-BD31-4B8C-83A1-F6EECF244321}">
                <p14:modId xmlns:p14="http://schemas.microsoft.com/office/powerpoint/2010/main" val="2998033104"/>
              </p:ext>
            </p:extLst>
          </p:nvPr>
        </p:nvGraphicFramePr>
        <p:xfrm>
          <a:off x="406006" y="874231"/>
          <a:ext cx="3974562" cy="2133080"/>
        </p:xfrm>
        <a:graphic>
          <a:graphicData uri="http://schemas.openxmlformats.org/drawingml/2006/table">
            <a:tbl>
              <a:tblPr firstRow="1" bandRow="1">
                <a:tableStyleId>{B301B821-A1FF-4177-AEE7-76D212191A09}</a:tableStyleId>
              </a:tblPr>
              <a:tblGrid>
                <a:gridCol w="662427">
                  <a:extLst>
                    <a:ext uri="{9D8B030D-6E8A-4147-A177-3AD203B41FA5}">
                      <a16:colId xmlns:a16="http://schemas.microsoft.com/office/drawing/2014/main" val="839161199"/>
                    </a:ext>
                  </a:extLst>
                </a:gridCol>
                <a:gridCol w="662427">
                  <a:extLst>
                    <a:ext uri="{9D8B030D-6E8A-4147-A177-3AD203B41FA5}">
                      <a16:colId xmlns:a16="http://schemas.microsoft.com/office/drawing/2014/main" val="4009095429"/>
                    </a:ext>
                  </a:extLst>
                </a:gridCol>
                <a:gridCol w="662427">
                  <a:extLst>
                    <a:ext uri="{9D8B030D-6E8A-4147-A177-3AD203B41FA5}">
                      <a16:colId xmlns:a16="http://schemas.microsoft.com/office/drawing/2014/main" val="4154685194"/>
                    </a:ext>
                  </a:extLst>
                </a:gridCol>
                <a:gridCol w="662427">
                  <a:extLst>
                    <a:ext uri="{9D8B030D-6E8A-4147-A177-3AD203B41FA5}">
                      <a16:colId xmlns:a16="http://schemas.microsoft.com/office/drawing/2014/main" val="3786229257"/>
                    </a:ext>
                  </a:extLst>
                </a:gridCol>
                <a:gridCol w="662427">
                  <a:extLst>
                    <a:ext uri="{9D8B030D-6E8A-4147-A177-3AD203B41FA5}">
                      <a16:colId xmlns:a16="http://schemas.microsoft.com/office/drawing/2014/main" val="1800505661"/>
                    </a:ext>
                  </a:extLst>
                </a:gridCol>
                <a:gridCol w="662427">
                  <a:extLst>
                    <a:ext uri="{9D8B030D-6E8A-4147-A177-3AD203B41FA5}">
                      <a16:colId xmlns:a16="http://schemas.microsoft.com/office/drawing/2014/main" val="1882885175"/>
                    </a:ext>
                  </a:extLst>
                </a:gridCol>
              </a:tblGrid>
              <a:tr h="294219">
                <a:tc gridSpan="6">
                  <a:txBody>
                    <a:bodyPr/>
                    <a:lstStyle/>
                    <a:p>
                      <a:pPr algn="ctr" fontAlgn="ctr"/>
                      <a:r>
                        <a:rPr lang="en-CA" sz="1100" u="none" strike="noStrike" dirty="0">
                          <a:effectLst/>
                        </a:rPr>
                        <a:t>Observation Period: </a:t>
                      </a:r>
                      <a:r>
                        <a:rPr lang="en-CA" sz="1100" u="none" strike="noStrike" dirty="0" smtClean="0">
                          <a:effectLst/>
                        </a:rPr>
                        <a:t>2016 – 2017</a:t>
                      </a:r>
                      <a:endParaRPr lang="en-CA" sz="1100" b="1" i="0" u="none" strike="noStrike" dirty="0">
                        <a:solidFill>
                          <a:srgbClr val="000000"/>
                        </a:solidFill>
                        <a:effectLst/>
                        <a:latin typeface="Calibri" panose="020F0502020204030204" pitchFamily="34" charset="0"/>
                      </a:endParaRPr>
                    </a:p>
                  </a:txBody>
                  <a:tcPr marL="9525" marR="9525" marT="9525" marB="0" anchor="ct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extLst>
                  <a:ext uri="{0D108BD9-81ED-4DB2-BD59-A6C34878D82A}">
                    <a16:rowId xmlns:a16="http://schemas.microsoft.com/office/drawing/2014/main" val="3195261453"/>
                  </a:ext>
                </a:extLst>
              </a:tr>
              <a:tr h="551659">
                <a:tc>
                  <a:txBody>
                    <a:bodyPr/>
                    <a:lstStyle/>
                    <a:p>
                      <a:pPr algn="ctr" fontAlgn="ctr"/>
                      <a:r>
                        <a:rPr lang="en-CA" sz="1100" b="1" u="none" strike="noStrike" dirty="0">
                          <a:solidFill>
                            <a:srgbClr val="000000"/>
                          </a:solidFill>
                          <a:effectLst/>
                        </a:rPr>
                        <a:t>BRR</a:t>
                      </a:r>
                      <a:endParaRPr lang="en-CA" sz="11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ctr"/>
                      <a:r>
                        <a:rPr lang="en-CA" sz="1100" b="1" u="none" strike="noStrike" dirty="0">
                          <a:solidFill>
                            <a:srgbClr val="000000"/>
                          </a:solidFill>
                          <a:effectLst/>
                        </a:rPr>
                        <a:t>Number of Obligors</a:t>
                      </a:r>
                      <a:endParaRPr lang="en-CA" sz="11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ctr"/>
                      <a:r>
                        <a:rPr lang="en-CA" sz="1100" b="1" u="none" strike="noStrike" dirty="0">
                          <a:solidFill>
                            <a:srgbClr val="000000"/>
                          </a:solidFill>
                          <a:effectLst/>
                        </a:rPr>
                        <a:t>Expected Number of Defaults</a:t>
                      </a:r>
                      <a:endParaRPr lang="en-CA" sz="11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ctr"/>
                      <a:r>
                        <a:rPr lang="en-CA" sz="1100" b="1" u="none" strike="noStrike" dirty="0">
                          <a:solidFill>
                            <a:srgbClr val="000000"/>
                          </a:solidFill>
                          <a:effectLst/>
                        </a:rPr>
                        <a:t>Observed Number of Defaults</a:t>
                      </a:r>
                      <a:endParaRPr lang="en-CA" sz="11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ctr"/>
                      <a:r>
                        <a:rPr lang="en-CA" sz="1100" b="1" u="none" strike="noStrike" dirty="0">
                          <a:solidFill>
                            <a:srgbClr val="000000"/>
                          </a:solidFill>
                          <a:effectLst/>
                        </a:rPr>
                        <a:t>PD</a:t>
                      </a:r>
                      <a:endParaRPr lang="en-CA" sz="11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ctr"/>
                      <a:r>
                        <a:rPr lang="en-CA" sz="1100" b="1" u="none" strike="noStrike" dirty="0">
                          <a:solidFill>
                            <a:srgbClr val="000000"/>
                          </a:solidFill>
                          <a:effectLst/>
                        </a:rPr>
                        <a:t>Observed Default Rate</a:t>
                      </a:r>
                      <a:endParaRPr lang="en-CA" sz="1100" b="1"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668071980"/>
                  </a:ext>
                </a:extLst>
              </a:tr>
              <a:tr h="183886">
                <a:tc>
                  <a:txBody>
                    <a:bodyPr/>
                    <a:lstStyle/>
                    <a:p>
                      <a:pPr algn="ctr" fontAlgn="ctr"/>
                      <a:r>
                        <a:rPr lang="en-CA" sz="1100" b="0" i="0" u="none" strike="noStrike" dirty="0">
                          <a:solidFill>
                            <a:srgbClr val="000000"/>
                          </a:solidFill>
                          <a:effectLst/>
                          <a:latin typeface="Calibri" panose="020F0502020204030204" pitchFamily="34" charset="0"/>
                        </a:rPr>
                        <a:t>7 (6H)</a:t>
                      </a:r>
                    </a:p>
                  </a:txBody>
                  <a:tcPr marL="9525" marR="9525" marT="9525" marB="0" anchor="ctr"/>
                </a:tc>
                <a:tc>
                  <a:txBody>
                    <a:bodyPr/>
                    <a:lstStyle/>
                    <a:p>
                      <a:pPr algn="ctr" fontAlgn="ctr"/>
                      <a:r>
                        <a:rPr lang="en-CA" sz="1100" b="0" i="0" u="none" strike="noStrike">
                          <a:solidFill>
                            <a:srgbClr val="000000"/>
                          </a:solidFill>
                          <a:effectLst/>
                          <a:latin typeface="Calibri" panose="020F0502020204030204" pitchFamily="34" charset="0"/>
                        </a:rPr>
                        <a:t>297</a:t>
                      </a:r>
                    </a:p>
                  </a:txBody>
                  <a:tcPr marL="9525" marR="9525" marT="9525" marB="0" anchor="ctr"/>
                </a:tc>
                <a:tc>
                  <a:txBody>
                    <a:bodyPr/>
                    <a:lstStyle/>
                    <a:p>
                      <a:pPr algn="ctr" fontAlgn="ctr"/>
                      <a:r>
                        <a:rPr lang="en-CA" sz="1100" b="0" i="0" u="none" strike="noStrike">
                          <a:solidFill>
                            <a:srgbClr val="000000"/>
                          </a:solidFill>
                          <a:effectLst/>
                          <a:latin typeface="Calibri" panose="020F0502020204030204" pitchFamily="34" charset="0"/>
                        </a:rPr>
                        <a:t>1.28</a:t>
                      </a:r>
                    </a:p>
                  </a:txBody>
                  <a:tcPr marL="9525" marR="9525" marT="9525" marB="0" anchor="ctr"/>
                </a:tc>
                <a:tc>
                  <a:txBody>
                    <a:bodyPr/>
                    <a:lstStyle/>
                    <a:p>
                      <a:pPr algn="ctr" fontAlgn="ctr"/>
                      <a:r>
                        <a:rPr lang="en-CA" sz="1100" b="0" i="0" u="none" strike="noStrike">
                          <a:solidFill>
                            <a:srgbClr val="000000"/>
                          </a:solidFill>
                          <a:effectLst/>
                          <a:latin typeface="Calibri" panose="020F0502020204030204" pitchFamily="34" charset="0"/>
                        </a:rPr>
                        <a:t>1</a:t>
                      </a:r>
                    </a:p>
                  </a:txBody>
                  <a:tcPr marL="9525" marR="9525" marT="9525" marB="0" anchor="ctr"/>
                </a:tc>
                <a:tc>
                  <a:txBody>
                    <a:bodyPr/>
                    <a:lstStyle/>
                    <a:p>
                      <a:pPr algn="ctr" fontAlgn="ctr"/>
                      <a:r>
                        <a:rPr lang="en-CA" sz="1100" b="0" i="0" u="none" strike="noStrike">
                          <a:solidFill>
                            <a:srgbClr val="000000"/>
                          </a:solidFill>
                          <a:effectLst/>
                          <a:latin typeface="Calibri" panose="020F0502020204030204" pitchFamily="34" charset="0"/>
                        </a:rPr>
                        <a:t>0.43%</a:t>
                      </a:r>
                    </a:p>
                  </a:txBody>
                  <a:tcPr marL="9525" marR="9525" marT="9525" marB="0" anchor="ctr"/>
                </a:tc>
                <a:tc>
                  <a:txBody>
                    <a:bodyPr/>
                    <a:lstStyle/>
                    <a:p>
                      <a:pPr algn="ctr" fontAlgn="ctr"/>
                      <a:r>
                        <a:rPr lang="en-CA" sz="1100" b="0" i="0" u="none" strike="noStrike">
                          <a:solidFill>
                            <a:srgbClr val="000000"/>
                          </a:solidFill>
                          <a:effectLst/>
                          <a:latin typeface="Calibri" panose="020F0502020204030204" pitchFamily="34" charset="0"/>
                        </a:rPr>
                        <a:t>0.34%</a:t>
                      </a:r>
                    </a:p>
                  </a:txBody>
                  <a:tcPr marL="9525" marR="9525" marT="9525" marB="0" anchor="ctr"/>
                </a:tc>
                <a:extLst>
                  <a:ext uri="{0D108BD9-81ED-4DB2-BD59-A6C34878D82A}">
                    <a16:rowId xmlns:a16="http://schemas.microsoft.com/office/drawing/2014/main" val="271924956"/>
                  </a:ext>
                </a:extLst>
              </a:tr>
              <a:tr h="183886">
                <a:tc>
                  <a:txBody>
                    <a:bodyPr/>
                    <a:lstStyle/>
                    <a:p>
                      <a:pPr algn="ctr" fontAlgn="ctr"/>
                      <a:r>
                        <a:rPr lang="en-CA" sz="1100" b="0" i="0" u="none" strike="noStrike" dirty="0">
                          <a:solidFill>
                            <a:srgbClr val="000000"/>
                          </a:solidFill>
                          <a:effectLst/>
                          <a:latin typeface="Calibri" panose="020F0502020204030204" pitchFamily="34" charset="0"/>
                        </a:rPr>
                        <a:t>9 (6L)</a:t>
                      </a:r>
                    </a:p>
                  </a:txBody>
                  <a:tcPr marL="9525" marR="9525" marT="9525" marB="0" anchor="ctr"/>
                </a:tc>
                <a:tc>
                  <a:txBody>
                    <a:bodyPr/>
                    <a:lstStyle/>
                    <a:p>
                      <a:pPr algn="ctr" fontAlgn="ctr"/>
                      <a:r>
                        <a:rPr lang="en-CA" sz="1100" b="0" i="0" u="none" strike="noStrike">
                          <a:solidFill>
                            <a:srgbClr val="000000"/>
                          </a:solidFill>
                          <a:effectLst/>
                          <a:latin typeface="Calibri" panose="020F0502020204030204" pitchFamily="34" charset="0"/>
                        </a:rPr>
                        <a:t>1731</a:t>
                      </a:r>
                    </a:p>
                  </a:txBody>
                  <a:tcPr marL="9525" marR="9525" marT="9525" marB="0" anchor="ctr"/>
                </a:tc>
                <a:tc>
                  <a:txBody>
                    <a:bodyPr/>
                    <a:lstStyle/>
                    <a:p>
                      <a:pPr algn="ctr" fontAlgn="ctr"/>
                      <a:r>
                        <a:rPr lang="en-CA" sz="1100" b="0" i="0" u="none" strike="noStrike">
                          <a:solidFill>
                            <a:srgbClr val="000000"/>
                          </a:solidFill>
                          <a:effectLst/>
                          <a:latin typeface="Calibri" panose="020F0502020204030204" pitchFamily="34" charset="0"/>
                        </a:rPr>
                        <a:t>17.31</a:t>
                      </a:r>
                    </a:p>
                  </a:txBody>
                  <a:tcPr marL="9525" marR="9525" marT="9525" marB="0" anchor="ctr"/>
                </a:tc>
                <a:tc>
                  <a:txBody>
                    <a:bodyPr/>
                    <a:lstStyle/>
                    <a:p>
                      <a:pPr algn="ctr" fontAlgn="ctr"/>
                      <a:r>
                        <a:rPr lang="en-CA" sz="1100" b="0" i="0" u="none" strike="noStrike">
                          <a:solidFill>
                            <a:srgbClr val="000000"/>
                          </a:solidFill>
                          <a:effectLst/>
                          <a:latin typeface="Calibri" panose="020F0502020204030204" pitchFamily="34" charset="0"/>
                        </a:rPr>
                        <a:t>6</a:t>
                      </a:r>
                    </a:p>
                  </a:txBody>
                  <a:tcPr marL="9525" marR="9525" marT="9525" marB="0" anchor="ctr"/>
                </a:tc>
                <a:tc>
                  <a:txBody>
                    <a:bodyPr/>
                    <a:lstStyle/>
                    <a:p>
                      <a:pPr algn="ctr" fontAlgn="ctr"/>
                      <a:r>
                        <a:rPr lang="en-CA" sz="1100" b="0" i="0" u="none" strike="noStrike">
                          <a:solidFill>
                            <a:srgbClr val="000000"/>
                          </a:solidFill>
                          <a:effectLst/>
                          <a:latin typeface="Calibri" panose="020F0502020204030204" pitchFamily="34" charset="0"/>
                        </a:rPr>
                        <a:t>1.00%</a:t>
                      </a:r>
                    </a:p>
                  </a:txBody>
                  <a:tcPr marL="9525" marR="9525" marT="9525" marB="0" anchor="ctr"/>
                </a:tc>
                <a:tc>
                  <a:txBody>
                    <a:bodyPr/>
                    <a:lstStyle/>
                    <a:p>
                      <a:pPr algn="ctr" fontAlgn="ctr"/>
                      <a:r>
                        <a:rPr lang="en-CA" sz="1100" b="0" i="0" u="none" strike="noStrike">
                          <a:solidFill>
                            <a:srgbClr val="000000"/>
                          </a:solidFill>
                          <a:effectLst/>
                          <a:latin typeface="Calibri" panose="020F0502020204030204" pitchFamily="34" charset="0"/>
                        </a:rPr>
                        <a:t>0.35%</a:t>
                      </a:r>
                    </a:p>
                  </a:txBody>
                  <a:tcPr marL="9525" marR="9525" marT="9525" marB="0" anchor="ctr"/>
                </a:tc>
                <a:extLst>
                  <a:ext uri="{0D108BD9-81ED-4DB2-BD59-A6C34878D82A}">
                    <a16:rowId xmlns:a16="http://schemas.microsoft.com/office/drawing/2014/main" val="3932383335"/>
                  </a:ext>
                </a:extLst>
              </a:tr>
              <a:tr h="183886">
                <a:tc>
                  <a:txBody>
                    <a:bodyPr/>
                    <a:lstStyle/>
                    <a:p>
                      <a:pPr algn="ctr" fontAlgn="ctr"/>
                      <a:r>
                        <a:rPr lang="en-CA" sz="1100" b="0" i="0" u="none" strike="noStrike" dirty="0">
                          <a:solidFill>
                            <a:srgbClr val="000000"/>
                          </a:solidFill>
                          <a:effectLst/>
                          <a:latin typeface="Calibri" panose="020F0502020204030204" pitchFamily="34" charset="0"/>
                        </a:rPr>
                        <a:t>11 (7M)</a:t>
                      </a:r>
                    </a:p>
                  </a:txBody>
                  <a:tcPr marL="9525" marR="9525" marT="9525" marB="0" anchor="ctr"/>
                </a:tc>
                <a:tc>
                  <a:txBody>
                    <a:bodyPr/>
                    <a:lstStyle/>
                    <a:p>
                      <a:pPr algn="ctr" fontAlgn="ctr"/>
                      <a:r>
                        <a:rPr lang="en-CA" sz="1100" b="0" i="0" u="none" strike="noStrike">
                          <a:solidFill>
                            <a:srgbClr val="000000"/>
                          </a:solidFill>
                          <a:effectLst/>
                          <a:latin typeface="Calibri" panose="020F0502020204030204" pitchFamily="34" charset="0"/>
                        </a:rPr>
                        <a:t>3008</a:t>
                      </a:r>
                    </a:p>
                  </a:txBody>
                  <a:tcPr marL="9525" marR="9525" marT="9525" marB="0" anchor="ctr"/>
                </a:tc>
                <a:tc>
                  <a:txBody>
                    <a:bodyPr/>
                    <a:lstStyle/>
                    <a:p>
                      <a:pPr algn="ctr" fontAlgn="ctr"/>
                      <a:r>
                        <a:rPr lang="en-CA" sz="1100" b="0" i="0" u="none" strike="noStrike">
                          <a:solidFill>
                            <a:srgbClr val="000000"/>
                          </a:solidFill>
                          <a:effectLst/>
                          <a:latin typeface="Calibri" panose="020F0502020204030204" pitchFamily="34" charset="0"/>
                        </a:rPr>
                        <a:t>60.16</a:t>
                      </a:r>
                    </a:p>
                  </a:txBody>
                  <a:tcPr marL="9525" marR="9525" marT="9525" marB="0" anchor="ctr"/>
                </a:tc>
                <a:tc>
                  <a:txBody>
                    <a:bodyPr/>
                    <a:lstStyle/>
                    <a:p>
                      <a:pPr algn="ctr" fontAlgn="ctr"/>
                      <a:r>
                        <a:rPr lang="en-CA" sz="1100" b="0" i="0" u="none" strike="noStrike">
                          <a:solidFill>
                            <a:srgbClr val="000000"/>
                          </a:solidFill>
                          <a:effectLst/>
                          <a:latin typeface="Calibri" panose="020F0502020204030204" pitchFamily="34" charset="0"/>
                        </a:rPr>
                        <a:t>42</a:t>
                      </a:r>
                    </a:p>
                  </a:txBody>
                  <a:tcPr marL="9525" marR="9525" marT="9525" marB="0" anchor="ctr"/>
                </a:tc>
                <a:tc>
                  <a:txBody>
                    <a:bodyPr/>
                    <a:lstStyle/>
                    <a:p>
                      <a:pPr algn="ctr" fontAlgn="ctr"/>
                      <a:r>
                        <a:rPr lang="en-CA" sz="1100" b="0" i="0" u="none" strike="noStrike">
                          <a:solidFill>
                            <a:srgbClr val="000000"/>
                          </a:solidFill>
                          <a:effectLst/>
                          <a:latin typeface="Calibri" panose="020F0502020204030204" pitchFamily="34" charset="0"/>
                        </a:rPr>
                        <a:t>2.00%</a:t>
                      </a:r>
                    </a:p>
                  </a:txBody>
                  <a:tcPr marL="9525" marR="9525" marT="9525" marB="0" anchor="ctr"/>
                </a:tc>
                <a:tc>
                  <a:txBody>
                    <a:bodyPr/>
                    <a:lstStyle/>
                    <a:p>
                      <a:pPr algn="ctr" fontAlgn="ctr"/>
                      <a:r>
                        <a:rPr lang="en-CA" sz="1100" b="0" i="0" u="none" strike="noStrike">
                          <a:solidFill>
                            <a:srgbClr val="000000"/>
                          </a:solidFill>
                          <a:effectLst/>
                          <a:latin typeface="Calibri" panose="020F0502020204030204" pitchFamily="34" charset="0"/>
                        </a:rPr>
                        <a:t>1.40%</a:t>
                      </a:r>
                    </a:p>
                  </a:txBody>
                  <a:tcPr marL="9525" marR="9525" marT="9525" marB="0" anchor="ctr"/>
                </a:tc>
                <a:extLst>
                  <a:ext uri="{0D108BD9-81ED-4DB2-BD59-A6C34878D82A}">
                    <a16:rowId xmlns:a16="http://schemas.microsoft.com/office/drawing/2014/main" val="4249387669"/>
                  </a:ext>
                </a:extLst>
              </a:tr>
              <a:tr h="183886">
                <a:tc>
                  <a:txBody>
                    <a:bodyPr/>
                    <a:lstStyle/>
                    <a:p>
                      <a:pPr algn="ctr" fontAlgn="ctr"/>
                      <a:r>
                        <a:rPr lang="en-CA" sz="1100" b="0" i="0" u="none" strike="noStrike" dirty="0">
                          <a:solidFill>
                            <a:srgbClr val="000000"/>
                          </a:solidFill>
                          <a:effectLst/>
                          <a:latin typeface="Calibri" panose="020F0502020204030204" pitchFamily="34" charset="0"/>
                        </a:rPr>
                        <a:t>13 (8H)</a:t>
                      </a:r>
                    </a:p>
                  </a:txBody>
                  <a:tcPr marL="9525" marR="9525" marT="9525" marB="0" anchor="ctr"/>
                </a:tc>
                <a:tc>
                  <a:txBody>
                    <a:bodyPr/>
                    <a:lstStyle/>
                    <a:p>
                      <a:pPr algn="ctr" fontAlgn="ctr"/>
                      <a:r>
                        <a:rPr lang="en-CA" sz="1100" b="0" i="0" u="none" strike="noStrike">
                          <a:solidFill>
                            <a:srgbClr val="000000"/>
                          </a:solidFill>
                          <a:effectLst/>
                          <a:latin typeface="Calibri" panose="020F0502020204030204" pitchFamily="34" charset="0"/>
                        </a:rPr>
                        <a:t>1681</a:t>
                      </a:r>
                    </a:p>
                  </a:txBody>
                  <a:tcPr marL="9525" marR="9525" marT="9525" marB="0" anchor="ctr"/>
                </a:tc>
                <a:tc>
                  <a:txBody>
                    <a:bodyPr/>
                    <a:lstStyle/>
                    <a:p>
                      <a:pPr algn="ctr" fontAlgn="ctr"/>
                      <a:r>
                        <a:rPr lang="en-CA" sz="1100" b="0" i="0" u="none" strike="noStrike">
                          <a:solidFill>
                            <a:srgbClr val="000000"/>
                          </a:solidFill>
                          <a:effectLst/>
                          <a:latin typeface="Calibri" panose="020F0502020204030204" pitchFamily="34" charset="0"/>
                        </a:rPr>
                        <a:t>67.24</a:t>
                      </a:r>
                    </a:p>
                  </a:txBody>
                  <a:tcPr marL="9525" marR="9525" marT="9525" marB="0" anchor="ctr"/>
                </a:tc>
                <a:tc>
                  <a:txBody>
                    <a:bodyPr/>
                    <a:lstStyle/>
                    <a:p>
                      <a:pPr algn="ctr" fontAlgn="ctr"/>
                      <a:r>
                        <a:rPr lang="en-CA" sz="1100" b="0" i="0" u="none" strike="noStrike">
                          <a:solidFill>
                            <a:srgbClr val="000000"/>
                          </a:solidFill>
                          <a:effectLst/>
                          <a:latin typeface="Calibri" panose="020F0502020204030204" pitchFamily="34" charset="0"/>
                        </a:rPr>
                        <a:t>53</a:t>
                      </a:r>
                    </a:p>
                  </a:txBody>
                  <a:tcPr marL="9525" marR="9525" marT="9525" marB="0" anchor="ctr"/>
                </a:tc>
                <a:tc>
                  <a:txBody>
                    <a:bodyPr/>
                    <a:lstStyle/>
                    <a:p>
                      <a:pPr algn="ctr" fontAlgn="ctr"/>
                      <a:r>
                        <a:rPr lang="en-CA" sz="1100" b="0" i="0" u="none" strike="noStrike">
                          <a:solidFill>
                            <a:srgbClr val="000000"/>
                          </a:solidFill>
                          <a:effectLst/>
                          <a:latin typeface="Calibri" panose="020F0502020204030204" pitchFamily="34" charset="0"/>
                        </a:rPr>
                        <a:t>4.00%</a:t>
                      </a:r>
                    </a:p>
                  </a:txBody>
                  <a:tcPr marL="9525" marR="9525" marT="9525" marB="0" anchor="ctr"/>
                </a:tc>
                <a:tc>
                  <a:txBody>
                    <a:bodyPr/>
                    <a:lstStyle/>
                    <a:p>
                      <a:pPr algn="ctr" fontAlgn="ctr"/>
                      <a:r>
                        <a:rPr lang="en-CA" sz="1100" b="0" i="0" u="none" strike="noStrike">
                          <a:solidFill>
                            <a:srgbClr val="000000"/>
                          </a:solidFill>
                          <a:effectLst/>
                          <a:latin typeface="Calibri" panose="020F0502020204030204" pitchFamily="34" charset="0"/>
                        </a:rPr>
                        <a:t>3.15%</a:t>
                      </a:r>
                    </a:p>
                  </a:txBody>
                  <a:tcPr marL="9525" marR="9525" marT="9525" marB="0" anchor="ctr"/>
                </a:tc>
                <a:extLst>
                  <a:ext uri="{0D108BD9-81ED-4DB2-BD59-A6C34878D82A}">
                    <a16:rowId xmlns:a16="http://schemas.microsoft.com/office/drawing/2014/main" val="1472851618"/>
                  </a:ext>
                </a:extLst>
              </a:tr>
              <a:tr h="183886">
                <a:tc>
                  <a:txBody>
                    <a:bodyPr/>
                    <a:lstStyle/>
                    <a:p>
                      <a:pPr algn="ctr" fontAlgn="ctr"/>
                      <a:r>
                        <a:rPr lang="en-CA" sz="1100" b="0" i="0" u="none" strike="noStrike" dirty="0">
                          <a:solidFill>
                            <a:srgbClr val="000000"/>
                          </a:solidFill>
                          <a:effectLst/>
                          <a:latin typeface="Calibri" panose="020F0502020204030204" pitchFamily="34" charset="0"/>
                        </a:rPr>
                        <a:t>15 (8L)</a:t>
                      </a:r>
                    </a:p>
                  </a:txBody>
                  <a:tcPr marL="9525" marR="9525" marT="9525" marB="0" anchor="ctr"/>
                </a:tc>
                <a:tc>
                  <a:txBody>
                    <a:bodyPr/>
                    <a:lstStyle/>
                    <a:p>
                      <a:pPr algn="ctr" fontAlgn="ctr"/>
                      <a:r>
                        <a:rPr lang="en-CA" sz="1100" b="0" i="0" u="none" strike="noStrike">
                          <a:solidFill>
                            <a:srgbClr val="000000"/>
                          </a:solidFill>
                          <a:effectLst/>
                          <a:latin typeface="Calibri" panose="020F0502020204030204" pitchFamily="34" charset="0"/>
                        </a:rPr>
                        <a:t>553</a:t>
                      </a:r>
                    </a:p>
                  </a:txBody>
                  <a:tcPr marL="9525" marR="9525" marT="9525" marB="0" anchor="ctr"/>
                </a:tc>
                <a:tc>
                  <a:txBody>
                    <a:bodyPr/>
                    <a:lstStyle/>
                    <a:p>
                      <a:pPr algn="ctr" fontAlgn="ctr"/>
                      <a:r>
                        <a:rPr lang="en-CA" sz="1100" b="0" i="0" u="none" strike="noStrike">
                          <a:solidFill>
                            <a:srgbClr val="000000"/>
                          </a:solidFill>
                          <a:effectLst/>
                          <a:latin typeface="Calibri" panose="020F0502020204030204" pitchFamily="34" charset="0"/>
                        </a:rPr>
                        <a:t>44.24</a:t>
                      </a:r>
                    </a:p>
                  </a:txBody>
                  <a:tcPr marL="9525" marR="9525" marT="9525" marB="0" anchor="ctr"/>
                </a:tc>
                <a:tc>
                  <a:txBody>
                    <a:bodyPr/>
                    <a:lstStyle/>
                    <a:p>
                      <a:pPr algn="ctr" fontAlgn="ctr"/>
                      <a:r>
                        <a:rPr lang="en-CA" sz="1100" b="0" i="0" u="none" strike="noStrike">
                          <a:solidFill>
                            <a:srgbClr val="000000"/>
                          </a:solidFill>
                          <a:effectLst/>
                          <a:latin typeface="Calibri" panose="020F0502020204030204" pitchFamily="34" charset="0"/>
                        </a:rPr>
                        <a:t>30</a:t>
                      </a:r>
                    </a:p>
                  </a:txBody>
                  <a:tcPr marL="9525" marR="9525" marT="9525" marB="0" anchor="ctr"/>
                </a:tc>
                <a:tc>
                  <a:txBody>
                    <a:bodyPr/>
                    <a:lstStyle/>
                    <a:p>
                      <a:pPr algn="ctr" fontAlgn="ctr"/>
                      <a:r>
                        <a:rPr lang="en-CA" sz="1100" b="0" i="0" u="none" strike="noStrike">
                          <a:solidFill>
                            <a:srgbClr val="000000"/>
                          </a:solidFill>
                          <a:effectLst/>
                          <a:latin typeface="Calibri" panose="020F0502020204030204" pitchFamily="34" charset="0"/>
                        </a:rPr>
                        <a:t>8.00%</a:t>
                      </a:r>
                    </a:p>
                  </a:txBody>
                  <a:tcPr marL="9525" marR="9525" marT="9525" marB="0" anchor="ctr"/>
                </a:tc>
                <a:tc>
                  <a:txBody>
                    <a:bodyPr/>
                    <a:lstStyle/>
                    <a:p>
                      <a:pPr algn="ctr" fontAlgn="ctr"/>
                      <a:r>
                        <a:rPr lang="en-CA" sz="1100" b="0" i="0" u="none" strike="noStrike">
                          <a:solidFill>
                            <a:srgbClr val="000000"/>
                          </a:solidFill>
                          <a:effectLst/>
                          <a:latin typeface="Calibri" panose="020F0502020204030204" pitchFamily="34" charset="0"/>
                        </a:rPr>
                        <a:t>5.42%</a:t>
                      </a:r>
                    </a:p>
                  </a:txBody>
                  <a:tcPr marL="9525" marR="9525" marT="9525" marB="0" anchor="ctr"/>
                </a:tc>
                <a:extLst>
                  <a:ext uri="{0D108BD9-81ED-4DB2-BD59-A6C34878D82A}">
                    <a16:rowId xmlns:a16="http://schemas.microsoft.com/office/drawing/2014/main" val="1865185851"/>
                  </a:ext>
                </a:extLst>
              </a:tr>
              <a:tr h="183886">
                <a:tc>
                  <a:txBody>
                    <a:bodyPr/>
                    <a:lstStyle/>
                    <a:p>
                      <a:pPr algn="ctr" fontAlgn="ctr"/>
                      <a:r>
                        <a:rPr lang="en-CA" sz="1100" b="0" i="0" u="none" strike="noStrike" dirty="0">
                          <a:solidFill>
                            <a:srgbClr val="000000"/>
                          </a:solidFill>
                          <a:effectLst/>
                          <a:latin typeface="Calibri" panose="020F0502020204030204" pitchFamily="34" charset="0"/>
                        </a:rPr>
                        <a:t>17 (9M)</a:t>
                      </a:r>
                    </a:p>
                  </a:txBody>
                  <a:tcPr marL="9525" marR="9525" marT="9525" marB="0" anchor="ctr"/>
                </a:tc>
                <a:tc>
                  <a:txBody>
                    <a:bodyPr/>
                    <a:lstStyle/>
                    <a:p>
                      <a:pPr algn="ctr" fontAlgn="ctr"/>
                      <a:r>
                        <a:rPr lang="en-CA" sz="1100" b="0" i="0" u="none" strike="noStrike">
                          <a:solidFill>
                            <a:srgbClr val="000000"/>
                          </a:solidFill>
                          <a:effectLst/>
                          <a:latin typeface="Calibri" panose="020F0502020204030204" pitchFamily="34" charset="0"/>
                        </a:rPr>
                        <a:t>242</a:t>
                      </a:r>
                    </a:p>
                  </a:txBody>
                  <a:tcPr marL="9525" marR="9525" marT="9525" marB="0" anchor="ctr"/>
                </a:tc>
                <a:tc>
                  <a:txBody>
                    <a:bodyPr/>
                    <a:lstStyle/>
                    <a:p>
                      <a:pPr algn="ctr" fontAlgn="ctr"/>
                      <a:r>
                        <a:rPr lang="en-CA" sz="1100" b="0" i="0" u="none" strike="noStrike">
                          <a:solidFill>
                            <a:srgbClr val="000000"/>
                          </a:solidFill>
                          <a:effectLst/>
                          <a:latin typeface="Calibri" panose="020F0502020204030204" pitchFamily="34" charset="0"/>
                        </a:rPr>
                        <a:t>36.30</a:t>
                      </a:r>
                    </a:p>
                  </a:txBody>
                  <a:tcPr marL="9525" marR="9525" marT="9525" marB="0" anchor="ctr"/>
                </a:tc>
                <a:tc>
                  <a:txBody>
                    <a:bodyPr/>
                    <a:lstStyle/>
                    <a:p>
                      <a:pPr algn="ctr" fontAlgn="ctr"/>
                      <a:r>
                        <a:rPr lang="en-CA" sz="1100" b="0" i="0" u="none" strike="noStrike">
                          <a:solidFill>
                            <a:srgbClr val="000000"/>
                          </a:solidFill>
                          <a:effectLst/>
                          <a:latin typeface="Calibri" panose="020F0502020204030204" pitchFamily="34" charset="0"/>
                        </a:rPr>
                        <a:t>32</a:t>
                      </a:r>
                    </a:p>
                  </a:txBody>
                  <a:tcPr marL="9525" marR="9525" marT="9525" marB="0" anchor="ctr"/>
                </a:tc>
                <a:tc>
                  <a:txBody>
                    <a:bodyPr/>
                    <a:lstStyle/>
                    <a:p>
                      <a:pPr algn="ctr" fontAlgn="ctr"/>
                      <a:r>
                        <a:rPr lang="en-CA" sz="1100" b="0" i="0" u="none" strike="noStrike">
                          <a:solidFill>
                            <a:srgbClr val="000000"/>
                          </a:solidFill>
                          <a:effectLst/>
                          <a:latin typeface="Calibri" panose="020F0502020204030204" pitchFamily="34" charset="0"/>
                        </a:rPr>
                        <a:t>15.00%</a:t>
                      </a:r>
                    </a:p>
                  </a:txBody>
                  <a:tcPr marL="9525" marR="9525" marT="9525" marB="0" anchor="ctr"/>
                </a:tc>
                <a:tc>
                  <a:txBody>
                    <a:bodyPr/>
                    <a:lstStyle/>
                    <a:p>
                      <a:pPr algn="ctr" fontAlgn="ctr"/>
                      <a:r>
                        <a:rPr lang="en-CA" sz="1100" b="0" i="0" u="none" strike="noStrike">
                          <a:solidFill>
                            <a:srgbClr val="000000"/>
                          </a:solidFill>
                          <a:effectLst/>
                          <a:latin typeface="Calibri" panose="020F0502020204030204" pitchFamily="34" charset="0"/>
                        </a:rPr>
                        <a:t>13.22%</a:t>
                      </a:r>
                    </a:p>
                  </a:txBody>
                  <a:tcPr marL="9525" marR="9525" marT="9525" marB="0" anchor="ctr"/>
                </a:tc>
                <a:extLst>
                  <a:ext uri="{0D108BD9-81ED-4DB2-BD59-A6C34878D82A}">
                    <a16:rowId xmlns:a16="http://schemas.microsoft.com/office/drawing/2014/main" val="1516968629"/>
                  </a:ext>
                </a:extLst>
              </a:tr>
              <a:tr h="183886">
                <a:tc>
                  <a:txBody>
                    <a:bodyPr/>
                    <a:lstStyle/>
                    <a:p>
                      <a:pPr algn="ctr" fontAlgn="ctr"/>
                      <a:r>
                        <a:rPr lang="en-CA" sz="1100" b="0" i="0" u="none" strike="noStrike" dirty="0">
                          <a:solidFill>
                            <a:srgbClr val="000000"/>
                          </a:solidFill>
                          <a:effectLst/>
                          <a:latin typeface="Calibri" panose="020F0502020204030204" pitchFamily="34" charset="0"/>
                        </a:rPr>
                        <a:t>18 (9L)</a:t>
                      </a:r>
                    </a:p>
                  </a:txBody>
                  <a:tcPr marL="9525" marR="9525" marT="9525" marB="0" anchor="ctr"/>
                </a:tc>
                <a:tc>
                  <a:txBody>
                    <a:bodyPr/>
                    <a:lstStyle/>
                    <a:p>
                      <a:pPr algn="ctr" fontAlgn="ctr"/>
                      <a:r>
                        <a:rPr lang="en-CA" sz="1100" b="0" i="0" u="none" strike="noStrike" dirty="0">
                          <a:solidFill>
                            <a:srgbClr val="000000"/>
                          </a:solidFill>
                          <a:effectLst/>
                          <a:latin typeface="Calibri" panose="020F0502020204030204" pitchFamily="34" charset="0"/>
                        </a:rPr>
                        <a:t>75</a:t>
                      </a:r>
                    </a:p>
                  </a:txBody>
                  <a:tcPr marL="9525" marR="9525" marT="9525" marB="0" anchor="ctr"/>
                </a:tc>
                <a:tc>
                  <a:txBody>
                    <a:bodyPr/>
                    <a:lstStyle/>
                    <a:p>
                      <a:pPr algn="ctr" fontAlgn="ctr"/>
                      <a:r>
                        <a:rPr lang="en-CA" sz="1100" b="0" i="0" u="none" strike="noStrike" dirty="0">
                          <a:solidFill>
                            <a:srgbClr val="000000"/>
                          </a:solidFill>
                          <a:effectLst/>
                          <a:latin typeface="Calibri" panose="020F0502020204030204" pitchFamily="34" charset="0"/>
                        </a:rPr>
                        <a:t>15.75</a:t>
                      </a:r>
                    </a:p>
                  </a:txBody>
                  <a:tcPr marL="9525" marR="9525" marT="9525" marB="0" anchor="ctr"/>
                </a:tc>
                <a:tc>
                  <a:txBody>
                    <a:bodyPr/>
                    <a:lstStyle/>
                    <a:p>
                      <a:pPr algn="ctr" fontAlgn="ctr"/>
                      <a:r>
                        <a:rPr lang="en-CA" sz="1100" b="0" i="0" u="none" strike="noStrike" dirty="0">
                          <a:solidFill>
                            <a:srgbClr val="000000"/>
                          </a:solidFill>
                          <a:effectLst/>
                          <a:latin typeface="Calibri" panose="020F0502020204030204" pitchFamily="34" charset="0"/>
                        </a:rPr>
                        <a:t>15</a:t>
                      </a:r>
                    </a:p>
                  </a:txBody>
                  <a:tcPr marL="9525" marR="9525" marT="9525" marB="0" anchor="ctr"/>
                </a:tc>
                <a:tc>
                  <a:txBody>
                    <a:bodyPr/>
                    <a:lstStyle/>
                    <a:p>
                      <a:pPr algn="ctr" fontAlgn="ctr"/>
                      <a:r>
                        <a:rPr lang="en-CA" sz="1100" b="0" i="0" u="none" strike="noStrike" dirty="0">
                          <a:solidFill>
                            <a:srgbClr val="000000"/>
                          </a:solidFill>
                          <a:effectLst/>
                          <a:latin typeface="Calibri" panose="020F0502020204030204" pitchFamily="34" charset="0"/>
                        </a:rPr>
                        <a:t>21.00%</a:t>
                      </a:r>
                    </a:p>
                  </a:txBody>
                  <a:tcPr marL="9525" marR="9525" marT="9525" marB="0" anchor="ctr"/>
                </a:tc>
                <a:tc>
                  <a:txBody>
                    <a:bodyPr/>
                    <a:lstStyle/>
                    <a:p>
                      <a:pPr algn="ctr" fontAlgn="ctr"/>
                      <a:r>
                        <a:rPr lang="en-CA" sz="1100" b="0" i="0" u="none" strike="noStrike" dirty="0">
                          <a:solidFill>
                            <a:srgbClr val="000000"/>
                          </a:solidFill>
                          <a:effectLst/>
                          <a:latin typeface="Calibri" panose="020F0502020204030204" pitchFamily="34" charset="0"/>
                        </a:rPr>
                        <a:t>20.00%</a:t>
                      </a:r>
                    </a:p>
                  </a:txBody>
                  <a:tcPr marL="9525" marR="9525" marT="9525" marB="0" anchor="ctr"/>
                </a:tc>
                <a:extLst>
                  <a:ext uri="{0D108BD9-81ED-4DB2-BD59-A6C34878D82A}">
                    <a16:rowId xmlns:a16="http://schemas.microsoft.com/office/drawing/2014/main" val="1251321915"/>
                  </a:ext>
                </a:extLst>
              </a:tr>
            </a:tbl>
          </a:graphicData>
        </a:graphic>
      </p:graphicFrame>
      <p:graphicFrame>
        <p:nvGraphicFramePr>
          <p:cNvPr id="11" name="Table 10"/>
          <p:cNvGraphicFramePr>
            <a:graphicFrameLocks noGrp="1"/>
          </p:cNvGraphicFramePr>
          <p:nvPr>
            <p:extLst>
              <p:ext uri="{D42A27DB-BD31-4B8C-83A1-F6EECF244321}">
                <p14:modId xmlns:p14="http://schemas.microsoft.com/office/powerpoint/2010/main" val="2318081141"/>
              </p:ext>
            </p:extLst>
          </p:nvPr>
        </p:nvGraphicFramePr>
        <p:xfrm>
          <a:off x="4761471" y="865477"/>
          <a:ext cx="3974562" cy="2133080"/>
        </p:xfrm>
        <a:graphic>
          <a:graphicData uri="http://schemas.openxmlformats.org/drawingml/2006/table">
            <a:tbl>
              <a:tblPr firstRow="1" bandRow="1">
                <a:tableStyleId>{B301B821-A1FF-4177-AEE7-76D212191A09}</a:tableStyleId>
              </a:tblPr>
              <a:tblGrid>
                <a:gridCol w="662427">
                  <a:extLst>
                    <a:ext uri="{9D8B030D-6E8A-4147-A177-3AD203B41FA5}">
                      <a16:colId xmlns:a16="http://schemas.microsoft.com/office/drawing/2014/main" val="3531414053"/>
                    </a:ext>
                  </a:extLst>
                </a:gridCol>
                <a:gridCol w="662427">
                  <a:extLst>
                    <a:ext uri="{9D8B030D-6E8A-4147-A177-3AD203B41FA5}">
                      <a16:colId xmlns:a16="http://schemas.microsoft.com/office/drawing/2014/main" val="3710890979"/>
                    </a:ext>
                  </a:extLst>
                </a:gridCol>
                <a:gridCol w="662427">
                  <a:extLst>
                    <a:ext uri="{9D8B030D-6E8A-4147-A177-3AD203B41FA5}">
                      <a16:colId xmlns:a16="http://schemas.microsoft.com/office/drawing/2014/main" val="506842641"/>
                    </a:ext>
                  </a:extLst>
                </a:gridCol>
                <a:gridCol w="662427">
                  <a:extLst>
                    <a:ext uri="{9D8B030D-6E8A-4147-A177-3AD203B41FA5}">
                      <a16:colId xmlns:a16="http://schemas.microsoft.com/office/drawing/2014/main" val="3288558782"/>
                    </a:ext>
                  </a:extLst>
                </a:gridCol>
                <a:gridCol w="662427">
                  <a:extLst>
                    <a:ext uri="{9D8B030D-6E8A-4147-A177-3AD203B41FA5}">
                      <a16:colId xmlns:a16="http://schemas.microsoft.com/office/drawing/2014/main" val="2980040611"/>
                    </a:ext>
                  </a:extLst>
                </a:gridCol>
                <a:gridCol w="662427">
                  <a:extLst>
                    <a:ext uri="{9D8B030D-6E8A-4147-A177-3AD203B41FA5}">
                      <a16:colId xmlns:a16="http://schemas.microsoft.com/office/drawing/2014/main" val="2490030578"/>
                    </a:ext>
                  </a:extLst>
                </a:gridCol>
              </a:tblGrid>
              <a:tr h="294219">
                <a:tc gridSpan="6">
                  <a:txBody>
                    <a:bodyPr/>
                    <a:lstStyle/>
                    <a:p>
                      <a:pPr algn="ctr" fontAlgn="ctr"/>
                      <a:r>
                        <a:rPr lang="en-CA" sz="1100" u="none" strike="noStrike" dirty="0">
                          <a:effectLst/>
                        </a:rPr>
                        <a:t>Observation Period: </a:t>
                      </a:r>
                      <a:r>
                        <a:rPr lang="en-CA" sz="1100" u="none" strike="noStrike" dirty="0" smtClean="0">
                          <a:effectLst/>
                        </a:rPr>
                        <a:t>2017 </a:t>
                      </a:r>
                      <a:r>
                        <a:rPr lang="en-CA" sz="1100" u="none" strike="noStrike" dirty="0">
                          <a:effectLst/>
                        </a:rPr>
                        <a:t>- </a:t>
                      </a:r>
                      <a:r>
                        <a:rPr lang="en-CA" sz="1100" u="none" strike="noStrike" dirty="0" smtClean="0">
                          <a:effectLst/>
                        </a:rPr>
                        <a:t>2018</a:t>
                      </a:r>
                      <a:endParaRPr lang="en-CA" sz="1100" b="1" i="0" u="none" strike="noStrike" dirty="0">
                        <a:solidFill>
                          <a:srgbClr val="000000"/>
                        </a:solidFill>
                        <a:effectLst/>
                        <a:latin typeface="Calibri" panose="020F0502020204030204" pitchFamily="34" charset="0"/>
                      </a:endParaRPr>
                    </a:p>
                  </a:txBody>
                  <a:tcPr marL="9525" marR="9525" marT="9525" marB="0" anchor="ct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extLst>
                  <a:ext uri="{0D108BD9-81ED-4DB2-BD59-A6C34878D82A}">
                    <a16:rowId xmlns:a16="http://schemas.microsoft.com/office/drawing/2014/main" val="1980411550"/>
                  </a:ext>
                </a:extLst>
              </a:tr>
              <a:tr h="551659">
                <a:tc>
                  <a:txBody>
                    <a:bodyPr/>
                    <a:lstStyle/>
                    <a:p>
                      <a:pPr algn="ctr" fontAlgn="ctr"/>
                      <a:r>
                        <a:rPr lang="en-CA" sz="1100" b="1" u="none" strike="noStrike" dirty="0">
                          <a:solidFill>
                            <a:srgbClr val="000000"/>
                          </a:solidFill>
                          <a:effectLst/>
                        </a:rPr>
                        <a:t>BRR</a:t>
                      </a:r>
                      <a:endParaRPr lang="en-CA" sz="11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ctr"/>
                      <a:r>
                        <a:rPr lang="en-CA" sz="1100" b="1" u="none" strike="noStrike" dirty="0">
                          <a:solidFill>
                            <a:srgbClr val="000000"/>
                          </a:solidFill>
                          <a:effectLst/>
                        </a:rPr>
                        <a:t>Number of Obligors</a:t>
                      </a:r>
                      <a:endParaRPr lang="en-CA" sz="11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ctr"/>
                      <a:r>
                        <a:rPr lang="en-CA" sz="1100" b="1" u="none" strike="noStrike" dirty="0">
                          <a:solidFill>
                            <a:srgbClr val="000000"/>
                          </a:solidFill>
                          <a:effectLst/>
                        </a:rPr>
                        <a:t>Expected Number of Defaults</a:t>
                      </a:r>
                      <a:endParaRPr lang="en-CA" sz="11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ctr"/>
                      <a:r>
                        <a:rPr lang="en-CA" sz="1100" b="1" u="none" strike="noStrike" dirty="0">
                          <a:solidFill>
                            <a:srgbClr val="000000"/>
                          </a:solidFill>
                          <a:effectLst/>
                        </a:rPr>
                        <a:t>Observed Number of Defaults</a:t>
                      </a:r>
                      <a:endParaRPr lang="en-CA" sz="11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ctr"/>
                      <a:r>
                        <a:rPr lang="en-CA" sz="1100" b="1" u="none" strike="noStrike" dirty="0">
                          <a:solidFill>
                            <a:srgbClr val="000000"/>
                          </a:solidFill>
                          <a:effectLst/>
                        </a:rPr>
                        <a:t>PD</a:t>
                      </a:r>
                      <a:endParaRPr lang="en-CA" sz="11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ctr"/>
                      <a:r>
                        <a:rPr lang="en-CA" sz="1100" b="1" u="none" strike="noStrike" dirty="0">
                          <a:solidFill>
                            <a:srgbClr val="000000"/>
                          </a:solidFill>
                          <a:effectLst/>
                        </a:rPr>
                        <a:t>Observed Default Rate</a:t>
                      </a:r>
                      <a:endParaRPr lang="en-CA" sz="1100" b="1"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815293457"/>
                  </a:ext>
                </a:extLst>
              </a:tr>
              <a:tr h="183886">
                <a:tc>
                  <a:txBody>
                    <a:bodyPr/>
                    <a:lstStyle/>
                    <a:p>
                      <a:pPr algn="ctr" fontAlgn="ctr"/>
                      <a:r>
                        <a:rPr lang="en-CA" sz="1100" b="0" i="0" u="none" strike="noStrike" dirty="0">
                          <a:solidFill>
                            <a:srgbClr val="000000"/>
                          </a:solidFill>
                          <a:effectLst/>
                          <a:latin typeface="Calibri" panose="020F0502020204030204" pitchFamily="34" charset="0"/>
                        </a:rPr>
                        <a:t>7 (6H)</a:t>
                      </a:r>
                    </a:p>
                  </a:txBody>
                  <a:tcPr marL="9525" marR="9525" marT="9525" marB="0" anchor="ctr"/>
                </a:tc>
                <a:tc>
                  <a:txBody>
                    <a:bodyPr/>
                    <a:lstStyle/>
                    <a:p>
                      <a:pPr algn="ctr" fontAlgn="ctr"/>
                      <a:r>
                        <a:rPr lang="en-CA" sz="1100" b="0" i="0" u="none" strike="noStrike">
                          <a:solidFill>
                            <a:srgbClr val="000000"/>
                          </a:solidFill>
                          <a:effectLst/>
                          <a:latin typeface="Calibri" panose="020F0502020204030204" pitchFamily="34" charset="0"/>
                        </a:rPr>
                        <a:t>300</a:t>
                      </a:r>
                    </a:p>
                  </a:txBody>
                  <a:tcPr marL="9525" marR="9525" marT="9525" marB="0" anchor="ctr"/>
                </a:tc>
                <a:tc>
                  <a:txBody>
                    <a:bodyPr/>
                    <a:lstStyle/>
                    <a:p>
                      <a:pPr algn="ctr" fontAlgn="ctr"/>
                      <a:r>
                        <a:rPr lang="en-CA" sz="1100" b="0" i="0" u="none" strike="noStrike">
                          <a:solidFill>
                            <a:srgbClr val="000000"/>
                          </a:solidFill>
                          <a:effectLst/>
                          <a:latin typeface="Calibri" panose="020F0502020204030204" pitchFamily="34" charset="0"/>
                        </a:rPr>
                        <a:t>1.29</a:t>
                      </a:r>
                    </a:p>
                  </a:txBody>
                  <a:tcPr marL="9525" marR="9525" marT="9525" marB="0" anchor="ctr"/>
                </a:tc>
                <a:tc>
                  <a:txBody>
                    <a:bodyPr/>
                    <a:lstStyle/>
                    <a:p>
                      <a:pPr algn="ctr" fontAlgn="ctr"/>
                      <a:r>
                        <a:rPr lang="en-CA" sz="1100" b="0" i="0" u="none" strike="noStrike">
                          <a:solidFill>
                            <a:srgbClr val="000000"/>
                          </a:solidFill>
                          <a:effectLst/>
                          <a:latin typeface="Calibri" panose="020F0502020204030204" pitchFamily="34" charset="0"/>
                        </a:rPr>
                        <a:t>2</a:t>
                      </a:r>
                    </a:p>
                  </a:txBody>
                  <a:tcPr marL="9525" marR="9525" marT="9525" marB="0" anchor="ctr"/>
                </a:tc>
                <a:tc>
                  <a:txBody>
                    <a:bodyPr/>
                    <a:lstStyle/>
                    <a:p>
                      <a:pPr algn="ctr" fontAlgn="ctr"/>
                      <a:r>
                        <a:rPr lang="en-CA" sz="1100" b="0" i="0" u="none" strike="noStrike">
                          <a:solidFill>
                            <a:srgbClr val="000000"/>
                          </a:solidFill>
                          <a:effectLst/>
                          <a:latin typeface="Calibri" panose="020F0502020204030204" pitchFamily="34" charset="0"/>
                        </a:rPr>
                        <a:t>0.43%</a:t>
                      </a:r>
                    </a:p>
                  </a:txBody>
                  <a:tcPr marL="9525" marR="9525" marT="9525" marB="0" anchor="ctr"/>
                </a:tc>
                <a:tc>
                  <a:txBody>
                    <a:bodyPr/>
                    <a:lstStyle/>
                    <a:p>
                      <a:pPr algn="ctr" fontAlgn="ctr"/>
                      <a:r>
                        <a:rPr lang="en-CA" sz="1100" b="0" i="0" u="none" strike="noStrike">
                          <a:solidFill>
                            <a:srgbClr val="000000"/>
                          </a:solidFill>
                          <a:effectLst/>
                          <a:latin typeface="Calibri" panose="020F0502020204030204" pitchFamily="34" charset="0"/>
                        </a:rPr>
                        <a:t>0.67%</a:t>
                      </a:r>
                    </a:p>
                  </a:txBody>
                  <a:tcPr marL="9525" marR="9525" marT="9525" marB="0" anchor="ctr"/>
                </a:tc>
                <a:extLst>
                  <a:ext uri="{0D108BD9-81ED-4DB2-BD59-A6C34878D82A}">
                    <a16:rowId xmlns:a16="http://schemas.microsoft.com/office/drawing/2014/main" val="1966228280"/>
                  </a:ext>
                </a:extLst>
              </a:tr>
              <a:tr h="183886">
                <a:tc>
                  <a:txBody>
                    <a:bodyPr/>
                    <a:lstStyle/>
                    <a:p>
                      <a:pPr algn="ctr" fontAlgn="ctr"/>
                      <a:r>
                        <a:rPr lang="en-CA" sz="1100" b="0" i="0" u="none" strike="noStrike" dirty="0">
                          <a:solidFill>
                            <a:srgbClr val="000000"/>
                          </a:solidFill>
                          <a:effectLst/>
                          <a:latin typeface="Calibri" panose="020F0502020204030204" pitchFamily="34" charset="0"/>
                        </a:rPr>
                        <a:t>9 (6L)</a:t>
                      </a:r>
                    </a:p>
                  </a:txBody>
                  <a:tcPr marL="9525" marR="9525" marT="9525" marB="0" anchor="ctr"/>
                </a:tc>
                <a:tc>
                  <a:txBody>
                    <a:bodyPr/>
                    <a:lstStyle/>
                    <a:p>
                      <a:pPr algn="ctr" fontAlgn="ctr"/>
                      <a:r>
                        <a:rPr lang="en-CA" sz="1100" b="0" i="0" u="none" strike="noStrike">
                          <a:solidFill>
                            <a:srgbClr val="000000"/>
                          </a:solidFill>
                          <a:effectLst/>
                          <a:latin typeface="Calibri" panose="020F0502020204030204" pitchFamily="34" charset="0"/>
                        </a:rPr>
                        <a:t>1821</a:t>
                      </a:r>
                    </a:p>
                  </a:txBody>
                  <a:tcPr marL="9525" marR="9525" marT="9525" marB="0" anchor="ctr"/>
                </a:tc>
                <a:tc>
                  <a:txBody>
                    <a:bodyPr/>
                    <a:lstStyle/>
                    <a:p>
                      <a:pPr algn="ctr" fontAlgn="ctr"/>
                      <a:r>
                        <a:rPr lang="en-CA" sz="1100" b="0" i="0" u="none" strike="noStrike">
                          <a:solidFill>
                            <a:srgbClr val="000000"/>
                          </a:solidFill>
                          <a:effectLst/>
                          <a:latin typeface="Calibri" panose="020F0502020204030204" pitchFamily="34" charset="0"/>
                        </a:rPr>
                        <a:t>18.21</a:t>
                      </a:r>
                    </a:p>
                  </a:txBody>
                  <a:tcPr marL="9525" marR="9525" marT="9525" marB="0" anchor="ctr"/>
                </a:tc>
                <a:tc>
                  <a:txBody>
                    <a:bodyPr/>
                    <a:lstStyle/>
                    <a:p>
                      <a:pPr algn="ctr" fontAlgn="ctr"/>
                      <a:r>
                        <a:rPr lang="en-CA" sz="1100" b="0" i="0" u="none" strike="noStrike">
                          <a:solidFill>
                            <a:srgbClr val="000000"/>
                          </a:solidFill>
                          <a:effectLst/>
                          <a:latin typeface="Calibri" panose="020F0502020204030204" pitchFamily="34" charset="0"/>
                        </a:rPr>
                        <a:t>11</a:t>
                      </a:r>
                    </a:p>
                  </a:txBody>
                  <a:tcPr marL="9525" marR="9525" marT="9525" marB="0" anchor="ctr"/>
                </a:tc>
                <a:tc>
                  <a:txBody>
                    <a:bodyPr/>
                    <a:lstStyle/>
                    <a:p>
                      <a:pPr algn="ctr" fontAlgn="ctr"/>
                      <a:r>
                        <a:rPr lang="en-CA" sz="1100" b="0" i="0" u="none" strike="noStrike">
                          <a:solidFill>
                            <a:srgbClr val="000000"/>
                          </a:solidFill>
                          <a:effectLst/>
                          <a:latin typeface="Calibri" panose="020F0502020204030204" pitchFamily="34" charset="0"/>
                        </a:rPr>
                        <a:t>1.00%</a:t>
                      </a:r>
                    </a:p>
                  </a:txBody>
                  <a:tcPr marL="9525" marR="9525" marT="9525" marB="0" anchor="ctr"/>
                </a:tc>
                <a:tc>
                  <a:txBody>
                    <a:bodyPr/>
                    <a:lstStyle/>
                    <a:p>
                      <a:pPr algn="ctr" fontAlgn="ctr"/>
                      <a:r>
                        <a:rPr lang="en-CA" sz="1100" b="0" i="0" u="none" strike="noStrike">
                          <a:solidFill>
                            <a:srgbClr val="000000"/>
                          </a:solidFill>
                          <a:effectLst/>
                          <a:latin typeface="Calibri" panose="020F0502020204030204" pitchFamily="34" charset="0"/>
                        </a:rPr>
                        <a:t>0.60%</a:t>
                      </a:r>
                    </a:p>
                  </a:txBody>
                  <a:tcPr marL="9525" marR="9525" marT="9525" marB="0" anchor="ctr"/>
                </a:tc>
                <a:extLst>
                  <a:ext uri="{0D108BD9-81ED-4DB2-BD59-A6C34878D82A}">
                    <a16:rowId xmlns:a16="http://schemas.microsoft.com/office/drawing/2014/main" val="126855399"/>
                  </a:ext>
                </a:extLst>
              </a:tr>
              <a:tr h="183886">
                <a:tc>
                  <a:txBody>
                    <a:bodyPr/>
                    <a:lstStyle/>
                    <a:p>
                      <a:pPr algn="ctr" fontAlgn="ctr"/>
                      <a:r>
                        <a:rPr lang="en-CA" sz="1100" b="0" i="0" u="none" strike="noStrike" dirty="0">
                          <a:solidFill>
                            <a:srgbClr val="000000"/>
                          </a:solidFill>
                          <a:effectLst/>
                          <a:latin typeface="Calibri" panose="020F0502020204030204" pitchFamily="34" charset="0"/>
                        </a:rPr>
                        <a:t>11 (7M)</a:t>
                      </a:r>
                    </a:p>
                  </a:txBody>
                  <a:tcPr marL="9525" marR="9525" marT="9525" marB="0" anchor="ctr"/>
                </a:tc>
                <a:tc>
                  <a:txBody>
                    <a:bodyPr/>
                    <a:lstStyle/>
                    <a:p>
                      <a:pPr algn="ctr" fontAlgn="ctr"/>
                      <a:r>
                        <a:rPr lang="en-CA" sz="1100" b="0" i="0" u="none" strike="noStrike">
                          <a:solidFill>
                            <a:srgbClr val="000000"/>
                          </a:solidFill>
                          <a:effectLst/>
                          <a:latin typeface="Calibri" panose="020F0502020204030204" pitchFamily="34" charset="0"/>
                        </a:rPr>
                        <a:t>3284</a:t>
                      </a:r>
                    </a:p>
                  </a:txBody>
                  <a:tcPr marL="9525" marR="9525" marT="9525" marB="0" anchor="ctr"/>
                </a:tc>
                <a:tc>
                  <a:txBody>
                    <a:bodyPr/>
                    <a:lstStyle/>
                    <a:p>
                      <a:pPr algn="ctr" fontAlgn="ctr"/>
                      <a:r>
                        <a:rPr lang="en-CA" sz="1100" b="0" i="0" u="none" strike="noStrike">
                          <a:solidFill>
                            <a:srgbClr val="000000"/>
                          </a:solidFill>
                          <a:effectLst/>
                          <a:latin typeface="Calibri" panose="020F0502020204030204" pitchFamily="34" charset="0"/>
                        </a:rPr>
                        <a:t>65.68</a:t>
                      </a:r>
                    </a:p>
                  </a:txBody>
                  <a:tcPr marL="9525" marR="9525" marT="9525" marB="0" anchor="ctr"/>
                </a:tc>
                <a:tc>
                  <a:txBody>
                    <a:bodyPr/>
                    <a:lstStyle/>
                    <a:p>
                      <a:pPr algn="ctr" fontAlgn="ctr"/>
                      <a:r>
                        <a:rPr lang="en-CA" sz="1100" b="0" i="0" u="none" strike="noStrike">
                          <a:solidFill>
                            <a:srgbClr val="000000"/>
                          </a:solidFill>
                          <a:effectLst/>
                          <a:latin typeface="Calibri" panose="020F0502020204030204" pitchFamily="34" charset="0"/>
                        </a:rPr>
                        <a:t>47</a:t>
                      </a:r>
                    </a:p>
                  </a:txBody>
                  <a:tcPr marL="9525" marR="9525" marT="9525" marB="0" anchor="ctr"/>
                </a:tc>
                <a:tc>
                  <a:txBody>
                    <a:bodyPr/>
                    <a:lstStyle/>
                    <a:p>
                      <a:pPr algn="ctr" fontAlgn="ctr"/>
                      <a:r>
                        <a:rPr lang="en-CA" sz="1100" b="0" i="0" u="none" strike="noStrike">
                          <a:solidFill>
                            <a:srgbClr val="000000"/>
                          </a:solidFill>
                          <a:effectLst/>
                          <a:latin typeface="Calibri" panose="020F0502020204030204" pitchFamily="34" charset="0"/>
                        </a:rPr>
                        <a:t>2.00%</a:t>
                      </a:r>
                    </a:p>
                  </a:txBody>
                  <a:tcPr marL="9525" marR="9525" marT="9525" marB="0" anchor="ctr"/>
                </a:tc>
                <a:tc>
                  <a:txBody>
                    <a:bodyPr/>
                    <a:lstStyle/>
                    <a:p>
                      <a:pPr algn="ctr" fontAlgn="ctr"/>
                      <a:r>
                        <a:rPr lang="en-CA" sz="1100" b="0" i="0" u="none" strike="noStrike">
                          <a:solidFill>
                            <a:srgbClr val="000000"/>
                          </a:solidFill>
                          <a:effectLst/>
                          <a:latin typeface="Calibri" panose="020F0502020204030204" pitchFamily="34" charset="0"/>
                        </a:rPr>
                        <a:t>1.43%</a:t>
                      </a:r>
                    </a:p>
                  </a:txBody>
                  <a:tcPr marL="9525" marR="9525" marT="9525" marB="0" anchor="ctr"/>
                </a:tc>
                <a:extLst>
                  <a:ext uri="{0D108BD9-81ED-4DB2-BD59-A6C34878D82A}">
                    <a16:rowId xmlns:a16="http://schemas.microsoft.com/office/drawing/2014/main" val="3501910173"/>
                  </a:ext>
                </a:extLst>
              </a:tr>
              <a:tr h="183886">
                <a:tc>
                  <a:txBody>
                    <a:bodyPr/>
                    <a:lstStyle/>
                    <a:p>
                      <a:pPr algn="ctr" fontAlgn="ctr"/>
                      <a:r>
                        <a:rPr lang="en-CA" sz="1100" b="0" i="0" u="none" strike="noStrike" dirty="0">
                          <a:solidFill>
                            <a:srgbClr val="000000"/>
                          </a:solidFill>
                          <a:effectLst/>
                          <a:latin typeface="Calibri" panose="020F0502020204030204" pitchFamily="34" charset="0"/>
                        </a:rPr>
                        <a:t>13 (8H)</a:t>
                      </a:r>
                    </a:p>
                  </a:txBody>
                  <a:tcPr marL="9525" marR="9525" marT="9525" marB="0" anchor="ctr"/>
                </a:tc>
                <a:tc>
                  <a:txBody>
                    <a:bodyPr/>
                    <a:lstStyle/>
                    <a:p>
                      <a:pPr algn="ctr" fontAlgn="ctr"/>
                      <a:r>
                        <a:rPr lang="en-CA" sz="1100" b="0" i="0" u="none" strike="noStrike">
                          <a:solidFill>
                            <a:srgbClr val="000000"/>
                          </a:solidFill>
                          <a:effectLst/>
                          <a:latin typeface="Calibri" panose="020F0502020204030204" pitchFamily="34" charset="0"/>
                        </a:rPr>
                        <a:t>1775</a:t>
                      </a:r>
                    </a:p>
                  </a:txBody>
                  <a:tcPr marL="9525" marR="9525" marT="9525" marB="0" anchor="ctr"/>
                </a:tc>
                <a:tc>
                  <a:txBody>
                    <a:bodyPr/>
                    <a:lstStyle/>
                    <a:p>
                      <a:pPr algn="ctr" fontAlgn="ctr"/>
                      <a:r>
                        <a:rPr lang="en-CA" sz="1100" b="0" i="0" u="none" strike="noStrike">
                          <a:solidFill>
                            <a:srgbClr val="000000"/>
                          </a:solidFill>
                          <a:effectLst/>
                          <a:latin typeface="Calibri" panose="020F0502020204030204" pitchFamily="34" charset="0"/>
                        </a:rPr>
                        <a:t>71</a:t>
                      </a:r>
                    </a:p>
                  </a:txBody>
                  <a:tcPr marL="9525" marR="9525" marT="9525" marB="0" anchor="ctr"/>
                </a:tc>
                <a:tc>
                  <a:txBody>
                    <a:bodyPr/>
                    <a:lstStyle/>
                    <a:p>
                      <a:pPr algn="ctr" fontAlgn="ctr"/>
                      <a:r>
                        <a:rPr lang="en-CA" sz="1100" b="0" i="0" u="none" strike="noStrike">
                          <a:solidFill>
                            <a:srgbClr val="000000"/>
                          </a:solidFill>
                          <a:effectLst/>
                          <a:latin typeface="Calibri" panose="020F0502020204030204" pitchFamily="34" charset="0"/>
                        </a:rPr>
                        <a:t>49</a:t>
                      </a:r>
                    </a:p>
                  </a:txBody>
                  <a:tcPr marL="9525" marR="9525" marT="9525" marB="0" anchor="ctr"/>
                </a:tc>
                <a:tc>
                  <a:txBody>
                    <a:bodyPr/>
                    <a:lstStyle/>
                    <a:p>
                      <a:pPr algn="ctr" fontAlgn="ctr"/>
                      <a:r>
                        <a:rPr lang="en-CA" sz="1100" b="0" i="0" u="none" strike="noStrike">
                          <a:solidFill>
                            <a:srgbClr val="000000"/>
                          </a:solidFill>
                          <a:effectLst/>
                          <a:latin typeface="Calibri" panose="020F0502020204030204" pitchFamily="34" charset="0"/>
                        </a:rPr>
                        <a:t>4.00%</a:t>
                      </a:r>
                    </a:p>
                  </a:txBody>
                  <a:tcPr marL="9525" marR="9525" marT="9525" marB="0" anchor="ctr"/>
                </a:tc>
                <a:tc>
                  <a:txBody>
                    <a:bodyPr/>
                    <a:lstStyle/>
                    <a:p>
                      <a:pPr algn="ctr" fontAlgn="ctr"/>
                      <a:r>
                        <a:rPr lang="en-CA" sz="1100" b="0" i="0" u="none" strike="noStrike">
                          <a:solidFill>
                            <a:srgbClr val="000000"/>
                          </a:solidFill>
                          <a:effectLst/>
                          <a:latin typeface="Calibri" panose="020F0502020204030204" pitchFamily="34" charset="0"/>
                        </a:rPr>
                        <a:t>2.76%</a:t>
                      </a:r>
                    </a:p>
                  </a:txBody>
                  <a:tcPr marL="9525" marR="9525" marT="9525" marB="0" anchor="ctr"/>
                </a:tc>
                <a:extLst>
                  <a:ext uri="{0D108BD9-81ED-4DB2-BD59-A6C34878D82A}">
                    <a16:rowId xmlns:a16="http://schemas.microsoft.com/office/drawing/2014/main" val="701369710"/>
                  </a:ext>
                </a:extLst>
              </a:tr>
              <a:tr h="183886">
                <a:tc>
                  <a:txBody>
                    <a:bodyPr/>
                    <a:lstStyle/>
                    <a:p>
                      <a:pPr algn="ctr" fontAlgn="ctr"/>
                      <a:r>
                        <a:rPr lang="en-CA" sz="1100" b="0" i="0" u="none" strike="noStrike" dirty="0">
                          <a:solidFill>
                            <a:srgbClr val="000000"/>
                          </a:solidFill>
                          <a:effectLst/>
                          <a:latin typeface="Calibri" panose="020F0502020204030204" pitchFamily="34" charset="0"/>
                        </a:rPr>
                        <a:t>15 (8L)</a:t>
                      </a:r>
                    </a:p>
                  </a:txBody>
                  <a:tcPr marL="9525" marR="9525" marT="9525" marB="0" anchor="ctr"/>
                </a:tc>
                <a:tc>
                  <a:txBody>
                    <a:bodyPr/>
                    <a:lstStyle/>
                    <a:p>
                      <a:pPr algn="ctr" fontAlgn="ctr"/>
                      <a:r>
                        <a:rPr lang="en-CA" sz="1100" b="0" i="0" u="none" strike="noStrike">
                          <a:solidFill>
                            <a:srgbClr val="000000"/>
                          </a:solidFill>
                          <a:effectLst/>
                          <a:latin typeface="Calibri" panose="020F0502020204030204" pitchFamily="34" charset="0"/>
                        </a:rPr>
                        <a:t>584</a:t>
                      </a:r>
                    </a:p>
                  </a:txBody>
                  <a:tcPr marL="9525" marR="9525" marT="9525" marB="0" anchor="ctr"/>
                </a:tc>
                <a:tc>
                  <a:txBody>
                    <a:bodyPr/>
                    <a:lstStyle/>
                    <a:p>
                      <a:pPr algn="ctr" fontAlgn="ctr"/>
                      <a:r>
                        <a:rPr lang="en-CA" sz="1100" b="0" i="0" u="none" strike="noStrike">
                          <a:solidFill>
                            <a:srgbClr val="000000"/>
                          </a:solidFill>
                          <a:effectLst/>
                          <a:latin typeface="Calibri" panose="020F0502020204030204" pitchFamily="34" charset="0"/>
                        </a:rPr>
                        <a:t>46.72</a:t>
                      </a:r>
                    </a:p>
                  </a:txBody>
                  <a:tcPr marL="9525" marR="9525" marT="9525" marB="0" anchor="ctr"/>
                </a:tc>
                <a:tc>
                  <a:txBody>
                    <a:bodyPr/>
                    <a:lstStyle/>
                    <a:p>
                      <a:pPr algn="ctr" fontAlgn="ctr"/>
                      <a:r>
                        <a:rPr lang="en-CA" sz="1100" b="0" i="0" u="none" strike="noStrike">
                          <a:solidFill>
                            <a:srgbClr val="000000"/>
                          </a:solidFill>
                          <a:effectLst/>
                          <a:latin typeface="Calibri" panose="020F0502020204030204" pitchFamily="34" charset="0"/>
                        </a:rPr>
                        <a:t>42</a:t>
                      </a:r>
                    </a:p>
                  </a:txBody>
                  <a:tcPr marL="9525" marR="9525" marT="9525" marB="0" anchor="ctr"/>
                </a:tc>
                <a:tc>
                  <a:txBody>
                    <a:bodyPr/>
                    <a:lstStyle/>
                    <a:p>
                      <a:pPr algn="ctr" fontAlgn="ctr"/>
                      <a:r>
                        <a:rPr lang="en-CA" sz="1100" b="0" i="0" u="none" strike="noStrike">
                          <a:solidFill>
                            <a:srgbClr val="000000"/>
                          </a:solidFill>
                          <a:effectLst/>
                          <a:latin typeface="Calibri" panose="020F0502020204030204" pitchFamily="34" charset="0"/>
                        </a:rPr>
                        <a:t>8.00%</a:t>
                      </a:r>
                    </a:p>
                  </a:txBody>
                  <a:tcPr marL="9525" marR="9525" marT="9525" marB="0" anchor="ctr"/>
                </a:tc>
                <a:tc>
                  <a:txBody>
                    <a:bodyPr/>
                    <a:lstStyle/>
                    <a:p>
                      <a:pPr algn="ctr" fontAlgn="ctr"/>
                      <a:r>
                        <a:rPr lang="en-CA" sz="1100" b="0" i="0" u="none" strike="noStrike">
                          <a:solidFill>
                            <a:srgbClr val="000000"/>
                          </a:solidFill>
                          <a:effectLst/>
                          <a:latin typeface="Calibri" panose="020F0502020204030204" pitchFamily="34" charset="0"/>
                        </a:rPr>
                        <a:t>7.19%</a:t>
                      </a:r>
                    </a:p>
                  </a:txBody>
                  <a:tcPr marL="9525" marR="9525" marT="9525" marB="0" anchor="ctr"/>
                </a:tc>
                <a:extLst>
                  <a:ext uri="{0D108BD9-81ED-4DB2-BD59-A6C34878D82A}">
                    <a16:rowId xmlns:a16="http://schemas.microsoft.com/office/drawing/2014/main" val="2239226100"/>
                  </a:ext>
                </a:extLst>
              </a:tr>
              <a:tr h="183886">
                <a:tc>
                  <a:txBody>
                    <a:bodyPr/>
                    <a:lstStyle/>
                    <a:p>
                      <a:pPr algn="ctr" fontAlgn="ctr"/>
                      <a:r>
                        <a:rPr lang="en-CA" sz="1100" b="0" i="0" u="none" strike="noStrike" dirty="0">
                          <a:solidFill>
                            <a:srgbClr val="000000"/>
                          </a:solidFill>
                          <a:effectLst/>
                          <a:latin typeface="Calibri" panose="020F0502020204030204" pitchFamily="34" charset="0"/>
                        </a:rPr>
                        <a:t>17 (9M)</a:t>
                      </a:r>
                    </a:p>
                  </a:txBody>
                  <a:tcPr marL="9525" marR="9525" marT="9525" marB="0" anchor="ctr"/>
                </a:tc>
                <a:tc>
                  <a:txBody>
                    <a:bodyPr/>
                    <a:lstStyle/>
                    <a:p>
                      <a:pPr algn="ctr" fontAlgn="ctr"/>
                      <a:r>
                        <a:rPr lang="en-CA" sz="1100" b="0" i="0" u="none" strike="noStrike">
                          <a:solidFill>
                            <a:srgbClr val="000000"/>
                          </a:solidFill>
                          <a:effectLst/>
                          <a:latin typeface="Calibri" panose="020F0502020204030204" pitchFamily="34" charset="0"/>
                        </a:rPr>
                        <a:t>313</a:t>
                      </a:r>
                    </a:p>
                  </a:txBody>
                  <a:tcPr marL="9525" marR="9525" marT="9525" marB="0" anchor="ctr"/>
                </a:tc>
                <a:tc>
                  <a:txBody>
                    <a:bodyPr/>
                    <a:lstStyle/>
                    <a:p>
                      <a:pPr algn="ctr" fontAlgn="ctr"/>
                      <a:r>
                        <a:rPr lang="en-CA" sz="1100" b="0" i="0" u="none" strike="noStrike">
                          <a:solidFill>
                            <a:srgbClr val="000000"/>
                          </a:solidFill>
                          <a:effectLst/>
                          <a:latin typeface="Calibri" panose="020F0502020204030204" pitchFamily="34" charset="0"/>
                        </a:rPr>
                        <a:t>46.95</a:t>
                      </a:r>
                    </a:p>
                  </a:txBody>
                  <a:tcPr marL="9525" marR="9525" marT="9525" marB="0" anchor="ctr"/>
                </a:tc>
                <a:tc>
                  <a:txBody>
                    <a:bodyPr/>
                    <a:lstStyle/>
                    <a:p>
                      <a:pPr algn="ctr" fontAlgn="ctr"/>
                      <a:r>
                        <a:rPr lang="en-CA" sz="1100" b="0" i="0" u="none" strike="noStrike">
                          <a:solidFill>
                            <a:srgbClr val="000000"/>
                          </a:solidFill>
                          <a:effectLst/>
                          <a:latin typeface="Calibri" panose="020F0502020204030204" pitchFamily="34" charset="0"/>
                        </a:rPr>
                        <a:t>44</a:t>
                      </a:r>
                    </a:p>
                  </a:txBody>
                  <a:tcPr marL="9525" marR="9525" marT="9525" marB="0" anchor="ctr"/>
                </a:tc>
                <a:tc>
                  <a:txBody>
                    <a:bodyPr/>
                    <a:lstStyle/>
                    <a:p>
                      <a:pPr algn="ctr" fontAlgn="ctr"/>
                      <a:r>
                        <a:rPr lang="en-CA" sz="1100" b="0" i="0" u="none" strike="noStrike">
                          <a:solidFill>
                            <a:srgbClr val="000000"/>
                          </a:solidFill>
                          <a:effectLst/>
                          <a:latin typeface="Calibri" panose="020F0502020204030204" pitchFamily="34" charset="0"/>
                        </a:rPr>
                        <a:t>15.00%</a:t>
                      </a:r>
                    </a:p>
                  </a:txBody>
                  <a:tcPr marL="9525" marR="9525" marT="9525" marB="0" anchor="ctr"/>
                </a:tc>
                <a:tc>
                  <a:txBody>
                    <a:bodyPr/>
                    <a:lstStyle/>
                    <a:p>
                      <a:pPr algn="ctr" fontAlgn="ctr"/>
                      <a:r>
                        <a:rPr lang="en-CA" sz="1100" b="0" i="0" u="none" strike="noStrike">
                          <a:solidFill>
                            <a:srgbClr val="000000"/>
                          </a:solidFill>
                          <a:effectLst/>
                          <a:latin typeface="Calibri" panose="020F0502020204030204" pitchFamily="34" charset="0"/>
                        </a:rPr>
                        <a:t>14.06%</a:t>
                      </a:r>
                    </a:p>
                  </a:txBody>
                  <a:tcPr marL="9525" marR="9525" marT="9525" marB="0" anchor="ctr"/>
                </a:tc>
                <a:extLst>
                  <a:ext uri="{0D108BD9-81ED-4DB2-BD59-A6C34878D82A}">
                    <a16:rowId xmlns:a16="http://schemas.microsoft.com/office/drawing/2014/main" val="4062121081"/>
                  </a:ext>
                </a:extLst>
              </a:tr>
              <a:tr h="183886">
                <a:tc>
                  <a:txBody>
                    <a:bodyPr/>
                    <a:lstStyle/>
                    <a:p>
                      <a:pPr algn="ctr" fontAlgn="ctr"/>
                      <a:r>
                        <a:rPr lang="en-CA" sz="1100" b="0" i="0" u="none" strike="noStrike" dirty="0">
                          <a:solidFill>
                            <a:srgbClr val="000000"/>
                          </a:solidFill>
                          <a:effectLst/>
                          <a:latin typeface="Calibri" panose="020F0502020204030204" pitchFamily="34" charset="0"/>
                        </a:rPr>
                        <a:t>18 (9L)</a:t>
                      </a:r>
                    </a:p>
                  </a:txBody>
                  <a:tcPr marL="9525" marR="9525" marT="9525" marB="0" anchor="ctr"/>
                </a:tc>
                <a:tc>
                  <a:txBody>
                    <a:bodyPr/>
                    <a:lstStyle/>
                    <a:p>
                      <a:pPr algn="ctr" fontAlgn="ctr"/>
                      <a:r>
                        <a:rPr lang="en-CA" sz="1100" b="0" i="0" u="none" strike="noStrike" dirty="0">
                          <a:solidFill>
                            <a:srgbClr val="000000"/>
                          </a:solidFill>
                          <a:effectLst/>
                          <a:latin typeface="Calibri" panose="020F0502020204030204" pitchFamily="34" charset="0"/>
                        </a:rPr>
                        <a:t>79</a:t>
                      </a:r>
                    </a:p>
                  </a:txBody>
                  <a:tcPr marL="9525" marR="9525" marT="9525" marB="0" anchor="ctr"/>
                </a:tc>
                <a:tc>
                  <a:txBody>
                    <a:bodyPr/>
                    <a:lstStyle/>
                    <a:p>
                      <a:pPr algn="ctr" fontAlgn="ctr"/>
                      <a:r>
                        <a:rPr lang="en-CA" sz="1100" b="0" i="0" u="none" strike="noStrike" dirty="0">
                          <a:solidFill>
                            <a:srgbClr val="000000"/>
                          </a:solidFill>
                          <a:effectLst/>
                          <a:latin typeface="Calibri" panose="020F0502020204030204" pitchFamily="34" charset="0"/>
                        </a:rPr>
                        <a:t>16.59</a:t>
                      </a:r>
                    </a:p>
                  </a:txBody>
                  <a:tcPr marL="9525" marR="9525" marT="9525" marB="0" anchor="ctr"/>
                </a:tc>
                <a:tc>
                  <a:txBody>
                    <a:bodyPr/>
                    <a:lstStyle/>
                    <a:p>
                      <a:pPr algn="ctr" fontAlgn="ctr"/>
                      <a:r>
                        <a:rPr lang="en-CA" sz="1100" b="0" i="0" u="none" strike="noStrike" dirty="0">
                          <a:solidFill>
                            <a:srgbClr val="000000"/>
                          </a:solidFill>
                          <a:effectLst/>
                          <a:latin typeface="Calibri" panose="020F0502020204030204" pitchFamily="34" charset="0"/>
                        </a:rPr>
                        <a:t>19</a:t>
                      </a:r>
                    </a:p>
                  </a:txBody>
                  <a:tcPr marL="9525" marR="9525" marT="9525" marB="0" anchor="ctr"/>
                </a:tc>
                <a:tc>
                  <a:txBody>
                    <a:bodyPr/>
                    <a:lstStyle/>
                    <a:p>
                      <a:pPr algn="ctr" fontAlgn="ctr"/>
                      <a:r>
                        <a:rPr lang="en-CA" sz="1100" b="0" i="0" u="none" strike="noStrike" dirty="0">
                          <a:solidFill>
                            <a:srgbClr val="000000"/>
                          </a:solidFill>
                          <a:effectLst/>
                          <a:latin typeface="Calibri" panose="020F0502020204030204" pitchFamily="34" charset="0"/>
                        </a:rPr>
                        <a:t>21.00%</a:t>
                      </a:r>
                    </a:p>
                  </a:txBody>
                  <a:tcPr marL="9525" marR="9525" marT="9525" marB="0" anchor="ctr"/>
                </a:tc>
                <a:tc>
                  <a:txBody>
                    <a:bodyPr/>
                    <a:lstStyle/>
                    <a:p>
                      <a:pPr algn="ctr" fontAlgn="ctr"/>
                      <a:r>
                        <a:rPr lang="en-CA" sz="1100" b="0" i="0" u="none" strike="noStrike" dirty="0">
                          <a:solidFill>
                            <a:srgbClr val="000000"/>
                          </a:solidFill>
                          <a:effectLst/>
                          <a:latin typeface="Calibri" panose="020F0502020204030204" pitchFamily="34" charset="0"/>
                        </a:rPr>
                        <a:t>24.05%</a:t>
                      </a:r>
                    </a:p>
                  </a:txBody>
                  <a:tcPr marL="9525" marR="9525" marT="9525" marB="0" anchor="ctr"/>
                </a:tc>
                <a:extLst>
                  <a:ext uri="{0D108BD9-81ED-4DB2-BD59-A6C34878D82A}">
                    <a16:rowId xmlns:a16="http://schemas.microsoft.com/office/drawing/2014/main" val="290391797"/>
                  </a:ext>
                </a:extLst>
              </a:tr>
            </a:tbl>
          </a:graphicData>
        </a:graphic>
      </p:graphicFrame>
    </p:spTree>
    <p:extLst>
      <p:ext uri="{BB962C8B-B14F-4D97-AF65-F5344CB8AC3E}">
        <p14:creationId xmlns:p14="http://schemas.microsoft.com/office/powerpoint/2010/main" val="339588567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a:xfrm>
            <a:off x="406005" y="295382"/>
            <a:ext cx="8280597" cy="397483"/>
          </a:xfrm>
        </p:spPr>
        <p:txBody>
          <a:bodyPr/>
          <a:lstStyle/>
          <a:p>
            <a:r>
              <a:rPr lang="en-US" sz="2600" dirty="0" smtClean="0"/>
              <a:t>Model Performance</a:t>
            </a:r>
            <a:endParaRPr lang="en-CA" sz="2600" dirty="0"/>
          </a:p>
        </p:txBody>
      </p:sp>
      <p:sp>
        <p:nvSpPr>
          <p:cNvPr id="7" name="Text Placeholder 3"/>
          <p:cNvSpPr>
            <a:spLocks noGrp="1"/>
          </p:cNvSpPr>
          <p:nvPr>
            <p:ph type="body" sz="quarter" idx="15"/>
          </p:nvPr>
        </p:nvSpPr>
        <p:spPr>
          <a:xfrm>
            <a:off x="406005" y="873944"/>
            <a:ext cx="8367291" cy="3920707"/>
          </a:xfrm>
        </p:spPr>
        <p:txBody>
          <a:bodyPr numCol="1"/>
          <a:lstStyle/>
          <a:p>
            <a:r>
              <a:rPr lang="en-US" sz="1400" dirty="0" smtClean="0">
                <a:solidFill>
                  <a:schemeClr val="tx2"/>
                </a:solidFill>
              </a:rPr>
              <a:t>On three different samples, over multiple observation periods, the model predicts level of risk with 76% accuracy.</a:t>
            </a:r>
            <a:endParaRPr lang="en-US" sz="1400" dirty="0">
              <a:solidFill>
                <a:schemeClr val="tx2"/>
              </a:solidFill>
            </a:endParaRPr>
          </a:p>
          <a:p>
            <a:endParaRPr lang="en-US" sz="1400" dirty="0" smtClean="0"/>
          </a:p>
          <a:p>
            <a:endParaRPr lang="en-US" sz="1000" dirty="0"/>
          </a:p>
          <a:p>
            <a:endParaRPr lang="en-US" sz="1000" dirty="0" smtClean="0"/>
          </a:p>
        </p:txBody>
      </p:sp>
      <p:graphicFrame>
        <p:nvGraphicFramePr>
          <p:cNvPr id="3" name="Table 2"/>
          <p:cNvGraphicFramePr>
            <a:graphicFrameLocks noGrp="1"/>
          </p:cNvGraphicFramePr>
          <p:nvPr>
            <p:extLst/>
          </p:nvPr>
        </p:nvGraphicFramePr>
        <p:xfrm>
          <a:off x="1246208" y="2116666"/>
          <a:ext cx="6600190" cy="955728"/>
        </p:xfrm>
        <a:graphic>
          <a:graphicData uri="http://schemas.openxmlformats.org/drawingml/2006/table">
            <a:tbl>
              <a:tblPr firstRow="1" firstCol="1" bandRow="1">
                <a:tableStyleId>{5C22544A-7EE6-4342-B048-85BDC9FD1C3A}</a:tableStyleId>
              </a:tblPr>
              <a:tblGrid>
                <a:gridCol w="1565910">
                  <a:extLst>
                    <a:ext uri="{9D8B030D-6E8A-4147-A177-3AD203B41FA5}">
                      <a16:colId xmlns:a16="http://schemas.microsoft.com/office/drawing/2014/main" val="3973843876"/>
                    </a:ext>
                  </a:extLst>
                </a:gridCol>
                <a:gridCol w="1435735">
                  <a:extLst>
                    <a:ext uri="{9D8B030D-6E8A-4147-A177-3AD203B41FA5}">
                      <a16:colId xmlns:a16="http://schemas.microsoft.com/office/drawing/2014/main" val="3086015386"/>
                    </a:ext>
                  </a:extLst>
                </a:gridCol>
                <a:gridCol w="1550035">
                  <a:extLst>
                    <a:ext uri="{9D8B030D-6E8A-4147-A177-3AD203B41FA5}">
                      <a16:colId xmlns:a16="http://schemas.microsoft.com/office/drawing/2014/main" val="3437700568"/>
                    </a:ext>
                  </a:extLst>
                </a:gridCol>
                <a:gridCol w="2048510">
                  <a:extLst>
                    <a:ext uri="{9D8B030D-6E8A-4147-A177-3AD203B41FA5}">
                      <a16:colId xmlns:a16="http://schemas.microsoft.com/office/drawing/2014/main" val="4282607658"/>
                    </a:ext>
                  </a:extLst>
                </a:gridCol>
              </a:tblGrid>
              <a:tr h="273738">
                <a:tc rowSpan="2">
                  <a:txBody>
                    <a:bodyPr/>
                    <a:lstStyle/>
                    <a:p>
                      <a:pPr algn="ctr">
                        <a:spcAft>
                          <a:spcPts val="0"/>
                        </a:spcAft>
                      </a:pPr>
                      <a:r>
                        <a:rPr lang="en-CA" sz="1100">
                          <a:effectLst/>
                        </a:rPr>
                        <a:t>Performance Measure</a:t>
                      </a:r>
                      <a:endParaRPr lang="en-CA" sz="1100">
                        <a:effectLst/>
                        <a:latin typeface="Calibri" panose="020F0502020204030204" pitchFamily="34" charset="0"/>
                        <a:ea typeface="Calibri" panose="020F0502020204030204" pitchFamily="34" charset="0"/>
                      </a:endParaRPr>
                    </a:p>
                  </a:txBody>
                  <a:tcPr marL="68580" marR="68580" marT="0" marB="0" anchor="ctr"/>
                </a:tc>
                <a:tc gridSpan="2">
                  <a:txBody>
                    <a:bodyPr/>
                    <a:lstStyle/>
                    <a:p>
                      <a:pPr algn="ctr">
                        <a:spcAft>
                          <a:spcPts val="0"/>
                        </a:spcAft>
                      </a:pPr>
                      <a:r>
                        <a:rPr lang="en-CA" sz="1100" dirty="0">
                          <a:effectLst/>
                        </a:rPr>
                        <a:t>Modelling Sample: 2010 - 2017</a:t>
                      </a:r>
                      <a:endParaRPr lang="en-CA" sz="1100" dirty="0">
                        <a:effectLst/>
                        <a:latin typeface="Calibri" panose="020F0502020204030204" pitchFamily="34" charset="0"/>
                        <a:ea typeface="Calibri" panose="020F0502020204030204" pitchFamily="34" charset="0"/>
                      </a:endParaRPr>
                    </a:p>
                  </a:txBody>
                  <a:tcPr marL="68580" marR="68580" marT="0" marB="0" anchor="ctr"/>
                </a:tc>
                <a:tc hMerge="1">
                  <a:txBody>
                    <a:bodyPr/>
                    <a:lstStyle/>
                    <a:p>
                      <a:endParaRPr lang="en-CA"/>
                    </a:p>
                  </a:txBody>
                  <a:tcPr/>
                </a:tc>
                <a:tc rowSpan="2">
                  <a:txBody>
                    <a:bodyPr/>
                    <a:lstStyle/>
                    <a:p>
                      <a:pPr algn="ctr">
                        <a:spcAft>
                          <a:spcPts val="0"/>
                        </a:spcAft>
                      </a:pPr>
                      <a:r>
                        <a:rPr lang="en-CA" sz="1100" dirty="0" err="1">
                          <a:effectLst/>
                        </a:rPr>
                        <a:t>Backtesting</a:t>
                      </a:r>
                      <a:r>
                        <a:rPr lang="en-CA" sz="1100" dirty="0">
                          <a:effectLst/>
                        </a:rPr>
                        <a:t> Sample: 2016 - 2017</a:t>
                      </a:r>
                      <a:endParaRPr lang="en-CA" sz="1100" dirty="0">
                        <a:effectLst/>
                        <a:latin typeface="Calibri" panose="020F0502020204030204" pitchFamily="34" charset="0"/>
                        <a:ea typeface="Calibri" panose="020F0502020204030204" pitchFamily="34" charset="0"/>
                      </a:endParaRPr>
                    </a:p>
                  </a:txBody>
                  <a:tcPr marL="68580" marR="68580" marT="0" marB="0" anchor="ctr"/>
                </a:tc>
                <a:extLst>
                  <a:ext uri="{0D108BD9-81ED-4DB2-BD59-A6C34878D82A}">
                    <a16:rowId xmlns:a16="http://schemas.microsoft.com/office/drawing/2014/main" val="28354837"/>
                  </a:ext>
                </a:extLst>
              </a:tr>
              <a:tr h="340995">
                <a:tc vMerge="1">
                  <a:txBody>
                    <a:bodyPr/>
                    <a:lstStyle/>
                    <a:p>
                      <a:endParaRPr lang="en-CA"/>
                    </a:p>
                  </a:txBody>
                  <a:tcPr/>
                </a:tc>
                <a:tc>
                  <a:txBody>
                    <a:bodyPr/>
                    <a:lstStyle/>
                    <a:p>
                      <a:pPr algn="ctr">
                        <a:spcAft>
                          <a:spcPts val="0"/>
                        </a:spcAft>
                      </a:pPr>
                      <a:r>
                        <a:rPr lang="en-CA" sz="1100" dirty="0">
                          <a:solidFill>
                            <a:schemeClr val="tx2"/>
                          </a:solidFill>
                          <a:effectLst/>
                        </a:rPr>
                        <a:t>Training Sample (70%)</a:t>
                      </a:r>
                      <a:endParaRPr lang="en-CA" sz="1100" dirty="0">
                        <a:solidFill>
                          <a:schemeClr val="tx2"/>
                        </a:solidFill>
                        <a:effectLst/>
                        <a:latin typeface="Calibri" panose="020F0502020204030204" pitchFamily="34" charset="0"/>
                        <a:ea typeface="Calibri" panose="020F0502020204030204" pitchFamily="34" charset="0"/>
                      </a:endParaRPr>
                    </a:p>
                  </a:txBody>
                  <a:tcPr marL="68580" marR="68580" marT="0" marB="0" anchor="ctr"/>
                </a:tc>
                <a:tc>
                  <a:txBody>
                    <a:bodyPr/>
                    <a:lstStyle/>
                    <a:p>
                      <a:pPr algn="ctr">
                        <a:spcAft>
                          <a:spcPts val="0"/>
                        </a:spcAft>
                      </a:pPr>
                      <a:r>
                        <a:rPr lang="en-CA" sz="1100">
                          <a:solidFill>
                            <a:schemeClr val="tx2"/>
                          </a:solidFill>
                          <a:effectLst/>
                        </a:rPr>
                        <a:t>Validation Sample (30%)</a:t>
                      </a:r>
                      <a:endParaRPr lang="en-CA" sz="1100">
                        <a:solidFill>
                          <a:schemeClr val="tx2"/>
                        </a:solidFill>
                        <a:effectLst/>
                        <a:latin typeface="Calibri" panose="020F0502020204030204" pitchFamily="34" charset="0"/>
                        <a:ea typeface="Calibri" panose="020F0502020204030204" pitchFamily="34" charset="0"/>
                      </a:endParaRPr>
                    </a:p>
                  </a:txBody>
                  <a:tcPr marL="68580" marR="68580" marT="0" marB="0" anchor="ctr"/>
                </a:tc>
                <a:tc vMerge="1">
                  <a:txBody>
                    <a:bodyPr/>
                    <a:lstStyle/>
                    <a:p>
                      <a:endParaRPr lang="en-CA"/>
                    </a:p>
                  </a:txBody>
                  <a:tcPr/>
                </a:tc>
                <a:extLst>
                  <a:ext uri="{0D108BD9-81ED-4DB2-BD59-A6C34878D82A}">
                    <a16:rowId xmlns:a16="http://schemas.microsoft.com/office/drawing/2014/main" val="1608925403"/>
                  </a:ext>
                </a:extLst>
              </a:tr>
              <a:tr h="340995">
                <a:tc>
                  <a:txBody>
                    <a:bodyPr/>
                    <a:lstStyle/>
                    <a:p>
                      <a:pPr algn="ctr">
                        <a:spcAft>
                          <a:spcPts val="0"/>
                        </a:spcAft>
                      </a:pPr>
                      <a:r>
                        <a:rPr lang="en-CA" sz="1100" dirty="0" smtClean="0">
                          <a:effectLst/>
                        </a:rPr>
                        <a:t>Rank-Ordering Accuracy</a:t>
                      </a:r>
                      <a:endParaRPr lang="en-CA" sz="1100" dirty="0">
                        <a:effectLst/>
                        <a:latin typeface="Calibri" panose="020F0502020204030204" pitchFamily="34" charset="0"/>
                        <a:ea typeface="Calibri" panose="020F0502020204030204" pitchFamily="34" charset="0"/>
                      </a:endParaRPr>
                    </a:p>
                  </a:txBody>
                  <a:tcPr marL="68580" marR="68580" marT="0" marB="0" anchor="ctr"/>
                </a:tc>
                <a:tc>
                  <a:txBody>
                    <a:bodyPr/>
                    <a:lstStyle/>
                    <a:p>
                      <a:pPr algn="ctr">
                        <a:spcAft>
                          <a:spcPts val="0"/>
                        </a:spcAft>
                      </a:pPr>
                      <a:r>
                        <a:rPr lang="en-CA" sz="1100" dirty="0">
                          <a:solidFill>
                            <a:schemeClr val="tx2"/>
                          </a:solidFill>
                          <a:effectLst/>
                        </a:rPr>
                        <a:t>76.76%</a:t>
                      </a:r>
                      <a:endParaRPr lang="en-CA" sz="1100" dirty="0">
                        <a:solidFill>
                          <a:schemeClr val="tx2"/>
                        </a:solidFill>
                        <a:effectLst/>
                        <a:latin typeface="Calibri" panose="020F0502020204030204" pitchFamily="34" charset="0"/>
                        <a:ea typeface="Calibri" panose="020F0502020204030204" pitchFamily="34" charset="0"/>
                      </a:endParaRPr>
                    </a:p>
                  </a:txBody>
                  <a:tcPr marL="68580" marR="68580" marT="0" marB="0" anchor="ctr"/>
                </a:tc>
                <a:tc>
                  <a:txBody>
                    <a:bodyPr/>
                    <a:lstStyle/>
                    <a:p>
                      <a:pPr algn="ctr">
                        <a:spcAft>
                          <a:spcPts val="0"/>
                        </a:spcAft>
                      </a:pPr>
                      <a:r>
                        <a:rPr lang="en-CA" sz="1100" dirty="0">
                          <a:solidFill>
                            <a:schemeClr val="tx2"/>
                          </a:solidFill>
                          <a:effectLst/>
                        </a:rPr>
                        <a:t>76.56%</a:t>
                      </a:r>
                      <a:endParaRPr lang="en-CA" sz="1100" dirty="0">
                        <a:solidFill>
                          <a:schemeClr val="tx2"/>
                        </a:solidFill>
                        <a:effectLst/>
                        <a:latin typeface="Calibri" panose="020F0502020204030204" pitchFamily="34" charset="0"/>
                        <a:ea typeface="Calibri" panose="020F0502020204030204" pitchFamily="34" charset="0"/>
                      </a:endParaRPr>
                    </a:p>
                  </a:txBody>
                  <a:tcPr marL="68580" marR="68580" marT="0" marB="0" anchor="ctr"/>
                </a:tc>
                <a:tc>
                  <a:txBody>
                    <a:bodyPr/>
                    <a:lstStyle/>
                    <a:p>
                      <a:pPr algn="ctr">
                        <a:spcAft>
                          <a:spcPts val="0"/>
                        </a:spcAft>
                      </a:pPr>
                      <a:r>
                        <a:rPr lang="en-CA" sz="1100" dirty="0">
                          <a:solidFill>
                            <a:schemeClr val="tx2"/>
                          </a:solidFill>
                          <a:effectLst/>
                        </a:rPr>
                        <a:t>76.51%</a:t>
                      </a:r>
                      <a:endParaRPr lang="en-CA" sz="1100" dirty="0">
                        <a:solidFill>
                          <a:schemeClr val="tx2"/>
                        </a:solidFill>
                        <a:effectLst/>
                        <a:latin typeface="Calibri" panose="020F0502020204030204" pitchFamily="34" charset="0"/>
                        <a:ea typeface="Calibri" panose="020F0502020204030204" pitchFamily="34" charset="0"/>
                      </a:endParaRPr>
                    </a:p>
                  </a:txBody>
                  <a:tcPr marL="68580" marR="68580" marT="0" marB="0" anchor="ctr"/>
                </a:tc>
                <a:extLst>
                  <a:ext uri="{0D108BD9-81ED-4DB2-BD59-A6C34878D82A}">
                    <a16:rowId xmlns:a16="http://schemas.microsoft.com/office/drawing/2014/main" val="3534571103"/>
                  </a:ext>
                </a:extLst>
              </a:tr>
            </a:tbl>
          </a:graphicData>
        </a:graphic>
      </p:graphicFrame>
    </p:spTree>
    <p:extLst>
      <p:ext uri="{BB962C8B-B14F-4D97-AF65-F5344CB8AC3E}">
        <p14:creationId xmlns:p14="http://schemas.microsoft.com/office/powerpoint/2010/main" val="232156152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a:xfrm>
            <a:off x="3767959" y="1167800"/>
            <a:ext cx="4931609" cy="2536467"/>
          </a:xfrm>
        </p:spPr>
        <p:txBody>
          <a:bodyPr/>
          <a:lstStyle/>
          <a:p>
            <a:endParaRPr lang="en-US" dirty="0" smtClean="0"/>
          </a:p>
          <a:p>
            <a:r>
              <a:rPr lang="en-US" dirty="0" smtClean="0"/>
              <a:t>Business Failure Risk Score</a:t>
            </a:r>
          </a:p>
          <a:p>
            <a:r>
              <a:rPr lang="en-US" dirty="0" smtClean="0"/>
              <a:t>Commercial Delinquency Score</a:t>
            </a:r>
          </a:p>
          <a:p>
            <a:r>
              <a:rPr lang="en-US" dirty="0" smtClean="0"/>
              <a:t>Credit Information Score</a:t>
            </a:r>
          </a:p>
          <a:p>
            <a:r>
              <a:rPr lang="en-US" dirty="0" smtClean="0"/>
              <a:t>Maximum Delinquency over Past 12 Months</a:t>
            </a:r>
          </a:p>
          <a:p>
            <a:r>
              <a:rPr lang="en-US" dirty="0" smtClean="0"/>
              <a:t>Months as a Client</a:t>
            </a:r>
          </a:p>
          <a:p>
            <a:r>
              <a:rPr lang="en-US" dirty="0" smtClean="0"/>
              <a:t>Number of Collections</a:t>
            </a:r>
          </a:p>
          <a:p>
            <a:r>
              <a:rPr lang="en-US" dirty="0" smtClean="0"/>
              <a:t>Number of Inquiries</a:t>
            </a:r>
          </a:p>
          <a:p>
            <a:r>
              <a:rPr lang="en-US" dirty="0" smtClean="0"/>
              <a:t>Province</a:t>
            </a:r>
          </a:p>
          <a:p>
            <a:r>
              <a:rPr lang="en-US" dirty="0" smtClean="0"/>
              <a:t>NAICS2</a:t>
            </a:r>
          </a:p>
          <a:p>
            <a:endParaRPr lang="en-CA" dirty="0"/>
          </a:p>
        </p:txBody>
      </p:sp>
      <p:sp>
        <p:nvSpPr>
          <p:cNvPr id="3" name="Text Placeholder 2"/>
          <p:cNvSpPr>
            <a:spLocks noGrp="1"/>
          </p:cNvSpPr>
          <p:nvPr>
            <p:ph type="body" sz="quarter" idx="12"/>
          </p:nvPr>
        </p:nvSpPr>
        <p:spPr/>
        <p:txBody>
          <a:bodyPr/>
          <a:lstStyle/>
          <a:p>
            <a:r>
              <a:rPr lang="en-US" dirty="0" smtClean="0"/>
              <a:t>Analysis of Risk Drivers</a:t>
            </a:r>
            <a:endParaRPr lang="en-CA" dirty="0"/>
          </a:p>
        </p:txBody>
      </p:sp>
      <p:sp>
        <p:nvSpPr>
          <p:cNvPr id="4" name="Text Placeholder 3"/>
          <p:cNvSpPr>
            <a:spLocks noGrp="1"/>
          </p:cNvSpPr>
          <p:nvPr>
            <p:ph type="body" sz="quarter" idx="14"/>
          </p:nvPr>
        </p:nvSpPr>
        <p:spPr/>
        <p:txBody>
          <a:bodyPr/>
          <a:lstStyle/>
          <a:p>
            <a:endParaRPr lang="en-CA"/>
          </a:p>
        </p:txBody>
      </p:sp>
    </p:spTree>
    <p:extLst>
      <p:ext uri="{BB962C8B-B14F-4D97-AF65-F5344CB8AC3E}">
        <p14:creationId xmlns:p14="http://schemas.microsoft.com/office/powerpoint/2010/main" val="196817740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a:xfrm>
            <a:off x="406400" y="347892"/>
            <a:ext cx="8280401" cy="397483"/>
          </a:xfrm>
        </p:spPr>
        <p:txBody>
          <a:bodyPr/>
          <a:lstStyle/>
          <a:p>
            <a:r>
              <a:rPr lang="en-US" sz="2000" dirty="0" smtClean="0"/>
              <a:t>Distribution by Business Failure Risk Score: Current Portfolio vs Historical Data</a:t>
            </a:r>
            <a:endParaRPr lang="en-CA" sz="2000" dirty="0"/>
          </a:p>
        </p:txBody>
      </p:sp>
      <p:sp>
        <p:nvSpPr>
          <p:cNvPr id="4" name="Text Placeholder 3"/>
          <p:cNvSpPr>
            <a:spLocks noGrp="1"/>
          </p:cNvSpPr>
          <p:nvPr>
            <p:ph type="body" sz="quarter" idx="15"/>
          </p:nvPr>
        </p:nvSpPr>
        <p:spPr/>
        <p:txBody>
          <a:bodyPr/>
          <a:lstStyle/>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sz="1000" dirty="0" smtClean="0"/>
          </a:p>
          <a:p>
            <a:endParaRPr lang="en-US" sz="1000" dirty="0" smtClean="0"/>
          </a:p>
          <a:p>
            <a:pPr marL="228600" indent="-228600">
              <a:buFont typeface="+mj-lt"/>
              <a:buAutoNum type="arabicParenR"/>
            </a:pPr>
            <a:r>
              <a:rPr lang="en-US" sz="1000" b="1" dirty="0"/>
              <a:t>Historical Data vs Current Portfolio: </a:t>
            </a:r>
            <a:r>
              <a:rPr lang="en-US" sz="1000" dirty="0"/>
              <a:t>The distribution of obligors is similar between the current portfolio and the historical sample. </a:t>
            </a:r>
          </a:p>
          <a:p>
            <a:pPr marL="228600" indent="-228600">
              <a:buFont typeface="+mj-lt"/>
              <a:buAutoNum type="arabicParenR"/>
            </a:pPr>
            <a:r>
              <a:rPr lang="en-US" sz="1000" b="1" dirty="0"/>
              <a:t>Concentration of Obligors</a:t>
            </a:r>
            <a:r>
              <a:rPr lang="en-US" sz="1000" b="1" dirty="0" smtClean="0"/>
              <a:t>: </a:t>
            </a:r>
            <a:r>
              <a:rPr lang="en-US" sz="1000" dirty="0" smtClean="0"/>
              <a:t>For the majority of obligors in the current portfolio (88.32%), BFRS is higher than or equal to 1333.</a:t>
            </a:r>
            <a:endParaRPr lang="en-US" sz="1000" b="1" dirty="0" smtClean="0"/>
          </a:p>
        </p:txBody>
      </p:sp>
      <p:graphicFrame>
        <p:nvGraphicFramePr>
          <p:cNvPr id="5" name="Chart 4"/>
          <p:cNvGraphicFramePr>
            <a:graphicFrameLocks/>
          </p:cNvGraphicFramePr>
          <p:nvPr>
            <p:extLst>
              <p:ext uri="{D42A27DB-BD31-4B8C-83A1-F6EECF244321}">
                <p14:modId xmlns:p14="http://schemas.microsoft.com/office/powerpoint/2010/main" val="3629221"/>
              </p:ext>
            </p:extLst>
          </p:nvPr>
        </p:nvGraphicFramePr>
        <p:xfrm>
          <a:off x="406399" y="745374"/>
          <a:ext cx="8213817" cy="3634539"/>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414998963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a:xfrm>
            <a:off x="406400" y="347892"/>
            <a:ext cx="8280401" cy="397483"/>
          </a:xfrm>
        </p:spPr>
        <p:txBody>
          <a:bodyPr/>
          <a:lstStyle/>
          <a:p>
            <a:r>
              <a:rPr lang="en-US" sz="2400" dirty="0" smtClean="0"/>
              <a:t>Distribution by Business Failure Risk Score: EFG, NL and Non-EFG/Non-NL</a:t>
            </a:r>
            <a:endParaRPr lang="en-CA" sz="2400" dirty="0"/>
          </a:p>
        </p:txBody>
      </p:sp>
      <p:sp>
        <p:nvSpPr>
          <p:cNvPr id="4" name="Text Placeholder 3"/>
          <p:cNvSpPr>
            <a:spLocks noGrp="1"/>
          </p:cNvSpPr>
          <p:nvPr>
            <p:ph type="body" sz="quarter" idx="15"/>
          </p:nvPr>
        </p:nvSpPr>
        <p:spPr>
          <a:xfrm>
            <a:off x="406400" y="1636713"/>
            <a:ext cx="8280400" cy="2638895"/>
          </a:xfrm>
        </p:spPr>
        <p:txBody>
          <a:bodyPr/>
          <a:lstStyle/>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sz="1000" dirty="0" smtClean="0"/>
          </a:p>
          <a:p>
            <a:endParaRPr lang="en-US" sz="1000" dirty="0"/>
          </a:p>
          <a:p>
            <a:endParaRPr lang="en-US" sz="1000" dirty="0" smtClean="0"/>
          </a:p>
          <a:p>
            <a:endParaRPr lang="en-US" sz="1000" dirty="0" smtClean="0"/>
          </a:p>
          <a:p>
            <a:pPr marL="228600" indent="-228600">
              <a:buFont typeface="+mj-lt"/>
              <a:buAutoNum type="arabicParenR"/>
            </a:pPr>
            <a:r>
              <a:rPr lang="en-US" sz="1000" b="1" dirty="0" smtClean="0"/>
              <a:t>Distribution of Obligors by Segment: </a:t>
            </a:r>
            <a:r>
              <a:rPr lang="en-US" sz="1000" dirty="0" smtClean="0"/>
              <a:t>The distribution of obligors is similar between the three segments. The percentage of NL obligors that get the highest score for this risk driver is 37.21% and is highest among the segments.</a:t>
            </a:r>
            <a:endParaRPr lang="en-CA" sz="1000" b="1" dirty="0"/>
          </a:p>
        </p:txBody>
      </p:sp>
      <p:graphicFrame>
        <p:nvGraphicFramePr>
          <p:cNvPr id="6" name="Chart 5"/>
          <p:cNvGraphicFramePr>
            <a:graphicFrameLocks/>
          </p:cNvGraphicFramePr>
          <p:nvPr>
            <p:extLst>
              <p:ext uri="{D42A27DB-BD31-4B8C-83A1-F6EECF244321}">
                <p14:modId xmlns:p14="http://schemas.microsoft.com/office/powerpoint/2010/main" val="1606884764"/>
              </p:ext>
            </p:extLst>
          </p:nvPr>
        </p:nvGraphicFramePr>
        <p:xfrm>
          <a:off x="406400" y="745374"/>
          <a:ext cx="8280400" cy="362244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04468104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a:xfrm>
            <a:off x="406400" y="347892"/>
            <a:ext cx="8280401" cy="397483"/>
          </a:xfrm>
        </p:spPr>
        <p:txBody>
          <a:bodyPr/>
          <a:lstStyle/>
          <a:p>
            <a:r>
              <a:rPr lang="en-US" sz="2000" dirty="0" smtClean="0"/>
              <a:t>Distribution by Commercial Delinquency Score: Current Portfolio vs Historical Data</a:t>
            </a:r>
            <a:endParaRPr lang="en-CA" sz="2000" dirty="0"/>
          </a:p>
        </p:txBody>
      </p:sp>
      <p:sp>
        <p:nvSpPr>
          <p:cNvPr id="4" name="Text Placeholder 3"/>
          <p:cNvSpPr>
            <a:spLocks noGrp="1"/>
          </p:cNvSpPr>
          <p:nvPr>
            <p:ph type="body" sz="quarter" idx="15"/>
          </p:nvPr>
        </p:nvSpPr>
        <p:spPr/>
        <p:txBody>
          <a:bodyPr/>
          <a:lstStyle/>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sz="1000" dirty="0" smtClean="0"/>
          </a:p>
          <a:p>
            <a:pPr marL="228600" indent="-228600">
              <a:buFont typeface="+mj-lt"/>
              <a:buAutoNum type="arabicParenR"/>
            </a:pPr>
            <a:r>
              <a:rPr lang="en-US" sz="1000" b="1" dirty="0"/>
              <a:t>Historical Data vs Current Portfolio: </a:t>
            </a:r>
            <a:r>
              <a:rPr lang="en-US" sz="1000" dirty="0"/>
              <a:t>The distribution of obligors is similar between the current portfolio and the historical sample</a:t>
            </a:r>
            <a:r>
              <a:rPr lang="en-US" sz="1000" dirty="0" smtClean="0"/>
              <a:t>. However, there is a higher percentage of obligors with CDS less than 416 in the current portfolio than in the historical data. </a:t>
            </a:r>
            <a:endParaRPr lang="en-US" sz="1000" dirty="0"/>
          </a:p>
          <a:p>
            <a:pPr marL="228600" indent="-228600">
              <a:buFont typeface="+mj-lt"/>
              <a:buAutoNum type="arabicParenR"/>
            </a:pPr>
            <a:r>
              <a:rPr lang="en-US" sz="1000" b="1" dirty="0"/>
              <a:t>Concentration of Obligors</a:t>
            </a:r>
            <a:r>
              <a:rPr lang="en-US" sz="1000" b="1" dirty="0" smtClean="0"/>
              <a:t>: </a:t>
            </a:r>
            <a:r>
              <a:rPr lang="en-US" sz="1000" dirty="0" smtClean="0"/>
              <a:t>Around 64% of obligors in the current portfolio have CDS &gt;= 416. </a:t>
            </a:r>
            <a:endParaRPr lang="en-US" sz="1000" b="1" dirty="0" smtClean="0"/>
          </a:p>
        </p:txBody>
      </p:sp>
      <p:graphicFrame>
        <p:nvGraphicFramePr>
          <p:cNvPr id="6" name="Chart 5"/>
          <p:cNvGraphicFramePr>
            <a:graphicFrameLocks/>
          </p:cNvGraphicFramePr>
          <p:nvPr>
            <p:extLst>
              <p:ext uri="{D42A27DB-BD31-4B8C-83A1-F6EECF244321}">
                <p14:modId xmlns:p14="http://schemas.microsoft.com/office/powerpoint/2010/main" val="62646481"/>
              </p:ext>
            </p:extLst>
          </p:nvPr>
        </p:nvGraphicFramePr>
        <p:xfrm>
          <a:off x="406400" y="745374"/>
          <a:ext cx="8280400" cy="350703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73297256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a:xfrm>
            <a:off x="406400" y="347892"/>
            <a:ext cx="8280401" cy="397483"/>
          </a:xfrm>
        </p:spPr>
        <p:txBody>
          <a:bodyPr/>
          <a:lstStyle/>
          <a:p>
            <a:r>
              <a:rPr lang="en-US" sz="2000" dirty="0" smtClean="0"/>
              <a:t>Distribution by Commercial Delinquency Score: EFG, NL and Non-EFG/Non-NL</a:t>
            </a:r>
            <a:endParaRPr lang="en-CA" sz="2000" dirty="0"/>
          </a:p>
        </p:txBody>
      </p:sp>
      <p:sp>
        <p:nvSpPr>
          <p:cNvPr id="4" name="Text Placeholder 3"/>
          <p:cNvSpPr>
            <a:spLocks noGrp="1"/>
          </p:cNvSpPr>
          <p:nvPr>
            <p:ph type="body" sz="quarter" idx="15"/>
          </p:nvPr>
        </p:nvSpPr>
        <p:spPr>
          <a:xfrm>
            <a:off x="406400" y="1636713"/>
            <a:ext cx="8280400" cy="2638895"/>
          </a:xfrm>
        </p:spPr>
        <p:txBody>
          <a:bodyPr/>
          <a:lstStyle/>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sz="1000" dirty="0" smtClean="0"/>
          </a:p>
          <a:p>
            <a:endParaRPr lang="en-US" sz="1000" dirty="0"/>
          </a:p>
          <a:p>
            <a:endParaRPr lang="en-US" sz="1000" dirty="0" smtClean="0"/>
          </a:p>
          <a:p>
            <a:endParaRPr lang="en-US" sz="1000" dirty="0" smtClean="0"/>
          </a:p>
          <a:p>
            <a:pPr marL="228600" indent="-228600">
              <a:buFont typeface="+mj-lt"/>
              <a:buAutoNum type="arabicParenR"/>
            </a:pPr>
            <a:r>
              <a:rPr lang="en-US" sz="1000" b="1" dirty="0" smtClean="0"/>
              <a:t>Distribution of Obligors by Segment: </a:t>
            </a:r>
            <a:r>
              <a:rPr lang="en-US" sz="1000" dirty="0" smtClean="0"/>
              <a:t>The distribution of obligors is similar between the three segments. The percentage of NL obligors that get the highest score for this risk driver is 20.66% and is highest among the segments.</a:t>
            </a:r>
            <a:endParaRPr lang="en-CA" sz="1000" b="1" dirty="0"/>
          </a:p>
        </p:txBody>
      </p:sp>
      <p:graphicFrame>
        <p:nvGraphicFramePr>
          <p:cNvPr id="5" name="Chart 4"/>
          <p:cNvGraphicFramePr>
            <a:graphicFrameLocks/>
          </p:cNvGraphicFramePr>
          <p:nvPr>
            <p:extLst>
              <p:ext uri="{D42A27DB-BD31-4B8C-83A1-F6EECF244321}">
                <p14:modId xmlns:p14="http://schemas.microsoft.com/office/powerpoint/2010/main" val="3656910565"/>
              </p:ext>
            </p:extLst>
          </p:nvPr>
        </p:nvGraphicFramePr>
        <p:xfrm>
          <a:off x="406400" y="745376"/>
          <a:ext cx="8280400" cy="3640194"/>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2134678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a:xfrm>
            <a:off x="406400" y="347892"/>
            <a:ext cx="8280401" cy="397483"/>
          </a:xfrm>
        </p:spPr>
        <p:txBody>
          <a:bodyPr/>
          <a:lstStyle/>
          <a:p>
            <a:r>
              <a:rPr lang="en-US" sz="2000" dirty="0" smtClean="0"/>
              <a:t>Distribution by Credit Information Score: Current Portfolio vs Historical Data</a:t>
            </a:r>
            <a:endParaRPr lang="en-CA" sz="2000" dirty="0"/>
          </a:p>
        </p:txBody>
      </p:sp>
      <p:sp>
        <p:nvSpPr>
          <p:cNvPr id="4" name="Text Placeholder 3"/>
          <p:cNvSpPr>
            <a:spLocks noGrp="1"/>
          </p:cNvSpPr>
          <p:nvPr>
            <p:ph type="body" sz="quarter" idx="15"/>
          </p:nvPr>
        </p:nvSpPr>
        <p:spPr/>
        <p:txBody>
          <a:bodyPr/>
          <a:lstStyle/>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sz="1000" dirty="0" smtClean="0"/>
          </a:p>
          <a:p>
            <a:pPr marL="228600" indent="-228600">
              <a:buFont typeface="+mj-lt"/>
              <a:buAutoNum type="arabicParenR"/>
            </a:pPr>
            <a:r>
              <a:rPr lang="en-US" sz="1000" b="1" dirty="0"/>
              <a:t>Historical Data vs Current Portfolio: </a:t>
            </a:r>
            <a:r>
              <a:rPr lang="en-US" sz="1000" dirty="0"/>
              <a:t>The distribution of obligors is similar between the current portfolio and the historical sample</a:t>
            </a:r>
            <a:r>
              <a:rPr lang="en-US" sz="1000" dirty="0" smtClean="0"/>
              <a:t>. However, there is a smaller percentage of obligors with CI Score &lt; 14 in the current portfolio than in the historical sample.</a:t>
            </a:r>
          </a:p>
          <a:p>
            <a:pPr marL="228600" indent="-228600">
              <a:buFont typeface="+mj-lt"/>
              <a:buAutoNum type="arabicParenR"/>
            </a:pPr>
            <a:r>
              <a:rPr lang="en-US" sz="1000" b="1" dirty="0" smtClean="0"/>
              <a:t>Concentration of Obligors: </a:t>
            </a:r>
            <a:r>
              <a:rPr lang="en-US" sz="1000" dirty="0" smtClean="0"/>
              <a:t>Around 55.5% of current obligors are associated with CI Score &lt; 16. </a:t>
            </a:r>
            <a:endParaRPr lang="en-US" sz="1000" b="1" dirty="0" smtClean="0"/>
          </a:p>
        </p:txBody>
      </p:sp>
      <p:graphicFrame>
        <p:nvGraphicFramePr>
          <p:cNvPr id="5" name="Chart 4"/>
          <p:cNvGraphicFramePr>
            <a:graphicFrameLocks/>
          </p:cNvGraphicFramePr>
          <p:nvPr>
            <p:extLst>
              <p:ext uri="{D42A27DB-BD31-4B8C-83A1-F6EECF244321}">
                <p14:modId xmlns:p14="http://schemas.microsoft.com/office/powerpoint/2010/main" val="1697384810"/>
              </p:ext>
            </p:extLst>
          </p:nvPr>
        </p:nvGraphicFramePr>
        <p:xfrm>
          <a:off x="406400" y="745375"/>
          <a:ext cx="8280400" cy="342713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43843227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a:xfrm>
            <a:off x="406400" y="347892"/>
            <a:ext cx="8280401" cy="397483"/>
          </a:xfrm>
        </p:spPr>
        <p:txBody>
          <a:bodyPr/>
          <a:lstStyle/>
          <a:p>
            <a:r>
              <a:rPr lang="en-US" sz="2400" dirty="0" smtClean="0"/>
              <a:t>Distribution by Credit Information Score: EFG, NL and Non-EFG/Non-NL</a:t>
            </a:r>
            <a:endParaRPr lang="en-CA" sz="2400" dirty="0"/>
          </a:p>
        </p:txBody>
      </p:sp>
      <p:sp>
        <p:nvSpPr>
          <p:cNvPr id="4" name="Text Placeholder 3"/>
          <p:cNvSpPr>
            <a:spLocks noGrp="1"/>
          </p:cNvSpPr>
          <p:nvPr>
            <p:ph type="body" sz="quarter" idx="15"/>
          </p:nvPr>
        </p:nvSpPr>
        <p:spPr>
          <a:xfrm>
            <a:off x="406400" y="1636713"/>
            <a:ext cx="8280400" cy="2638895"/>
          </a:xfrm>
        </p:spPr>
        <p:txBody>
          <a:bodyPr/>
          <a:lstStyle/>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sz="1000" dirty="0" smtClean="0"/>
          </a:p>
          <a:p>
            <a:endParaRPr lang="en-US" sz="1000" dirty="0"/>
          </a:p>
          <a:p>
            <a:endParaRPr lang="en-US" sz="1000" dirty="0" smtClean="0"/>
          </a:p>
          <a:p>
            <a:pPr marL="228600" indent="-228600">
              <a:buFont typeface="+mj-lt"/>
              <a:buAutoNum type="arabicParenR"/>
            </a:pPr>
            <a:r>
              <a:rPr lang="en-US" sz="1000" b="1" dirty="0" smtClean="0"/>
              <a:t>Non-EFG/Non-NL vs EFG and NL: </a:t>
            </a:r>
            <a:r>
              <a:rPr lang="en-US" sz="1000" dirty="0" smtClean="0"/>
              <a:t>Non-EFG/Non-NL obligors get higher points on this risk driver than obligors from other segments. Around 51% of Non-EFG/Non-NL obligors get the highest score on this risk driver. </a:t>
            </a:r>
          </a:p>
          <a:p>
            <a:pPr marL="228600" indent="-228600">
              <a:buFont typeface="+mj-lt"/>
              <a:buAutoNum type="arabicParenR"/>
            </a:pPr>
            <a:r>
              <a:rPr lang="en-US" sz="1000" b="1" dirty="0" smtClean="0"/>
              <a:t>EFG and NL: </a:t>
            </a:r>
            <a:r>
              <a:rPr lang="en-US" sz="1000" dirty="0" smtClean="0"/>
              <a:t>EFG and NL obligors are distributed similarly with respect to CI Score.</a:t>
            </a:r>
            <a:endParaRPr lang="en-CA" sz="1000" b="1" dirty="0"/>
          </a:p>
        </p:txBody>
      </p:sp>
      <p:graphicFrame>
        <p:nvGraphicFramePr>
          <p:cNvPr id="6" name="Chart 5"/>
          <p:cNvGraphicFramePr>
            <a:graphicFrameLocks/>
          </p:cNvGraphicFramePr>
          <p:nvPr>
            <p:extLst>
              <p:ext uri="{D42A27DB-BD31-4B8C-83A1-F6EECF244321}">
                <p14:modId xmlns:p14="http://schemas.microsoft.com/office/powerpoint/2010/main" val="3359990039"/>
              </p:ext>
            </p:extLst>
          </p:nvPr>
        </p:nvGraphicFramePr>
        <p:xfrm>
          <a:off x="406400" y="745375"/>
          <a:ext cx="8280400" cy="3530233"/>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21368092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a:xfrm>
            <a:off x="406400" y="347892"/>
            <a:ext cx="8280401" cy="397483"/>
          </a:xfrm>
        </p:spPr>
        <p:txBody>
          <a:bodyPr/>
          <a:lstStyle/>
          <a:p>
            <a:r>
              <a:rPr lang="en-US" sz="1800" dirty="0" smtClean="0"/>
              <a:t>Distribution by Maximum Delinquency over Past 12 Months: Current Portfolio vs Historical Data</a:t>
            </a:r>
            <a:endParaRPr lang="en-CA" sz="1800" dirty="0"/>
          </a:p>
        </p:txBody>
      </p:sp>
      <p:sp>
        <p:nvSpPr>
          <p:cNvPr id="4" name="Text Placeholder 3"/>
          <p:cNvSpPr>
            <a:spLocks noGrp="1"/>
          </p:cNvSpPr>
          <p:nvPr>
            <p:ph type="body" sz="quarter" idx="15"/>
          </p:nvPr>
        </p:nvSpPr>
        <p:spPr/>
        <p:txBody>
          <a:bodyPr/>
          <a:lstStyle/>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sz="1000" dirty="0" smtClean="0"/>
          </a:p>
          <a:p>
            <a:pPr marL="228600" indent="-228600">
              <a:buFont typeface="+mj-lt"/>
              <a:buAutoNum type="arabicParenR"/>
            </a:pPr>
            <a:endParaRPr lang="en-US" sz="1000" b="1" dirty="0" smtClean="0"/>
          </a:p>
          <a:p>
            <a:pPr marL="228600" indent="-228600">
              <a:buFont typeface="+mj-lt"/>
              <a:buAutoNum type="arabicParenR"/>
            </a:pPr>
            <a:r>
              <a:rPr lang="en-US" sz="1000" b="1" dirty="0" smtClean="0"/>
              <a:t>Historical </a:t>
            </a:r>
            <a:r>
              <a:rPr lang="en-US" sz="1000" b="1" dirty="0"/>
              <a:t>Data vs Current Portfolio: </a:t>
            </a:r>
            <a:r>
              <a:rPr lang="en-US" sz="1000" dirty="0" smtClean="0"/>
              <a:t>There was a minor shift in the distribution of obligors between the current portfolio and the historical data. In particular, a higher percentage of new customers is scored using SBE2 Equifax model. As the scorecard is implemented, the percentage of new customers scored by this model is expected to go down and get in line with the one observed in the historical data.</a:t>
            </a:r>
          </a:p>
          <a:p>
            <a:pPr marL="228600" indent="-228600">
              <a:buFont typeface="+mj-lt"/>
              <a:buAutoNum type="arabicParenR"/>
            </a:pPr>
            <a:r>
              <a:rPr lang="en-US" sz="1000" b="1" dirty="0" smtClean="0"/>
              <a:t>Concentration of Obligors: </a:t>
            </a:r>
            <a:r>
              <a:rPr lang="en-US" sz="1000" dirty="0" smtClean="0"/>
              <a:t>The majority of current obligors, around 84%, have either been less than six days delinquent or are new customers.</a:t>
            </a:r>
            <a:endParaRPr lang="en-US" sz="1000" b="1" dirty="0" smtClean="0"/>
          </a:p>
        </p:txBody>
      </p:sp>
      <p:graphicFrame>
        <p:nvGraphicFramePr>
          <p:cNvPr id="6" name="Chart 5"/>
          <p:cNvGraphicFramePr>
            <a:graphicFrameLocks/>
          </p:cNvGraphicFramePr>
          <p:nvPr>
            <p:extLst>
              <p:ext uri="{D42A27DB-BD31-4B8C-83A1-F6EECF244321}">
                <p14:modId xmlns:p14="http://schemas.microsoft.com/office/powerpoint/2010/main" val="3827562663"/>
              </p:ext>
            </p:extLst>
          </p:nvPr>
        </p:nvGraphicFramePr>
        <p:xfrm>
          <a:off x="406400" y="745375"/>
          <a:ext cx="8280400" cy="3391619"/>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17602112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a:xfrm>
            <a:off x="406400" y="347892"/>
            <a:ext cx="8280401" cy="397483"/>
          </a:xfrm>
        </p:spPr>
        <p:txBody>
          <a:bodyPr/>
          <a:lstStyle/>
          <a:p>
            <a:r>
              <a:rPr lang="en-US" sz="1800" dirty="0" smtClean="0"/>
              <a:t>Distribution by Maximum Delinquency over Past 12 Months: EFG, NL and Non-EFG/Non-NL</a:t>
            </a:r>
            <a:endParaRPr lang="en-CA" sz="1800" dirty="0"/>
          </a:p>
        </p:txBody>
      </p:sp>
      <p:sp>
        <p:nvSpPr>
          <p:cNvPr id="4" name="Text Placeholder 3"/>
          <p:cNvSpPr>
            <a:spLocks noGrp="1"/>
          </p:cNvSpPr>
          <p:nvPr>
            <p:ph type="body" sz="quarter" idx="15"/>
          </p:nvPr>
        </p:nvSpPr>
        <p:spPr>
          <a:xfrm>
            <a:off x="406400" y="1636713"/>
            <a:ext cx="8280400" cy="2638895"/>
          </a:xfrm>
        </p:spPr>
        <p:txBody>
          <a:bodyPr/>
          <a:lstStyle/>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sz="1000" dirty="0" smtClean="0"/>
          </a:p>
          <a:p>
            <a:endParaRPr lang="en-US" sz="1000" dirty="0"/>
          </a:p>
          <a:p>
            <a:endParaRPr lang="en-US" sz="1000" dirty="0" smtClean="0"/>
          </a:p>
          <a:p>
            <a:pPr marL="228600" indent="-228600">
              <a:buFont typeface="+mj-lt"/>
              <a:buAutoNum type="arabicParenR"/>
            </a:pPr>
            <a:r>
              <a:rPr lang="en-US" sz="1000" b="1" dirty="0" smtClean="0"/>
              <a:t>Non-EFG/Non-NL vs EFG and NL: </a:t>
            </a:r>
            <a:r>
              <a:rPr lang="en-US" sz="1000" dirty="0" smtClean="0"/>
              <a:t>Non-EFG/Non-NL obligors have, on average, lower delinquencies than obligors belonging to EFG and NL segments.</a:t>
            </a:r>
          </a:p>
          <a:p>
            <a:pPr marL="228600" indent="-228600">
              <a:buFont typeface="+mj-lt"/>
              <a:buAutoNum type="arabicParenR"/>
            </a:pPr>
            <a:r>
              <a:rPr lang="en-US" sz="1000" b="1" dirty="0" smtClean="0"/>
              <a:t>NL vs EFG and Non-EFG/Non-NL: </a:t>
            </a:r>
            <a:r>
              <a:rPr lang="en-US" sz="1000" dirty="0" smtClean="0"/>
              <a:t>NL obligors have higher delinquencies than other obligors. As such, around 19% of NL obligors have been more than 5 days delinquent in the past 12 months.</a:t>
            </a:r>
            <a:endParaRPr lang="en-CA" sz="1000" b="1" dirty="0"/>
          </a:p>
        </p:txBody>
      </p:sp>
      <p:graphicFrame>
        <p:nvGraphicFramePr>
          <p:cNvPr id="5" name="Chart 4"/>
          <p:cNvGraphicFramePr>
            <a:graphicFrameLocks/>
          </p:cNvGraphicFramePr>
          <p:nvPr>
            <p:extLst>
              <p:ext uri="{D42A27DB-BD31-4B8C-83A1-F6EECF244321}">
                <p14:modId xmlns:p14="http://schemas.microsoft.com/office/powerpoint/2010/main" val="1050151629"/>
              </p:ext>
            </p:extLst>
          </p:nvPr>
        </p:nvGraphicFramePr>
        <p:xfrm>
          <a:off x="406400" y="745374"/>
          <a:ext cx="8280400" cy="3530234"/>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33346152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a:xfrm>
            <a:off x="406400" y="347892"/>
            <a:ext cx="8280401" cy="397483"/>
          </a:xfrm>
        </p:spPr>
        <p:txBody>
          <a:bodyPr/>
          <a:lstStyle/>
          <a:p>
            <a:r>
              <a:rPr lang="en-US" sz="2400" dirty="0" smtClean="0"/>
              <a:t>Distribution by Months as a Client: Current Portfolio vs Historical Data</a:t>
            </a:r>
            <a:endParaRPr lang="en-CA" sz="2400" dirty="0"/>
          </a:p>
        </p:txBody>
      </p:sp>
      <p:sp>
        <p:nvSpPr>
          <p:cNvPr id="4" name="Text Placeholder 3"/>
          <p:cNvSpPr>
            <a:spLocks noGrp="1"/>
          </p:cNvSpPr>
          <p:nvPr>
            <p:ph type="body" sz="quarter" idx="15"/>
          </p:nvPr>
        </p:nvSpPr>
        <p:spPr/>
        <p:txBody>
          <a:bodyPr/>
          <a:lstStyle/>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sz="1000" dirty="0" smtClean="0"/>
          </a:p>
          <a:p>
            <a:pPr marL="228600" indent="-228600">
              <a:buFont typeface="+mj-lt"/>
              <a:buAutoNum type="arabicParenR"/>
            </a:pPr>
            <a:endParaRPr lang="en-US" sz="1000" b="1" dirty="0" smtClean="0"/>
          </a:p>
          <a:p>
            <a:endParaRPr lang="en-US" sz="1000" b="1" dirty="0" smtClean="0"/>
          </a:p>
          <a:p>
            <a:pPr marL="228600" indent="-228600">
              <a:buFont typeface="+mj-lt"/>
              <a:buAutoNum type="arabicParenR"/>
            </a:pPr>
            <a:r>
              <a:rPr lang="en-US" sz="1000" b="1" dirty="0" smtClean="0"/>
              <a:t>Historical </a:t>
            </a:r>
            <a:r>
              <a:rPr lang="en-US" sz="1000" b="1" dirty="0"/>
              <a:t>Data vs Current Portfolio: </a:t>
            </a:r>
            <a:r>
              <a:rPr lang="en-US" sz="1000" dirty="0" smtClean="0"/>
              <a:t>The distribution of obligors is similar between the current portfolio and the historical data.</a:t>
            </a:r>
            <a:endParaRPr lang="en-US" sz="1000" dirty="0"/>
          </a:p>
          <a:p>
            <a:pPr marL="228600" indent="-228600">
              <a:buFont typeface="+mj-lt"/>
              <a:buAutoNum type="arabicParenR"/>
            </a:pPr>
            <a:r>
              <a:rPr lang="en-US" sz="1000" b="1" dirty="0" smtClean="0"/>
              <a:t>Concentration of Obligors: </a:t>
            </a:r>
            <a:r>
              <a:rPr lang="en-US" sz="1000" dirty="0" smtClean="0"/>
              <a:t>The majority of obligors in the current portfolio, around 82.33%, have been the clients for less than five years.</a:t>
            </a:r>
            <a:endParaRPr lang="en-US" sz="1000" b="1" dirty="0" smtClean="0"/>
          </a:p>
        </p:txBody>
      </p:sp>
      <p:graphicFrame>
        <p:nvGraphicFramePr>
          <p:cNvPr id="5" name="Chart 4"/>
          <p:cNvGraphicFramePr>
            <a:graphicFrameLocks/>
          </p:cNvGraphicFramePr>
          <p:nvPr>
            <p:extLst>
              <p:ext uri="{D42A27DB-BD31-4B8C-83A1-F6EECF244321}">
                <p14:modId xmlns:p14="http://schemas.microsoft.com/office/powerpoint/2010/main" val="3800884493"/>
              </p:ext>
            </p:extLst>
          </p:nvPr>
        </p:nvGraphicFramePr>
        <p:xfrm>
          <a:off x="406400" y="745374"/>
          <a:ext cx="8280400" cy="3471519"/>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95619478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a:xfrm>
            <a:off x="406400" y="347892"/>
            <a:ext cx="8280401" cy="397483"/>
          </a:xfrm>
        </p:spPr>
        <p:txBody>
          <a:bodyPr/>
          <a:lstStyle/>
          <a:p>
            <a:r>
              <a:rPr lang="en-US" sz="2400" dirty="0" smtClean="0"/>
              <a:t>Distribution by Months as a Client: EFG, NL and Non-EFG/Non-NL</a:t>
            </a:r>
            <a:endParaRPr lang="en-CA" sz="2400" dirty="0"/>
          </a:p>
        </p:txBody>
      </p:sp>
      <p:sp>
        <p:nvSpPr>
          <p:cNvPr id="4" name="Text Placeholder 3"/>
          <p:cNvSpPr>
            <a:spLocks noGrp="1"/>
          </p:cNvSpPr>
          <p:nvPr>
            <p:ph type="body" sz="quarter" idx="15"/>
          </p:nvPr>
        </p:nvSpPr>
        <p:spPr>
          <a:xfrm>
            <a:off x="406400" y="1636713"/>
            <a:ext cx="8280400" cy="2638895"/>
          </a:xfrm>
        </p:spPr>
        <p:txBody>
          <a:bodyPr/>
          <a:lstStyle/>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sz="1000" dirty="0" smtClean="0"/>
          </a:p>
          <a:p>
            <a:endParaRPr lang="en-US" sz="1000" dirty="0"/>
          </a:p>
          <a:p>
            <a:endParaRPr lang="en-US" sz="1000" dirty="0" smtClean="0"/>
          </a:p>
          <a:p>
            <a:pPr marL="228600" indent="-228600">
              <a:buFont typeface="+mj-lt"/>
              <a:buAutoNum type="arabicParenR"/>
            </a:pPr>
            <a:r>
              <a:rPr lang="en-US" sz="1000" b="1" dirty="0" smtClean="0"/>
              <a:t>Non-EFG/Non-NL vs EFG and NL: </a:t>
            </a:r>
            <a:r>
              <a:rPr lang="en-US" sz="1000" dirty="0" smtClean="0"/>
              <a:t>There is a higher percentage of customers who have been clients for more than five years among Non-EFG/Non-NL segment than among other segments. Around 53.75% of Non-EFG/Non-NL obligors have been clients for more than five years.</a:t>
            </a:r>
          </a:p>
          <a:p>
            <a:pPr marL="228600" indent="-228600">
              <a:buFont typeface="+mj-lt"/>
              <a:buAutoNum type="arabicParenR"/>
            </a:pPr>
            <a:r>
              <a:rPr lang="en-US" sz="1000" b="1" dirty="0" smtClean="0"/>
              <a:t>NL vs EFG and Non-EFG/Non-NL: </a:t>
            </a:r>
            <a:r>
              <a:rPr lang="en-US" sz="1000" dirty="0" smtClean="0"/>
              <a:t>The percentage of obligors who have been clients for less than five years is highest among NL obligors. </a:t>
            </a:r>
            <a:endParaRPr lang="en-CA" sz="1000" b="1" dirty="0"/>
          </a:p>
        </p:txBody>
      </p:sp>
      <p:graphicFrame>
        <p:nvGraphicFramePr>
          <p:cNvPr id="6" name="Chart 5"/>
          <p:cNvGraphicFramePr>
            <a:graphicFrameLocks/>
          </p:cNvGraphicFramePr>
          <p:nvPr>
            <p:extLst>
              <p:ext uri="{D42A27DB-BD31-4B8C-83A1-F6EECF244321}">
                <p14:modId xmlns:p14="http://schemas.microsoft.com/office/powerpoint/2010/main" val="3475105510"/>
              </p:ext>
            </p:extLst>
          </p:nvPr>
        </p:nvGraphicFramePr>
        <p:xfrm>
          <a:off x="406400" y="745374"/>
          <a:ext cx="8280400" cy="3347231"/>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01471712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a:xfrm>
            <a:off x="406400" y="347892"/>
            <a:ext cx="8280401" cy="397483"/>
          </a:xfrm>
        </p:spPr>
        <p:txBody>
          <a:bodyPr/>
          <a:lstStyle/>
          <a:p>
            <a:r>
              <a:rPr lang="en-US" sz="2400" dirty="0" smtClean="0"/>
              <a:t>Distribution by Number of Collections: Current Portfolio vs Historical Data</a:t>
            </a:r>
            <a:endParaRPr lang="en-CA" sz="2400" dirty="0"/>
          </a:p>
        </p:txBody>
      </p:sp>
      <p:sp>
        <p:nvSpPr>
          <p:cNvPr id="4" name="Text Placeholder 3"/>
          <p:cNvSpPr>
            <a:spLocks noGrp="1"/>
          </p:cNvSpPr>
          <p:nvPr>
            <p:ph type="body" sz="quarter" idx="15"/>
          </p:nvPr>
        </p:nvSpPr>
        <p:spPr/>
        <p:txBody>
          <a:bodyPr/>
          <a:lstStyle/>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sz="1000" dirty="0" smtClean="0"/>
          </a:p>
          <a:p>
            <a:pPr marL="228600" indent="-228600">
              <a:buFont typeface="+mj-lt"/>
              <a:buAutoNum type="arabicParenR"/>
            </a:pPr>
            <a:endParaRPr lang="en-US" sz="1000" b="1" dirty="0" smtClean="0"/>
          </a:p>
          <a:p>
            <a:endParaRPr lang="en-US" sz="1000" b="1" dirty="0" smtClean="0"/>
          </a:p>
          <a:p>
            <a:pPr marL="228600" indent="-228600">
              <a:buFont typeface="+mj-lt"/>
              <a:buAutoNum type="arabicParenR"/>
            </a:pPr>
            <a:r>
              <a:rPr lang="en-US" sz="1000" b="1" dirty="0" smtClean="0"/>
              <a:t>Historical </a:t>
            </a:r>
            <a:r>
              <a:rPr lang="en-US" sz="1000" b="1" dirty="0"/>
              <a:t>Data vs Current Portfolio: </a:t>
            </a:r>
            <a:r>
              <a:rPr lang="en-US" sz="1000" dirty="0" smtClean="0"/>
              <a:t>The distribution of obligors is similar between the current portfolio and the historical data.</a:t>
            </a:r>
            <a:endParaRPr lang="en-US" sz="1000" dirty="0"/>
          </a:p>
          <a:p>
            <a:pPr marL="228600" indent="-228600">
              <a:buFont typeface="+mj-lt"/>
              <a:buAutoNum type="arabicParenR"/>
            </a:pPr>
            <a:r>
              <a:rPr lang="en-US" sz="1000" b="1" dirty="0" smtClean="0"/>
              <a:t>Concentration of Obligors: </a:t>
            </a:r>
            <a:r>
              <a:rPr lang="en-US" sz="1000" dirty="0" smtClean="0"/>
              <a:t>The majority of obligors in the current portfolio have had no collections associated with them.</a:t>
            </a:r>
            <a:endParaRPr lang="en-US" sz="1000" b="1" dirty="0" smtClean="0"/>
          </a:p>
        </p:txBody>
      </p:sp>
      <p:graphicFrame>
        <p:nvGraphicFramePr>
          <p:cNvPr id="6" name="Chart 5"/>
          <p:cNvGraphicFramePr>
            <a:graphicFrameLocks/>
          </p:cNvGraphicFramePr>
          <p:nvPr>
            <p:extLst>
              <p:ext uri="{D42A27DB-BD31-4B8C-83A1-F6EECF244321}">
                <p14:modId xmlns:p14="http://schemas.microsoft.com/office/powerpoint/2010/main" val="2374960783"/>
              </p:ext>
            </p:extLst>
          </p:nvPr>
        </p:nvGraphicFramePr>
        <p:xfrm>
          <a:off x="406400" y="745375"/>
          <a:ext cx="8280400" cy="3489274"/>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53314890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a:xfrm>
            <a:off x="406400" y="347892"/>
            <a:ext cx="8280401" cy="397483"/>
          </a:xfrm>
        </p:spPr>
        <p:txBody>
          <a:bodyPr/>
          <a:lstStyle/>
          <a:p>
            <a:r>
              <a:rPr lang="en-US" sz="2400" dirty="0" smtClean="0"/>
              <a:t>Distribution by Number of Collections: EFG, NL and Non-EFG/Non-NL</a:t>
            </a:r>
            <a:endParaRPr lang="en-CA" sz="2400" dirty="0"/>
          </a:p>
        </p:txBody>
      </p:sp>
      <p:sp>
        <p:nvSpPr>
          <p:cNvPr id="4" name="Text Placeholder 3"/>
          <p:cNvSpPr>
            <a:spLocks noGrp="1"/>
          </p:cNvSpPr>
          <p:nvPr>
            <p:ph type="body" sz="quarter" idx="15"/>
          </p:nvPr>
        </p:nvSpPr>
        <p:spPr>
          <a:xfrm>
            <a:off x="406400" y="1636713"/>
            <a:ext cx="8280400" cy="2638895"/>
          </a:xfrm>
        </p:spPr>
        <p:txBody>
          <a:bodyPr/>
          <a:lstStyle/>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sz="1000" dirty="0" smtClean="0"/>
          </a:p>
          <a:p>
            <a:endParaRPr lang="en-US" sz="1000" dirty="0"/>
          </a:p>
          <a:p>
            <a:endParaRPr lang="en-US" sz="1000" dirty="0" smtClean="0"/>
          </a:p>
          <a:p>
            <a:endParaRPr lang="en-US" sz="1000" dirty="0" smtClean="0"/>
          </a:p>
          <a:p>
            <a:pPr marL="228600" indent="-228600">
              <a:buFont typeface="+mj-lt"/>
              <a:buAutoNum type="arabicParenR"/>
            </a:pPr>
            <a:r>
              <a:rPr lang="en-US" sz="1000" b="1" dirty="0" smtClean="0"/>
              <a:t>Distribution of Obligors between Segments: </a:t>
            </a:r>
            <a:r>
              <a:rPr lang="en-US" sz="1000" dirty="0" smtClean="0"/>
              <a:t>The distribution of obligors is similar for all segments.</a:t>
            </a:r>
            <a:endParaRPr lang="en-CA" sz="1000" b="1" dirty="0"/>
          </a:p>
        </p:txBody>
      </p:sp>
      <p:graphicFrame>
        <p:nvGraphicFramePr>
          <p:cNvPr id="5" name="Chart 4"/>
          <p:cNvGraphicFramePr>
            <a:graphicFrameLocks/>
          </p:cNvGraphicFramePr>
          <p:nvPr>
            <p:extLst>
              <p:ext uri="{D42A27DB-BD31-4B8C-83A1-F6EECF244321}">
                <p14:modId xmlns:p14="http://schemas.microsoft.com/office/powerpoint/2010/main" val="1753027818"/>
              </p:ext>
            </p:extLst>
          </p:nvPr>
        </p:nvGraphicFramePr>
        <p:xfrm>
          <a:off x="406400" y="745374"/>
          <a:ext cx="8280400" cy="3684583"/>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98351135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a:xfrm>
            <a:off x="406400" y="347892"/>
            <a:ext cx="8280401" cy="397483"/>
          </a:xfrm>
        </p:spPr>
        <p:txBody>
          <a:bodyPr/>
          <a:lstStyle/>
          <a:p>
            <a:r>
              <a:rPr lang="en-US" sz="2400" dirty="0" smtClean="0"/>
              <a:t>Distribution by Number of Inquiries: Current Portfolio vs Historical Data</a:t>
            </a:r>
            <a:endParaRPr lang="en-CA" sz="2400" dirty="0"/>
          </a:p>
        </p:txBody>
      </p:sp>
      <p:sp>
        <p:nvSpPr>
          <p:cNvPr id="4" name="Text Placeholder 3"/>
          <p:cNvSpPr>
            <a:spLocks noGrp="1"/>
          </p:cNvSpPr>
          <p:nvPr>
            <p:ph type="body" sz="quarter" idx="15"/>
          </p:nvPr>
        </p:nvSpPr>
        <p:spPr/>
        <p:txBody>
          <a:bodyPr/>
          <a:lstStyle/>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sz="1000" dirty="0" smtClean="0"/>
          </a:p>
          <a:p>
            <a:pPr marL="228600" indent="-228600">
              <a:buFont typeface="+mj-lt"/>
              <a:buAutoNum type="arabicParenR"/>
            </a:pPr>
            <a:endParaRPr lang="en-US" sz="1000" b="1" dirty="0" smtClean="0"/>
          </a:p>
          <a:p>
            <a:endParaRPr lang="en-US" sz="1000" b="1" dirty="0" smtClean="0"/>
          </a:p>
          <a:p>
            <a:pPr marL="228600" indent="-228600">
              <a:buFont typeface="+mj-lt"/>
              <a:buAutoNum type="arabicParenR"/>
            </a:pPr>
            <a:r>
              <a:rPr lang="en-US" sz="1000" b="1" dirty="0" smtClean="0"/>
              <a:t>Historical </a:t>
            </a:r>
            <a:r>
              <a:rPr lang="en-US" sz="1000" b="1" dirty="0"/>
              <a:t>Data vs Current Portfolio: </a:t>
            </a:r>
            <a:r>
              <a:rPr lang="en-US" sz="1000" dirty="0" smtClean="0"/>
              <a:t>The distribution of obligors is similar between the current portfolio and the historical data.</a:t>
            </a:r>
            <a:endParaRPr lang="en-US" sz="1000" dirty="0"/>
          </a:p>
          <a:p>
            <a:pPr marL="228600" indent="-228600">
              <a:buFont typeface="+mj-lt"/>
              <a:buAutoNum type="arabicParenR"/>
            </a:pPr>
            <a:r>
              <a:rPr lang="en-US" sz="1000" b="1" dirty="0" smtClean="0"/>
              <a:t>Concentration of Obligors: </a:t>
            </a:r>
            <a:r>
              <a:rPr lang="en-US" sz="1000" dirty="0" smtClean="0"/>
              <a:t>Around 53.07% of obligors in the current portfolio had at least one but no more than six inquiries.</a:t>
            </a:r>
            <a:endParaRPr lang="en-US" sz="1000" b="1" dirty="0" smtClean="0"/>
          </a:p>
        </p:txBody>
      </p:sp>
      <p:graphicFrame>
        <p:nvGraphicFramePr>
          <p:cNvPr id="5" name="Chart 4"/>
          <p:cNvGraphicFramePr>
            <a:graphicFrameLocks/>
          </p:cNvGraphicFramePr>
          <p:nvPr>
            <p:extLst>
              <p:ext uri="{D42A27DB-BD31-4B8C-83A1-F6EECF244321}">
                <p14:modId xmlns:p14="http://schemas.microsoft.com/office/powerpoint/2010/main" val="1439092265"/>
              </p:ext>
            </p:extLst>
          </p:nvPr>
        </p:nvGraphicFramePr>
        <p:xfrm>
          <a:off x="406400" y="745375"/>
          <a:ext cx="8280400" cy="3382742"/>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15874193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a:xfrm>
            <a:off x="406400" y="347892"/>
            <a:ext cx="8280401" cy="397483"/>
          </a:xfrm>
        </p:spPr>
        <p:txBody>
          <a:bodyPr/>
          <a:lstStyle/>
          <a:p>
            <a:r>
              <a:rPr lang="en-US" sz="2400" dirty="0" smtClean="0"/>
              <a:t>Distribution by Number of Inquiries: EFG, NL and Non-EFG/Non-NL</a:t>
            </a:r>
            <a:endParaRPr lang="en-CA" sz="2400" dirty="0"/>
          </a:p>
        </p:txBody>
      </p:sp>
      <p:sp>
        <p:nvSpPr>
          <p:cNvPr id="4" name="Text Placeholder 3"/>
          <p:cNvSpPr>
            <a:spLocks noGrp="1"/>
          </p:cNvSpPr>
          <p:nvPr>
            <p:ph type="body" sz="quarter" idx="15"/>
          </p:nvPr>
        </p:nvSpPr>
        <p:spPr>
          <a:xfrm>
            <a:off x="406400" y="1636713"/>
            <a:ext cx="8280400" cy="2638895"/>
          </a:xfrm>
        </p:spPr>
        <p:txBody>
          <a:bodyPr/>
          <a:lstStyle/>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sz="1000" dirty="0" smtClean="0"/>
          </a:p>
          <a:p>
            <a:endParaRPr lang="en-US" sz="1000" dirty="0"/>
          </a:p>
          <a:p>
            <a:endParaRPr lang="en-US" sz="1000" dirty="0" smtClean="0"/>
          </a:p>
          <a:p>
            <a:endParaRPr lang="en-US" sz="1000" dirty="0" smtClean="0"/>
          </a:p>
          <a:p>
            <a:pPr marL="228600" indent="-228600">
              <a:buFont typeface="+mj-lt"/>
              <a:buAutoNum type="arabicParenR"/>
            </a:pPr>
            <a:r>
              <a:rPr lang="en-US" sz="1000" b="1" dirty="0" smtClean="0"/>
              <a:t>Non-EFG/Non-NL vs EFG and NL: </a:t>
            </a:r>
            <a:r>
              <a:rPr lang="en-US" sz="1000" dirty="0" smtClean="0"/>
              <a:t>The percentage of obligors with number of inquiries between one and six is highest among Non-EFG/Non-NL obligors.</a:t>
            </a:r>
          </a:p>
          <a:p>
            <a:pPr marL="228600" indent="-228600">
              <a:buFont typeface="+mj-lt"/>
              <a:buAutoNum type="arabicParenR"/>
            </a:pPr>
            <a:r>
              <a:rPr lang="en-US" sz="1000" b="1" dirty="0" smtClean="0"/>
              <a:t>EFG and NL: </a:t>
            </a:r>
            <a:r>
              <a:rPr lang="en-US" sz="1000" dirty="0" smtClean="0"/>
              <a:t>The distribution of obligors is similar between EFG and NL segments.</a:t>
            </a:r>
            <a:endParaRPr lang="en-CA" sz="1000" b="1" dirty="0"/>
          </a:p>
        </p:txBody>
      </p:sp>
      <p:graphicFrame>
        <p:nvGraphicFramePr>
          <p:cNvPr id="6" name="Chart 5"/>
          <p:cNvGraphicFramePr>
            <a:graphicFrameLocks/>
          </p:cNvGraphicFramePr>
          <p:nvPr>
            <p:extLst>
              <p:ext uri="{D42A27DB-BD31-4B8C-83A1-F6EECF244321}">
                <p14:modId xmlns:p14="http://schemas.microsoft.com/office/powerpoint/2010/main" val="3773799481"/>
              </p:ext>
            </p:extLst>
          </p:nvPr>
        </p:nvGraphicFramePr>
        <p:xfrm>
          <a:off x="406400" y="745375"/>
          <a:ext cx="8280400" cy="3666827"/>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21431803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a:xfrm>
            <a:off x="406400" y="347892"/>
            <a:ext cx="8280401" cy="397483"/>
          </a:xfrm>
        </p:spPr>
        <p:txBody>
          <a:bodyPr/>
          <a:lstStyle/>
          <a:p>
            <a:r>
              <a:rPr lang="en-US" sz="2400" dirty="0" smtClean="0"/>
              <a:t>Distribution by Province Score: Current Portfolio vs Historical Data</a:t>
            </a:r>
            <a:endParaRPr lang="en-CA" sz="2400" dirty="0"/>
          </a:p>
        </p:txBody>
      </p:sp>
      <p:sp>
        <p:nvSpPr>
          <p:cNvPr id="4" name="Text Placeholder 3"/>
          <p:cNvSpPr>
            <a:spLocks noGrp="1"/>
          </p:cNvSpPr>
          <p:nvPr>
            <p:ph type="body" sz="quarter" idx="15"/>
          </p:nvPr>
        </p:nvSpPr>
        <p:spPr/>
        <p:txBody>
          <a:bodyPr/>
          <a:lstStyle/>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sz="1000" dirty="0" smtClean="0"/>
          </a:p>
          <a:p>
            <a:pPr marL="228600" indent="-228600">
              <a:buFont typeface="+mj-lt"/>
              <a:buAutoNum type="arabicParenR"/>
            </a:pPr>
            <a:endParaRPr lang="en-US" sz="1000" b="1" dirty="0" smtClean="0"/>
          </a:p>
          <a:p>
            <a:endParaRPr lang="en-US" sz="1000" b="1" dirty="0" smtClean="0"/>
          </a:p>
          <a:p>
            <a:pPr marL="228600" indent="-228600">
              <a:buFont typeface="+mj-lt"/>
              <a:buAutoNum type="arabicParenR"/>
            </a:pPr>
            <a:r>
              <a:rPr lang="en-US" sz="1000" b="1" dirty="0" smtClean="0"/>
              <a:t>Historical </a:t>
            </a:r>
            <a:r>
              <a:rPr lang="en-US" sz="1000" b="1" dirty="0"/>
              <a:t>Data vs Current Portfolio: </a:t>
            </a:r>
            <a:r>
              <a:rPr lang="en-US" sz="1000" dirty="0" smtClean="0"/>
              <a:t>The distribution of obligors is similar between the current portfolio and the historical data.</a:t>
            </a:r>
            <a:endParaRPr lang="en-US" sz="1000" dirty="0"/>
          </a:p>
          <a:p>
            <a:pPr marL="228600" indent="-228600">
              <a:buFont typeface="+mj-lt"/>
              <a:buAutoNum type="arabicParenR"/>
            </a:pPr>
            <a:r>
              <a:rPr lang="en-US" sz="1000" b="1" dirty="0" smtClean="0"/>
              <a:t>Concentration of Obligors: </a:t>
            </a:r>
            <a:r>
              <a:rPr lang="en-US" sz="1000" dirty="0" smtClean="0"/>
              <a:t>Around 53% of obligors in the current portfolio are from the provinces of Alberta, Northwest Territories, Nunavut, Ontario and Yukon.</a:t>
            </a:r>
            <a:endParaRPr lang="en-US" sz="1000" b="1" dirty="0" smtClean="0"/>
          </a:p>
        </p:txBody>
      </p:sp>
      <p:graphicFrame>
        <p:nvGraphicFramePr>
          <p:cNvPr id="6" name="Chart 5"/>
          <p:cNvGraphicFramePr>
            <a:graphicFrameLocks/>
          </p:cNvGraphicFramePr>
          <p:nvPr>
            <p:extLst>
              <p:ext uri="{D42A27DB-BD31-4B8C-83A1-F6EECF244321}">
                <p14:modId xmlns:p14="http://schemas.microsoft.com/office/powerpoint/2010/main" val="3189221601"/>
              </p:ext>
            </p:extLst>
          </p:nvPr>
        </p:nvGraphicFramePr>
        <p:xfrm>
          <a:off x="406400" y="745375"/>
          <a:ext cx="8280400" cy="3418252"/>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43022608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a:xfrm>
            <a:off x="406400" y="347892"/>
            <a:ext cx="8280401" cy="397483"/>
          </a:xfrm>
        </p:spPr>
        <p:txBody>
          <a:bodyPr/>
          <a:lstStyle/>
          <a:p>
            <a:r>
              <a:rPr lang="en-US" sz="2400" dirty="0" smtClean="0"/>
              <a:t>Distribution by Province Score: EFG, NL and Non-EFG/Non-NL</a:t>
            </a:r>
            <a:endParaRPr lang="en-CA" sz="2400" dirty="0"/>
          </a:p>
        </p:txBody>
      </p:sp>
      <p:sp>
        <p:nvSpPr>
          <p:cNvPr id="4" name="Text Placeholder 3"/>
          <p:cNvSpPr>
            <a:spLocks noGrp="1"/>
          </p:cNvSpPr>
          <p:nvPr>
            <p:ph type="body" sz="quarter" idx="15"/>
          </p:nvPr>
        </p:nvSpPr>
        <p:spPr>
          <a:xfrm>
            <a:off x="406400" y="1636713"/>
            <a:ext cx="8280400" cy="2638895"/>
          </a:xfrm>
        </p:spPr>
        <p:txBody>
          <a:bodyPr/>
          <a:lstStyle/>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sz="1000" dirty="0" smtClean="0"/>
          </a:p>
          <a:p>
            <a:endParaRPr lang="en-US" sz="1000" dirty="0"/>
          </a:p>
          <a:p>
            <a:endParaRPr lang="en-US" sz="1000" dirty="0" smtClean="0"/>
          </a:p>
          <a:p>
            <a:pPr marL="228600" indent="-228600">
              <a:buFont typeface="+mj-lt"/>
              <a:buAutoNum type="arabicParenR"/>
            </a:pPr>
            <a:r>
              <a:rPr lang="en-US" sz="1000" b="1" dirty="0" smtClean="0"/>
              <a:t>NL vs EFG and Non-EFG/Non-NL: </a:t>
            </a:r>
            <a:r>
              <a:rPr lang="en-US" sz="1000" dirty="0" smtClean="0"/>
              <a:t>NL obligors get lower scores for this risk driver than obligors from other segments. Around 17.71% of NL obligors are from Quebec.</a:t>
            </a:r>
          </a:p>
          <a:p>
            <a:pPr marL="228600" indent="-228600">
              <a:buFont typeface="+mj-lt"/>
              <a:buAutoNum type="arabicParenR"/>
            </a:pPr>
            <a:r>
              <a:rPr lang="en-US" sz="1000" b="1" dirty="0" smtClean="0"/>
              <a:t>EFG and Non-EFG/Non-NL: </a:t>
            </a:r>
            <a:r>
              <a:rPr lang="en-US" sz="1000" dirty="0" smtClean="0"/>
              <a:t>The distribution of obligors is similar for EFG and Non-EFG/Non-NL segments.</a:t>
            </a:r>
            <a:endParaRPr lang="en-CA" sz="1000" b="1" dirty="0"/>
          </a:p>
        </p:txBody>
      </p:sp>
      <p:graphicFrame>
        <p:nvGraphicFramePr>
          <p:cNvPr id="5" name="Chart 4"/>
          <p:cNvGraphicFramePr>
            <a:graphicFrameLocks/>
          </p:cNvGraphicFramePr>
          <p:nvPr>
            <p:extLst>
              <p:ext uri="{D42A27DB-BD31-4B8C-83A1-F6EECF244321}">
                <p14:modId xmlns:p14="http://schemas.microsoft.com/office/powerpoint/2010/main" val="156504917"/>
              </p:ext>
            </p:extLst>
          </p:nvPr>
        </p:nvGraphicFramePr>
        <p:xfrm>
          <a:off x="406400" y="745375"/>
          <a:ext cx="8280399" cy="342713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90075159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a:xfrm>
            <a:off x="406400" y="347892"/>
            <a:ext cx="8280401" cy="397483"/>
          </a:xfrm>
        </p:spPr>
        <p:txBody>
          <a:bodyPr/>
          <a:lstStyle/>
          <a:p>
            <a:r>
              <a:rPr lang="en-US" sz="2400" dirty="0" smtClean="0"/>
              <a:t>Distribution by NAICS2 Score: Current Portfolio vs Historical Data</a:t>
            </a:r>
            <a:endParaRPr lang="en-CA" sz="2400" dirty="0"/>
          </a:p>
        </p:txBody>
      </p:sp>
      <p:sp>
        <p:nvSpPr>
          <p:cNvPr id="4" name="Text Placeholder 3"/>
          <p:cNvSpPr>
            <a:spLocks noGrp="1"/>
          </p:cNvSpPr>
          <p:nvPr>
            <p:ph type="body" sz="quarter" idx="15"/>
          </p:nvPr>
        </p:nvSpPr>
        <p:spPr>
          <a:xfrm>
            <a:off x="406400" y="1636713"/>
            <a:ext cx="8280400" cy="2642324"/>
          </a:xfrm>
        </p:spPr>
        <p:txBody>
          <a:bodyPr/>
          <a:lstStyle/>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sz="1000" dirty="0" smtClean="0"/>
          </a:p>
          <a:p>
            <a:pPr marL="228600" indent="-228600">
              <a:buFont typeface="+mj-lt"/>
              <a:buAutoNum type="arabicParenR"/>
            </a:pPr>
            <a:endParaRPr lang="en-US" sz="1000" b="1" dirty="0" smtClean="0"/>
          </a:p>
          <a:p>
            <a:endParaRPr lang="en-US" sz="1000" b="1" dirty="0" smtClean="0"/>
          </a:p>
          <a:p>
            <a:endParaRPr lang="en-US" sz="1000" b="1" dirty="0" smtClean="0"/>
          </a:p>
          <a:p>
            <a:pPr marL="228600" indent="-228600">
              <a:buFont typeface="+mj-lt"/>
              <a:buAutoNum type="arabicParenR"/>
            </a:pPr>
            <a:r>
              <a:rPr lang="en-US" sz="1000" b="1" dirty="0" smtClean="0"/>
              <a:t>Historical </a:t>
            </a:r>
            <a:r>
              <a:rPr lang="en-US" sz="1000" b="1" dirty="0"/>
              <a:t>Data vs Current Portfolio: </a:t>
            </a:r>
            <a:r>
              <a:rPr lang="en-US" sz="1000" dirty="0" smtClean="0"/>
              <a:t>The distribution of obligors is similar between the current portfolio and the historical data.</a:t>
            </a:r>
            <a:endParaRPr lang="en-US" sz="1000" dirty="0"/>
          </a:p>
        </p:txBody>
      </p:sp>
      <p:graphicFrame>
        <p:nvGraphicFramePr>
          <p:cNvPr id="5" name="Chart 4"/>
          <p:cNvGraphicFramePr>
            <a:graphicFrameLocks/>
          </p:cNvGraphicFramePr>
          <p:nvPr>
            <p:extLst>
              <p:ext uri="{D42A27DB-BD31-4B8C-83A1-F6EECF244321}">
                <p14:modId xmlns:p14="http://schemas.microsoft.com/office/powerpoint/2010/main" val="1579313648"/>
              </p:ext>
            </p:extLst>
          </p:nvPr>
        </p:nvGraphicFramePr>
        <p:xfrm>
          <a:off x="406400" y="745374"/>
          <a:ext cx="8280400" cy="3728972"/>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24282602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a:xfrm>
            <a:off x="406400" y="347892"/>
            <a:ext cx="8280401" cy="397483"/>
          </a:xfrm>
        </p:spPr>
        <p:txBody>
          <a:bodyPr/>
          <a:lstStyle/>
          <a:p>
            <a:r>
              <a:rPr lang="en-US" sz="2400" dirty="0" smtClean="0"/>
              <a:t>Distribution by NAICS2 Score: EFG, NL and Non-EFG/Non-NL</a:t>
            </a:r>
            <a:endParaRPr lang="en-CA" sz="2400" dirty="0"/>
          </a:p>
        </p:txBody>
      </p:sp>
      <p:sp>
        <p:nvSpPr>
          <p:cNvPr id="4" name="Text Placeholder 3"/>
          <p:cNvSpPr>
            <a:spLocks noGrp="1"/>
          </p:cNvSpPr>
          <p:nvPr>
            <p:ph type="body" sz="quarter" idx="15"/>
          </p:nvPr>
        </p:nvSpPr>
        <p:spPr>
          <a:xfrm>
            <a:off x="406400" y="1636713"/>
            <a:ext cx="8280400" cy="2638895"/>
          </a:xfrm>
        </p:spPr>
        <p:txBody>
          <a:bodyPr/>
          <a:lstStyle/>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sz="1000" dirty="0" smtClean="0"/>
          </a:p>
          <a:p>
            <a:endParaRPr lang="en-US" sz="1000" dirty="0" smtClean="0"/>
          </a:p>
          <a:p>
            <a:pPr marL="228600" indent="-228600">
              <a:buFont typeface="+mj-lt"/>
              <a:buAutoNum type="arabicParenR"/>
            </a:pPr>
            <a:r>
              <a:rPr lang="en-US" sz="1000" b="1" dirty="0" smtClean="0"/>
              <a:t>EFG vs NL and Non-EFG/Non-NL: </a:t>
            </a:r>
            <a:r>
              <a:rPr lang="en-US" sz="1000" dirty="0" smtClean="0"/>
              <a:t>EFG obligors receive lower scores on this risk driver as compared to obligors from other segments. Around 61.56% of EFG obligors receive zero points. In the current portfolio, 55.87% of EFG obligors are in Transportation and Warehousing industry (NAICS2 = 48) while the percentages of Non-EFG/Non-NL and NL obligors are 3.28% and 18.19% respectively.</a:t>
            </a:r>
          </a:p>
          <a:p>
            <a:pPr marL="228600" indent="-228600">
              <a:buFont typeface="+mj-lt"/>
              <a:buAutoNum type="arabicParenR"/>
            </a:pPr>
            <a:r>
              <a:rPr lang="en-US" sz="1000" b="1" dirty="0" smtClean="0"/>
              <a:t>Non-EFG/Non-NL and NL: </a:t>
            </a:r>
            <a:r>
              <a:rPr lang="en-US" sz="1000" dirty="0" smtClean="0"/>
              <a:t>The distribution of obligors is similar between Non-EFG/Non-NL and NL segments.</a:t>
            </a:r>
            <a:endParaRPr lang="en-CA" sz="1000" b="1" dirty="0"/>
          </a:p>
        </p:txBody>
      </p:sp>
      <p:graphicFrame>
        <p:nvGraphicFramePr>
          <p:cNvPr id="6" name="Chart 5"/>
          <p:cNvGraphicFramePr>
            <a:graphicFrameLocks/>
          </p:cNvGraphicFramePr>
          <p:nvPr>
            <p:extLst>
              <p:ext uri="{D42A27DB-BD31-4B8C-83A1-F6EECF244321}">
                <p14:modId xmlns:p14="http://schemas.microsoft.com/office/powerpoint/2010/main" val="961572074"/>
              </p:ext>
            </p:extLst>
          </p:nvPr>
        </p:nvGraphicFramePr>
        <p:xfrm>
          <a:off x="406400" y="745374"/>
          <a:ext cx="8280400" cy="3249577"/>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43813791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a:xfrm>
            <a:off x="406201" y="366811"/>
            <a:ext cx="8280401" cy="397483"/>
          </a:xfrm>
        </p:spPr>
        <p:txBody>
          <a:bodyPr/>
          <a:lstStyle/>
          <a:p>
            <a:r>
              <a:rPr lang="en-US" dirty="0" smtClean="0"/>
              <a:t>NAICS2 Codes</a:t>
            </a:r>
            <a:endParaRPr lang="en-CA" dirty="0"/>
          </a:p>
        </p:txBody>
      </p:sp>
      <p:graphicFrame>
        <p:nvGraphicFramePr>
          <p:cNvPr id="6" name="Table 5"/>
          <p:cNvGraphicFramePr>
            <a:graphicFrameLocks noGrp="1"/>
          </p:cNvGraphicFramePr>
          <p:nvPr>
            <p:extLst/>
          </p:nvPr>
        </p:nvGraphicFramePr>
        <p:xfrm>
          <a:off x="2536837" y="1079929"/>
          <a:ext cx="4019127" cy="3262308"/>
        </p:xfrm>
        <a:graphic>
          <a:graphicData uri="http://schemas.openxmlformats.org/drawingml/2006/table">
            <a:tbl>
              <a:tblPr/>
              <a:tblGrid>
                <a:gridCol w="309958">
                  <a:extLst>
                    <a:ext uri="{9D8B030D-6E8A-4147-A177-3AD203B41FA5}">
                      <a16:colId xmlns:a16="http://schemas.microsoft.com/office/drawing/2014/main" val="220675643"/>
                    </a:ext>
                  </a:extLst>
                </a:gridCol>
                <a:gridCol w="3709169">
                  <a:extLst>
                    <a:ext uri="{9D8B030D-6E8A-4147-A177-3AD203B41FA5}">
                      <a16:colId xmlns:a16="http://schemas.microsoft.com/office/drawing/2014/main" val="429639859"/>
                    </a:ext>
                  </a:extLst>
                </a:gridCol>
              </a:tblGrid>
              <a:tr h="154979">
                <a:tc>
                  <a:txBody>
                    <a:bodyPr/>
                    <a:lstStyle/>
                    <a:p>
                      <a:pPr algn="ctr" fontAlgn="ctr"/>
                      <a:r>
                        <a:rPr lang="en-CA" sz="900" b="1" i="0" u="none" strike="noStrike">
                          <a:solidFill>
                            <a:srgbClr val="FFFFFF"/>
                          </a:solidFill>
                          <a:effectLst/>
                          <a:latin typeface="Calibri" panose="020F0502020204030204" pitchFamily="34" charset="0"/>
                        </a:rPr>
                        <a:t>Code</a:t>
                      </a:r>
                    </a:p>
                  </a:txBody>
                  <a:tcPr marL="7749" marR="7749" marT="7749" marB="0" anchor="ctr">
                    <a:lnL w="12700" cap="flat" cmpd="sng" algn="ctr">
                      <a:solidFill>
                        <a:srgbClr val="0097A9"/>
                      </a:solidFill>
                      <a:prstDash val="solid"/>
                      <a:round/>
                      <a:headEnd type="none" w="med" len="med"/>
                      <a:tailEnd type="none" w="med" len="med"/>
                    </a:lnL>
                    <a:lnR>
                      <a:noFill/>
                    </a:lnR>
                    <a:lnT w="12700" cap="flat" cmpd="sng" algn="ctr">
                      <a:solidFill>
                        <a:srgbClr val="0097A9"/>
                      </a:solidFill>
                      <a:prstDash val="solid"/>
                      <a:round/>
                      <a:headEnd type="none" w="med" len="med"/>
                      <a:tailEnd type="none" w="med" len="med"/>
                    </a:lnT>
                    <a:lnB>
                      <a:noFill/>
                    </a:lnB>
                    <a:solidFill>
                      <a:srgbClr val="0097A9"/>
                    </a:solidFill>
                  </a:tcPr>
                </a:tc>
                <a:tc>
                  <a:txBody>
                    <a:bodyPr/>
                    <a:lstStyle/>
                    <a:p>
                      <a:pPr algn="ctr" fontAlgn="ctr"/>
                      <a:r>
                        <a:rPr lang="en-CA" sz="900" b="1" i="0" u="none" strike="noStrike">
                          <a:solidFill>
                            <a:srgbClr val="FFFFFF"/>
                          </a:solidFill>
                          <a:effectLst/>
                          <a:latin typeface="Calibri" panose="020F0502020204030204" pitchFamily="34" charset="0"/>
                        </a:rPr>
                        <a:t>Industry Title</a:t>
                      </a:r>
                    </a:p>
                  </a:txBody>
                  <a:tcPr marL="7749" marR="7749" marT="7749" marB="0" anchor="ctr">
                    <a:lnL>
                      <a:noFill/>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a:noFill/>
                    </a:lnB>
                    <a:solidFill>
                      <a:srgbClr val="0097A9"/>
                    </a:solidFill>
                  </a:tcPr>
                </a:tc>
                <a:extLst>
                  <a:ext uri="{0D108BD9-81ED-4DB2-BD59-A6C34878D82A}">
                    <a16:rowId xmlns:a16="http://schemas.microsoft.com/office/drawing/2014/main" val="976223741"/>
                  </a:ext>
                </a:extLst>
              </a:tr>
              <a:tr h="154979">
                <a:tc>
                  <a:txBody>
                    <a:bodyPr/>
                    <a:lstStyle/>
                    <a:p>
                      <a:pPr algn="ctr" fontAlgn="ctr"/>
                      <a:r>
                        <a:rPr lang="en-CA" sz="900" b="0" i="0" u="none" strike="noStrike" dirty="0">
                          <a:solidFill>
                            <a:srgbClr val="000000"/>
                          </a:solidFill>
                          <a:effectLst/>
                          <a:latin typeface="Calibri" panose="020F0502020204030204" pitchFamily="34" charset="0"/>
                        </a:rPr>
                        <a:t>11</a:t>
                      </a:r>
                    </a:p>
                  </a:txBody>
                  <a:tcPr marL="7749" marR="7749" marT="7749" marB="0" anchor="ctr">
                    <a:lnL w="12700" cap="flat" cmpd="sng" algn="ctr">
                      <a:solidFill>
                        <a:srgbClr val="0097A9"/>
                      </a:solidFill>
                      <a:prstDash val="solid"/>
                      <a:round/>
                      <a:headEnd type="none" w="med" len="med"/>
                      <a:tailEnd type="none" w="med" len="med"/>
                    </a:lnL>
                    <a:lnR>
                      <a:noFill/>
                    </a:lnR>
                    <a:lnT>
                      <a:noFill/>
                    </a:lnT>
                    <a:lnB>
                      <a:noFill/>
                    </a:lnB>
                    <a:solidFill>
                      <a:srgbClr val="E7EFF1"/>
                    </a:solidFill>
                  </a:tcPr>
                </a:tc>
                <a:tc>
                  <a:txBody>
                    <a:bodyPr/>
                    <a:lstStyle/>
                    <a:p>
                      <a:pPr algn="ctr" fontAlgn="ctr"/>
                      <a:r>
                        <a:rPr lang="en-US" sz="900" b="0" i="0" u="none" strike="noStrike">
                          <a:solidFill>
                            <a:srgbClr val="000000"/>
                          </a:solidFill>
                          <a:effectLst/>
                          <a:latin typeface="Calibri" panose="020F0502020204030204" pitchFamily="34" charset="0"/>
                        </a:rPr>
                        <a:t>Agriculture, forestry, fishing and hunting</a:t>
                      </a:r>
                    </a:p>
                  </a:txBody>
                  <a:tcPr marL="7749" marR="7749" marT="7749" marB="0" anchor="ctr">
                    <a:lnL>
                      <a:noFill/>
                    </a:lnL>
                    <a:lnR w="12700" cap="flat" cmpd="sng" algn="ctr">
                      <a:solidFill>
                        <a:srgbClr val="0097A9"/>
                      </a:solidFill>
                      <a:prstDash val="solid"/>
                      <a:round/>
                      <a:headEnd type="none" w="med" len="med"/>
                      <a:tailEnd type="none" w="med" len="med"/>
                    </a:lnR>
                    <a:lnT>
                      <a:noFill/>
                    </a:lnT>
                    <a:lnB>
                      <a:noFill/>
                    </a:lnB>
                    <a:solidFill>
                      <a:srgbClr val="E7EFF1"/>
                    </a:solidFill>
                  </a:tcPr>
                </a:tc>
                <a:extLst>
                  <a:ext uri="{0D108BD9-81ED-4DB2-BD59-A6C34878D82A}">
                    <a16:rowId xmlns:a16="http://schemas.microsoft.com/office/drawing/2014/main" val="4123905194"/>
                  </a:ext>
                </a:extLst>
              </a:tr>
              <a:tr h="154979">
                <a:tc>
                  <a:txBody>
                    <a:bodyPr/>
                    <a:lstStyle/>
                    <a:p>
                      <a:pPr algn="ctr" fontAlgn="ctr"/>
                      <a:r>
                        <a:rPr lang="en-CA" sz="900" b="0" i="0" u="none" strike="noStrike">
                          <a:solidFill>
                            <a:srgbClr val="000000"/>
                          </a:solidFill>
                          <a:effectLst/>
                          <a:latin typeface="Calibri" panose="020F0502020204030204" pitchFamily="34" charset="0"/>
                        </a:rPr>
                        <a:t>21</a:t>
                      </a:r>
                    </a:p>
                  </a:txBody>
                  <a:tcPr marL="7749" marR="7749" marT="7749" marB="0" anchor="ctr">
                    <a:lnL w="12700" cap="flat" cmpd="sng" algn="ctr">
                      <a:solidFill>
                        <a:srgbClr val="0097A9"/>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Mining, quarrying, and oil and gas extraction</a:t>
                      </a:r>
                    </a:p>
                  </a:txBody>
                  <a:tcPr marL="7749" marR="7749" marT="7749" marB="0" anchor="ctr">
                    <a:lnL>
                      <a:noFill/>
                    </a:lnL>
                    <a:lnR w="12700" cap="flat" cmpd="sng" algn="ctr">
                      <a:solidFill>
                        <a:srgbClr val="0097A9"/>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904674206"/>
                  </a:ext>
                </a:extLst>
              </a:tr>
              <a:tr h="154979">
                <a:tc>
                  <a:txBody>
                    <a:bodyPr/>
                    <a:lstStyle/>
                    <a:p>
                      <a:pPr algn="ctr" fontAlgn="ctr"/>
                      <a:r>
                        <a:rPr lang="en-CA" sz="900" b="0" i="0" u="none" strike="noStrike">
                          <a:solidFill>
                            <a:srgbClr val="000000"/>
                          </a:solidFill>
                          <a:effectLst/>
                          <a:latin typeface="Calibri" panose="020F0502020204030204" pitchFamily="34" charset="0"/>
                        </a:rPr>
                        <a:t>22</a:t>
                      </a:r>
                    </a:p>
                  </a:txBody>
                  <a:tcPr marL="7749" marR="7749" marT="7749" marB="0" anchor="ctr">
                    <a:lnL w="12700" cap="flat" cmpd="sng" algn="ctr">
                      <a:solidFill>
                        <a:srgbClr val="0097A9"/>
                      </a:solidFill>
                      <a:prstDash val="solid"/>
                      <a:round/>
                      <a:headEnd type="none" w="med" len="med"/>
                      <a:tailEnd type="none" w="med" len="med"/>
                    </a:lnL>
                    <a:lnR>
                      <a:noFill/>
                    </a:lnR>
                    <a:lnT>
                      <a:noFill/>
                    </a:lnT>
                    <a:lnB>
                      <a:noFill/>
                    </a:lnB>
                    <a:solidFill>
                      <a:srgbClr val="E7EFF1"/>
                    </a:solidFill>
                  </a:tcPr>
                </a:tc>
                <a:tc>
                  <a:txBody>
                    <a:bodyPr/>
                    <a:lstStyle/>
                    <a:p>
                      <a:pPr algn="ctr" fontAlgn="ctr"/>
                      <a:r>
                        <a:rPr lang="en-CA" sz="900" b="0" i="0" u="none" strike="noStrike">
                          <a:solidFill>
                            <a:srgbClr val="000000"/>
                          </a:solidFill>
                          <a:effectLst/>
                          <a:latin typeface="Calibri" panose="020F0502020204030204" pitchFamily="34" charset="0"/>
                        </a:rPr>
                        <a:t>Utilities</a:t>
                      </a:r>
                    </a:p>
                  </a:txBody>
                  <a:tcPr marL="7749" marR="7749" marT="7749" marB="0" anchor="ctr">
                    <a:lnL>
                      <a:noFill/>
                    </a:lnL>
                    <a:lnR w="12700" cap="flat" cmpd="sng" algn="ctr">
                      <a:solidFill>
                        <a:srgbClr val="0097A9"/>
                      </a:solidFill>
                      <a:prstDash val="solid"/>
                      <a:round/>
                      <a:headEnd type="none" w="med" len="med"/>
                      <a:tailEnd type="none" w="med" len="med"/>
                    </a:lnR>
                    <a:lnT>
                      <a:noFill/>
                    </a:lnT>
                    <a:lnB>
                      <a:noFill/>
                    </a:lnB>
                    <a:solidFill>
                      <a:srgbClr val="E7EFF1"/>
                    </a:solidFill>
                  </a:tcPr>
                </a:tc>
                <a:extLst>
                  <a:ext uri="{0D108BD9-81ED-4DB2-BD59-A6C34878D82A}">
                    <a16:rowId xmlns:a16="http://schemas.microsoft.com/office/drawing/2014/main" val="1524483428"/>
                  </a:ext>
                </a:extLst>
              </a:tr>
              <a:tr h="154979">
                <a:tc>
                  <a:txBody>
                    <a:bodyPr/>
                    <a:lstStyle/>
                    <a:p>
                      <a:pPr algn="ctr" fontAlgn="ctr"/>
                      <a:r>
                        <a:rPr lang="en-CA" sz="900" b="0" i="0" u="none" strike="noStrike">
                          <a:solidFill>
                            <a:srgbClr val="000000"/>
                          </a:solidFill>
                          <a:effectLst/>
                          <a:latin typeface="Calibri" panose="020F0502020204030204" pitchFamily="34" charset="0"/>
                        </a:rPr>
                        <a:t>23</a:t>
                      </a:r>
                    </a:p>
                  </a:txBody>
                  <a:tcPr marL="7749" marR="7749" marT="7749" marB="0" anchor="ctr">
                    <a:lnL w="12700" cap="flat" cmpd="sng" algn="ctr">
                      <a:solidFill>
                        <a:srgbClr val="0097A9"/>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CA" sz="900" b="0" i="0" u="none" strike="noStrike" dirty="0">
                          <a:solidFill>
                            <a:srgbClr val="000000"/>
                          </a:solidFill>
                          <a:effectLst/>
                          <a:latin typeface="Calibri" panose="020F0502020204030204" pitchFamily="34" charset="0"/>
                        </a:rPr>
                        <a:t>Construction</a:t>
                      </a:r>
                    </a:p>
                  </a:txBody>
                  <a:tcPr marL="7749" marR="7749" marT="7749" marB="0" anchor="ctr">
                    <a:lnL>
                      <a:noFill/>
                    </a:lnL>
                    <a:lnR w="12700" cap="flat" cmpd="sng" algn="ctr">
                      <a:solidFill>
                        <a:srgbClr val="0097A9"/>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4273576931"/>
                  </a:ext>
                </a:extLst>
              </a:tr>
              <a:tr h="154979">
                <a:tc>
                  <a:txBody>
                    <a:bodyPr/>
                    <a:lstStyle/>
                    <a:p>
                      <a:pPr algn="ctr" fontAlgn="ctr"/>
                      <a:r>
                        <a:rPr lang="en-CA" sz="900" b="0" i="0" u="none" strike="noStrike">
                          <a:solidFill>
                            <a:srgbClr val="000000"/>
                          </a:solidFill>
                          <a:effectLst/>
                          <a:latin typeface="Calibri" panose="020F0502020204030204" pitchFamily="34" charset="0"/>
                        </a:rPr>
                        <a:t>31-33</a:t>
                      </a:r>
                    </a:p>
                  </a:txBody>
                  <a:tcPr marL="7749" marR="7749" marT="7749" marB="0" anchor="ctr">
                    <a:lnL w="12700" cap="flat" cmpd="sng" algn="ctr">
                      <a:solidFill>
                        <a:srgbClr val="0097A9"/>
                      </a:solidFill>
                      <a:prstDash val="solid"/>
                      <a:round/>
                      <a:headEnd type="none" w="med" len="med"/>
                      <a:tailEnd type="none" w="med" len="med"/>
                    </a:lnL>
                    <a:lnR>
                      <a:noFill/>
                    </a:lnR>
                    <a:lnT>
                      <a:noFill/>
                    </a:lnT>
                    <a:lnB>
                      <a:noFill/>
                    </a:lnB>
                    <a:solidFill>
                      <a:srgbClr val="E7EFF1"/>
                    </a:solidFill>
                  </a:tcPr>
                </a:tc>
                <a:tc>
                  <a:txBody>
                    <a:bodyPr/>
                    <a:lstStyle/>
                    <a:p>
                      <a:pPr algn="ctr" fontAlgn="ctr"/>
                      <a:r>
                        <a:rPr lang="en-CA" sz="900" b="0" i="0" u="none" strike="noStrike" dirty="0">
                          <a:solidFill>
                            <a:srgbClr val="000000"/>
                          </a:solidFill>
                          <a:effectLst/>
                          <a:latin typeface="Calibri" panose="020F0502020204030204" pitchFamily="34" charset="0"/>
                        </a:rPr>
                        <a:t>Manufacturing</a:t>
                      </a:r>
                    </a:p>
                  </a:txBody>
                  <a:tcPr marL="7749" marR="7749" marT="7749" marB="0" anchor="ctr">
                    <a:lnL>
                      <a:noFill/>
                    </a:lnL>
                    <a:lnR w="12700" cap="flat" cmpd="sng" algn="ctr">
                      <a:solidFill>
                        <a:srgbClr val="0097A9"/>
                      </a:solidFill>
                      <a:prstDash val="solid"/>
                      <a:round/>
                      <a:headEnd type="none" w="med" len="med"/>
                      <a:tailEnd type="none" w="med" len="med"/>
                    </a:lnR>
                    <a:lnT>
                      <a:noFill/>
                    </a:lnT>
                    <a:lnB>
                      <a:noFill/>
                    </a:lnB>
                    <a:solidFill>
                      <a:srgbClr val="E7EFF1"/>
                    </a:solidFill>
                  </a:tcPr>
                </a:tc>
                <a:extLst>
                  <a:ext uri="{0D108BD9-81ED-4DB2-BD59-A6C34878D82A}">
                    <a16:rowId xmlns:a16="http://schemas.microsoft.com/office/drawing/2014/main" val="3219662013"/>
                  </a:ext>
                </a:extLst>
              </a:tr>
              <a:tr h="154979">
                <a:tc>
                  <a:txBody>
                    <a:bodyPr/>
                    <a:lstStyle/>
                    <a:p>
                      <a:pPr algn="ctr" fontAlgn="ctr"/>
                      <a:r>
                        <a:rPr lang="en-CA" sz="900" b="0" i="0" u="none" strike="noStrike">
                          <a:solidFill>
                            <a:srgbClr val="000000"/>
                          </a:solidFill>
                          <a:effectLst/>
                          <a:latin typeface="Calibri" panose="020F0502020204030204" pitchFamily="34" charset="0"/>
                        </a:rPr>
                        <a:t>41-42</a:t>
                      </a:r>
                    </a:p>
                  </a:txBody>
                  <a:tcPr marL="7749" marR="7749" marT="7749" marB="0" anchor="ctr">
                    <a:lnL w="12700" cap="flat" cmpd="sng" algn="ctr">
                      <a:solidFill>
                        <a:srgbClr val="0097A9"/>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CA" sz="900" b="0" i="0" u="none" strike="noStrike">
                          <a:solidFill>
                            <a:srgbClr val="000000"/>
                          </a:solidFill>
                          <a:effectLst/>
                          <a:latin typeface="Calibri" panose="020F0502020204030204" pitchFamily="34" charset="0"/>
                        </a:rPr>
                        <a:t>Wholesale trade</a:t>
                      </a:r>
                    </a:p>
                  </a:txBody>
                  <a:tcPr marL="7749" marR="7749" marT="7749" marB="0" anchor="ctr">
                    <a:lnL>
                      <a:noFill/>
                    </a:lnL>
                    <a:lnR w="12700" cap="flat" cmpd="sng" algn="ctr">
                      <a:solidFill>
                        <a:srgbClr val="0097A9"/>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947916003"/>
                  </a:ext>
                </a:extLst>
              </a:tr>
              <a:tr h="154979">
                <a:tc>
                  <a:txBody>
                    <a:bodyPr/>
                    <a:lstStyle/>
                    <a:p>
                      <a:pPr algn="ctr" fontAlgn="ctr"/>
                      <a:r>
                        <a:rPr lang="en-CA" sz="900" b="0" i="0" u="none" strike="noStrike">
                          <a:solidFill>
                            <a:srgbClr val="000000"/>
                          </a:solidFill>
                          <a:effectLst/>
                          <a:latin typeface="Calibri" panose="020F0502020204030204" pitchFamily="34" charset="0"/>
                        </a:rPr>
                        <a:t>44-45</a:t>
                      </a:r>
                    </a:p>
                  </a:txBody>
                  <a:tcPr marL="7749" marR="7749" marT="7749" marB="0" anchor="ctr">
                    <a:lnL w="12700" cap="flat" cmpd="sng" algn="ctr">
                      <a:solidFill>
                        <a:srgbClr val="0097A9"/>
                      </a:solidFill>
                      <a:prstDash val="solid"/>
                      <a:round/>
                      <a:headEnd type="none" w="med" len="med"/>
                      <a:tailEnd type="none" w="med" len="med"/>
                    </a:lnL>
                    <a:lnR>
                      <a:noFill/>
                    </a:lnR>
                    <a:lnT>
                      <a:noFill/>
                    </a:lnT>
                    <a:lnB>
                      <a:noFill/>
                    </a:lnB>
                    <a:solidFill>
                      <a:srgbClr val="E7EFF1"/>
                    </a:solidFill>
                  </a:tcPr>
                </a:tc>
                <a:tc>
                  <a:txBody>
                    <a:bodyPr/>
                    <a:lstStyle/>
                    <a:p>
                      <a:pPr algn="ctr" fontAlgn="ctr"/>
                      <a:r>
                        <a:rPr lang="en-CA" sz="900" b="0" i="0" u="none" strike="noStrike">
                          <a:solidFill>
                            <a:srgbClr val="000000"/>
                          </a:solidFill>
                          <a:effectLst/>
                          <a:latin typeface="Calibri" panose="020F0502020204030204" pitchFamily="34" charset="0"/>
                        </a:rPr>
                        <a:t>Retail trade</a:t>
                      </a:r>
                    </a:p>
                  </a:txBody>
                  <a:tcPr marL="7749" marR="7749" marT="7749" marB="0" anchor="ctr">
                    <a:lnL>
                      <a:noFill/>
                    </a:lnL>
                    <a:lnR w="12700" cap="flat" cmpd="sng" algn="ctr">
                      <a:solidFill>
                        <a:srgbClr val="0097A9"/>
                      </a:solidFill>
                      <a:prstDash val="solid"/>
                      <a:round/>
                      <a:headEnd type="none" w="med" len="med"/>
                      <a:tailEnd type="none" w="med" len="med"/>
                    </a:lnR>
                    <a:lnT>
                      <a:noFill/>
                    </a:lnT>
                    <a:lnB>
                      <a:noFill/>
                    </a:lnB>
                    <a:solidFill>
                      <a:srgbClr val="E7EFF1"/>
                    </a:solidFill>
                  </a:tcPr>
                </a:tc>
                <a:extLst>
                  <a:ext uri="{0D108BD9-81ED-4DB2-BD59-A6C34878D82A}">
                    <a16:rowId xmlns:a16="http://schemas.microsoft.com/office/drawing/2014/main" val="2638785947"/>
                  </a:ext>
                </a:extLst>
              </a:tr>
              <a:tr h="154979">
                <a:tc>
                  <a:txBody>
                    <a:bodyPr/>
                    <a:lstStyle/>
                    <a:p>
                      <a:pPr algn="ctr" fontAlgn="ctr"/>
                      <a:r>
                        <a:rPr lang="en-CA" sz="900" b="0" i="0" u="none" strike="noStrike">
                          <a:solidFill>
                            <a:srgbClr val="000000"/>
                          </a:solidFill>
                          <a:effectLst/>
                          <a:latin typeface="Calibri" panose="020F0502020204030204" pitchFamily="34" charset="0"/>
                        </a:rPr>
                        <a:t>48-49</a:t>
                      </a:r>
                    </a:p>
                  </a:txBody>
                  <a:tcPr marL="7749" marR="7749" marT="7749" marB="0" anchor="ctr">
                    <a:lnL w="12700" cap="flat" cmpd="sng" algn="ctr">
                      <a:solidFill>
                        <a:srgbClr val="0097A9"/>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CA" sz="900" b="0" i="0" u="none" strike="noStrike">
                          <a:solidFill>
                            <a:srgbClr val="000000"/>
                          </a:solidFill>
                          <a:effectLst/>
                          <a:latin typeface="Calibri" panose="020F0502020204030204" pitchFamily="34" charset="0"/>
                        </a:rPr>
                        <a:t>Transportation and warehousing</a:t>
                      </a:r>
                    </a:p>
                  </a:txBody>
                  <a:tcPr marL="7749" marR="7749" marT="7749" marB="0" anchor="ctr">
                    <a:lnL>
                      <a:noFill/>
                    </a:lnL>
                    <a:lnR w="12700" cap="flat" cmpd="sng" algn="ctr">
                      <a:solidFill>
                        <a:srgbClr val="0097A9"/>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4237738475"/>
                  </a:ext>
                </a:extLst>
              </a:tr>
              <a:tr h="154979">
                <a:tc>
                  <a:txBody>
                    <a:bodyPr/>
                    <a:lstStyle/>
                    <a:p>
                      <a:pPr algn="ctr" fontAlgn="ctr"/>
                      <a:r>
                        <a:rPr lang="en-CA" sz="900" b="0" i="0" u="none" strike="noStrike">
                          <a:solidFill>
                            <a:srgbClr val="000000"/>
                          </a:solidFill>
                          <a:effectLst/>
                          <a:latin typeface="Calibri" panose="020F0502020204030204" pitchFamily="34" charset="0"/>
                        </a:rPr>
                        <a:t>51</a:t>
                      </a:r>
                    </a:p>
                  </a:txBody>
                  <a:tcPr marL="7749" marR="7749" marT="7749" marB="0" anchor="ctr">
                    <a:lnL w="12700" cap="flat" cmpd="sng" algn="ctr">
                      <a:solidFill>
                        <a:srgbClr val="0097A9"/>
                      </a:solidFill>
                      <a:prstDash val="solid"/>
                      <a:round/>
                      <a:headEnd type="none" w="med" len="med"/>
                      <a:tailEnd type="none" w="med" len="med"/>
                    </a:lnL>
                    <a:lnR>
                      <a:noFill/>
                    </a:lnR>
                    <a:lnT>
                      <a:noFill/>
                    </a:lnT>
                    <a:lnB>
                      <a:noFill/>
                    </a:lnB>
                    <a:solidFill>
                      <a:srgbClr val="E7EFF1"/>
                    </a:solidFill>
                  </a:tcPr>
                </a:tc>
                <a:tc>
                  <a:txBody>
                    <a:bodyPr/>
                    <a:lstStyle/>
                    <a:p>
                      <a:pPr algn="ctr" fontAlgn="ctr"/>
                      <a:r>
                        <a:rPr lang="en-CA" sz="900" b="0" i="0" u="none" strike="noStrike" dirty="0">
                          <a:solidFill>
                            <a:srgbClr val="000000"/>
                          </a:solidFill>
                          <a:effectLst/>
                          <a:latin typeface="Calibri" panose="020F0502020204030204" pitchFamily="34" charset="0"/>
                        </a:rPr>
                        <a:t>Information and cultural industries</a:t>
                      </a:r>
                    </a:p>
                  </a:txBody>
                  <a:tcPr marL="7749" marR="7749" marT="7749" marB="0" anchor="ctr">
                    <a:lnL>
                      <a:noFill/>
                    </a:lnL>
                    <a:lnR w="12700" cap="flat" cmpd="sng" algn="ctr">
                      <a:solidFill>
                        <a:srgbClr val="0097A9"/>
                      </a:solidFill>
                      <a:prstDash val="solid"/>
                      <a:round/>
                      <a:headEnd type="none" w="med" len="med"/>
                      <a:tailEnd type="none" w="med" len="med"/>
                    </a:lnR>
                    <a:lnT>
                      <a:noFill/>
                    </a:lnT>
                    <a:lnB>
                      <a:noFill/>
                    </a:lnB>
                    <a:solidFill>
                      <a:srgbClr val="E7EFF1"/>
                    </a:solidFill>
                  </a:tcPr>
                </a:tc>
                <a:extLst>
                  <a:ext uri="{0D108BD9-81ED-4DB2-BD59-A6C34878D82A}">
                    <a16:rowId xmlns:a16="http://schemas.microsoft.com/office/drawing/2014/main" val="412789773"/>
                  </a:ext>
                </a:extLst>
              </a:tr>
              <a:tr h="154979">
                <a:tc>
                  <a:txBody>
                    <a:bodyPr/>
                    <a:lstStyle/>
                    <a:p>
                      <a:pPr algn="ctr" fontAlgn="ctr"/>
                      <a:r>
                        <a:rPr lang="en-CA" sz="900" b="0" i="0" u="none" strike="noStrike">
                          <a:solidFill>
                            <a:srgbClr val="000000"/>
                          </a:solidFill>
                          <a:effectLst/>
                          <a:latin typeface="Calibri" panose="020F0502020204030204" pitchFamily="34" charset="0"/>
                        </a:rPr>
                        <a:t>52</a:t>
                      </a:r>
                    </a:p>
                  </a:txBody>
                  <a:tcPr marL="7749" marR="7749" marT="7749" marB="0" anchor="ctr">
                    <a:lnL w="12700" cap="flat" cmpd="sng" algn="ctr">
                      <a:solidFill>
                        <a:srgbClr val="0097A9"/>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CA" sz="900" b="0" i="0" u="none" strike="noStrike">
                          <a:solidFill>
                            <a:srgbClr val="000000"/>
                          </a:solidFill>
                          <a:effectLst/>
                          <a:latin typeface="Calibri" panose="020F0502020204030204" pitchFamily="34" charset="0"/>
                        </a:rPr>
                        <a:t>Finance and insurance</a:t>
                      </a:r>
                    </a:p>
                  </a:txBody>
                  <a:tcPr marL="7749" marR="7749" marT="7749" marB="0" anchor="ctr">
                    <a:lnL>
                      <a:noFill/>
                    </a:lnL>
                    <a:lnR w="12700" cap="flat" cmpd="sng" algn="ctr">
                      <a:solidFill>
                        <a:srgbClr val="0097A9"/>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2368916587"/>
                  </a:ext>
                </a:extLst>
              </a:tr>
              <a:tr h="154979">
                <a:tc>
                  <a:txBody>
                    <a:bodyPr/>
                    <a:lstStyle/>
                    <a:p>
                      <a:pPr algn="ctr" fontAlgn="ctr"/>
                      <a:r>
                        <a:rPr lang="en-CA" sz="900" b="0" i="0" u="none" strike="noStrike">
                          <a:solidFill>
                            <a:srgbClr val="000000"/>
                          </a:solidFill>
                          <a:effectLst/>
                          <a:latin typeface="Calibri" panose="020F0502020204030204" pitchFamily="34" charset="0"/>
                        </a:rPr>
                        <a:t>53</a:t>
                      </a:r>
                    </a:p>
                  </a:txBody>
                  <a:tcPr marL="7749" marR="7749" marT="7749" marB="0" anchor="ctr">
                    <a:lnL w="12700" cap="flat" cmpd="sng" algn="ctr">
                      <a:solidFill>
                        <a:srgbClr val="0097A9"/>
                      </a:solidFill>
                      <a:prstDash val="solid"/>
                      <a:round/>
                      <a:headEnd type="none" w="med" len="med"/>
                      <a:tailEnd type="none" w="med" len="med"/>
                    </a:lnL>
                    <a:lnR>
                      <a:noFill/>
                    </a:lnR>
                    <a:lnT>
                      <a:noFill/>
                    </a:lnT>
                    <a:lnB>
                      <a:noFill/>
                    </a:lnB>
                    <a:solidFill>
                      <a:srgbClr val="E7EFF1"/>
                    </a:solidFill>
                  </a:tcPr>
                </a:tc>
                <a:tc>
                  <a:txBody>
                    <a:bodyPr/>
                    <a:lstStyle/>
                    <a:p>
                      <a:pPr algn="ctr" fontAlgn="ctr"/>
                      <a:r>
                        <a:rPr lang="en-US" sz="900" b="0" i="0" u="none" strike="noStrike">
                          <a:solidFill>
                            <a:srgbClr val="000000"/>
                          </a:solidFill>
                          <a:effectLst/>
                          <a:latin typeface="Calibri" panose="020F0502020204030204" pitchFamily="34" charset="0"/>
                        </a:rPr>
                        <a:t>Real estate and rental and leasing</a:t>
                      </a:r>
                    </a:p>
                  </a:txBody>
                  <a:tcPr marL="7749" marR="7749" marT="7749" marB="0" anchor="ctr">
                    <a:lnL>
                      <a:noFill/>
                    </a:lnL>
                    <a:lnR w="12700" cap="flat" cmpd="sng" algn="ctr">
                      <a:solidFill>
                        <a:srgbClr val="0097A9"/>
                      </a:solidFill>
                      <a:prstDash val="solid"/>
                      <a:round/>
                      <a:headEnd type="none" w="med" len="med"/>
                      <a:tailEnd type="none" w="med" len="med"/>
                    </a:lnR>
                    <a:lnT>
                      <a:noFill/>
                    </a:lnT>
                    <a:lnB>
                      <a:noFill/>
                    </a:lnB>
                    <a:solidFill>
                      <a:srgbClr val="E7EFF1"/>
                    </a:solidFill>
                  </a:tcPr>
                </a:tc>
                <a:extLst>
                  <a:ext uri="{0D108BD9-81ED-4DB2-BD59-A6C34878D82A}">
                    <a16:rowId xmlns:a16="http://schemas.microsoft.com/office/drawing/2014/main" val="1539510565"/>
                  </a:ext>
                </a:extLst>
              </a:tr>
              <a:tr h="154979">
                <a:tc>
                  <a:txBody>
                    <a:bodyPr/>
                    <a:lstStyle/>
                    <a:p>
                      <a:pPr algn="ctr" fontAlgn="ctr"/>
                      <a:r>
                        <a:rPr lang="en-CA" sz="900" b="0" i="0" u="none" strike="noStrike">
                          <a:solidFill>
                            <a:srgbClr val="000000"/>
                          </a:solidFill>
                          <a:effectLst/>
                          <a:latin typeface="Calibri" panose="020F0502020204030204" pitchFamily="34" charset="0"/>
                        </a:rPr>
                        <a:t>54</a:t>
                      </a:r>
                    </a:p>
                  </a:txBody>
                  <a:tcPr marL="7749" marR="7749" marT="7749" marB="0" anchor="ctr">
                    <a:lnL w="12700" cap="flat" cmpd="sng" algn="ctr">
                      <a:solidFill>
                        <a:srgbClr val="0097A9"/>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Professional, scientific and technical services</a:t>
                      </a:r>
                    </a:p>
                  </a:txBody>
                  <a:tcPr marL="7749" marR="7749" marT="7749" marB="0" anchor="ctr">
                    <a:lnL>
                      <a:noFill/>
                    </a:lnL>
                    <a:lnR w="12700" cap="flat" cmpd="sng" algn="ctr">
                      <a:solidFill>
                        <a:srgbClr val="0097A9"/>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2908784120"/>
                  </a:ext>
                </a:extLst>
              </a:tr>
              <a:tr h="154979">
                <a:tc>
                  <a:txBody>
                    <a:bodyPr/>
                    <a:lstStyle/>
                    <a:p>
                      <a:pPr algn="ctr" fontAlgn="ctr"/>
                      <a:r>
                        <a:rPr lang="en-CA" sz="900" b="0" i="0" u="none" strike="noStrike">
                          <a:solidFill>
                            <a:srgbClr val="000000"/>
                          </a:solidFill>
                          <a:effectLst/>
                          <a:latin typeface="Calibri" panose="020F0502020204030204" pitchFamily="34" charset="0"/>
                        </a:rPr>
                        <a:t>55</a:t>
                      </a:r>
                    </a:p>
                  </a:txBody>
                  <a:tcPr marL="7749" marR="7749" marT="7749" marB="0" anchor="ctr">
                    <a:lnL w="12700" cap="flat" cmpd="sng" algn="ctr">
                      <a:solidFill>
                        <a:srgbClr val="0097A9"/>
                      </a:solidFill>
                      <a:prstDash val="solid"/>
                      <a:round/>
                      <a:headEnd type="none" w="med" len="med"/>
                      <a:tailEnd type="none" w="med" len="med"/>
                    </a:lnL>
                    <a:lnR>
                      <a:noFill/>
                    </a:lnR>
                    <a:lnT>
                      <a:noFill/>
                    </a:lnT>
                    <a:lnB>
                      <a:noFill/>
                    </a:lnB>
                    <a:solidFill>
                      <a:srgbClr val="E7EFF1"/>
                    </a:solidFill>
                  </a:tcPr>
                </a:tc>
                <a:tc>
                  <a:txBody>
                    <a:bodyPr/>
                    <a:lstStyle/>
                    <a:p>
                      <a:pPr algn="ctr" fontAlgn="ctr"/>
                      <a:r>
                        <a:rPr lang="en-US" sz="900" b="0" i="0" u="none" strike="noStrike">
                          <a:solidFill>
                            <a:srgbClr val="000000"/>
                          </a:solidFill>
                          <a:effectLst/>
                          <a:latin typeface="Calibri" panose="020F0502020204030204" pitchFamily="34" charset="0"/>
                        </a:rPr>
                        <a:t>Management of companies and enterprises</a:t>
                      </a:r>
                    </a:p>
                  </a:txBody>
                  <a:tcPr marL="7749" marR="7749" marT="7749" marB="0" anchor="ctr">
                    <a:lnL>
                      <a:noFill/>
                    </a:lnL>
                    <a:lnR w="12700" cap="flat" cmpd="sng" algn="ctr">
                      <a:solidFill>
                        <a:srgbClr val="0097A9"/>
                      </a:solidFill>
                      <a:prstDash val="solid"/>
                      <a:round/>
                      <a:headEnd type="none" w="med" len="med"/>
                      <a:tailEnd type="none" w="med" len="med"/>
                    </a:lnR>
                    <a:lnT>
                      <a:noFill/>
                    </a:lnT>
                    <a:lnB>
                      <a:noFill/>
                    </a:lnB>
                    <a:solidFill>
                      <a:srgbClr val="E7EFF1"/>
                    </a:solidFill>
                  </a:tcPr>
                </a:tc>
                <a:extLst>
                  <a:ext uri="{0D108BD9-81ED-4DB2-BD59-A6C34878D82A}">
                    <a16:rowId xmlns:a16="http://schemas.microsoft.com/office/drawing/2014/main" val="421960662"/>
                  </a:ext>
                </a:extLst>
              </a:tr>
              <a:tr h="154979">
                <a:tc>
                  <a:txBody>
                    <a:bodyPr/>
                    <a:lstStyle/>
                    <a:p>
                      <a:pPr algn="ctr" fontAlgn="ctr"/>
                      <a:r>
                        <a:rPr lang="en-CA" sz="900" b="0" i="0" u="none" strike="noStrike">
                          <a:solidFill>
                            <a:srgbClr val="000000"/>
                          </a:solidFill>
                          <a:effectLst/>
                          <a:latin typeface="Calibri" panose="020F0502020204030204" pitchFamily="34" charset="0"/>
                        </a:rPr>
                        <a:t>56</a:t>
                      </a:r>
                    </a:p>
                  </a:txBody>
                  <a:tcPr marL="7749" marR="7749" marT="7749" marB="0" anchor="ctr">
                    <a:lnL w="12700" cap="flat" cmpd="sng" algn="ctr">
                      <a:solidFill>
                        <a:srgbClr val="0097A9"/>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Administrative and support, waste management and remediation services</a:t>
                      </a:r>
                    </a:p>
                  </a:txBody>
                  <a:tcPr marL="7749" marR="7749" marT="7749" marB="0" anchor="ctr">
                    <a:lnL>
                      <a:noFill/>
                    </a:lnL>
                    <a:lnR w="12700" cap="flat" cmpd="sng" algn="ctr">
                      <a:solidFill>
                        <a:srgbClr val="0097A9"/>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999688645"/>
                  </a:ext>
                </a:extLst>
              </a:tr>
              <a:tr h="154979">
                <a:tc>
                  <a:txBody>
                    <a:bodyPr/>
                    <a:lstStyle/>
                    <a:p>
                      <a:pPr algn="ctr" fontAlgn="ctr"/>
                      <a:r>
                        <a:rPr lang="en-CA" sz="900" b="0" i="0" u="none" strike="noStrike">
                          <a:solidFill>
                            <a:srgbClr val="000000"/>
                          </a:solidFill>
                          <a:effectLst/>
                          <a:latin typeface="Calibri" panose="020F0502020204030204" pitchFamily="34" charset="0"/>
                        </a:rPr>
                        <a:t>61</a:t>
                      </a:r>
                    </a:p>
                  </a:txBody>
                  <a:tcPr marL="7749" marR="7749" marT="7749" marB="0" anchor="ctr">
                    <a:lnL w="12700" cap="flat" cmpd="sng" algn="ctr">
                      <a:solidFill>
                        <a:srgbClr val="0097A9"/>
                      </a:solidFill>
                      <a:prstDash val="solid"/>
                      <a:round/>
                      <a:headEnd type="none" w="med" len="med"/>
                      <a:tailEnd type="none" w="med" len="med"/>
                    </a:lnL>
                    <a:lnR>
                      <a:noFill/>
                    </a:lnR>
                    <a:lnT>
                      <a:noFill/>
                    </a:lnT>
                    <a:lnB>
                      <a:noFill/>
                    </a:lnB>
                    <a:solidFill>
                      <a:srgbClr val="E7EFF1"/>
                    </a:solidFill>
                  </a:tcPr>
                </a:tc>
                <a:tc>
                  <a:txBody>
                    <a:bodyPr/>
                    <a:lstStyle/>
                    <a:p>
                      <a:pPr algn="ctr" fontAlgn="ctr"/>
                      <a:r>
                        <a:rPr lang="en-CA" sz="900" b="0" i="0" u="none" strike="noStrike">
                          <a:solidFill>
                            <a:srgbClr val="000000"/>
                          </a:solidFill>
                          <a:effectLst/>
                          <a:latin typeface="Calibri" panose="020F0502020204030204" pitchFamily="34" charset="0"/>
                        </a:rPr>
                        <a:t>Educational services</a:t>
                      </a:r>
                    </a:p>
                  </a:txBody>
                  <a:tcPr marL="7749" marR="7749" marT="7749" marB="0" anchor="ctr">
                    <a:lnL>
                      <a:noFill/>
                    </a:lnL>
                    <a:lnR w="12700" cap="flat" cmpd="sng" algn="ctr">
                      <a:solidFill>
                        <a:srgbClr val="0097A9"/>
                      </a:solidFill>
                      <a:prstDash val="solid"/>
                      <a:round/>
                      <a:headEnd type="none" w="med" len="med"/>
                      <a:tailEnd type="none" w="med" len="med"/>
                    </a:lnR>
                    <a:lnT>
                      <a:noFill/>
                    </a:lnT>
                    <a:lnB>
                      <a:noFill/>
                    </a:lnB>
                    <a:solidFill>
                      <a:srgbClr val="E7EFF1"/>
                    </a:solidFill>
                  </a:tcPr>
                </a:tc>
                <a:extLst>
                  <a:ext uri="{0D108BD9-81ED-4DB2-BD59-A6C34878D82A}">
                    <a16:rowId xmlns:a16="http://schemas.microsoft.com/office/drawing/2014/main" val="1301407293"/>
                  </a:ext>
                </a:extLst>
              </a:tr>
              <a:tr h="154979">
                <a:tc>
                  <a:txBody>
                    <a:bodyPr/>
                    <a:lstStyle/>
                    <a:p>
                      <a:pPr algn="ctr" fontAlgn="ctr"/>
                      <a:r>
                        <a:rPr lang="en-CA" sz="900" b="0" i="0" u="none" strike="noStrike">
                          <a:solidFill>
                            <a:srgbClr val="000000"/>
                          </a:solidFill>
                          <a:effectLst/>
                          <a:latin typeface="Calibri" panose="020F0502020204030204" pitchFamily="34" charset="0"/>
                        </a:rPr>
                        <a:t>62</a:t>
                      </a:r>
                    </a:p>
                  </a:txBody>
                  <a:tcPr marL="7749" marR="7749" marT="7749" marB="0" anchor="ctr">
                    <a:lnL w="12700" cap="flat" cmpd="sng" algn="ctr">
                      <a:solidFill>
                        <a:srgbClr val="0097A9"/>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Health care and socail assistance</a:t>
                      </a:r>
                    </a:p>
                  </a:txBody>
                  <a:tcPr marL="7749" marR="7749" marT="7749" marB="0" anchor="ctr">
                    <a:lnL>
                      <a:noFill/>
                    </a:lnL>
                    <a:lnR w="12700" cap="flat" cmpd="sng" algn="ctr">
                      <a:solidFill>
                        <a:srgbClr val="0097A9"/>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2386600499"/>
                  </a:ext>
                </a:extLst>
              </a:tr>
              <a:tr h="154979">
                <a:tc>
                  <a:txBody>
                    <a:bodyPr/>
                    <a:lstStyle/>
                    <a:p>
                      <a:pPr algn="ctr" fontAlgn="ctr"/>
                      <a:r>
                        <a:rPr lang="en-CA" sz="900" b="0" i="0" u="none" strike="noStrike">
                          <a:solidFill>
                            <a:srgbClr val="000000"/>
                          </a:solidFill>
                          <a:effectLst/>
                          <a:latin typeface="Calibri" panose="020F0502020204030204" pitchFamily="34" charset="0"/>
                        </a:rPr>
                        <a:t>71</a:t>
                      </a:r>
                    </a:p>
                  </a:txBody>
                  <a:tcPr marL="7749" marR="7749" marT="7749" marB="0" anchor="ctr">
                    <a:lnL w="12700" cap="flat" cmpd="sng" algn="ctr">
                      <a:solidFill>
                        <a:srgbClr val="0097A9"/>
                      </a:solidFill>
                      <a:prstDash val="solid"/>
                      <a:round/>
                      <a:headEnd type="none" w="med" len="med"/>
                      <a:tailEnd type="none" w="med" len="med"/>
                    </a:lnL>
                    <a:lnR>
                      <a:noFill/>
                    </a:lnR>
                    <a:lnT>
                      <a:noFill/>
                    </a:lnT>
                    <a:lnB>
                      <a:noFill/>
                    </a:lnB>
                    <a:solidFill>
                      <a:srgbClr val="E7EFF1"/>
                    </a:solidFill>
                  </a:tcPr>
                </a:tc>
                <a:tc>
                  <a:txBody>
                    <a:bodyPr/>
                    <a:lstStyle/>
                    <a:p>
                      <a:pPr algn="ctr" fontAlgn="ctr"/>
                      <a:r>
                        <a:rPr lang="en-CA" sz="900" b="0" i="0" u="none" strike="noStrike">
                          <a:solidFill>
                            <a:srgbClr val="000000"/>
                          </a:solidFill>
                          <a:effectLst/>
                          <a:latin typeface="Calibri" panose="020F0502020204030204" pitchFamily="34" charset="0"/>
                        </a:rPr>
                        <a:t>Arts, entertainment and recreation</a:t>
                      </a:r>
                    </a:p>
                  </a:txBody>
                  <a:tcPr marL="7749" marR="7749" marT="7749" marB="0" anchor="ctr">
                    <a:lnL>
                      <a:noFill/>
                    </a:lnL>
                    <a:lnR w="12700" cap="flat" cmpd="sng" algn="ctr">
                      <a:solidFill>
                        <a:srgbClr val="0097A9"/>
                      </a:solidFill>
                      <a:prstDash val="solid"/>
                      <a:round/>
                      <a:headEnd type="none" w="med" len="med"/>
                      <a:tailEnd type="none" w="med" len="med"/>
                    </a:lnR>
                    <a:lnT>
                      <a:noFill/>
                    </a:lnT>
                    <a:lnB>
                      <a:noFill/>
                    </a:lnB>
                    <a:solidFill>
                      <a:srgbClr val="E7EFF1"/>
                    </a:solidFill>
                  </a:tcPr>
                </a:tc>
                <a:extLst>
                  <a:ext uri="{0D108BD9-81ED-4DB2-BD59-A6C34878D82A}">
                    <a16:rowId xmlns:a16="http://schemas.microsoft.com/office/drawing/2014/main" val="520428774"/>
                  </a:ext>
                </a:extLst>
              </a:tr>
              <a:tr h="154979">
                <a:tc>
                  <a:txBody>
                    <a:bodyPr/>
                    <a:lstStyle/>
                    <a:p>
                      <a:pPr algn="ctr" fontAlgn="ctr"/>
                      <a:r>
                        <a:rPr lang="en-CA" sz="900" b="0" i="0" u="none" strike="noStrike">
                          <a:solidFill>
                            <a:srgbClr val="000000"/>
                          </a:solidFill>
                          <a:effectLst/>
                          <a:latin typeface="Calibri" panose="020F0502020204030204" pitchFamily="34" charset="0"/>
                        </a:rPr>
                        <a:t>72</a:t>
                      </a:r>
                    </a:p>
                  </a:txBody>
                  <a:tcPr marL="7749" marR="7749" marT="7749" marB="0" anchor="ctr">
                    <a:lnL w="12700" cap="flat" cmpd="sng" algn="ctr">
                      <a:solidFill>
                        <a:srgbClr val="0097A9"/>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CA" sz="900" b="0" i="0" u="none" strike="noStrike">
                          <a:solidFill>
                            <a:srgbClr val="000000"/>
                          </a:solidFill>
                          <a:effectLst/>
                          <a:latin typeface="Calibri" panose="020F0502020204030204" pitchFamily="34" charset="0"/>
                        </a:rPr>
                        <a:t>Accommodation and food services</a:t>
                      </a:r>
                    </a:p>
                  </a:txBody>
                  <a:tcPr marL="7749" marR="7749" marT="7749" marB="0" anchor="ctr">
                    <a:lnL>
                      <a:noFill/>
                    </a:lnL>
                    <a:lnR w="12700" cap="flat" cmpd="sng" algn="ctr">
                      <a:solidFill>
                        <a:srgbClr val="0097A9"/>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2921468085"/>
                  </a:ext>
                </a:extLst>
              </a:tr>
              <a:tr h="154979">
                <a:tc>
                  <a:txBody>
                    <a:bodyPr/>
                    <a:lstStyle/>
                    <a:p>
                      <a:pPr algn="ctr" fontAlgn="ctr"/>
                      <a:r>
                        <a:rPr lang="en-CA" sz="900" b="0" i="0" u="none" strike="noStrike">
                          <a:solidFill>
                            <a:srgbClr val="000000"/>
                          </a:solidFill>
                          <a:effectLst/>
                          <a:latin typeface="Calibri" panose="020F0502020204030204" pitchFamily="34" charset="0"/>
                        </a:rPr>
                        <a:t>81</a:t>
                      </a:r>
                    </a:p>
                  </a:txBody>
                  <a:tcPr marL="7749" marR="7749" marT="7749" marB="0" anchor="ctr">
                    <a:lnL w="12700" cap="flat" cmpd="sng" algn="ctr">
                      <a:solidFill>
                        <a:srgbClr val="0097A9"/>
                      </a:solidFill>
                      <a:prstDash val="solid"/>
                      <a:round/>
                      <a:headEnd type="none" w="med" len="med"/>
                      <a:tailEnd type="none" w="med" len="med"/>
                    </a:lnL>
                    <a:lnR>
                      <a:noFill/>
                    </a:lnR>
                    <a:lnT>
                      <a:noFill/>
                    </a:lnT>
                    <a:lnB>
                      <a:noFill/>
                    </a:lnB>
                    <a:solidFill>
                      <a:srgbClr val="E7EFF1"/>
                    </a:solidFill>
                  </a:tcPr>
                </a:tc>
                <a:tc>
                  <a:txBody>
                    <a:bodyPr/>
                    <a:lstStyle/>
                    <a:p>
                      <a:pPr algn="ctr" fontAlgn="ctr"/>
                      <a:r>
                        <a:rPr lang="en-CA" sz="900" b="0" i="0" u="none" strike="noStrike">
                          <a:solidFill>
                            <a:srgbClr val="000000"/>
                          </a:solidFill>
                          <a:effectLst/>
                          <a:latin typeface="Calibri" panose="020F0502020204030204" pitchFamily="34" charset="0"/>
                        </a:rPr>
                        <a:t>Other services (except public administration)</a:t>
                      </a:r>
                    </a:p>
                  </a:txBody>
                  <a:tcPr marL="7749" marR="7749" marT="7749" marB="0" anchor="ctr">
                    <a:lnL>
                      <a:noFill/>
                    </a:lnL>
                    <a:lnR w="12700" cap="flat" cmpd="sng" algn="ctr">
                      <a:solidFill>
                        <a:srgbClr val="0097A9"/>
                      </a:solidFill>
                      <a:prstDash val="solid"/>
                      <a:round/>
                      <a:headEnd type="none" w="med" len="med"/>
                      <a:tailEnd type="none" w="med" len="med"/>
                    </a:lnR>
                    <a:lnT>
                      <a:noFill/>
                    </a:lnT>
                    <a:lnB>
                      <a:noFill/>
                    </a:lnB>
                    <a:solidFill>
                      <a:srgbClr val="E7EFF1"/>
                    </a:solidFill>
                  </a:tcPr>
                </a:tc>
                <a:extLst>
                  <a:ext uri="{0D108BD9-81ED-4DB2-BD59-A6C34878D82A}">
                    <a16:rowId xmlns:a16="http://schemas.microsoft.com/office/drawing/2014/main" val="4151924591"/>
                  </a:ext>
                </a:extLst>
              </a:tr>
              <a:tr h="162728">
                <a:tc>
                  <a:txBody>
                    <a:bodyPr/>
                    <a:lstStyle/>
                    <a:p>
                      <a:pPr algn="ctr" fontAlgn="ctr"/>
                      <a:r>
                        <a:rPr lang="en-CA" sz="900" b="0" i="0" u="none" strike="noStrike">
                          <a:solidFill>
                            <a:srgbClr val="000000"/>
                          </a:solidFill>
                          <a:effectLst/>
                          <a:latin typeface="Calibri" panose="020F0502020204030204" pitchFamily="34" charset="0"/>
                        </a:rPr>
                        <a:t>91-92</a:t>
                      </a:r>
                    </a:p>
                  </a:txBody>
                  <a:tcPr marL="7749" marR="7749" marT="7749" marB="0" anchor="ctr">
                    <a:lnL w="12700" cap="flat" cmpd="sng" algn="ctr">
                      <a:solidFill>
                        <a:srgbClr val="0097A9"/>
                      </a:solidFill>
                      <a:prstDash val="solid"/>
                      <a:round/>
                      <a:headEnd type="none" w="med" len="med"/>
                      <a:tailEnd type="none" w="med" len="med"/>
                    </a:lnL>
                    <a:lnR>
                      <a:noFill/>
                    </a:lnR>
                    <a:lnT>
                      <a:noFill/>
                    </a:lnT>
                    <a:lnB w="12700" cap="flat" cmpd="sng" algn="ctr">
                      <a:solidFill>
                        <a:srgbClr val="0097A9"/>
                      </a:solidFill>
                      <a:prstDash val="solid"/>
                      <a:round/>
                      <a:headEnd type="none" w="med" len="med"/>
                      <a:tailEnd type="none" w="med" len="med"/>
                    </a:lnB>
                    <a:solidFill>
                      <a:srgbClr val="FFFFFF"/>
                    </a:solidFill>
                  </a:tcPr>
                </a:tc>
                <a:tc>
                  <a:txBody>
                    <a:bodyPr/>
                    <a:lstStyle/>
                    <a:p>
                      <a:pPr algn="ctr" fontAlgn="ctr"/>
                      <a:r>
                        <a:rPr lang="en-CA" sz="900" b="0" i="0" u="none" strike="noStrike" dirty="0">
                          <a:solidFill>
                            <a:srgbClr val="000000"/>
                          </a:solidFill>
                          <a:effectLst/>
                          <a:latin typeface="Calibri" panose="020F0502020204030204" pitchFamily="34" charset="0"/>
                        </a:rPr>
                        <a:t>Public administration</a:t>
                      </a:r>
                    </a:p>
                  </a:txBody>
                  <a:tcPr marL="7749" marR="7749" marT="7749" marB="0" anchor="ctr">
                    <a:lnL>
                      <a:noFill/>
                    </a:lnL>
                    <a:lnR w="12700" cap="flat" cmpd="sng" algn="ctr">
                      <a:solidFill>
                        <a:srgbClr val="0097A9"/>
                      </a:solidFill>
                      <a:prstDash val="solid"/>
                      <a:round/>
                      <a:headEnd type="none" w="med" len="med"/>
                      <a:tailEnd type="none" w="med" len="med"/>
                    </a:lnR>
                    <a:lnT>
                      <a:noFill/>
                    </a:lnT>
                    <a:lnB w="12700" cap="flat" cmpd="sng" algn="ctr">
                      <a:solidFill>
                        <a:srgbClr val="0097A9"/>
                      </a:solidFill>
                      <a:prstDash val="solid"/>
                      <a:round/>
                      <a:headEnd type="none" w="med" len="med"/>
                      <a:tailEnd type="none" w="med" len="med"/>
                    </a:lnB>
                    <a:solidFill>
                      <a:srgbClr val="FFFFFF"/>
                    </a:solidFill>
                  </a:tcPr>
                </a:tc>
                <a:extLst>
                  <a:ext uri="{0D108BD9-81ED-4DB2-BD59-A6C34878D82A}">
                    <a16:rowId xmlns:a16="http://schemas.microsoft.com/office/drawing/2014/main" val="523299959"/>
                  </a:ext>
                </a:extLst>
              </a:tr>
            </a:tbl>
          </a:graphicData>
        </a:graphic>
      </p:graphicFrame>
    </p:spTree>
    <p:extLst>
      <p:ext uri="{BB962C8B-B14F-4D97-AF65-F5344CB8AC3E}">
        <p14:creationId xmlns:p14="http://schemas.microsoft.com/office/powerpoint/2010/main" val="82398449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a:xfrm>
            <a:off x="406203" y="221768"/>
            <a:ext cx="8280401" cy="397483"/>
          </a:xfrm>
        </p:spPr>
        <p:txBody>
          <a:bodyPr/>
          <a:lstStyle/>
          <a:p>
            <a:r>
              <a:rPr lang="en-US" sz="2400" dirty="0" smtClean="0"/>
              <a:t>Collateral Types</a:t>
            </a:r>
            <a:endParaRPr lang="en-CA" sz="2400" dirty="0"/>
          </a:p>
        </p:txBody>
      </p:sp>
      <p:graphicFrame>
        <p:nvGraphicFramePr>
          <p:cNvPr id="3" name="Table 2"/>
          <p:cNvGraphicFramePr>
            <a:graphicFrameLocks noGrp="1"/>
          </p:cNvGraphicFramePr>
          <p:nvPr>
            <p:extLst>
              <p:ext uri="{D42A27DB-BD31-4B8C-83A1-F6EECF244321}">
                <p14:modId xmlns:p14="http://schemas.microsoft.com/office/powerpoint/2010/main" val="986521730"/>
              </p:ext>
            </p:extLst>
          </p:nvPr>
        </p:nvGraphicFramePr>
        <p:xfrm>
          <a:off x="406203" y="732647"/>
          <a:ext cx="8280400" cy="3870883"/>
        </p:xfrm>
        <a:graphic>
          <a:graphicData uri="http://schemas.openxmlformats.org/drawingml/2006/table">
            <a:tbl>
              <a:tblPr/>
              <a:tblGrid>
                <a:gridCol w="4140200">
                  <a:extLst>
                    <a:ext uri="{9D8B030D-6E8A-4147-A177-3AD203B41FA5}">
                      <a16:colId xmlns:a16="http://schemas.microsoft.com/office/drawing/2014/main" val="2513011608"/>
                    </a:ext>
                  </a:extLst>
                </a:gridCol>
                <a:gridCol w="4140200">
                  <a:extLst>
                    <a:ext uri="{9D8B030D-6E8A-4147-A177-3AD203B41FA5}">
                      <a16:colId xmlns:a16="http://schemas.microsoft.com/office/drawing/2014/main" val="2191197452"/>
                    </a:ext>
                  </a:extLst>
                </a:gridCol>
              </a:tblGrid>
              <a:tr h="189100">
                <a:tc>
                  <a:txBody>
                    <a:bodyPr/>
                    <a:lstStyle/>
                    <a:p>
                      <a:pPr algn="ctr" fontAlgn="ctr"/>
                      <a:r>
                        <a:rPr lang="en-CA" sz="800" b="1" i="0" u="none" strike="noStrike">
                          <a:solidFill>
                            <a:srgbClr val="FFFFFF"/>
                          </a:solidFill>
                          <a:effectLst/>
                          <a:latin typeface="Calibri" panose="020F0502020204030204" pitchFamily="34" charset="0"/>
                        </a:rPr>
                        <a:t>Collateral Group</a:t>
                      </a:r>
                    </a:p>
                  </a:txBody>
                  <a:tcPr marL="7969" marR="7969" marT="7969" marB="0" anchor="ctr">
                    <a:lnL w="12700" cap="flat" cmpd="sng" algn="ctr">
                      <a:solidFill>
                        <a:srgbClr val="0097A9"/>
                      </a:solidFill>
                      <a:prstDash val="solid"/>
                      <a:round/>
                      <a:headEnd type="none" w="med" len="med"/>
                      <a:tailEnd type="none" w="med" len="med"/>
                    </a:lnL>
                    <a:lnR>
                      <a:noFill/>
                    </a:lnR>
                    <a:lnT w="12700" cap="flat" cmpd="sng" algn="ctr">
                      <a:solidFill>
                        <a:srgbClr val="0097A9"/>
                      </a:solidFill>
                      <a:prstDash val="solid"/>
                      <a:round/>
                      <a:headEnd type="none" w="med" len="med"/>
                      <a:tailEnd type="none" w="med" len="med"/>
                    </a:lnT>
                    <a:lnB>
                      <a:noFill/>
                    </a:lnB>
                    <a:solidFill>
                      <a:srgbClr val="0097A9"/>
                    </a:solidFill>
                  </a:tcPr>
                </a:tc>
                <a:tc>
                  <a:txBody>
                    <a:bodyPr/>
                    <a:lstStyle/>
                    <a:p>
                      <a:pPr algn="ctr" fontAlgn="ctr"/>
                      <a:r>
                        <a:rPr lang="en-CA" sz="800" b="1" i="0" u="none" strike="noStrike">
                          <a:solidFill>
                            <a:srgbClr val="FFFFFF"/>
                          </a:solidFill>
                          <a:effectLst/>
                          <a:latin typeface="Calibri" panose="020F0502020204030204" pitchFamily="34" charset="0"/>
                        </a:rPr>
                        <a:t>Collateral</a:t>
                      </a:r>
                    </a:p>
                  </a:txBody>
                  <a:tcPr marL="7969" marR="7969" marT="7969" marB="0" anchor="ctr">
                    <a:lnL>
                      <a:noFill/>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a:noFill/>
                    </a:lnB>
                    <a:solidFill>
                      <a:srgbClr val="0097A9"/>
                    </a:solidFill>
                  </a:tcPr>
                </a:tc>
                <a:extLst>
                  <a:ext uri="{0D108BD9-81ED-4DB2-BD59-A6C34878D82A}">
                    <a16:rowId xmlns:a16="http://schemas.microsoft.com/office/drawing/2014/main" val="947766314"/>
                  </a:ext>
                </a:extLst>
              </a:tr>
              <a:tr h="189100">
                <a:tc rowSpan="15">
                  <a:txBody>
                    <a:bodyPr/>
                    <a:lstStyle/>
                    <a:p>
                      <a:pPr algn="ctr" fontAlgn="ctr"/>
                      <a:r>
                        <a:rPr lang="en-CA" sz="800" b="0" i="0" u="none" strike="noStrike" dirty="0">
                          <a:solidFill>
                            <a:srgbClr val="000000"/>
                          </a:solidFill>
                          <a:effectLst/>
                          <a:latin typeface="Calibri" panose="020F0502020204030204" pitchFamily="34" charset="0"/>
                        </a:rPr>
                        <a:t>Vehicles</a:t>
                      </a:r>
                    </a:p>
                  </a:txBody>
                  <a:tcPr marL="7969" marR="7969" marT="7969" marB="0" anchor="ctr">
                    <a:lnL w="12700" cap="flat" cmpd="sng" algn="ctr">
                      <a:solidFill>
                        <a:srgbClr val="0097A9"/>
                      </a:solidFill>
                      <a:prstDash val="solid"/>
                      <a:round/>
                      <a:headEnd type="none" w="med" len="med"/>
                      <a:tailEnd type="none" w="med" len="med"/>
                    </a:lnL>
                    <a:lnR w="6350" cap="flat" cmpd="sng" algn="ctr">
                      <a:solidFill>
                        <a:srgbClr val="0097A9"/>
                      </a:solidFill>
                      <a:prstDash val="solid"/>
                      <a:round/>
                      <a:headEnd type="none" w="med" len="med"/>
                      <a:tailEnd type="none" w="med" len="med"/>
                    </a:lnR>
                    <a:lnT>
                      <a:noFill/>
                    </a:lnT>
                    <a:lnB w="6350" cap="flat" cmpd="sng" algn="ctr">
                      <a:solidFill>
                        <a:srgbClr val="0097A9"/>
                      </a:solidFill>
                      <a:prstDash val="solid"/>
                      <a:round/>
                      <a:headEnd type="none" w="med" len="med"/>
                      <a:tailEnd type="none" w="med" len="med"/>
                    </a:lnB>
                    <a:solidFill>
                      <a:srgbClr val="E7EFF1"/>
                    </a:solidFill>
                  </a:tcPr>
                </a:tc>
                <a:tc>
                  <a:txBody>
                    <a:bodyPr/>
                    <a:lstStyle/>
                    <a:p>
                      <a:pPr algn="ctr" fontAlgn="ctr"/>
                      <a:r>
                        <a:rPr lang="en-CA" sz="800" b="0" i="0" u="none" strike="noStrike">
                          <a:solidFill>
                            <a:srgbClr val="000000"/>
                          </a:solidFill>
                          <a:effectLst/>
                          <a:latin typeface="Calibri" panose="020F0502020204030204" pitchFamily="34" charset="0"/>
                        </a:rPr>
                        <a:t>Aircraft</a:t>
                      </a:r>
                    </a:p>
                  </a:txBody>
                  <a:tcPr marL="7969" marR="7969" marT="7969"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solidFill>
                      <a:srgbClr val="E7EFF1"/>
                    </a:solidFill>
                  </a:tcPr>
                </a:tc>
                <a:extLst>
                  <a:ext uri="{0D108BD9-81ED-4DB2-BD59-A6C34878D82A}">
                    <a16:rowId xmlns:a16="http://schemas.microsoft.com/office/drawing/2014/main" val="3484006782"/>
                  </a:ext>
                </a:extLst>
              </a:tr>
              <a:tr h="189100">
                <a:tc vMerge="1">
                  <a:txBody>
                    <a:bodyPr/>
                    <a:lstStyle/>
                    <a:p>
                      <a:endParaRPr lang="en-CA"/>
                    </a:p>
                  </a:txBody>
                  <a:tcPr/>
                </a:tc>
                <a:tc>
                  <a:txBody>
                    <a:bodyPr/>
                    <a:lstStyle/>
                    <a:p>
                      <a:pPr algn="ctr" fontAlgn="ctr"/>
                      <a:r>
                        <a:rPr lang="en-CA" sz="800" b="0" i="0" u="none" strike="noStrike">
                          <a:solidFill>
                            <a:srgbClr val="000000"/>
                          </a:solidFill>
                          <a:effectLst/>
                          <a:latin typeface="Calibri" panose="020F0502020204030204" pitchFamily="34" charset="0"/>
                        </a:rPr>
                        <a:t>Equipment - Mobile (Licensed)</a:t>
                      </a:r>
                    </a:p>
                  </a:txBody>
                  <a:tcPr marL="7969" marR="7969" marT="7969"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tcPr>
                </a:tc>
                <a:extLst>
                  <a:ext uri="{0D108BD9-81ED-4DB2-BD59-A6C34878D82A}">
                    <a16:rowId xmlns:a16="http://schemas.microsoft.com/office/drawing/2014/main" val="4219880472"/>
                  </a:ext>
                </a:extLst>
              </a:tr>
              <a:tr h="189100">
                <a:tc vMerge="1">
                  <a:txBody>
                    <a:bodyPr/>
                    <a:lstStyle/>
                    <a:p>
                      <a:endParaRPr lang="en-CA"/>
                    </a:p>
                  </a:txBody>
                  <a:tcPr/>
                </a:tc>
                <a:tc>
                  <a:txBody>
                    <a:bodyPr/>
                    <a:lstStyle/>
                    <a:p>
                      <a:pPr algn="ctr" fontAlgn="ctr"/>
                      <a:r>
                        <a:rPr lang="en-CA" sz="800" b="0" i="0" u="none" strike="noStrike">
                          <a:solidFill>
                            <a:srgbClr val="000000"/>
                          </a:solidFill>
                          <a:effectLst/>
                          <a:latin typeface="Calibri" panose="020F0502020204030204" pitchFamily="34" charset="0"/>
                        </a:rPr>
                        <a:t>Equipment - Mobile (Licensed-Leased)</a:t>
                      </a:r>
                    </a:p>
                  </a:txBody>
                  <a:tcPr marL="7969" marR="7969" marT="7969"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solidFill>
                      <a:srgbClr val="E7EFF1"/>
                    </a:solidFill>
                  </a:tcPr>
                </a:tc>
                <a:extLst>
                  <a:ext uri="{0D108BD9-81ED-4DB2-BD59-A6C34878D82A}">
                    <a16:rowId xmlns:a16="http://schemas.microsoft.com/office/drawing/2014/main" val="1116782660"/>
                  </a:ext>
                </a:extLst>
              </a:tr>
              <a:tr h="189100">
                <a:tc vMerge="1">
                  <a:txBody>
                    <a:bodyPr/>
                    <a:lstStyle/>
                    <a:p>
                      <a:endParaRPr lang="en-CA"/>
                    </a:p>
                  </a:txBody>
                  <a:tcPr/>
                </a:tc>
                <a:tc>
                  <a:txBody>
                    <a:bodyPr/>
                    <a:lstStyle/>
                    <a:p>
                      <a:pPr algn="ctr" fontAlgn="ctr"/>
                      <a:r>
                        <a:rPr lang="en-CA" sz="800" b="0" i="0" u="none" strike="noStrike">
                          <a:solidFill>
                            <a:srgbClr val="000000"/>
                          </a:solidFill>
                          <a:effectLst/>
                          <a:latin typeface="Calibri" panose="020F0502020204030204" pitchFamily="34" charset="0"/>
                        </a:rPr>
                        <a:t>Equipment - Mobile (Unlicensed)</a:t>
                      </a:r>
                    </a:p>
                  </a:txBody>
                  <a:tcPr marL="7969" marR="7969" marT="7969"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tcPr>
                </a:tc>
                <a:extLst>
                  <a:ext uri="{0D108BD9-81ED-4DB2-BD59-A6C34878D82A}">
                    <a16:rowId xmlns:a16="http://schemas.microsoft.com/office/drawing/2014/main" val="1778618231"/>
                  </a:ext>
                </a:extLst>
              </a:tr>
              <a:tr h="281761">
                <a:tc vMerge="1">
                  <a:txBody>
                    <a:bodyPr/>
                    <a:lstStyle/>
                    <a:p>
                      <a:endParaRPr lang="en-CA"/>
                    </a:p>
                  </a:txBody>
                  <a:tcPr/>
                </a:tc>
                <a:tc>
                  <a:txBody>
                    <a:bodyPr/>
                    <a:lstStyle/>
                    <a:p>
                      <a:pPr algn="ctr" fontAlgn="ctr"/>
                      <a:r>
                        <a:rPr lang="en-CA" sz="800" b="0" i="0" u="none" strike="noStrike">
                          <a:solidFill>
                            <a:srgbClr val="000000"/>
                          </a:solidFill>
                          <a:effectLst/>
                          <a:latin typeface="Calibri" panose="020F0502020204030204" pitchFamily="34" charset="0"/>
                        </a:rPr>
                        <a:t>Equipment - Mobile (Unlicensed-Leased)</a:t>
                      </a:r>
                    </a:p>
                  </a:txBody>
                  <a:tcPr marL="7969" marR="7969" marT="7969"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solidFill>
                      <a:srgbClr val="E7EFF1"/>
                    </a:solidFill>
                  </a:tcPr>
                </a:tc>
                <a:extLst>
                  <a:ext uri="{0D108BD9-81ED-4DB2-BD59-A6C34878D82A}">
                    <a16:rowId xmlns:a16="http://schemas.microsoft.com/office/drawing/2014/main" val="403203488"/>
                  </a:ext>
                </a:extLst>
              </a:tr>
              <a:tr h="189100">
                <a:tc vMerge="1">
                  <a:txBody>
                    <a:bodyPr/>
                    <a:lstStyle/>
                    <a:p>
                      <a:endParaRPr lang="en-CA"/>
                    </a:p>
                  </a:txBody>
                  <a:tcPr/>
                </a:tc>
                <a:tc>
                  <a:txBody>
                    <a:bodyPr/>
                    <a:lstStyle/>
                    <a:p>
                      <a:pPr algn="ctr" fontAlgn="ctr"/>
                      <a:r>
                        <a:rPr lang="en-CA" sz="800" b="0" i="0" u="none" strike="noStrike">
                          <a:solidFill>
                            <a:srgbClr val="000000"/>
                          </a:solidFill>
                          <a:effectLst/>
                          <a:latin typeface="Calibri" panose="020F0502020204030204" pitchFamily="34" charset="0"/>
                        </a:rPr>
                        <a:t>Equipment-Stationary</a:t>
                      </a:r>
                    </a:p>
                  </a:txBody>
                  <a:tcPr marL="7969" marR="7969" marT="7969"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tcPr>
                </a:tc>
                <a:extLst>
                  <a:ext uri="{0D108BD9-81ED-4DB2-BD59-A6C34878D82A}">
                    <a16:rowId xmlns:a16="http://schemas.microsoft.com/office/drawing/2014/main" val="2242994100"/>
                  </a:ext>
                </a:extLst>
              </a:tr>
              <a:tr h="189100">
                <a:tc vMerge="1">
                  <a:txBody>
                    <a:bodyPr/>
                    <a:lstStyle/>
                    <a:p>
                      <a:endParaRPr lang="en-CA"/>
                    </a:p>
                  </a:txBody>
                  <a:tcPr/>
                </a:tc>
                <a:tc>
                  <a:txBody>
                    <a:bodyPr/>
                    <a:lstStyle/>
                    <a:p>
                      <a:pPr algn="ctr" fontAlgn="ctr"/>
                      <a:r>
                        <a:rPr lang="en-CA" sz="800" b="0" i="0" u="none" strike="noStrike">
                          <a:solidFill>
                            <a:srgbClr val="000000"/>
                          </a:solidFill>
                          <a:effectLst/>
                          <a:latin typeface="Calibri" panose="020F0502020204030204" pitchFamily="34" charset="0"/>
                        </a:rPr>
                        <a:t>Industrial Equipment (Revolving)</a:t>
                      </a:r>
                    </a:p>
                  </a:txBody>
                  <a:tcPr marL="7969" marR="7969" marT="7969"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solidFill>
                      <a:srgbClr val="E7EFF1"/>
                    </a:solidFill>
                  </a:tcPr>
                </a:tc>
                <a:extLst>
                  <a:ext uri="{0D108BD9-81ED-4DB2-BD59-A6C34878D82A}">
                    <a16:rowId xmlns:a16="http://schemas.microsoft.com/office/drawing/2014/main" val="887587534"/>
                  </a:ext>
                </a:extLst>
              </a:tr>
              <a:tr h="189100">
                <a:tc vMerge="1">
                  <a:txBody>
                    <a:bodyPr/>
                    <a:lstStyle/>
                    <a:p>
                      <a:endParaRPr lang="en-CA"/>
                    </a:p>
                  </a:txBody>
                  <a:tcPr/>
                </a:tc>
                <a:tc>
                  <a:txBody>
                    <a:bodyPr/>
                    <a:lstStyle/>
                    <a:p>
                      <a:pPr algn="ctr" fontAlgn="ctr"/>
                      <a:r>
                        <a:rPr lang="en-CA" sz="800" b="0" i="0" u="none" strike="noStrike">
                          <a:solidFill>
                            <a:srgbClr val="000000"/>
                          </a:solidFill>
                          <a:effectLst/>
                          <a:latin typeface="Calibri" panose="020F0502020204030204" pitchFamily="34" charset="0"/>
                        </a:rPr>
                        <a:t>Marine Equipment</a:t>
                      </a:r>
                    </a:p>
                  </a:txBody>
                  <a:tcPr marL="7969" marR="7969" marT="7969"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tcPr>
                </a:tc>
                <a:extLst>
                  <a:ext uri="{0D108BD9-81ED-4DB2-BD59-A6C34878D82A}">
                    <a16:rowId xmlns:a16="http://schemas.microsoft.com/office/drawing/2014/main" val="1306148005"/>
                  </a:ext>
                </a:extLst>
              </a:tr>
              <a:tr h="189100">
                <a:tc vMerge="1">
                  <a:txBody>
                    <a:bodyPr/>
                    <a:lstStyle/>
                    <a:p>
                      <a:endParaRPr lang="en-CA"/>
                    </a:p>
                  </a:txBody>
                  <a:tcPr/>
                </a:tc>
                <a:tc>
                  <a:txBody>
                    <a:bodyPr/>
                    <a:lstStyle/>
                    <a:p>
                      <a:pPr algn="ctr" fontAlgn="ctr"/>
                      <a:r>
                        <a:rPr lang="en-CA" sz="800" b="0" i="0" u="none" strike="noStrike">
                          <a:solidFill>
                            <a:srgbClr val="000000"/>
                          </a:solidFill>
                          <a:effectLst/>
                          <a:latin typeface="Calibri" panose="020F0502020204030204" pitchFamily="34" charset="0"/>
                        </a:rPr>
                        <a:t>Other - Equipment</a:t>
                      </a:r>
                    </a:p>
                  </a:txBody>
                  <a:tcPr marL="7969" marR="7969" marT="7969"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solidFill>
                      <a:srgbClr val="E7EFF1"/>
                    </a:solidFill>
                  </a:tcPr>
                </a:tc>
                <a:extLst>
                  <a:ext uri="{0D108BD9-81ED-4DB2-BD59-A6C34878D82A}">
                    <a16:rowId xmlns:a16="http://schemas.microsoft.com/office/drawing/2014/main" val="4249467230"/>
                  </a:ext>
                </a:extLst>
              </a:tr>
              <a:tr h="189100">
                <a:tc vMerge="1">
                  <a:txBody>
                    <a:bodyPr/>
                    <a:lstStyle/>
                    <a:p>
                      <a:endParaRPr lang="en-CA"/>
                    </a:p>
                  </a:txBody>
                  <a:tcPr/>
                </a:tc>
                <a:tc>
                  <a:txBody>
                    <a:bodyPr/>
                    <a:lstStyle/>
                    <a:p>
                      <a:pPr algn="ctr" fontAlgn="ctr"/>
                      <a:r>
                        <a:rPr lang="en-CA" sz="800" b="0" i="0" u="none" strike="noStrike">
                          <a:solidFill>
                            <a:srgbClr val="000000"/>
                          </a:solidFill>
                          <a:effectLst/>
                          <a:latin typeface="Calibri" panose="020F0502020204030204" pitchFamily="34" charset="0"/>
                        </a:rPr>
                        <a:t>Passenger Vehicle</a:t>
                      </a:r>
                    </a:p>
                  </a:txBody>
                  <a:tcPr marL="7969" marR="7969" marT="7969"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tcPr>
                </a:tc>
                <a:extLst>
                  <a:ext uri="{0D108BD9-81ED-4DB2-BD59-A6C34878D82A}">
                    <a16:rowId xmlns:a16="http://schemas.microsoft.com/office/drawing/2014/main" val="2296319203"/>
                  </a:ext>
                </a:extLst>
              </a:tr>
              <a:tr h="189100">
                <a:tc vMerge="1">
                  <a:txBody>
                    <a:bodyPr/>
                    <a:lstStyle/>
                    <a:p>
                      <a:endParaRPr lang="en-CA"/>
                    </a:p>
                  </a:txBody>
                  <a:tcPr/>
                </a:tc>
                <a:tc>
                  <a:txBody>
                    <a:bodyPr/>
                    <a:lstStyle/>
                    <a:p>
                      <a:pPr algn="ctr" fontAlgn="ctr"/>
                      <a:r>
                        <a:rPr lang="en-CA" sz="800" b="0" i="0" u="none" strike="noStrike">
                          <a:solidFill>
                            <a:srgbClr val="000000"/>
                          </a:solidFill>
                          <a:effectLst/>
                          <a:latin typeface="Calibri" panose="020F0502020204030204" pitchFamily="34" charset="0"/>
                        </a:rPr>
                        <a:t>School Bus</a:t>
                      </a:r>
                    </a:p>
                  </a:txBody>
                  <a:tcPr marL="7969" marR="7969" marT="7969"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solidFill>
                      <a:srgbClr val="E7EFF1"/>
                    </a:solidFill>
                  </a:tcPr>
                </a:tc>
                <a:extLst>
                  <a:ext uri="{0D108BD9-81ED-4DB2-BD59-A6C34878D82A}">
                    <a16:rowId xmlns:a16="http://schemas.microsoft.com/office/drawing/2014/main" val="2782163098"/>
                  </a:ext>
                </a:extLst>
              </a:tr>
              <a:tr h="189100">
                <a:tc vMerge="1">
                  <a:txBody>
                    <a:bodyPr/>
                    <a:lstStyle/>
                    <a:p>
                      <a:endParaRPr lang="en-CA"/>
                    </a:p>
                  </a:txBody>
                  <a:tcPr/>
                </a:tc>
                <a:tc>
                  <a:txBody>
                    <a:bodyPr/>
                    <a:lstStyle/>
                    <a:p>
                      <a:pPr algn="ctr" fontAlgn="ctr"/>
                      <a:r>
                        <a:rPr lang="en-CA" sz="800" b="0" i="0" u="none" strike="noStrike">
                          <a:solidFill>
                            <a:srgbClr val="000000"/>
                          </a:solidFill>
                          <a:effectLst/>
                          <a:latin typeface="Calibri" panose="020F0502020204030204" pitchFamily="34" charset="0"/>
                        </a:rPr>
                        <a:t>Ship's Mortgage</a:t>
                      </a:r>
                    </a:p>
                  </a:txBody>
                  <a:tcPr marL="7969" marR="7969" marT="7969"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tcPr>
                </a:tc>
                <a:extLst>
                  <a:ext uri="{0D108BD9-81ED-4DB2-BD59-A6C34878D82A}">
                    <a16:rowId xmlns:a16="http://schemas.microsoft.com/office/drawing/2014/main" val="2987084906"/>
                  </a:ext>
                </a:extLst>
              </a:tr>
              <a:tr h="189100">
                <a:tc vMerge="1">
                  <a:txBody>
                    <a:bodyPr/>
                    <a:lstStyle/>
                    <a:p>
                      <a:endParaRPr lang="en-CA"/>
                    </a:p>
                  </a:txBody>
                  <a:tcPr/>
                </a:tc>
                <a:tc>
                  <a:txBody>
                    <a:bodyPr/>
                    <a:lstStyle/>
                    <a:p>
                      <a:pPr algn="ctr" fontAlgn="ctr"/>
                      <a:r>
                        <a:rPr lang="en-CA" sz="800" b="0" i="0" u="none" strike="noStrike">
                          <a:solidFill>
                            <a:srgbClr val="000000"/>
                          </a:solidFill>
                          <a:effectLst/>
                          <a:latin typeface="Calibri" panose="020F0502020204030204" pitchFamily="34" charset="0"/>
                        </a:rPr>
                        <a:t>Vocational Vehicle - Standard</a:t>
                      </a:r>
                    </a:p>
                  </a:txBody>
                  <a:tcPr marL="7969" marR="7969" marT="7969"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solidFill>
                      <a:srgbClr val="E7EFF1"/>
                    </a:solidFill>
                  </a:tcPr>
                </a:tc>
                <a:extLst>
                  <a:ext uri="{0D108BD9-81ED-4DB2-BD59-A6C34878D82A}">
                    <a16:rowId xmlns:a16="http://schemas.microsoft.com/office/drawing/2014/main" val="2288069729"/>
                  </a:ext>
                </a:extLst>
              </a:tr>
              <a:tr h="281761">
                <a:tc vMerge="1">
                  <a:txBody>
                    <a:bodyPr/>
                    <a:lstStyle/>
                    <a:p>
                      <a:endParaRPr lang="en-CA"/>
                    </a:p>
                  </a:txBody>
                  <a:tcPr/>
                </a:tc>
                <a:tc>
                  <a:txBody>
                    <a:bodyPr/>
                    <a:lstStyle/>
                    <a:p>
                      <a:pPr algn="ctr" fontAlgn="ctr"/>
                      <a:r>
                        <a:rPr lang="en-US" sz="800" b="0" i="0" u="none" strike="noStrike">
                          <a:solidFill>
                            <a:srgbClr val="000000"/>
                          </a:solidFill>
                          <a:effectLst/>
                          <a:latin typeface="Calibri" panose="020F0502020204030204" pitchFamily="34" charset="0"/>
                        </a:rPr>
                        <a:t>Vocational Vehicle with Special Attachments</a:t>
                      </a:r>
                    </a:p>
                  </a:txBody>
                  <a:tcPr marL="7969" marR="7969" marT="7969"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tcPr>
                </a:tc>
                <a:extLst>
                  <a:ext uri="{0D108BD9-81ED-4DB2-BD59-A6C34878D82A}">
                    <a16:rowId xmlns:a16="http://schemas.microsoft.com/office/drawing/2014/main" val="4277739161"/>
                  </a:ext>
                </a:extLst>
              </a:tr>
              <a:tr h="189100">
                <a:tc vMerge="1">
                  <a:txBody>
                    <a:bodyPr/>
                    <a:lstStyle/>
                    <a:p>
                      <a:endParaRPr lang="en-CA"/>
                    </a:p>
                  </a:txBody>
                  <a:tcPr/>
                </a:tc>
                <a:tc>
                  <a:txBody>
                    <a:bodyPr/>
                    <a:lstStyle/>
                    <a:p>
                      <a:pPr algn="ctr" fontAlgn="ctr"/>
                      <a:r>
                        <a:rPr lang="en-CA" sz="800" b="0" i="0" u="none" strike="noStrike">
                          <a:solidFill>
                            <a:srgbClr val="000000"/>
                          </a:solidFill>
                          <a:effectLst/>
                          <a:latin typeface="Calibri" panose="020F0502020204030204" pitchFamily="34" charset="0"/>
                        </a:rPr>
                        <a:t>Vocational Vehicle with Tank</a:t>
                      </a:r>
                    </a:p>
                  </a:txBody>
                  <a:tcPr marL="7969" marR="7969" marT="7969"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w="6350" cap="flat" cmpd="sng" algn="ctr">
                      <a:solidFill>
                        <a:srgbClr val="0097A9"/>
                      </a:solidFill>
                      <a:prstDash val="solid"/>
                      <a:round/>
                      <a:headEnd type="none" w="med" len="med"/>
                      <a:tailEnd type="none" w="med" len="med"/>
                    </a:lnB>
                    <a:solidFill>
                      <a:srgbClr val="E7EFF1"/>
                    </a:solidFill>
                  </a:tcPr>
                </a:tc>
                <a:extLst>
                  <a:ext uri="{0D108BD9-81ED-4DB2-BD59-A6C34878D82A}">
                    <a16:rowId xmlns:a16="http://schemas.microsoft.com/office/drawing/2014/main" val="3392310030"/>
                  </a:ext>
                </a:extLst>
              </a:tr>
              <a:tr h="189100">
                <a:tc rowSpan="3">
                  <a:txBody>
                    <a:bodyPr/>
                    <a:lstStyle/>
                    <a:p>
                      <a:pPr algn="ctr" rtl="0" fontAlgn="ctr"/>
                      <a:r>
                        <a:rPr lang="en-CA" sz="800" b="0" i="0" u="none" strike="noStrike">
                          <a:solidFill>
                            <a:srgbClr val="000000"/>
                          </a:solidFill>
                          <a:effectLst/>
                          <a:latin typeface="Calibri" panose="020F0502020204030204" pitchFamily="34" charset="0"/>
                        </a:rPr>
                        <a:t>Construction Equipment</a:t>
                      </a:r>
                    </a:p>
                  </a:txBody>
                  <a:tcPr marL="7969" marR="7969" marT="7969" marB="0" anchor="ctr">
                    <a:lnL w="12700" cap="flat" cmpd="sng" algn="ctr">
                      <a:solidFill>
                        <a:srgbClr val="0097A9"/>
                      </a:solidFill>
                      <a:prstDash val="solid"/>
                      <a:round/>
                      <a:headEnd type="none" w="med" len="med"/>
                      <a:tailEnd type="none" w="med" len="med"/>
                    </a:lnL>
                    <a:lnR w="6350" cap="flat" cmpd="sng" algn="ctr">
                      <a:solidFill>
                        <a:srgbClr val="0097A9"/>
                      </a:solidFill>
                      <a:prstDash val="solid"/>
                      <a:round/>
                      <a:headEnd type="none" w="med" len="med"/>
                      <a:tailEnd type="none" w="med" len="med"/>
                    </a:lnR>
                    <a:lnT w="635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tcPr>
                </a:tc>
                <a:tc>
                  <a:txBody>
                    <a:bodyPr/>
                    <a:lstStyle/>
                    <a:p>
                      <a:pPr algn="ctr" rtl="0" fontAlgn="ctr"/>
                      <a:r>
                        <a:rPr lang="en-CA" sz="800" b="0" i="0" u="none" strike="noStrike">
                          <a:solidFill>
                            <a:srgbClr val="000000"/>
                          </a:solidFill>
                          <a:effectLst/>
                          <a:latin typeface="Calibri" panose="020F0502020204030204" pitchFamily="34" charset="0"/>
                        </a:rPr>
                        <a:t>Construction Equipment - Other</a:t>
                      </a:r>
                    </a:p>
                  </a:txBody>
                  <a:tcPr marL="7969" marR="7969" marT="7969"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6350" cap="flat" cmpd="sng" algn="ctr">
                      <a:solidFill>
                        <a:srgbClr val="0097A9"/>
                      </a:solidFill>
                      <a:prstDash val="solid"/>
                      <a:round/>
                      <a:headEnd type="none" w="med" len="med"/>
                      <a:tailEnd type="none" w="med" len="med"/>
                    </a:lnT>
                    <a:lnB>
                      <a:noFill/>
                    </a:lnB>
                  </a:tcPr>
                </a:tc>
                <a:extLst>
                  <a:ext uri="{0D108BD9-81ED-4DB2-BD59-A6C34878D82A}">
                    <a16:rowId xmlns:a16="http://schemas.microsoft.com/office/drawing/2014/main" val="338733124"/>
                  </a:ext>
                </a:extLst>
              </a:tr>
              <a:tr h="189100">
                <a:tc vMerge="1">
                  <a:txBody>
                    <a:bodyPr/>
                    <a:lstStyle/>
                    <a:p>
                      <a:endParaRPr lang="en-CA"/>
                    </a:p>
                  </a:txBody>
                  <a:tcPr/>
                </a:tc>
                <a:tc>
                  <a:txBody>
                    <a:bodyPr/>
                    <a:lstStyle/>
                    <a:p>
                      <a:pPr algn="ctr" rtl="0" fontAlgn="ctr"/>
                      <a:r>
                        <a:rPr lang="en-CA" sz="800" b="0" i="0" u="none" strike="noStrike">
                          <a:solidFill>
                            <a:srgbClr val="000000"/>
                          </a:solidFill>
                          <a:effectLst/>
                          <a:latin typeface="Calibri" panose="020F0502020204030204" pitchFamily="34" charset="0"/>
                        </a:rPr>
                        <a:t>Construction Equipment - Self Propelled</a:t>
                      </a:r>
                    </a:p>
                  </a:txBody>
                  <a:tcPr marL="7969" marR="7969" marT="7969"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solidFill>
                      <a:srgbClr val="E7EFF1"/>
                    </a:solidFill>
                  </a:tcPr>
                </a:tc>
                <a:extLst>
                  <a:ext uri="{0D108BD9-81ED-4DB2-BD59-A6C34878D82A}">
                    <a16:rowId xmlns:a16="http://schemas.microsoft.com/office/drawing/2014/main" val="1713579442"/>
                  </a:ext>
                </a:extLst>
              </a:tr>
              <a:tr h="281761">
                <a:tc vMerge="1">
                  <a:txBody>
                    <a:bodyPr/>
                    <a:lstStyle/>
                    <a:p>
                      <a:endParaRPr lang="en-CA"/>
                    </a:p>
                  </a:txBody>
                  <a:tcPr/>
                </a:tc>
                <a:tc>
                  <a:txBody>
                    <a:bodyPr/>
                    <a:lstStyle/>
                    <a:p>
                      <a:pPr algn="ctr" rtl="0" fontAlgn="ctr"/>
                      <a:r>
                        <a:rPr lang="en-US" sz="800" b="0" i="0" u="none" strike="noStrike" dirty="0">
                          <a:solidFill>
                            <a:srgbClr val="000000"/>
                          </a:solidFill>
                          <a:effectLst/>
                          <a:latin typeface="Calibri" panose="020F0502020204030204" pitchFamily="34" charset="0"/>
                        </a:rPr>
                        <a:t>Construction Equipment - Towed by Vehicle</a:t>
                      </a:r>
                    </a:p>
                  </a:txBody>
                  <a:tcPr marL="7969" marR="7969" marT="7969"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w="12700" cap="flat" cmpd="sng" algn="ctr">
                      <a:solidFill>
                        <a:srgbClr val="0097A9"/>
                      </a:solidFill>
                      <a:prstDash val="solid"/>
                      <a:round/>
                      <a:headEnd type="none" w="med" len="med"/>
                      <a:tailEnd type="none" w="med" len="med"/>
                    </a:lnB>
                  </a:tcPr>
                </a:tc>
                <a:extLst>
                  <a:ext uri="{0D108BD9-81ED-4DB2-BD59-A6C34878D82A}">
                    <a16:rowId xmlns:a16="http://schemas.microsoft.com/office/drawing/2014/main" val="1614316021"/>
                  </a:ext>
                </a:extLst>
              </a:tr>
            </a:tbl>
          </a:graphicData>
        </a:graphic>
      </p:graphicFrame>
    </p:spTree>
    <p:extLst>
      <p:ext uri="{BB962C8B-B14F-4D97-AF65-F5344CB8AC3E}">
        <p14:creationId xmlns:p14="http://schemas.microsoft.com/office/powerpoint/2010/main" val="110062831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a:xfrm>
            <a:off x="406203" y="221768"/>
            <a:ext cx="8280401" cy="397483"/>
          </a:xfrm>
        </p:spPr>
        <p:txBody>
          <a:bodyPr/>
          <a:lstStyle/>
          <a:p>
            <a:r>
              <a:rPr lang="en-US" sz="2400" dirty="0" smtClean="0"/>
              <a:t>Collateral Types</a:t>
            </a:r>
            <a:endParaRPr lang="en-CA" sz="2400" dirty="0"/>
          </a:p>
        </p:txBody>
      </p:sp>
      <p:graphicFrame>
        <p:nvGraphicFramePr>
          <p:cNvPr id="5" name="Table 4"/>
          <p:cNvGraphicFramePr>
            <a:graphicFrameLocks noGrp="1"/>
          </p:cNvGraphicFramePr>
          <p:nvPr>
            <p:extLst>
              <p:ext uri="{D42A27DB-BD31-4B8C-83A1-F6EECF244321}">
                <p14:modId xmlns:p14="http://schemas.microsoft.com/office/powerpoint/2010/main" val="65042967"/>
              </p:ext>
            </p:extLst>
          </p:nvPr>
        </p:nvGraphicFramePr>
        <p:xfrm>
          <a:off x="406202" y="756750"/>
          <a:ext cx="8280402" cy="3916144"/>
        </p:xfrm>
        <a:graphic>
          <a:graphicData uri="http://schemas.openxmlformats.org/drawingml/2006/table">
            <a:tbl>
              <a:tblPr/>
              <a:tblGrid>
                <a:gridCol w="4140201">
                  <a:extLst>
                    <a:ext uri="{9D8B030D-6E8A-4147-A177-3AD203B41FA5}">
                      <a16:colId xmlns:a16="http://schemas.microsoft.com/office/drawing/2014/main" val="4202736628"/>
                    </a:ext>
                  </a:extLst>
                </a:gridCol>
                <a:gridCol w="4140201">
                  <a:extLst>
                    <a:ext uri="{9D8B030D-6E8A-4147-A177-3AD203B41FA5}">
                      <a16:colId xmlns:a16="http://schemas.microsoft.com/office/drawing/2014/main" val="3557169473"/>
                    </a:ext>
                  </a:extLst>
                </a:gridCol>
              </a:tblGrid>
              <a:tr h="146856">
                <a:tc>
                  <a:txBody>
                    <a:bodyPr/>
                    <a:lstStyle/>
                    <a:p>
                      <a:pPr algn="ctr" fontAlgn="ctr"/>
                      <a:r>
                        <a:rPr lang="en-CA" sz="800" b="1" i="0" u="none" strike="noStrike" dirty="0">
                          <a:solidFill>
                            <a:srgbClr val="FFFFFF"/>
                          </a:solidFill>
                          <a:effectLst/>
                          <a:latin typeface="Calibri" panose="020F0502020204030204" pitchFamily="34" charset="0"/>
                        </a:rPr>
                        <a:t>Collateral Group</a:t>
                      </a:r>
                    </a:p>
                  </a:txBody>
                  <a:tcPr marL="5826" marR="5826" marT="5826" marB="0" anchor="ctr">
                    <a:lnL w="12700" cap="flat" cmpd="sng" algn="ctr">
                      <a:solidFill>
                        <a:srgbClr val="0097A9"/>
                      </a:solidFill>
                      <a:prstDash val="solid"/>
                      <a:round/>
                      <a:headEnd type="none" w="med" len="med"/>
                      <a:tailEnd type="none" w="med" len="med"/>
                    </a:lnL>
                    <a:lnR>
                      <a:noFill/>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solidFill>
                      <a:srgbClr val="0097A9"/>
                    </a:solidFill>
                  </a:tcPr>
                </a:tc>
                <a:tc>
                  <a:txBody>
                    <a:bodyPr/>
                    <a:lstStyle/>
                    <a:p>
                      <a:pPr algn="ctr" fontAlgn="ctr"/>
                      <a:r>
                        <a:rPr lang="en-CA" sz="800" b="1" i="0" u="none" strike="noStrike">
                          <a:solidFill>
                            <a:srgbClr val="FFFFFF"/>
                          </a:solidFill>
                          <a:effectLst/>
                          <a:latin typeface="Calibri" panose="020F0502020204030204" pitchFamily="34" charset="0"/>
                        </a:rPr>
                        <a:t>Collateral</a:t>
                      </a:r>
                    </a:p>
                  </a:txBody>
                  <a:tcPr marL="5826" marR="5826" marT="5826" marB="0" anchor="ctr">
                    <a:lnL>
                      <a:noFill/>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solidFill>
                      <a:srgbClr val="0097A9"/>
                    </a:solidFill>
                  </a:tcPr>
                </a:tc>
                <a:extLst>
                  <a:ext uri="{0D108BD9-81ED-4DB2-BD59-A6C34878D82A}">
                    <a16:rowId xmlns:a16="http://schemas.microsoft.com/office/drawing/2014/main" val="1711723501"/>
                  </a:ext>
                </a:extLst>
              </a:tr>
              <a:tr h="139862">
                <a:tc rowSpan="14">
                  <a:txBody>
                    <a:bodyPr/>
                    <a:lstStyle/>
                    <a:p>
                      <a:pPr algn="ctr" rtl="0" fontAlgn="ctr"/>
                      <a:r>
                        <a:rPr lang="en-CA" sz="800" b="0" i="0" u="none" strike="noStrike" dirty="0">
                          <a:solidFill>
                            <a:srgbClr val="000000"/>
                          </a:solidFill>
                          <a:effectLst/>
                          <a:latin typeface="Calibri" panose="020F0502020204030204" pitchFamily="34" charset="0"/>
                        </a:rPr>
                        <a:t>Industrial Equipment</a:t>
                      </a:r>
                    </a:p>
                  </a:txBody>
                  <a:tcPr marL="5826" marR="5826" marT="5826" marB="0" anchor="ctr">
                    <a:lnL w="12700" cap="flat" cmpd="sng" algn="ctr">
                      <a:solidFill>
                        <a:srgbClr val="0097A9"/>
                      </a:solidFill>
                      <a:prstDash val="solid"/>
                      <a:round/>
                      <a:headEnd type="none" w="med" len="med"/>
                      <a:tailEnd type="none" w="med" len="med"/>
                    </a:lnL>
                    <a:lnR w="635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solidFill>
                      <a:srgbClr val="E7EFF1"/>
                    </a:solidFill>
                  </a:tcPr>
                </a:tc>
                <a:tc>
                  <a:txBody>
                    <a:bodyPr/>
                    <a:lstStyle/>
                    <a:p>
                      <a:pPr algn="ctr" rtl="0" fontAlgn="ctr"/>
                      <a:r>
                        <a:rPr lang="en-CA" sz="800" b="0" i="0" u="none" strike="noStrike">
                          <a:solidFill>
                            <a:srgbClr val="000000"/>
                          </a:solidFill>
                          <a:effectLst/>
                          <a:latin typeface="Calibri" panose="020F0502020204030204" pitchFamily="34" charset="0"/>
                        </a:rPr>
                        <a:t>Aerial Lifts / Skyjacks</a:t>
                      </a:r>
                    </a:p>
                  </a:txBody>
                  <a:tcPr marL="5826" marR="5826" marT="5826"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a:noFill/>
                    </a:lnB>
                    <a:solidFill>
                      <a:srgbClr val="E7EFF1"/>
                    </a:solidFill>
                  </a:tcPr>
                </a:tc>
                <a:extLst>
                  <a:ext uri="{0D108BD9-81ED-4DB2-BD59-A6C34878D82A}">
                    <a16:rowId xmlns:a16="http://schemas.microsoft.com/office/drawing/2014/main" val="1522138554"/>
                  </a:ext>
                </a:extLst>
              </a:tr>
              <a:tr h="139862">
                <a:tc vMerge="1">
                  <a:txBody>
                    <a:bodyPr/>
                    <a:lstStyle/>
                    <a:p>
                      <a:endParaRPr lang="en-CA"/>
                    </a:p>
                  </a:txBody>
                  <a:tcPr/>
                </a:tc>
                <a:tc>
                  <a:txBody>
                    <a:bodyPr/>
                    <a:lstStyle/>
                    <a:p>
                      <a:pPr algn="ctr" rtl="0" fontAlgn="ctr"/>
                      <a:r>
                        <a:rPr lang="en-CA" sz="800" b="0" i="0" u="none" strike="noStrike">
                          <a:solidFill>
                            <a:srgbClr val="000000"/>
                          </a:solidFill>
                          <a:effectLst/>
                          <a:latin typeface="Calibri" panose="020F0502020204030204" pitchFamily="34" charset="0"/>
                        </a:rPr>
                        <a:t>Forestry Equipment</a:t>
                      </a:r>
                    </a:p>
                  </a:txBody>
                  <a:tcPr marL="5826" marR="5826" marT="5826"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tcPr>
                </a:tc>
                <a:extLst>
                  <a:ext uri="{0D108BD9-81ED-4DB2-BD59-A6C34878D82A}">
                    <a16:rowId xmlns:a16="http://schemas.microsoft.com/office/drawing/2014/main" val="981653232"/>
                  </a:ext>
                </a:extLst>
              </a:tr>
              <a:tr h="139862">
                <a:tc vMerge="1">
                  <a:txBody>
                    <a:bodyPr/>
                    <a:lstStyle/>
                    <a:p>
                      <a:endParaRPr lang="en-CA"/>
                    </a:p>
                  </a:txBody>
                  <a:tcPr/>
                </a:tc>
                <a:tc>
                  <a:txBody>
                    <a:bodyPr/>
                    <a:lstStyle/>
                    <a:p>
                      <a:pPr algn="ctr" rtl="0" fontAlgn="ctr"/>
                      <a:r>
                        <a:rPr lang="en-CA" sz="800" b="0" i="0" u="none" strike="noStrike">
                          <a:solidFill>
                            <a:srgbClr val="000000"/>
                          </a:solidFill>
                          <a:effectLst/>
                          <a:latin typeface="Calibri" panose="020F0502020204030204" pitchFamily="34" charset="0"/>
                        </a:rPr>
                        <a:t>Furnaces</a:t>
                      </a:r>
                    </a:p>
                  </a:txBody>
                  <a:tcPr marL="5826" marR="5826" marT="5826"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solidFill>
                      <a:srgbClr val="E7EFF1"/>
                    </a:solidFill>
                  </a:tcPr>
                </a:tc>
                <a:extLst>
                  <a:ext uri="{0D108BD9-81ED-4DB2-BD59-A6C34878D82A}">
                    <a16:rowId xmlns:a16="http://schemas.microsoft.com/office/drawing/2014/main" val="969663658"/>
                  </a:ext>
                </a:extLst>
              </a:tr>
              <a:tr h="223780">
                <a:tc vMerge="1">
                  <a:txBody>
                    <a:bodyPr/>
                    <a:lstStyle/>
                    <a:p>
                      <a:endParaRPr lang="en-CA"/>
                    </a:p>
                  </a:txBody>
                  <a:tcPr/>
                </a:tc>
                <a:tc>
                  <a:txBody>
                    <a:bodyPr/>
                    <a:lstStyle/>
                    <a:p>
                      <a:pPr algn="ctr" rtl="0" fontAlgn="ctr"/>
                      <a:r>
                        <a:rPr lang="en-CA" sz="800" b="0" i="0" u="none" strike="noStrike">
                          <a:solidFill>
                            <a:srgbClr val="000000"/>
                          </a:solidFill>
                          <a:effectLst/>
                          <a:latin typeface="Calibri" panose="020F0502020204030204" pitchFamily="34" charset="0"/>
                        </a:rPr>
                        <a:t>Industrial and Manufacturing Equipment</a:t>
                      </a:r>
                    </a:p>
                  </a:txBody>
                  <a:tcPr marL="5826" marR="5826" marT="5826"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tcPr>
                </a:tc>
                <a:extLst>
                  <a:ext uri="{0D108BD9-81ED-4DB2-BD59-A6C34878D82A}">
                    <a16:rowId xmlns:a16="http://schemas.microsoft.com/office/drawing/2014/main" val="3931007456"/>
                  </a:ext>
                </a:extLst>
              </a:tr>
              <a:tr h="139862">
                <a:tc vMerge="1">
                  <a:txBody>
                    <a:bodyPr/>
                    <a:lstStyle/>
                    <a:p>
                      <a:endParaRPr lang="en-CA"/>
                    </a:p>
                  </a:txBody>
                  <a:tcPr/>
                </a:tc>
                <a:tc>
                  <a:txBody>
                    <a:bodyPr/>
                    <a:lstStyle/>
                    <a:p>
                      <a:pPr algn="ctr" rtl="0" fontAlgn="ctr"/>
                      <a:r>
                        <a:rPr lang="en-CA" sz="800" b="0" i="0" u="none" strike="noStrike">
                          <a:solidFill>
                            <a:srgbClr val="000000"/>
                          </a:solidFill>
                          <a:effectLst/>
                          <a:latin typeface="Calibri" panose="020F0502020204030204" pitchFamily="34" charset="0"/>
                        </a:rPr>
                        <a:t>Industrial Printing Equipment</a:t>
                      </a:r>
                    </a:p>
                  </a:txBody>
                  <a:tcPr marL="5826" marR="5826" marT="5826"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solidFill>
                      <a:srgbClr val="E7EFF1"/>
                    </a:solidFill>
                  </a:tcPr>
                </a:tc>
                <a:extLst>
                  <a:ext uri="{0D108BD9-81ED-4DB2-BD59-A6C34878D82A}">
                    <a16:rowId xmlns:a16="http://schemas.microsoft.com/office/drawing/2014/main" val="584610917"/>
                  </a:ext>
                </a:extLst>
              </a:tr>
              <a:tr h="139862">
                <a:tc vMerge="1">
                  <a:txBody>
                    <a:bodyPr/>
                    <a:lstStyle/>
                    <a:p>
                      <a:endParaRPr lang="en-CA"/>
                    </a:p>
                  </a:txBody>
                  <a:tcPr/>
                </a:tc>
                <a:tc>
                  <a:txBody>
                    <a:bodyPr/>
                    <a:lstStyle/>
                    <a:p>
                      <a:pPr algn="ctr" rtl="0" fontAlgn="ctr"/>
                      <a:r>
                        <a:rPr lang="en-CA" sz="800" b="0" i="0" u="none" strike="noStrike">
                          <a:solidFill>
                            <a:srgbClr val="000000"/>
                          </a:solidFill>
                          <a:effectLst/>
                          <a:latin typeface="Calibri" panose="020F0502020204030204" pitchFamily="34" charset="0"/>
                        </a:rPr>
                        <a:t>Landscaping Equipment</a:t>
                      </a:r>
                    </a:p>
                  </a:txBody>
                  <a:tcPr marL="5826" marR="5826" marT="5826"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tcPr>
                </a:tc>
                <a:extLst>
                  <a:ext uri="{0D108BD9-81ED-4DB2-BD59-A6C34878D82A}">
                    <a16:rowId xmlns:a16="http://schemas.microsoft.com/office/drawing/2014/main" val="2351147084"/>
                  </a:ext>
                </a:extLst>
              </a:tr>
              <a:tr h="139862">
                <a:tc vMerge="1">
                  <a:txBody>
                    <a:bodyPr/>
                    <a:lstStyle/>
                    <a:p>
                      <a:endParaRPr lang="en-CA"/>
                    </a:p>
                  </a:txBody>
                  <a:tcPr/>
                </a:tc>
                <a:tc>
                  <a:txBody>
                    <a:bodyPr/>
                    <a:lstStyle/>
                    <a:p>
                      <a:pPr algn="ctr" rtl="0" fontAlgn="ctr"/>
                      <a:r>
                        <a:rPr lang="en-CA" sz="800" b="0" i="0" u="none" strike="noStrike">
                          <a:solidFill>
                            <a:srgbClr val="000000"/>
                          </a:solidFill>
                          <a:effectLst/>
                          <a:latin typeface="Calibri" panose="020F0502020204030204" pitchFamily="34" charset="0"/>
                        </a:rPr>
                        <a:t>Portable / Modular Office Trailers</a:t>
                      </a:r>
                    </a:p>
                  </a:txBody>
                  <a:tcPr marL="5826" marR="5826" marT="5826"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solidFill>
                      <a:srgbClr val="E7EFF1"/>
                    </a:solidFill>
                  </a:tcPr>
                </a:tc>
                <a:extLst>
                  <a:ext uri="{0D108BD9-81ED-4DB2-BD59-A6C34878D82A}">
                    <a16:rowId xmlns:a16="http://schemas.microsoft.com/office/drawing/2014/main" val="2503221804"/>
                  </a:ext>
                </a:extLst>
              </a:tr>
              <a:tr h="139862">
                <a:tc vMerge="1">
                  <a:txBody>
                    <a:bodyPr/>
                    <a:lstStyle/>
                    <a:p>
                      <a:endParaRPr lang="en-CA"/>
                    </a:p>
                  </a:txBody>
                  <a:tcPr/>
                </a:tc>
                <a:tc>
                  <a:txBody>
                    <a:bodyPr/>
                    <a:lstStyle/>
                    <a:p>
                      <a:pPr algn="ctr" rtl="0" fontAlgn="ctr"/>
                      <a:r>
                        <a:rPr lang="en-CA" sz="800" b="0" i="0" u="none" strike="noStrike">
                          <a:solidFill>
                            <a:srgbClr val="000000"/>
                          </a:solidFill>
                          <a:effectLst/>
                          <a:latin typeface="Calibri" panose="020F0502020204030204" pitchFamily="34" charset="0"/>
                        </a:rPr>
                        <a:t>Propane Tanks</a:t>
                      </a:r>
                    </a:p>
                  </a:txBody>
                  <a:tcPr marL="5826" marR="5826" marT="5826"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tcPr>
                </a:tc>
                <a:extLst>
                  <a:ext uri="{0D108BD9-81ED-4DB2-BD59-A6C34878D82A}">
                    <a16:rowId xmlns:a16="http://schemas.microsoft.com/office/drawing/2014/main" val="3503952442"/>
                  </a:ext>
                </a:extLst>
              </a:tr>
              <a:tr h="139862">
                <a:tc vMerge="1">
                  <a:txBody>
                    <a:bodyPr/>
                    <a:lstStyle/>
                    <a:p>
                      <a:endParaRPr lang="en-CA"/>
                    </a:p>
                  </a:txBody>
                  <a:tcPr/>
                </a:tc>
                <a:tc>
                  <a:txBody>
                    <a:bodyPr/>
                    <a:lstStyle/>
                    <a:p>
                      <a:pPr algn="ctr" rtl="0" fontAlgn="ctr"/>
                      <a:r>
                        <a:rPr lang="en-CA" sz="800" b="0" i="0" u="none" strike="noStrike">
                          <a:solidFill>
                            <a:srgbClr val="000000"/>
                          </a:solidFill>
                          <a:effectLst/>
                          <a:latin typeface="Calibri" panose="020F0502020204030204" pitchFamily="34" charset="0"/>
                        </a:rPr>
                        <a:t>Skid Steer Loaders / Bobcats</a:t>
                      </a:r>
                    </a:p>
                  </a:txBody>
                  <a:tcPr marL="5826" marR="5826" marT="5826"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solidFill>
                      <a:srgbClr val="E7EFF1"/>
                    </a:solidFill>
                  </a:tcPr>
                </a:tc>
                <a:extLst>
                  <a:ext uri="{0D108BD9-81ED-4DB2-BD59-A6C34878D82A}">
                    <a16:rowId xmlns:a16="http://schemas.microsoft.com/office/drawing/2014/main" val="2928646079"/>
                  </a:ext>
                </a:extLst>
              </a:tr>
              <a:tr h="139862">
                <a:tc vMerge="1">
                  <a:txBody>
                    <a:bodyPr/>
                    <a:lstStyle/>
                    <a:p>
                      <a:endParaRPr lang="en-CA"/>
                    </a:p>
                  </a:txBody>
                  <a:tcPr/>
                </a:tc>
                <a:tc>
                  <a:txBody>
                    <a:bodyPr/>
                    <a:lstStyle/>
                    <a:p>
                      <a:pPr algn="ctr" rtl="0" fontAlgn="ctr"/>
                      <a:r>
                        <a:rPr lang="en-US" sz="800" b="0" i="0" u="none" strike="noStrike">
                          <a:solidFill>
                            <a:srgbClr val="000000"/>
                          </a:solidFill>
                          <a:effectLst/>
                          <a:latin typeface="Calibri" panose="020F0502020204030204" pitchFamily="34" charset="0"/>
                        </a:rPr>
                        <a:t>Storage Tanks - Above Ground / Other</a:t>
                      </a:r>
                    </a:p>
                  </a:txBody>
                  <a:tcPr marL="5826" marR="5826" marT="5826"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1337616716"/>
                  </a:ext>
                </a:extLst>
              </a:tr>
              <a:tr h="139862">
                <a:tc vMerge="1">
                  <a:txBody>
                    <a:bodyPr/>
                    <a:lstStyle/>
                    <a:p>
                      <a:endParaRPr lang="en-CA"/>
                    </a:p>
                  </a:txBody>
                  <a:tcPr/>
                </a:tc>
                <a:tc>
                  <a:txBody>
                    <a:bodyPr/>
                    <a:lstStyle/>
                    <a:p>
                      <a:pPr algn="ctr" rtl="0" fontAlgn="ctr"/>
                      <a:r>
                        <a:rPr lang="en-CA" sz="800" b="0" i="0" u="none" strike="noStrike">
                          <a:solidFill>
                            <a:srgbClr val="000000"/>
                          </a:solidFill>
                          <a:effectLst/>
                          <a:latin typeface="Calibri" panose="020F0502020204030204" pitchFamily="34" charset="0"/>
                        </a:rPr>
                        <a:t>Surveying Equipment</a:t>
                      </a:r>
                    </a:p>
                  </a:txBody>
                  <a:tcPr marL="5826" marR="5826" marT="5826"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solidFill>
                      <a:srgbClr val="E7EFF1"/>
                    </a:solidFill>
                  </a:tcPr>
                </a:tc>
                <a:extLst>
                  <a:ext uri="{0D108BD9-81ED-4DB2-BD59-A6C34878D82A}">
                    <a16:rowId xmlns:a16="http://schemas.microsoft.com/office/drawing/2014/main" val="1660533109"/>
                  </a:ext>
                </a:extLst>
              </a:tr>
              <a:tr h="139862">
                <a:tc vMerge="1">
                  <a:txBody>
                    <a:bodyPr/>
                    <a:lstStyle/>
                    <a:p>
                      <a:endParaRPr lang="en-CA"/>
                    </a:p>
                  </a:txBody>
                  <a:tcPr/>
                </a:tc>
                <a:tc>
                  <a:txBody>
                    <a:bodyPr/>
                    <a:lstStyle/>
                    <a:p>
                      <a:pPr algn="ctr" rtl="0" fontAlgn="ctr"/>
                      <a:r>
                        <a:rPr lang="en-CA" sz="800" b="0" i="0" u="none" strike="noStrike">
                          <a:solidFill>
                            <a:srgbClr val="000000"/>
                          </a:solidFill>
                          <a:effectLst/>
                          <a:latin typeface="Calibri" panose="020F0502020204030204" pitchFamily="34" charset="0"/>
                        </a:rPr>
                        <a:t>Warehouse Equipment</a:t>
                      </a:r>
                    </a:p>
                  </a:txBody>
                  <a:tcPr marL="5826" marR="5826" marT="5826"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2121900559"/>
                  </a:ext>
                </a:extLst>
              </a:tr>
              <a:tr h="139862">
                <a:tc vMerge="1">
                  <a:txBody>
                    <a:bodyPr/>
                    <a:lstStyle/>
                    <a:p>
                      <a:endParaRPr lang="en-CA"/>
                    </a:p>
                  </a:txBody>
                  <a:tcPr/>
                </a:tc>
                <a:tc>
                  <a:txBody>
                    <a:bodyPr/>
                    <a:lstStyle/>
                    <a:p>
                      <a:pPr algn="ctr" rtl="0" fontAlgn="ctr"/>
                      <a:r>
                        <a:rPr lang="en-CA" sz="800" b="0" i="0" u="none" strike="noStrike">
                          <a:solidFill>
                            <a:srgbClr val="000000"/>
                          </a:solidFill>
                          <a:effectLst/>
                          <a:latin typeface="Calibri" panose="020F0502020204030204" pitchFamily="34" charset="0"/>
                        </a:rPr>
                        <a:t>Welding Equipment</a:t>
                      </a:r>
                    </a:p>
                  </a:txBody>
                  <a:tcPr marL="5826" marR="5826" marT="5826"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solidFill>
                      <a:srgbClr val="E7EFF1"/>
                    </a:solidFill>
                  </a:tcPr>
                </a:tc>
                <a:extLst>
                  <a:ext uri="{0D108BD9-81ED-4DB2-BD59-A6C34878D82A}">
                    <a16:rowId xmlns:a16="http://schemas.microsoft.com/office/drawing/2014/main" val="3340201322"/>
                  </a:ext>
                </a:extLst>
              </a:tr>
              <a:tr h="146856">
                <a:tc vMerge="1">
                  <a:txBody>
                    <a:bodyPr/>
                    <a:lstStyle/>
                    <a:p>
                      <a:endParaRPr lang="en-CA"/>
                    </a:p>
                  </a:txBody>
                  <a:tcPr/>
                </a:tc>
                <a:tc>
                  <a:txBody>
                    <a:bodyPr/>
                    <a:lstStyle/>
                    <a:p>
                      <a:pPr algn="ctr" rtl="0" fontAlgn="ctr"/>
                      <a:r>
                        <a:rPr lang="en-CA" sz="800" b="0" i="0" u="none" strike="noStrike">
                          <a:solidFill>
                            <a:srgbClr val="000000"/>
                          </a:solidFill>
                          <a:effectLst/>
                          <a:latin typeface="Calibri" panose="020F0502020204030204" pitchFamily="34" charset="0"/>
                        </a:rPr>
                        <a:t>Wood Processing Equipment</a:t>
                      </a:r>
                    </a:p>
                  </a:txBody>
                  <a:tcPr marL="5826" marR="5826" marT="5826"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w="12700" cap="flat" cmpd="sng" algn="ctr">
                      <a:solidFill>
                        <a:srgbClr val="0097A9"/>
                      </a:solidFill>
                      <a:prstDash val="solid"/>
                      <a:round/>
                      <a:headEnd type="none" w="med" len="med"/>
                      <a:tailEnd type="none" w="med" len="med"/>
                    </a:lnB>
                    <a:solidFill>
                      <a:srgbClr val="FFFFFF"/>
                    </a:solidFill>
                  </a:tcPr>
                </a:tc>
                <a:extLst>
                  <a:ext uri="{0D108BD9-81ED-4DB2-BD59-A6C34878D82A}">
                    <a16:rowId xmlns:a16="http://schemas.microsoft.com/office/drawing/2014/main" val="1747419723"/>
                  </a:ext>
                </a:extLst>
              </a:tr>
              <a:tr h="139862">
                <a:tc rowSpan="9">
                  <a:txBody>
                    <a:bodyPr/>
                    <a:lstStyle/>
                    <a:p>
                      <a:pPr algn="ctr" rtl="0" fontAlgn="ctr"/>
                      <a:r>
                        <a:rPr lang="en-CA" sz="800" b="0" i="0" u="none" strike="noStrike">
                          <a:solidFill>
                            <a:srgbClr val="000000"/>
                          </a:solidFill>
                          <a:effectLst/>
                          <a:latin typeface="Calibri" panose="020F0502020204030204" pitchFamily="34" charset="0"/>
                        </a:rPr>
                        <a:t>Agricultural Buildings and Equipment</a:t>
                      </a:r>
                    </a:p>
                  </a:txBody>
                  <a:tcPr marL="5826" marR="5826" marT="5826" marB="0" anchor="ctr">
                    <a:lnL w="12700" cap="flat" cmpd="sng" algn="ctr">
                      <a:solidFill>
                        <a:srgbClr val="0097A9"/>
                      </a:solidFill>
                      <a:prstDash val="solid"/>
                      <a:round/>
                      <a:headEnd type="none" w="med" len="med"/>
                      <a:tailEnd type="none" w="med" len="med"/>
                    </a:lnL>
                    <a:lnR w="635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solidFill>
                      <a:srgbClr val="FFFFFF"/>
                    </a:solidFill>
                  </a:tcPr>
                </a:tc>
                <a:tc>
                  <a:txBody>
                    <a:bodyPr/>
                    <a:lstStyle/>
                    <a:p>
                      <a:pPr algn="ctr" rtl="0" fontAlgn="ctr"/>
                      <a:r>
                        <a:rPr lang="en-CA" sz="800" b="0" i="0" u="none" strike="noStrike" dirty="0">
                          <a:solidFill>
                            <a:srgbClr val="000000"/>
                          </a:solidFill>
                          <a:effectLst/>
                          <a:latin typeface="Calibri" panose="020F0502020204030204" pitchFamily="34" charset="0"/>
                        </a:rPr>
                        <a:t>Agricultural Buildings</a:t>
                      </a:r>
                    </a:p>
                  </a:txBody>
                  <a:tcPr marL="5826" marR="5826" marT="5826"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a:noFill/>
                    </a:lnB>
                    <a:solidFill>
                      <a:srgbClr val="E7EFF1"/>
                    </a:solidFill>
                  </a:tcPr>
                </a:tc>
                <a:extLst>
                  <a:ext uri="{0D108BD9-81ED-4DB2-BD59-A6C34878D82A}">
                    <a16:rowId xmlns:a16="http://schemas.microsoft.com/office/drawing/2014/main" val="629034917"/>
                  </a:ext>
                </a:extLst>
              </a:tr>
              <a:tr h="139862">
                <a:tc vMerge="1">
                  <a:txBody>
                    <a:bodyPr/>
                    <a:lstStyle/>
                    <a:p>
                      <a:endParaRPr lang="en-CA"/>
                    </a:p>
                  </a:txBody>
                  <a:tcPr/>
                </a:tc>
                <a:tc>
                  <a:txBody>
                    <a:bodyPr/>
                    <a:lstStyle/>
                    <a:p>
                      <a:pPr algn="ctr" rtl="0" fontAlgn="ctr"/>
                      <a:r>
                        <a:rPr lang="en-CA" sz="800" b="0" i="0" u="none" strike="noStrike">
                          <a:solidFill>
                            <a:srgbClr val="000000"/>
                          </a:solidFill>
                          <a:effectLst/>
                          <a:latin typeface="Calibri" panose="020F0502020204030204" pitchFamily="34" charset="0"/>
                        </a:rPr>
                        <a:t>Agricultural Equipment - GPS Systems</a:t>
                      </a:r>
                    </a:p>
                  </a:txBody>
                  <a:tcPr marL="5826" marR="5826" marT="5826"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tcPr>
                </a:tc>
                <a:extLst>
                  <a:ext uri="{0D108BD9-81ED-4DB2-BD59-A6C34878D82A}">
                    <a16:rowId xmlns:a16="http://schemas.microsoft.com/office/drawing/2014/main" val="178911428"/>
                  </a:ext>
                </a:extLst>
              </a:tr>
              <a:tr h="223780">
                <a:tc vMerge="1">
                  <a:txBody>
                    <a:bodyPr/>
                    <a:lstStyle/>
                    <a:p>
                      <a:endParaRPr lang="en-CA"/>
                    </a:p>
                  </a:txBody>
                  <a:tcPr/>
                </a:tc>
                <a:tc>
                  <a:txBody>
                    <a:bodyPr/>
                    <a:lstStyle/>
                    <a:p>
                      <a:pPr algn="ctr" rtl="0" fontAlgn="ctr"/>
                      <a:r>
                        <a:rPr lang="en-US" sz="800" b="0" i="0" u="none" strike="noStrike">
                          <a:solidFill>
                            <a:srgbClr val="000000"/>
                          </a:solidFill>
                          <a:effectLst/>
                          <a:latin typeface="Calibri" panose="020F0502020204030204" pitchFamily="34" charset="0"/>
                        </a:rPr>
                        <a:t>Agricultural Equipment - Grain Bins Large</a:t>
                      </a:r>
                    </a:p>
                  </a:txBody>
                  <a:tcPr marL="5826" marR="5826" marT="5826"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solidFill>
                      <a:srgbClr val="E7EFF1"/>
                    </a:solidFill>
                  </a:tcPr>
                </a:tc>
                <a:extLst>
                  <a:ext uri="{0D108BD9-81ED-4DB2-BD59-A6C34878D82A}">
                    <a16:rowId xmlns:a16="http://schemas.microsoft.com/office/drawing/2014/main" val="3884652942"/>
                  </a:ext>
                </a:extLst>
              </a:tr>
              <a:tr h="335671">
                <a:tc vMerge="1">
                  <a:txBody>
                    <a:bodyPr/>
                    <a:lstStyle/>
                    <a:p>
                      <a:endParaRPr lang="en-CA"/>
                    </a:p>
                  </a:txBody>
                  <a:tcPr/>
                </a:tc>
                <a:tc>
                  <a:txBody>
                    <a:bodyPr/>
                    <a:lstStyle/>
                    <a:p>
                      <a:pPr algn="ctr" rtl="0" fontAlgn="ctr"/>
                      <a:r>
                        <a:rPr lang="en-US" sz="800" b="0" i="0" u="none" strike="noStrike">
                          <a:solidFill>
                            <a:srgbClr val="000000"/>
                          </a:solidFill>
                          <a:effectLst/>
                          <a:latin typeface="Calibri" panose="020F0502020204030204" pitchFamily="34" charset="0"/>
                        </a:rPr>
                        <a:t>Agricultural Equipment - Grain Bins / Dry Fertilizers Bins - Movable (&lt; 21 ft diameter)</a:t>
                      </a:r>
                    </a:p>
                  </a:txBody>
                  <a:tcPr marL="5826" marR="5826" marT="5826"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tcPr>
                </a:tc>
                <a:extLst>
                  <a:ext uri="{0D108BD9-81ED-4DB2-BD59-A6C34878D82A}">
                    <a16:rowId xmlns:a16="http://schemas.microsoft.com/office/drawing/2014/main" val="425397759"/>
                  </a:ext>
                </a:extLst>
              </a:tr>
              <a:tr h="230773">
                <a:tc vMerge="1">
                  <a:txBody>
                    <a:bodyPr/>
                    <a:lstStyle/>
                    <a:p>
                      <a:endParaRPr lang="en-CA"/>
                    </a:p>
                  </a:txBody>
                  <a:tcPr/>
                </a:tc>
                <a:tc>
                  <a:txBody>
                    <a:bodyPr/>
                    <a:lstStyle/>
                    <a:p>
                      <a:pPr algn="ctr" rtl="0" fontAlgn="ctr"/>
                      <a:r>
                        <a:rPr lang="en-CA" sz="800" b="0" i="0" u="none" strike="noStrike">
                          <a:solidFill>
                            <a:srgbClr val="000000"/>
                          </a:solidFill>
                          <a:effectLst/>
                          <a:latin typeface="Calibri" panose="020F0502020204030204" pitchFamily="34" charset="0"/>
                        </a:rPr>
                        <a:t>Agricultural Equipment - Mobile</a:t>
                      </a:r>
                    </a:p>
                  </a:txBody>
                  <a:tcPr marL="5826" marR="5826" marT="5826"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solidFill>
                      <a:srgbClr val="E7EFF1"/>
                    </a:solidFill>
                  </a:tcPr>
                </a:tc>
                <a:extLst>
                  <a:ext uri="{0D108BD9-81ED-4DB2-BD59-A6C34878D82A}">
                    <a16:rowId xmlns:a16="http://schemas.microsoft.com/office/drawing/2014/main" val="65979513"/>
                  </a:ext>
                </a:extLst>
              </a:tr>
              <a:tr h="139862">
                <a:tc vMerge="1">
                  <a:txBody>
                    <a:bodyPr/>
                    <a:lstStyle/>
                    <a:p>
                      <a:endParaRPr lang="en-CA"/>
                    </a:p>
                  </a:txBody>
                  <a:tcPr/>
                </a:tc>
                <a:tc>
                  <a:txBody>
                    <a:bodyPr/>
                    <a:lstStyle/>
                    <a:p>
                      <a:pPr algn="ctr" rtl="0" fontAlgn="ctr"/>
                      <a:r>
                        <a:rPr lang="en-CA" sz="800" b="0" i="0" u="none" strike="noStrike">
                          <a:solidFill>
                            <a:srgbClr val="000000"/>
                          </a:solidFill>
                          <a:effectLst/>
                          <a:latin typeface="Calibri" panose="020F0502020204030204" pitchFamily="34" charset="0"/>
                        </a:rPr>
                        <a:t>Agricultural Equipment - Stationary</a:t>
                      </a:r>
                    </a:p>
                  </a:txBody>
                  <a:tcPr marL="5826" marR="5826" marT="5826"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tcPr>
                </a:tc>
                <a:extLst>
                  <a:ext uri="{0D108BD9-81ED-4DB2-BD59-A6C34878D82A}">
                    <a16:rowId xmlns:a16="http://schemas.microsoft.com/office/drawing/2014/main" val="3669238548"/>
                  </a:ext>
                </a:extLst>
              </a:tr>
              <a:tr h="223780">
                <a:tc vMerge="1">
                  <a:txBody>
                    <a:bodyPr/>
                    <a:lstStyle/>
                    <a:p>
                      <a:endParaRPr lang="en-CA"/>
                    </a:p>
                  </a:txBody>
                  <a:tcPr/>
                </a:tc>
                <a:tc>
                  <a:txBody>
                    <a:bodyPr/>
                    <a:lstStyle/>
                    <a:p>
                      <a:pPr algn="ctr" rtl="0" fontAlgn="ctr"/>
                      <a:r>
                        <a:rPr lang="en-CA" sz="800" b="0" i="0" u="none" strike="noStrike">
                          <a:solidFill>
                            <a:srgbClr val="000000"/>
                          </a:solidFill>
                          <a:effectLst/>
                          <a:latin typeface="Calibri" panose="020F0502020204030204" pitchFamily="34" charset="0"/>
                        </a:rPr>
                        <a:t>Agricultural Equipment - Fertilizer Tanks</a:t>
                      </a:r>
                    </a:p>
                  </a:txBody>
                  <a:tcPr marL="5826" marR="5826" marT="5826"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solidFill>
                      <a:srgbClr val="E7EFF1"/>
                    </a:solidFill>
                  </a:tcPr>
                </a:tc>
                <a:extLst>
                  <a:ext uri="{0D108BD9-81ED-4DB2-BD59-A6C34878D82A}">
                    <a16:rowId xmlns:a16="http://schemas.microsoft.com/office/drawing/2014/main" val="1381595053"/>
                  </a:ext>
                </a:extLst>
              </a:tr>
              <a:tr h="139862">
                <a:tc vMerge="1">
                  <a:txBody>
                    <a:bodyPr/>
                    <a:lstStyle/>
                    <a:p>
                      <a:endParaRPr lang="en-CA"/>
                    </a:p>
                  </a:txBody>
                  <a:tcPr/>
                </a:tc>
                <a:tc>
                  <a:txBody>
                    <a:bodyPr/>
                    <a:lstStyle/>
                    <a:p>
                      <a:pPr algn="ctr" rtl="0" fontAlgn="ctr"/>
                      <a:r>
                        <a:rPr lang="en-CA" sz="800" b="0" i="0" u="none" strike="noStrike">
                          <a:solidFill>
                            <a:srgbClr val="000000"/>
                          </a:solidFill>
                          <a:effectLst/>
                          <a:latin typeface="Calibri" panose="020F0502020204030204" pitchFamily="34" charset="0"/>
                        </a:rPr>
                        <a:t>Anhydrous Ammonia (NH3) Tanks</a:t>
                      </a:r>
                    </a:p>
                  </a:txBody>
                  <a:tcPr marL="5826" marR="5826" marT="5826"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tcPr>
                </a:tc>
                <a:extLst>
                  <a:ext uri="{0D108BD9-81ED-4DB2-BD59-A6C34878D82A}">
                    <a16:rowId xmlns:a16="http://schemas.microsoft.com/office/drawing/2014/main" val="3898949029"/>
                  </a:ext>
                </a:extLst>
              </a:tr>
              <a:tr h="146856">
                <a:tc vMerge="1">
                  <a:txBody>
                    <a:bodyPr/>
                    <a:lstStyle/>
                    <a:p>
                      <a:endParaRPr lang="en-CA"/>
                    </a:p>
                  </a:txBody>
                  <a:tcPr/>
                </a:tc>
                <a:tc>
                  <a:txBody>
                    <a:bodyPr/>
                    <a:lstStyle/>
                    <a:p>
                      <a:pPr algn="ctr" rtl="0" fontAlgn="ctr"/>
                      <a:r>
                        <a:rPr lang="en-CA" sz="800" b="0" i="0" u="none" strike="noStrike" dirty="0">
                          <a:solidFill>
                            <a:srgbClr val="000000"/>
                          </a:solidFill>
                          <a:effectLst/>
                          <a:latin typeface="Calibri" panose="020F0502020204030204" pitchFamily="34" charset="0"/>
                        </a:rPr>
                        <a:t>Steel Buildings</a:t>
                      </a:r>
                    </a:p>
                  </a:txBody>
                  <a:tcPr marL="5826" marR="5826" marT="5826"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w="12700" cap="flat" cmpd="sng" algn="ctr">
                      <a:solidFill>
                        <a:srgbClr val="0097A9"/>
                      </a:solidFill>
                      <a:prstDash val="solid"/>
                      <a:round/>
                      <a:headEnd type="none" w="med" len="med"/>
                      <a:tailEnd type="none" w="med" len="med"/>
                    </a:lnB>
                    <a:solidFill>
                      <a:srgbClr val="E7EFF1"/>
                    </a:solidFill>
                  </a:tcPr>
                </a:tc>
                <a:extLst>
                  <a:ext uri="{0D108BD9-81ED-4DB2-BD59-A6C34878D82A}">
                    <a16:rowId xmlns:a16="http://schemas.microsoft.com/office/drawing/2014/main" val="57995691"/>
                  </a:ext>
                </a:extLst>
              </a:tr>
            </a:tbl>
          </a:graphicData>
        </a:graphic>
      </p:graphicFrame>
    </p:spTree>
    <p:extLst>
      <p:ext uri="{BB962C8B-B14F-4D97-AF65-F5344CB8AC3E}">
        <p14:creationId xmlns:p14="http://schemas.microsoft.com/office/powerpoint/2010/main" val="19970952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a:xfrm>
            <a:off x="406203" y="221768"/>
            <a:ext cx="8280401" cy="397483"/>
          </a:xfrm>
        </p:spPr>
        <p:txBody>
          <a:bodyPr/>
          <a:lstStyle/>
          <a:p>
            <a:r>
              <a:rPr lang="en-US" sz="2400" dirty="0" smtClean="0"/>
              <a:t>Collateral Types</a:t>
            </a:r>
            <a:endParaRPr lang="en-CA" sz="2400" dirty="0"/>
          </a:p>
        </p:txBody>
      </p:sp>
      <p:graphicFrame>
        <p:nvGraphicFramePr>
          <p:cNvPr id="4" name="Table 3"/>
          <p:cNvGraphicFramePr>
            <a:graphicFrameLocks noGrp="1"/>
          </p:cNvGraphicFramePr>
          <p:nvPr>
            <p:extLst>
              <p:ext uri="{D42A27DB-BD31-4B8C-83A1-F6EECF244321}">
                <p14:modId xmlns:p14="http://schemas.microsoft.com/office/powerpoint/2010/main" val="1855307457"/>
              </p:ext>
            </p:extLst>
          </p:nvPr>
        </p:nvGraphicFramePr>
        <p:xfrm>
          <a:off x="406202" y="700548"/>
          <a:ext cx="8280402" cy="3968205"/>
        </p:xfrm>
        <a:graphic>
          <a:graphicData uri="http://schemas.openxmlformats.org/drawingml/2006/table">
            <a:tbl>
              <a:tblPr/>
              <a:tblGrid>
                <a:gridCol w="4140201">
                  <a:extLst>
                    <a:ext uri="{9D8B030D-6E8A-4147-A177-3AD203B41FA5}">
                      <a16:colId xmlns:a16="http://schemas.microsoft.com/office/drawing/2014/main" val="1826130896"/>
                    </a:ext>
                  </a:extLst>
                </a:gridCol>
                <a:gridCol w="4140201">
                  <a:extLst>
                    <a:ext uri="{9D8B030D-6E8A-4147-A177-3AD203B41FA5}">
                      <a16:colId xmlns:a16="http://schemas.microsoft.com/office/drawing/2014/main" val="2952713507"/>
                    </a:ext>
                  </a:extLst>
                </a:gridCol>
              </a:tblGrid>
              <a:tr h="132879">
                <a:tc>
                  <a:txBody>
                    <a:bodyPr/>
                    <a:lstStyle/>
                    <a:p>
                      <a:pPr algn="ctr" fontAlgn="ctr"/>
                      <a:r>
                        <a:rPr lang="en-CA" sz="800" b="1" i="0" u="none" strike="noStrike">
                          <a:solidFill>
                            <a:srgbClr val="FFFFFF"/>
                          </a:solidFill>
                          <a:effectLst/>
                          <a:latin typeface="Calibri" panose="020F0502020204030204" pitchFamily="34" charset="0"/>
                        </a:rPr>
                        <a:t>Collateral Group</a:t>
                      </a:r>
                    </a:p>
                  </a:txBody>
                  <a:tcPr marL="5221" marR="5221" marT="5221" marB="0" anchor="ctr">
                    <a:lnL w="12700" cap="flat" cmpd="sng" algn="ctr">
                      <a:solidFill>
                        <a:srgbClr val="0097A9"/>
                      </a:solidFill>
                      <a:prstDash val="solid"/>
                      <a:round/>
                      <a:headEnd type="none" w="med" len="med"/>
                      <a:tailEnd type="none" w="med" len="med"/>
                    </a:lnL>
                    <a:lnR>
                      <a:noFill/>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solidFill>
                      <a:srgbClr val="0097A9"/>
                    </a:solidFill>
                  </a:tcPr>
                </a:tc>
                <a:tc>
                  <a:txBody>
                    <a:bodyPr/>
                    <a:lstStyle/>
                    <a:p>
                      <a:pPr algn="ctr" fontAlgn="ctr"/>
                      <a:r>
                        <a:rPr lang="en-CA" sz="800" b="1" i="0" u="none" strike="noStrike">
                          <a:solidFill>
                            <a:srgbClr val="FFFFFF"/>
                          </a:solidFill>
                          <a:effectLst/>
                          <a:latin typeface="Calibri" panose="020F0502020204030204" pitchFamily="34" charset="0"/>
                        </a:rPr>
                        <a:t>Collateral</a:t>
                      </a:r>
                    </a:p>
                  </a:txBody>
                  <a:tcPr marL="5221" marR="5221" marT="5221" marB="0" anchor="ctr">
                    <a:lnL>
                      <a:noFill/>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solidFill>
                      <a:srgbClr val="0097A9"/>
                    </a:solidFill>
                  </a:tcPr>
                </a:tc>
                <a:extLst>
                  <a:ext uri="{0D108BD9-81ED-4DB2-BD59-A6C34878D82A}">
                    <a16:rowId xmlns:a16="http://schemas.microsoft.com/office/drawing/2014/main" val="1295728022"/>
                  </a:ext>
                </a:extLst>
              </a:tr>
              <a:tr h="132879">
                <a:tc rowSpan="12">
                  <a:txBody>
                    <a:bodyPr/>
                    <a:lstStyle/>
                    <a:p>
                      <a:pPr algn="ctr" rtl="0" fontAlgn="ctr"/>
                      <a:r>
                        <a:rPr lang="en-CA" sz="800" b="0" i="0" u="none" strike="noStrike">
                          <a:solidFill>
                            <a:srgbClr val="000000"/>
                          </a:solidFill>
                          <a:effectLst/>
                          <a:latin typeface="Calibri" panose="020F0502020204030204" pitchFamily="34" charset="0"/>
                        </a:rPr>
                        <a:t>Medical Equipment</a:t>
                      </a:r>
                    </a:p>
                  </a:txBody>
                  <a:tcPr marL="5221" marR="5221" marT="5221" marB="0" anchor="ctr">
                    <a:lnL w="12700" cap="flat" cmpd="sng" algn="ctr">
                      <a:solidFill>
                        <a:srgbClr val="0097A9"/>
                      </a:solidFill>
                      <a:prstDash val="solid"/>
                      <a:round/>
                      <a:headEnd type="none" w="med" len="med"/>
                      <a:tailEnd type="none" w="med" len="med"/>
                    </a:lnL>
                    <a:lnR w="635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6350" cap="flat" cmpd="sng" algn="ctr">
                      <a:solidFill>
                        <a:srgbClr val="0097A9"/>
                      </a:solidFill>
                      <a:prstDash val="solid"/>
                      <a:round/>
                      <a:headEnd type="none" w="med" len="med"/>
                      <a:tailEnd type="none" w="med" len="med"/>
                    </a:lnB>
                    <a:solidFill>
                      <a:srgbClr val="E7EFF1"/>
                    </a:solidFill>
                  </a:tcPr>
                </a:tc>
                <a:tc>
                  <a:txBody>
                    <a:bodyPr/>
                    <a:lstStyle/>
                    <a:p>
                      <a:pPr algn="ctr" rtl="0" fontAlgn="ctr"/>
                      <a:r>
                        <a:rPr lang="en-CA" sz="800" b="0" i="0" u="none" strike="noStrike">
                          <a:solidFill>
                            <a:srgbClr val="000000"/>
                          </a:solidFill>
                          <a:effectLst/>
                          <a:latin typeface="Calibri" panose="020F0502020204030204" pitchFamily="34" charset="0"/>
                        </a:rPr>
                        <a:t>Aesthetic Equipment - Commercial Market</a:t>
                      </a:r>
                    </a:p>
                  </a:txBody>
                  <a:tcPr marL="5221" marR="5221" marT="5221"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a:noFill/>
                    </a:lnB>
                    <a:solidFill>
                      <a:srgbClr val="E7EFF1"/>
                    </a:solidFill>
                  </a:tcPr>
                </a:tc>
                <a:extLst>
                  <a:ext uri="{0D108BD9-81ED-4DB2-BD59-A6C34878D82A}">
                    <a16:rowId xmlns:a16="http://schemas.microsoft.com/office/drawing/2014/main" val="2499668459"/>
                  </a:ext>
                </a:extLst>
              </a:tr>
              <a:tr h="202482">
                <a:tc vMerge="1">
                  <a:txBody>
                    <a:bodyPr/>
                    <a:lstStyle/>
                    <a:p>
                      <a:endParaRPr lang="en-CA"/>
                    </a:p>
                  </a:txBody>
                  <a:tcPr/>
                </a:tc>
                <a:tc>
                  <a:txBody>
                    <a:bodyPr/>
                    <a:lstStyle/>
                    <a:p>
                      <a:pPr algn="ctr" rtl="0" fontAlgn="ctr"/>
                      <a:r>
                        <a:rPr lang="en-US" sz="800" b="0" i="0" u="none" strike="noStrike">
                          <a:solidFill>
                            <a:srgbClr val="000000"/>
                          </a:solidFill>
                          <a:effectLst/>
                          <a:latin typeface="Calibri" panose="020F0502020204030204" pitchFamily="34" charset="0"/>
                        </a:rPr>
                        <a:t>Medical &amp; Lab Equipment - Commercial Market</a:t>
                      </a:r>
                    </a:p>
                  </a:txBody>
                  <a:tcPr marL="5221" marR="5221" marT="5221"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1914583495"/>
                  </a:ext>
                </a:extLst>
              </a:tr>
              <a:tr h="188561">
                <a:tc vMerge="1">
                  <a:txBody>
                    <a:bodyPr/>
                    <a:lstStyle/>
                    <a:p>
                      <a:endParaRPr lang="en-CA"/>
                    </a:p>
                  </a:txBody>
                  <a:tcPr/>
                </a:tc>
                <a:tc>
                  <a:txBody>
                    <a:bodyPr/>
                    <a:lstStyle/>
                    <a:p>
                      <a:pPr algn="ctr" fontAlgn="ctr"/>
                      <a:r>
                        <a:rPr lang="en-US" sz="800" b="0" i="0" u="none" strike="noStrike">
                          <a:solidFill>
                            <a:srgbClr val="000000"/>
                          </a:solidFill>
                          <a:effectLst/>
                          <a:latin typeface="Calibri" panose="020F0502020204030204" pitchFamily="34" charset="0"/>
                        </a:rPr>
                        <a:t>Medical Equipment - Aesthetic Equipment, Doctors Only</a:t>
                      </a:r>
                    </a:p>
                  </a:txBody>
                  <a:tcPr marL="5221" marR="5221" marT="5221"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solidFill>
                      <a:srgbClr val="E7EFF1"/>
                    </a:solidFill>
                  </a:tcPr>
                </a:tc>
                <a:extLst>
                  <a:ext uri="{0D108BD9-81ED-4DB2-BD59-A6C34878D82A}">
                    <a16:rowId xmlns:a16="http://schemas.microsoft.com/office/drawing/2014/main" val="3674018446"/>
                  </a:ext>
                </a:extLst>
              </a:tr>
              <a:tr h="126550">
                <a:tc vMerge="1">
                  <a:txBody>
                    <a:bodyPr/>
                    <a:lstStyle/>
                    <a:p>
                      <a:endParaRPr lang="en-CA"/>
                    </a:p>
                  </a:txBody>
                  <a:tcPr/>
                </a:tc>
                <a:tc>
                  <a:txBody>
                    <a:bodyPr/>
                    <a:lstStyle/>
                    <a:p>
                      <a:pPr algn="ctr" fontAlgn="ctr"/>
                      <a:r>
                        <a:rPr lang="en-CA" sz="800" b="0" i="0" u="none" strike="noStrike">
                          <a:solidFill>
                            <a:srgbClr val="000000"/>
                          </a:solidFill>
                          <a:effectLst/>
                          <a:latin typeface="Calibri" panose="020F0502020204030204" pitchFamily="34" charset="0"/>
                        </a:rPr>
                        <a:t>Medical Equipment - Chiropractic</a:t>
                      </a:r>
                    </a:p>
                  </a:txBody>
                  <a:tcPr marL="5221" marR="5221" marT="5221"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1579977896"/>
                  </a:ext>
                </a:extLst>
              </a:tr>
              <a:tr h="126550">
                <a:tc vMerge="1">
                  <a:txBody>
                    <a:bodyPr/>
                    <a:lstStyle/>
                    <a:p>
                      <a:endParaRPr lang="en-CA"/>
                    </a:p>
                  </a:txBody>
                  <a:tcPr/>
                </a:tc>
                <a:tc>
                  <a:txBody>
                    <a:bodyPr/>
                    <a:lstStyle/>
                    <a:p>
                      <a:pPr algn="ctr" fontAlgn="ctr"/>
                      <a:r>
                        <a:rPr lang="en-CA" sz="800" b="0" i="0" u="none" strike="noStrike">
                          <a:solidFill>
                            <a:srgbClr val="000000"/>
                          </a:solidFill>
                          <a:effectLst/>
                          <a:latin typeface="Calibri" panose="020F0502020204030204" pitchFamily="34" charset="0"/>
                        </a:rPr>
                        <a:t>Medical Equipment - Defibrillators</a:t>
                      </a:r>
                    </a:p>
                  </a:txBody>
                  <a:tcPr marL="5221" marR="5221" marT="5221"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solidFill>
                      <a:srgbClr val="E7EFF1"/>
                    </a:solidFill>
                  </a:tcPr>
                </a:tc>
                <a:extLst>
                  <a:ext uri="{0D108BD9-81ED-4DB2-BD59-A6C34878D82A}">
                    <a16:rowId xmlns:a16="http://schemas.microsoft.com/office/drawing/2014/main" val="1318934962"/>
                  </a:ext>
                </a:extLst>
              </a:tr>
              <a:tr h="126550">
                <a:tc vMerge="1">
                  <a:txBody>
                    <a:bodyPr/>
                    <a:lstStyle/>
                    <a:p>
                      <a:endParaRPr lang="en-CA"/>
                    </a:p>
                  </a:txBody>
                  <a:tcPr/>
                </a:tc>
                <a:tc>
                  <a:txBody>
                    <a:bodyPr/>
                    <a:lstStyle/>
                    <a:p>
                      <a:pPr algn="ctr" fontAlgn="ctr"/>
                      <a:r>
                        <a:rPr lang="en-CA" sz="800" b="0" i="0" u="none" strike="noStrike">
                          <a:solidFill>
                            <a:srgbClr val="000000"/>
                          </a:solidFill>
                          <a:effectLst/>
                          <a:latin typeface="Calibri" panose="020F0502020204030204" pitchFamily="34" charset="0"/>
                        </a:rPr>
                        <a:t>Medical Equipment - Dental</a:t>
                      </a:r>
                    </a:p>
                  </a:txBody>
                  <a:tcPr marL="5221" marR="5221" marT="5221"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2139346386"/>
                  </a:ext>
                </a:extLst>
              </a:tr>
              <a:tr h="126550">
                <a:tc vMerge="1">
                  <a:txBody>
                    <a:bodyPr/>
                    <a:lstStyle/>
                    <a:p>
                      <a:endParaRPr lang="en-CA"/>
                    </a:p>
                  </a:txBody>
                  <a:tcPr/>
                </a:tc>
                <a:tc>
                  <a:txBody>
                    <a:bodyPr/>
                    <a:lstStyle/>
                    <a:p>
                      <a:pPr algn="ctr" fontAlgn="ctr"/>
                      <a:r>
                        <a:rPr lang="en-CA" sz="800" b="0" i="0" u="none" strike="noStrike">
                          <a:solidFill>
                            <a:srgbClr val="000000"/>
                          </a:solidFill>
                          <a:effectLst/>
                          <a:latin typeface="Calibri" panose="020F0502020204030204" pitchFamily="34" charset="0"/>
                        </a:rPr>
                        <a:t>Medical Equipment - General</a:t>
                      </a:r>
                    </a:p>
                  </a:txBody>
                  <a:tcPr marL="5221" marR="5221" marT="5221"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solidFill>
                      <a:srgbClr val="E7EFF1"/>
                    </a:solidFill>
                  </a:tcPr>
                </a:tc>
                <a:extLst>
                  <a:ext uri="{0D108BD9-81ED-4DB2-BD59-A6C34878D82A}">
                    <a16:rowId xmlns:a16="http://schemas.microsoft.com/office/drawing/2014/main" val="2635104206"/>
                  </a:ext>
                </a:extLst>
              </a:tr>
              <a:tr h="126550">
                <a:tc vMerge="1">
                  <a:txBody>
                    <a:bodyPr/>
                    <a:lstStyle/>
                    <a:p>
                      <a:endParaRPr lang="en-CA"/>
                    </a:p>
                  </a:txBody>
                  <a:tcPr/>
                </a:tc>
                <a:tc>
                  <a:txBody>
                    <a:bodyPr/>
                    <a:lstStyle/>
                    <a:p>
                      <a:pPr algn="ctr" fontAlgn="ctr"/>
                      <a:r>
                        <a:rPr lang="en-CA" sz="800" b="0" i="0" u="none" strike="noStrike">
                          <a:solidFill>
                            <a:srgbClr val="000000"/>
                          </a:solidFill>
                          <a:effectLst/>
                          <a:latin typeface="Calibri" panose="020F0502020204030204" pitchFamily="34" charset="0"/>
                        </a:rPr>
                        <a:t>Medical Equipment - Optometric</a:t>
                      </a:r>
                    </a:p>
                  </a:txBody>
                  <a:tcPr marL="5221" marR="5221" marT="5221"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tcPr>
                </a:tc>
                <a:extLst>
                  <a:ext uri="{0D108BD9-81ED-4DB2-BD59-A6C34878D82A}">
                    <a16:rowId xmlns:a16="http://schemas.microsoft.com/office/drawing/2014/main" val="4071961541"/>
                  </a:ext>
                </a:extLst>
              </a:tr>
              <a:tr h="126550">
                <a:tc vMerge="1">
                  <a:txBody>
                    <a:bodyPr/>
                    <a:lstStyle/>
                    <a:p>
                      <a:endParaRPr lang="en-CA"/>
                    </a:p>
                  </a:txBody>
                  <a:tcPr/>
                </a:tc>
                <a:tc>
                  <a:txBody>
                    <a:bodyPr/>
                    <a:lstStyle/>
                    <a:p>
                      <a:pPr algn="ctr" fontAlgn="ctr"/>
                      <a:r>
                        <a:rPr lang="en-CA" sz="800" b="0" i="0" u="none" strike="noStrike">
                          <a:solidFill>
                            <a:srgbClr val="000000"/>
                          </a:solidFill>
                          <a:effectLst/>
                          <a:latin typeface="Calibri" panose="020F0502020204030204" pitchFamily="34" charset="0"/>
                        </a:rPr>
                        <a:t>Medical Equipment - Veterinary</a:t>
                      </a:r>
                    </a:p>
                  </a:txBody>
                  <a:tcPr marL="5221" marR="5221" marT="5221"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solidFill>
                      <a:srgbClr val="E7EFF1"/>
                    </a:solidFill>
                  </a:tcPr>
                </a:tc>
                <a:extLst>
                  <a:ext uri="{0D108BD9-81ED-4DB2-BD59-A6C34878D82A}">
                    <a16:rowId xmlns:a16="http://schemas.microsoft.com/office/drawing/2014/main" val="1851060385"/>
                  </a:ext>
                </a:extLst>
              </a:tr>
              <a:tr h="126550">
                <a:tc vMerge="1">
                  <a:txBody>
                    <a:bodyPr/>
                    <a:lstStyle/>
                    <a:p>
                      <a:endParaRPr lang="en-CA"/>
                    </a:p>
                  </a:txBody>
                  <a:tcPr/>
                </a:tc>
                <a:tc>
                  <a:txBody>
                    <a:bodyPr/>
                    <a:lstStyle/>
                    <a:p>
                      <a:pPr algn="ctr" fontAlgn="ctr"/>
                      <a:r>
                        <a:rPr lang="en-CA" sz="800" b="0" i="0" u="none" strike="noStrike">
                          <a:solidFill>
                            <a:srgbClr val="000000"/>
                          </a:solidFill>
                          <a:effectLst/>
                          <a:latin typeface="Calibri" panose="020F0502020204030204" pitchFamily="34" charset="0"/>
                        </a:rPr>
                        <a:t>Medical Leaseholds</a:t>
                      </a:r>
                    </a:p>
                  </a:txBody>
                  <a:tcPr marL="5221" marR="5221" marT="5221"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tcPr>
                </a:tc>
                <a:extLst>
                  <a:ext uri="{0D108BD9-81ED-4DB2-BD59-A6C34878D82A}">
                    <a16:rowId xmlns:a16="http://schemas.microsoft.com/office/drawing/2014/main" val="1020000520"/>
                  </a:ext>
                </a:extLst>
              </a:tr>
              <a:tr h="126550">
                <a:tc vMerge="1">
                  <a:txBody>
                    <a:bodyPr/>
                    <a:lstStyle/>
                    <a:p>
                      <a:endParaRPr lang="en-CA"/>
                    </a:p>
                  </a:txBody>
                  <a:tcPr/>
                </a:tc>
                <a:tc>
                  <a:txBody>
                    <a:bodyPr/>
                    <a:lstStyle/>
                    <a:p>
                      <a:pPr algn="ctr" rtl="0" fontAlgn="ctr"/>
                      <a:r>
                        <a:rPr lang="en-CA" sz="800" b="0" i="0" u="none" strike="noStrike">
                          <a:solidFill>
                            <a:srgbClr val="000000"/>
                          </a:solidFill>
                          <a:effectLst/>
                          <a:latin typeface="Calibri" panose="020F0502020204030204" pitchFamily="34" charset="0"/>
                        </a:rPr>
                        <a:t>Orthotic Scanning Equipment</a:t>
                      </a:r>
                    </a:p>
                  </a:txBody>
                  <a:tcPr marL="5221" marR="5221" marT="5221"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solidFill>
                      <a:srgbClr val="E7EFF1"/>
                    </a:solidFill>
                  </a:tcPr>
                </a:tc>
                <a:extLst>
                  <a:ext uri="{0D108BD9-81ED-4DB2-BD59-A6C34878D82A}">
                    <a16:rowId xmlns:a16="http://schemas.microsoft.com/office/drawing/2014/main" val="2943830646"/>
                  </a:ext>
                </a:extLst>
              </a:tr>
              <a:tr h="126550">
                <a:tc vMerge="1">
                  <a:txBody>
                    <a:bodyPr/>
                    <a:lstStyle/>
                    <a:p>
                      <a:endParaRPr lang="en-CA"/>
                    </a:p>
                  </a:txBody>
                  <a:tcPr/>
                </a:tc>
                <a:tc>
                  <a:txBody>
                    <a:bodyPr/>
                    <a:lstStyle/>
                    <a:p>
                      <a:pPr algn="ctr" fontAlgn="ctr"/>
                      <a:r>
                        <a:rPr lang="en-CA" sz="800" b="0" i="0" u="none" strike="noStrike">
                          <a:solidFill>
                            <a:srgbClr val="000000"/>
                          </a:solidFill>
                          <a:effectLst/>
                          <a:latin typeface="Calibri" panose="020F0502020204030204" pitchFamily="34" charset="0"/>
                        </a:rPr>
                        <a:t>Physio/Rehab Equipment</a:t>
                      </a:r>
                    </a:p>
                  </a:txBody>
                  <a:tcPr marL="5221" marR="5221" marT="5221"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w="6350" cap="flat" cmpd="sng" algn="ctr">
                      <a:solidFill>
                        <a:srgbClr val="0097A9"/>
                      </a:solidFill>
                      <a:prstDash val="solid"/>
                      <a:round/>
                      <a:headEnd type="none" w="med" len="med"/>
                      <a:tailEnd type="none" w="med" len="med"/>
                    </a:lnB>
                  </a:tcPr>
                </a:tc>
                <a:extLst>
                  <a:ext uri="{0D108BD9-81ED-4DB2-BD59-A6C34878D82A}">
                    <a16:rowId xmlns:a16="http://schemas.microsoft.com/office/drawing/2014/main" val="2224344571"/>
                  </a:ext>
                </a:extLst>
              </a:tr>
              <a:tr h="126550">
                <a:tc rowSpan="17">
                  <a:txBody>
                    <a:bodyPr/>
                    <a:lstStyle/>
                    <a:p>
                      <a:pPr algn="ctr" fontAlgn="ctr"/>
                      <a:r>
                        <a:rPr lang="en-CA" sz="800" b="0" i="0" u="none" strike="noStrike" dirty="0">
                          <a:solidFill>
                            <a:srgbClr val="000000"/>
                          </a:solidFill>
                          <a:effectLst/>
                          <a:latin typeface="Calibri" panose="020F0502020204030204" pitchFamily="34" charset="0"/>
                        </a:rPr>
                        <a:t>Real Estate Collateral</a:t>
                      </a:r>
                    </a:p>
                  </a:txBody>
                  <a:tcPr marL="5221" marR="5221" marT="5221" marB="0" anchor="ctr">
                    <a:lnL w="12700" cap="flat" cmpd="sng" algn="ctr">
                      <a:solidFill>
                        <a:srgbClr val="0097A9"/>
                      </a:solidFill>
                      <a:prstDash val="solid"/>
                      <a:round/>
                      <a:headEnd type="none" w="med" len="med"/>
                      <a:tailEnd type="none" w="med" len="med"/>
                    </a:lnL>
                    <a:lnR w="6350" cap="flat" cmpd="sng" algn="ctr">
                      <a:solidFill>
                        <a:srgbClr val="0097A9"/>
                      </a:solidFill>
                      <a:prstDash val="solid"/>
                      <a:round/>
                      <a:headEnd type="none" w="med" len="med"/>
                      <a:tailEnd type="none" w="med" len="med"/>
                    </a:lnR>
                    <a:lnT w="635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tcPr>
                </a:tc>
                <a:tc>
                  <a:txBody>
                    <a:bodyPr/>
                    <a:lstStyle/>
                    <a:p>
                      <a:pPr algn="ctr" fontAlgn="ctr"/>
                      <a:r>
                        <a:rPr lang="en-CA" sz="800" b="0" i="0" u="none" strike="noStrike">
                          <a:solidFill>
                            <a:srgbClr val="000000"/>
                          </a:solidFill>
                          <a:effectLst/>
                          <a:latin typeface="Calibri" panose="020F0502020204030204" pitchFamily="34" charset="0"/>
                        </a:rPr>
                        <a:t>Commercial Building</a:t>
                      </a:r>
                    </a:p>
                  </a:txBody>
                  <a:tcPr marL="5221" marR="5221" marT="5221"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6350" cap="flat" cmpd="sng" algn="ctr">
                      <a:solidFill>
                        <a:srgbClr val="0097A9"/>
                      </a:solidFill>
                      <a:prstDash val="solid"/>
                      <a:round/>
                      <a:headEnd type="none" w="med" len="med"/>
                      <a:tailEnd type="none" w="med" len="med"/>
                    </a:lnT>
                    <a:lnB>
                      <a:noFill/>
                    </a:lnB>
                    <a:solidFill>
                      <a:srgbClr val="E7EFF1"/>
                    </a:solidFill>
                  </a:tcPr>
                </a:tc>
                <a:extLst>
                  <a:ext uri="{0D108BD9-81ED-4DB2-BD59-A6C34878D82A}">
                    <a16:rowId xmlns:a16="http://schemas.microsoft.com/office/drawing/2014/main" val="769942636"/>
                  </a:ext>
                </a:extLst>
              </a:tr>
              <a:tr h="126550">
                <a:tc vMerge="1">
                  <a:txBody>
                    <a:bodyPr/>
                    <a:lstStyle/>
                    <a:p>
                      <a:endParaRPr lang="en-CA"/>
                    </a:p>
                  </a:txBody>
                  <a:tcPr/>
                </a:tc>
                <a:tc>
                  <a:txBody>
                    <a:bodyPr/>
                    <a:lstStyle/>
                    <a:p>
                      <a:pPr algn="ctr" fontAlgn="ctr"/>
                      <a:r>
                        <a:rPr lang="en-CA" sz="800" b="0" i="0" u="none" strike="noStrike">
                          <a:solidFill>
                            <a:srgbClr val="000000"/>
                          </a:solidFill>
                          <a:effectLst/>
                          <a:latin typeface="Calibri" panose="020F0502020204030204" pitchFamily="34" charset="0"/>
                        </a:rPr>
                        <a:t>Condo - Single Unit</a:t>
                      </a:r>
                    </a:p>
                  </a:txBody>
                  <a:tcPr marL="5221" marR="5221" marT="5221"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tcPr>
                </a:tc>
                <a:extLst>
                  <a:ext uri="{0D108BD9-81ED-4DB2-BD59-A6C34878D82A}">
                    <a16:rowId xmlns:a16="http://schemas.microsoft.com/office/drawing/2014/main" val="1116170649"/>
                  </a:ext>
                </a:extLst>
              </a:tr>
              <a:tr h="126550">
                <a:tc vMerge="1">
                  <a:txBody>
                    <a:bodyPr/>
                    <a:lstStyle/>
                    <a:p>
                      <a:endParaRPr lang="en-CA"/>
                    </a:p>
                  </a:txBody>
                  <a:tcPr/>
                </a:tc>
                <a:tc>
                  <a:txBody>
                    <a:bodyPr/>
                    <a:lstStyle/>
                    <a:p>
                      <a:pPr algn="ctr" fontAlgn="ctr"/>
                      <a:r>
                        <a:rPr lang="en-CA" sz="800" b="0" i="0" u="none" strike="noStrike">
                          <a:solidFill>
                            <a:srgbClr val="000000"/>
                          </a:solidFill>
                          <a:effectLst/>
                          <a:latin typeface="Calibri" panose="020F0502020204030204" pitchFamily="34" charset="0"/>
                        </a:rPr>
                        <a:t>Farm</a:t>
                      </a:r>
                    </a:p>
                  </a:txBody>
                  <a:tcPr marL="5221" marR="5221" marT="5221"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solidFill>
                      <a:srgbClr val="E7EFF1"/>
                    </a:solidFill>
                  </a:tcPr>
                </a:tc>
                <a:extLst>
                  <a:ext uri="{0D108BD9-81ED-4DB2-BD59-A6C34878D82A}">
                    <a16:rowId xmlns:a16="http://schemas.microsoft.com/office/drawing/2014/main" val="2278511993"/>
                  </a:ext>
                </a:extLst>
              </a:tr>
              <a:tr h="126550">
                <a:tc vMerge="1">
                  <a:txBody>
                    <a:bodyPr/>
                    <a:lstStyle/>
                    <a:p>
                      <a:endParaRPr lang="en-CA"/>
                    </a:p>
                  </a:txBody>
                  <a:tcPr/>
                </a:tc>
                <a:tc>
                  <a:txBody>
                    <a:bodyPr/>
                    <a:lstStyle/>
                    <a:p>
                      <a:pPr algn="ctr" fontAlgn="ctr"/>
                      <a:r>
                        <a:rPr lang="en-CA" sz="800" b="0" i="0" u="none" strike="noStrike">
                          <a:solidFill>
                            <a:srgbClr val="000000"/>
                          </a:solidFill>
                          <a:effectLst/>
                          <a:latin typeface="Calibri" panose="020F0502020204030204" pitchFamily="34" charset="0"/>
                        </a:rPr>
                        <a:t>Hotel/Lodging Facility</a:t>
                      </a:r>
                    </a:p>
                  </a:txBody>
                  <a:tcPr marL="5221" marR="5221" marT="5221"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tcPr>
                </a:tc>
                <a:extLst>
                  <a:ext uri="{0D108BD9-81ED-4DB2-BD59-A6C34878D82A}">
                    <a16:rowId xmlns:a16="http://schemas.microsoft.com/office/drawing/2014/main" val="3341329070"/>
                  </a:ext>
                </a:extLst>
              </a:tr>
              <a:tr h="126550">
                <a:tc vMerge="1">
                  <a:txBody>
                    <a:bodyPr/>
                    <a:lstStyle/>
                    <a:p>
                      <a:endParaRPr lang="en-CA"/>
                    </a:p>
                  </a:txBody>
                  <a:tcPr/>
                </a:tc>
                <a:tc>
                  <a:txBody>
                    <a:bodyPr/>
                    <a:lstStyle/>
                    <a:p>
                      <a:pPr algn="ctr" fontAlgn="ctr"/>
                      <a:r>
                        <a:rPr lang="en-CA" sz="800" b="0" i="0" u="none" strike="noStrike">
                          <a:solidFill>
                            <a:srgbClr val="000000"/>
                          </a:solidFill>
                          <a:effectLst/>
                          <a:latin typeface="Calibri" panose="020F0502020204030204" pitchFamily="34" charset="0"/>
                        </a:rPr>
                        <a:t>Land - Commercial Development</a:t>
                      </a:r>
                    </a:p>
                  </a:txBody>
                  <a:tcPr marL="5221" marR="5221" marT="5221"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solidFill>
                      <a:srgbClr val="E7EFF1"/>
                    </a:solidFill>
                  </a:tcPr>
                </a:tc>
                <a:extLst>
                  <a:ext uri="{0D108BD9-81ED-4DB2-BD59-A6C34878D82A}">
                    <a16:rowId xmlns:a16="http://schemas.microsoft.com/office/drawing/2014/main" val="3234951103"/>
                  </a:ext>
                </a:extLst>
              </a:tr>
              <a:tr h="126550">
                <a:tc vMerge="1">
                  <a:txBody>
                    <a:bodyPr/>
                    <a:lstStyle/>
                    <a:p>
                      <a:endParaRPr lang="en-CA"/>
                    </a:p>
                  </a:txBody>
                  <a:tcPr/>
                </a:tc>
                <a:tc>
                  <a:txBody>
                    <a:bodyPr/>
                    <a:lstStyle/>
                    <a:p>
                      <a:pPr algn="ctr" fontAlgn="ctr"/>
                      <a:r>
                        <a:rPr lang="en-CA" sz="800" b="0" i="0" u="none" strike="noStrike">
                          <a:solidFill>
                            <a:srgbClr val="000000"/>
                          </a:solidFill>
                          <a:effectLst/>
                          <a:latin typeface="Calibri" panose="020F0502020204030204" pitchFamily="34" charset="0"/>
                        </a:rPr>
                        <a:t>Land - Residential Development</a:t>
                      </a:r>
                    </a:p>
                  </a:txBody>
                  <a:tcPr marL="5221" marR="5221" marT="5221"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tcPr>
                </a:tc>
                <a:extLst>
                  <a:ext uri="{0D108BD9-81ED-4DB2-BD59-A6C34878D82A}">
                    <a16:rowId xmlns:a16="http://schemas.microsoft.com/office/drawing/2014/main" val="41156707"/>
                  </a:ext>
                </a:extLst>
              </a:tr>
              <a:tr h="126550">
                <a:tc vMerge="1">
                  <a:txBody>
                    <a:bodyPr/>
                    <a:lstStyle/>
                    <a:p>
                      <a:endParaRPr lang="en-CA"/>
                    </a:p>
                  </a:txBody>
                  <a:tcPr/>
                </a:tc>
                <a:tc>
                  <a:txBody>
                    <a:bodyPr/>
                    <a:lstStyle/>
                    <a:p>
                      <a:pPr algn="ctr" fontAlgn="ctr"/>
                      <a:r>
                        <a:rPr lang="en-CA" sz="800" b="0" i="0" u="none" strike="noStrike">
                          <a:solidFill>
                            <a:srgbClr val="000000"/>
                          </a:solidFill>
                          <a:effectLst/>
                          <a:latin typeface="Calibri" panose="020F0502020204030204" pitchFamily="34" charset="0"/>
                        </a:rPr>
                        <a:t>Mixed Use Development</a:t>
                      </a:r>
                    </a:p>
                  </a:txBody>
                  <a:tcPr marL="5221" marR="5221" marT="5221"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solidFill>
                      <a:srgbClr val="E7EFF1"/>
                    </a:solidFill>
                  </a:tcPr>
                </a:tc>
                <a:extLst>
                  <a:ext uri="{0D108BD9-81ED-4DB2-BD59-A6C34878D82A}">
                    <a16:rowId xmlns:a16="http://schemas.microsoft.com/office/drawing/2014/main" val="2737686578"/>
                  </a:ext>
                </a:extLst>
              </a:tr>
              <a:tr h="126550">
                <a:tc vMerge="1">
                  <a:txBody>
                    <a:bodyPr/>
                    <a:lstStyle/>
                    <a:p>
                      <a:endParaRPr lang="en-CA"/>
                    </a:p>
                  </a:txBody>
                  <a:tcPr/>
                </a:tc>
                <a:tc>
                  <a:txBody>
                    <a:bodyPr/>
                    <a:lstStyle/>
                    <a:p>
                      <a:pPr algn="ctr" fontAlgn="ctr"/>
                      <a:r>
                        <a:rPr lang="en-CA" sz="800" b="0" i="0" u="none" strike="noStrike">
                          <a:solidFill>
                            <a:srgbClr val="000000"/>
                          </a:solidFill>
                          <a:effectLst/>
                          <a:latin typeface="Calibri" panose="020F0502020204030204" pitchFamily="34" charset="0"/>
                        </a:rPr>
                        <a:t>Multi Family</a:t>
                      </a:r>
                    </a:p>
                  </a:txBody>
                  <a:tcPr marL="5221" marR="5221" marT="5221"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tcPr>
                </a:tc>
                <a:extLst>
                  <a:ext uri="{0D108BD9-81ED-4DB2-BD59-A6C34878D82A}">
                    <a16:rowId xmlns:a16="http://schemas.microsoft.com/office/drawing/2014/main" val="1862085778"/>
                  </a:ext>
                </a:extLst>
              </a:tr>
              <a:tr h="126550">
                <a:tc vMerge="1">
                  <a:txBody>
                    <a:bodyPr/>
                    <a:lstStyle/>
                    <a:p>
                      <a:endParaRPr lang="en-CA"/>
                    </a:p>
                  </a:txBody>
                  <a:tcPr/>
                </a:tc>
                <a:tc>
                  <a:txBody>
                    <a:bodyPr/>
                    <a:lstStyle/>
                    <a:p>
                      <a:pPr algn="ctr" fontAlgn="ctr"/>
                      <a:r>
                        <a:rPr lang="en-CA" sz="800" b="0" i="0" u="none" strike="noStrike">
                          <a:solidFill>
                            <a:srgbClr val="000000"/>
                          </a:solidFill>
                          <a:effectLst/>
                          <a:latin typeface="Calibri" panose="020F0502020204030204" pitchFamily="34" charset="0"/>
                        </a:rPr>
                        <a:t>Office Building</a:t>
                      </a:r>
                    </a:p>
                  </a:txBody>
                  <a:tcPr marL="5221" marR="5221" marT="5221"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solidFill>
                      <a:srgbClr val="E7EFF1"/>
                    </a:solidFill>
                  </a:tcPr>
                </a:tc>
                <a:extLst>
                  <a:ext uri="{0D108BD9-81ED-4DB2-BD59-A6C34878D82A}">
                    <a16:rowId xmlns:a16="http://schemas.microsoft.com/office/drawing/2014/main" val="90171516"/>
                  </a:ext>
                </a:extLst>
              </a:tr>
              <a:tr h="126550">
                <a:tc vMerge="1">
                  <a:txBody>
                    <a:bodyPr/>
                    <a:lstStyle/>
                    <a:p>
                      <a:endParaRPr lang="en-CA"/>
                    </a:p>
                  </a:txBody>
                  <a:tcPr/>
                </a:tc>
                <a:tc>
                  <a:txBody>
                    <a:bodyPr/>
                    <a:lstStyle/>
                    <a:p>
                      <a:pPr algn="ctr" fontAlgn="ctr"/>
                      <a:r>
                        <a:rPr lang="en-CA" sz="800" b="0" i="0" u="none" strike="noStrike">
                          <a:solidFill>
                            <a:srgbClr val="000000"/>
                          </a:solidFill>
                          <a:effectLst/>
                          <a:latin typeface="Calibri" panose="020F0502020204030204" pitchFamily="34" charset="0"/>
                        </a:rPr>
                        <a:t>Other - Non-Residential</a:t>
                      </a:r>
                    </a:p>
                  </a:txBody>
                  <a:tcPr marL="5221" marR="5221" marT="5221"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tcPr>
                </a:tc>
                <a:extLst>
                  <a:ext uri="{0D108BD9-81ED-4DB2-BD59-A6C34878D82A}">
                    <a16:rowId xmlns:a16="http://schemas.microsoft.com/office/drawing/2014/main" val="4080350962"/>
                  </a:ext>
                </a:extLst>
              </a:tr>
              <a:tr h="126550">
                <a:tc vMerge="1">
                  <a:txBody>
                    <a:bodyPr/>
                    <a:lstStyle/>
                    <a:p>
                      <a:endParaRPr lang="en-CA"/>
                    </a:p>
                  </a:txBody>
                  <a:tcPr/>
                </a:tc>
                <a:tc>
                  <a:txBody>
                    <a:bodyPr/>
                    <a:lstStyle/>
                    <a:p>
                      <a:pPr algn="ctr" fontAlgn="ctr"/>
                      <a:r>
                        <a:rPr lang="en-CA" sz="800" b="0" i="0" u="none" strike="noStrike">
                          <a:solidFill>
                            <a:srgbClr val="000000"/>
                          </a:solidFill>
                          <a:effectLst/>
                          <a:latin typeface="Calibri" panose="020F0502020204030204" pitchFamily="34" charset="0"/>
                        </a:rPr>
                        <a:t>Other - Residential</a:t>
                      </a:r>
                    </a:p>
                  </a:txBody>
                  <a:tcPr marL="5221" marR="5221" marT="5221"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solidFill>
                      <a:srgbClr val="E7EFF1"/>
                    </a:solidFill>
                  </a:tcPr>
                </a:tc>
                <a:extLst>
                  <a:ext uri="{0D108BD9-81ED-4DB2-BD59-A6C34878D82A}">
                    <a16:rowId xmlns:a16="http://schemas.microsoft.com/office/drawing/2014/main" val="4232888358"/>
                  </a:ext>
                </a:extLst>
              </a:tr>
              <a:tr h="126550">
                <a:tc vMerge="1">
                  <a:txBody>
                    <a:bodyPr/>
                    <a:lstStyle/>
                    <a:p>
                      <a:endParaRPr lang="en-CA"/>
                    </a:p>
                  </a:txBody>
                  <a:tcPr/>
                </a:tc>
                <a:tc>
                  <a:txBody>
                    <a:bodyPr/>
                    <a:lstStyle/>
                    <a:p>
                      <a:pPr algn="ctr" fontAlgn="ctr"/>
                      <a:r>
                        <a:rPr lang="en-CA" sz="800" b="0" i="0" u="none" strike="noStrike">
                          <a:solidFill>
                            <a:srgbClr val="000000"/>
                          </a:solidFill>
                          <a:effectLst/>
                          <a:latin typeface="Calibri" panose="020F0502020204030204" pitchFamily="34" charset="0"/>
                        </a:rPr>
                        <a:t>Recreational Property</a:t>
                      </a:r>
                    </a:p>
                  </a:txBody>
                  <a:tcPr marL="5221" marR="5221" marT="5221"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tcPr>
                </a:tc>
                <a:extLst>
                  <a:ext uri="{0D108BD9-81ED-4DB2-BD59-A6C34878D82A}">
                    <a16:rowId xmlns:a16="http://schemas.microsoft.com/office/drawing/2014/main" val="3389810475"/>
                  </a:ext>
                </a:extLst>
              </a:tr>
              <a:tr h="126550">
                <a:tc vMerge="1">
                  <a:txBody>
                    <a:bodyPr/>
                    <a:lstStyle/>
                    <a:p>
                      <a:endParaRPr lang="en-CA"/>
                    </a:p>
                  </a:txBody>
                  <a:tcPr/>
                </a:tc>
                <a:tc>
                  <a:txBody>
                    <a:bodyPr/>
                    <a:lstStyle/>
                    <a:p>
                      <a:pPr algn="ctr" fontAlgn="ctr"/>
                      <a:r>
                        <a:rPr lang="en-CA" sz="800" b="0" i="0" u="none" strike="noStrike">
                          <a:solidFill>
                            <a:srgbClr val="000000"/>
                          </a:solidFill>
                          <a:effectLst/>
                          <a:latin typeface="Calibri" panose="020F0502020204030204" pitchFamily="34" charset="0"/>
                        </a:rPr>
                        <a:t>Restaurant/Pub</a:t>
                      </a:r>
                    </a:p>
                  </a:txBody>
                  <a:tcPr marL="5221" marR="5221" marT="5221"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solidFill>
                      <a:srgbClr val="E7EFF1"/>
                    </a:solidFill>
                  </a:tcPr>
                </a:tc>
                <a:extLst>
                  <a:ext uri="{0D108BD9-81ED-4DB2-BD59-A6C34878D82A}">
                    <a16:rowId xmlns:a16="http://schemas.microsoft.com/office/drawing/2014/main" val="1913544904"/>
                  </a:ext>
                </a:extLst>
              </a:tr>
              <a:tr h="126550">
                <a:tc vMerge="1">
                  <a:txBody>
                    <a:bodyPr/>
                    <a:lstStyle/>
                    <a:p>
                      <a:endParaRPr lang="en-CA"/>
                    </a:p>
                  </a:txBody>
                  <a:tcPr/>
                </a:tc>
                <a:tc>
                  <a:txBody>
                    <a:bodyPr/>
                    <a:lstStyle/>
                    <a:p>
                      <a:pPr algn="ctr" fontAlgn="ctr"/>
                      <a:r>
                        <a:rPr lang="en-CA" sz="800" b="0" i="0" u="none" strike="noStrike">
                          <a:solidFill>
                            <a:srgbClr val="000000"/>
                          </a:solidFill>
                          <a:effectLst/>
                          <a:latin typeface="Calibri" panose="020F0502020204030204" pitchFamily="34" charset="0"/>
                        </a:rPr>
                        <a:t>Shopping Centre/Retail Stores</a:t>
                      </a:r>
                    </a:p>
                  </a:txBody>
                  <a:tcPr marL="5221" marR="5221" marT="5221"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tcPr>
                </a:tc>
                <a:extLst>
                  <a:ext uri="{0D108BD9-81ED-4DB2-BD59-A6C34878D82A}">
                    <a16:rowId xmlns:a16="http://schemas.microsoft.com/office/drawing/2014/main" val="3484998471"/>
                  </a:ext>
                </a:extLst>
              </a:tr>
              <a:tr h="126550">
                <a:tc vMerge="1">
                  <a:txBody>
                    <a:bodyPr/>
                    <a:lstStyle/>
                    <a:p>
                      <a:endParaRPr lang="en-CA"/>
                    </a:p>
                  </a:txBody>
                  <a:tcPr/>
                </a:tc>
                <a:tc>
                  <a:txBody>
                    <a:bodyPr/>
                    <a:lstStyle/>
                    <a:p>
                      <a:pPr algn="ctr" fontAlgn="ctr"/>
                      <a:r>
                        <a:rPr lang="en-CA" sz="800" b="0" i="0" u="none" strike="noStrike">
                          <a:solidFill>
                            <a:srgbClr val="000000"/>
                          </a:solidFill>
                          <a:effectLst/>
                          <a:latin typeface="Calibri" panose="020F0502020204030204" pitchFamily="34" charset="0"/>
                        </a:rPr>
                        <a:t>Single Family Attached</a:t>
                      </a:r>
                    </a:p>
                  </a:txBody>
                  <a:tcPr marL="5221" marR="5221" marT="5221"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solidFill>
                      <a:srgbClr val="E7EFF1"/>
                    </a:solidFill>
                  </a:tcPr>
                </a:tc>
                <a:extLst>
                  <a:ext uri="{0D108BD9-81ED-4DB2-BD59-A6C34878D82A}">
                    <a16:rowId xmlns:a16="http://schemas.microsoft.com/office/drawing/2014/main" val="1215353774"/>
                  </a:ext>
                </a:extLst>
              </a:tr>
              <a:tr h="126550">
                <a:tc vMerge="1">
                  <a:txBody>
                    <a:bodyPr/>
                    <a:lstStyle/>
                    <a:p>
                      <a:endParaRPr lang="en-CA"/>
                    </a:p>
                  </a:txBody>
                  <a:tcPr/>
                </a:tc>
                <a:tc>
                  <a:txBody>
                    <a:bodyPr/>
                    <a:lstStyle/>
                    <a:p>
                      <a:pPr algn="ctr" fontAlgn="ctr"/>
                      <a:r>
                        <a:rPr lang="en-CA" sz="800" b="0" i="0" u="none" strike="noStrike">
                          <a:solidFill>
                            <a:srgbClr val="000000"/>
                          </a:solidFill>
                          <a:effectLst/>
                          <a:latin typeface="Calibri" panose="020F0502020204030204" pitchFamily="34" charset="0"/>
                        </a:rPr>
                        <a:t>Single Family Detached</a:t>
                      </a:r>
                    </a:p>
                  </a:txBody>
                  <a:tcPr marL="5221" marR="5221" marT="5221"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tcPr>
                </a:tc>
                <a:extLst>
                  <a:ext uri="{0D108BD9-81ED-4DB2-BD59-A6C34878D82A}">
                    <a16:rowId xmlns:a16="http://schemas.microsoft.com/office/drawing/2014/main" val="3074707929"/>
                  </a:ext>
                </a:extLst>
              </a:tr>
              <a:tr h="132879">
                <a:tc vMerge="1">
                  <a:txBody>
                    <a:bodyPr/>
                    <a:lstStyle/>
                    <a:p>
                      <a:endParaRPr lang="en-CA"/>
                    </a:p>
                  </a:txBody>
                  <a:tcPr/>
                </a:tc>
                <a:tc>
                  <a:txBody>
                    <a:bodyPr/>
                    <a:lstStyle/>
                    <a:p>
                      <a:pPr algn="ctr" fontAlgn="ctr"/>
                      <a:r>
                        <a:rPr lang="en-CA" sz="800" b="0" i="0" u="none" strike="noStrike" dirty="0">
                          <a:solidFill>
                            <a:srgbClr val="000000"/>
                          </a:solidFill>
                          <a:effectLst/>
                          <a:latin typeface="Calibri" panose="020F0502020204030204" pitchFamily="34" charset="0"/>
                        </a:rPr>
                        <a:t>Warehouse/Industrial Building</a:t>
                      </a:r>
                    </a:p>
                  </a:txBody>
                  <a:tcPr marL="5221" marR="5221" marT="5221"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w="12700" cap="flat" cmpd="sng" algn="ctr">
                      <a:solidFill>
                        <a:srgbClr val="0097A9"/>
                      </a:solidFill>
                      <a:prstDash val="solid"/>
                      <a:round/>
                      <a:headEnd type="none" w="med" len="med"/>
                      <a:tailEnd type="none" w="med" len="med"/>
                    </a:lnB>
                    <a:solidFill>
                      <a:srgbClr val="E7EFF1"/>
                    </a:solidFill>
                  </a:tcPr>
                </a:tc>
                <a:extLst>
                  <a:ext uri="{0D108BD9-81ED-4DB2-BD59-A6C34878D82A}">
                    <a16:rowId xmlns:a16="http://schemas.microsoft.com/office/drawing/2014/main" val="2379735470"/>
                  </a:ext>
                </a:extLst>
              </a:tr>
            </a:tbl>
          </a:graphicData>
        </a:graphic>
      </p:graphicFrame>
    </p:spTree>
    <p:extLst>
      <p:ext uri="{BB962C8B-B14F-4D97-AF65-F5344CB8AC3E}">
        <p14:creationId xmlns:p14="http://schemas.microsoft.com/office/powerpoint/2010/main" val="378329413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a:xfrm>
            <a:off x="406203" y="221768"/>
            <a:ext cx="8280401" cy="397483"/>
          </a:xfrm>
        </p:spPr>
        <p:txBody>
          <a:bodyPr/>
          <a:lstStyle/>
          <a:p>
            <a:r>
              <a:rPr lang="en-US" sz="2400" dirty="0" smtClean="0"/>
              <a:t>Collateral Types</a:t>
            </a:r>
            <a:endParaRPr lang="en-CA" sz="2400" dirty="0"/>
          </a:p>
        </p:txBody>
      </p:sp>
      <p:graphicFrame>
        <p:nvGraphicFramePr>
          <p:cNvPr id="5" name="Table 4"/>
          <p:cNvGraphicFramePr>
            <a:graphicFrameLocks noGrp="1"/>
          </p:cNvGraphicFramePr>
          <p:nvPr>
            <p:extLst>
              <p:ext uri="{D42A27DB-BD31-4B8C-83A1-F6EECF244321}">
                <p14:modId xmlns:p14="http://schemas.microsoft.com/office/powerpoint/2010/main" val="3706176555"/>
              </p:ext>
            </p:extLst>
          </p:nvPr>
        </p:nvGraphicFramePr>
        <p:xfrm>
          <a:off x="406202" y="769356"/>
          <a:ext cx="8280401" cy="3777427"/>
        </p:xfrm>
        <a:graphic>
          <a:graphicData uri="http://schemas.openxmlformats.org/drawingml/2006/table">
            <a:tbl>
              <a:tblPr/>
              <a:tblGrid>
                <a:gridCol w="3034898">
                  <a:extLst>
                    <a:ext uri="{9D8B030D-6E8A-4147-A177-3AD203B41FA5}">
                      <a16:colId xmlns:a16="http://schemas.microsoft.com/office/drawing/2014/main" val="2369227511"/>
                    </a:ext>
                  </a:extLst>
                </a:gridCol>
                <a:gridCol w="5245503">
                  <a:extLst>
                    <a:ext uri="{9D8B030D-6E8A-4147-A177-3AD203B41FA5}">
                      <a16:colId xmlns:a16="http://schemas.microsoft.com/office/drawing/2014/main" val="1522225804"/>
                    </a:ext>
                  </a:extLst>
                </a:gridCol>
              </a:tblGrid>
              <a:tr h="221550">
                <a:tc>
                  <a:txBody>
                    <a:bodyPr/>
                    <a:lstStyle/>
                    <a:p>
                      <a:pPr algn="ctr" rtl="0" fontAlgn="ctr"/>
                      <a:r>
                        <a:rPr lang="en-CA" sz="900" b="1" i="0" u="none" strike="noStrike">
                          <a:solidFill>
                            <a:srgbClr val="FFFFFF"/>
                          </a:solidFill>
                          <a:effectLst/>
                          <a:latin typeface="Calibri" panose="020F0502020204030204" pitchFamily="34" charset="0"/>
                        </a:rPr>
                        <a:t>Collateral Group</a:t>
                      </a:r>
                    </a:p>
                  </a:txBody>
                  <a:tcPr marL="9525" marR="9525" marT="9525" marB="0" anchor="ctr">
                    <a:lnL w="12700" cap="flat" cmpd="sng" algn="ctr">
                      <a:solidFill>
                        <a:srgbClr val="0097A9"/>
                      </a:solidFill>
                      <a:prstDash val="solid"/>
                      <a:round/>
                      <a:headEnd type="none" w="med" len="med"/>
                      <a:tailEnd type="none" w="med" len="med"/>
                    </a:lnL>
                    <a:lnR w="635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a:noFill/>
                    </a:lnB>
                    <a:solidFill>
                      <a:srgbClr val="0097A9"/>
                    </a:solidFill>
                  </a:tcPr>
                </a:tc>
                <a:tc>
                  <a:txBody>
                    <a:bodyPr/>
                    <a:lstStyle/>
                    <a:p>
                      <a:pPr algn="ctr" rtl="0" fontAlgn="ctr"/>
                      <a:r>
                        <a:rPr lang="en-CA" sz="900" b="1" i="0" u="none" strike="noStrike">
                          <a:solidFill>
                            <a:srgbClr val="FFFFFF"/>
                          </a:solidFill>
                          <a:effectLst/>
                          <a:latin typeface="Calibri" panose="020F0502020204030204" pitchFamily="34" charset="0"/>
                        </a:rPr>
                        <a:t>Collateral</a:t>
                      </a:r>
                    </a:p>
                  </a:txBody>
                  <a:tcPr marL="9525" marR="9525" marT="9525"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a:noFill/>
                    </a:lnB>
                    <a:solidFill>
                      <a:srgbClr val="0097A9"/>
                    </a:solidFill>
                  </a:tcPr>
                </a:tc>
                <a:extLst>
                  <a:ext uri="{0D108BD9-81ED-4DB2-BD59-A6C34878D82A}">
                    <a16:rowId xmlns:a16="http://schemas.microsoft.com/office/drawing/2014/main" val="960551724"/>
                  </a:ext>
                </a:extLst>
              </a:tr>
              <a:tr h="221550">
                <a:tc rowSpan="16">
                  <a:txBody>
                    <a:bodyPr/>
                    <a:lstStyle/>
                    <a:p>
                      <a:pPr algn="ctr" fontAlgn="ctr"/>
                      <a:r>
                        <a:rPr lang="en-CA" sz="900" b="0" i="0" u="none" strike="noStrike">
                          <a:solidFill>
                            <a:srgbClr val="000000"/>
                          </a:solidFill>
                          <a:effectLst/>
                          <a:latin typeface="Calibri" panose="020F0502020204030204" pitchFamily="34" charset="0"/>
                        </a:rPr>
                        <a:t>Business Operation Equipment</a:t>
                      </a:r>
                    </a:p>
                  </a:txBody>
                  <a:tcPr marL="9525" marR="9525" marT="9525" marB="0" anchor="ctr">
                    <a:lnL w="12700" cap="flat" cmpd="sng" algn="ctr">
                      <a:solidFill>
                        <a:srgbClr val="0097A9"/>
                      </a:solidFill>
                      <a:prstDash val="solid"/>
                      <a:round/>
                      <a:headEnd type="none" w="med" len="med"/>
                      <a:tailEnd type="none" w="med" len="med"/>
                    </a:lnL>
                    <a:lnR w="6350" cap="flat" cmpd="sng" algn="ctr">
                      <a:solidFill>
                        <a:srgbClr val="0097A9"/>
                      </a:solidFill>
                      <a:prstDash val="solid"/>
                      <a:round/>
                      <a:headEnd type="none" w="med" len="med"/>
                      <a:tailEnd type="none" w="med" len="med"/>
                    </a:lnR>
                    <a:lnT>
                      <a:noFill/>
                    </a:lnT>
                    <a:lnB w="12700" cap="flat" cmpd="sng" algn="ctr">
                      <a:solidFill>
                        <a:srgbClr val="0097A9"/>
                      </a:solidFill>
                      <a:prstDash val="solid"/>
                      <a:round/>
                      <a:headEnd type="none" w="med" len="med"/>
                      <a:tailEnd type="none" w="med" len="med"/>
                    </a:lnB>
                    <a:solidFill>
                      <a:srgbClr val="FFFFFF"/>
                    </a:solidFill>
                  </a:tcPr>
                </a:tc>
                <a:tc>
                  <a:txBody>
                    <a:bodyPr/>
                    <a:lstStyle/>
                    <a:p>
                      <a:pPr algn="ctr" fontAlgn="ctr"/>
                      <a:r>
                        <a:rPr lang="en-CA" sz="900" b="0" i="0" u="none" strike="noStrike">
                          <a:solidFill>
                            <a:srgbClr val="000000"/>
                          </a:solidFill>
                          <a:effectLst/>
                          <a:latin typeface="Calibri" panose="020F0502020204030204" pitchFamily="34" charset="0"/>
                        </a:rPr>
                        <a:t>ATMs</a:t>
                      </a:r>
                    </a:p>
                  </a:txBody>
                  <a:tcPr marL="9525" marR="9525" marT="9525"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tcPr>
                </a:tc>
                <a:extLst>
                  <a:ext uri="{0D108BD9-81ED-4DB2-BD59-A6C34878D82A}">
                    <a16:rowId xmlns:a16="http://schemas.microsoft.com/office/drawing/2014/main" val="2152314714"/>
                  </a:ext>
                </a:extLst>
              </a:tr>
              <a:tr h="221550">
                <a:tc vMerge="1">
                  <a:txBody>
                    <a:bodyPr/>
                    <a:lstStyle/>
                    <a:p>
                      <a:endParaRPr lang="en-CA"/>
                    </a:p>
                  </a:txBody>
                  <a:tcPr/>
                </a:tc>
                <a:tc>
                  <a:txBody>
                    <a:bodyPr/>
                    <a:lstStyle/>
                    <a:p>
                      <a:pPr algn="ctr" fontAlgn="ctr"/>
                      <a:r>
                        <a:rPr lang="en-CA" sz="900" b="0" i="0" u="none" strike="noStrike">
                          <a:solidFill>
                            <a:srgbClr val="000000"/>
                          </a:solidFill>
                          <a:effectLst/>
                          <a:latin typeface="Calibri" panose="020F0502020204030204" pitchFamily="34" charset="0"/>
                        </a:rPr>
                        <a:t>Alternative Energy Generating Equipment</a:t>
                      </a:r>
                    </a:p>
                  </a:txBody>
                  <a:tcPr marL="9525" marR="9525" marT="9525"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solidFill>
                      <a:srgbClr val="E7EFF1"/>
                    </a:solidFill>
                  </a:tcPr>
                </a:tc>
                <a:extLst>
                  <a:ext uri="{0D108BD9-81ED-4DB2-BD59-A6C34878D82A}">
                    <a16:rowId xmlns:a16="http://schemas.microsoft.com/office/drawing/2014/main" val="3478177113"/>
                  </a:ext>
                </a:extLst>
              </a:tr>
              <a:tr h="221550">
                <a:tc vMerge="1">
                  <a:txBody>
                    <a:bodyPr/>
                    <a:lstStyle/>
                    <a:p>
                      <a:endParaRPr lang="en-CA"/>
                    </a:p>
                  </a:txBody>
                  <a:tcPr/>
                </a:tc>
                <a:tc>
                  <a:txBody>
                    <a:bodyPr/>
                    <a:lstStyle/>
                    <a:p>
                      <a:pPr algn="ctr" fontAlgn="ctr"/>
                      <a:r>
                        <a:rPr lang="en-CA" sz="900" b="0" i="0" u="none" strike="noStrike">
                          <a:solidFill>
                            <a:srgbClr val="000000"/>
                          </a:solidFill>
                          <a:effectLst/>
                          <a:latin typeface="Calibri" panose="020F0502020204030204" pitchFamily="34" charset="0"/>
                        </a:rPr>
                        <a:t>Cash Registers/POS Systems</a:t>
                      </a:r>
                    </a:p>
                  </a:txBody>
                  <a:tcPr marL="9525" marR="9525" marT="9525"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tcPr>
                </a:tc>
                <a:extLst>
                  <a:ext uri="{0D108BD9-81ED-4DB2-BD59-A6C34878D82A}">
                    <a16:rowId xmlns:a16="http://schemas.microsoft.com/office/drawing/2014/main" val="1891513537"/>
                  </a:ext>
                </a:extLst>
              </a:tr>
              <a:tr h="221550">
                <a:tc vMerge="1">
                  <a:txBody>
                    <a:bodyPr/>
                    <a:lstStyle/>
                    <a:p>
                      <a:endParaRPr lang="en-CA"/>
                    </a:p>
                  </a:txBody>
                  <a:tcPr/>
                </a:tc>
                <a:tc>
                  <a:txBody>
                    <a:bodyPr/>
                    <a:lstStyle/>
                    <a:p>
                      <a:pPr algn="ctr" fontAlgn="ctr"/>
                      <a:r>
                        <a:rPr lang="en-CA" sz="900" b="0" i="0" u="none" strike="noStrike">
                          <a:solidFill>
                            <a:srgbClr val="000000"/>
                          </a:solidFill>
                          <a:effectLst/>
                          <a:latin typeface="Calibri" panose="020F0502020204030204" pitchFamily="34" charset="0"/>
                        </a:rPr>
                        <a:t>Commercial Cleaning Equipment</a:t>
                      </a:r>
                    </a:p>
                  </a:txBody>
                  <a:tcPr marL="9525" marR="9525" marT="9525"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solidFill>
                      <a:srgbClr val="E7EFF1"/>
                    </a:solidFill>
                  </a:tcPr>
                </a:tc>
                <a:extLst>
                  <a:ext uri="{0D108BD9-81ED-4DB2-BD59-A6C34878D82A}">
                    <a16:rowId xmlns:a16="http://schemas.microsoft.com/office/drawing/2014/main" val="3278045446"/>
                  </a:ext>
                </a:extLst>
              </a:tr>
              <a:tr h="221550">
                <a:tc vMerge="1">
                  <a:txBody>
                    <a:bodyPr/>
                    <a:lstStyle/>
                    <a:p>
                      <a:endParaRPr lang="en-CA"/>
                    </a:p>
                  </a:txBody>
                  <a:tcPr/>
                </a:tc>
                <a:tc>
                  <a:txBody>
                    <a:bodyPr/>
                    <a:lstStyle/>
                    <a:p>
                      <a:pPr algn="ctr" fontAlgn="ctr"/>
                      <a:r>
                        <a:rPr lang="en-CA" sz="900" b="0" i="0" u="none" strike="noStrike">
                          <a:solidFill>
                            <a:srgbClr val="000000"/>
                          </a:solidFill>
                          <a:effectLst/>
                          <a:latin typeface="Calibri" panose="020F0502020204030204" pitchFamily="34" charset="0"/>
                        </a:rPr>
                        <a:t>Funeral Home / Crematory Equipment</a:t>
                      </a:r>
                    </a:p>
                  </a:txBody>
                  <a:tcPr marL="9525" marR="9525" marT="9525"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tcPr>
                </a:tc>
                <a:extLst>
                  <a:ext uri="{0D108BD9-81ED-4DB2-BD59-A6C34878D82A}">
                    <a16:rowId xmlns:a16="http://schemas.microsoft.com/office/drawing/2014/main" val="3149818114"/>
                  </a:ext>
                </a:extLst>
              </a:tr>
              <a:tr h="221550">
                <a:tc vMerge="1">
                  <a:txBody>
                    <a:bodyPr/>
                    <a:lstStyle/>
                    <a:p>
                      <a:endParaRPr lang="en-CA"/>
                    </a:p>
                  </a:txBody>
                  <a:tcPr/>
                </a:tc>
                <a:tc>
                  <a:txBody>
                    <a:bodyPr/>
                    <a:lstStyle/>
                    <a:p>
                      <a:pPr algn="ctr" fontAlgn="ctr"/>
                      <a:r>
                        <a:rPr lang="en-CA" sz="900" b="0" i="0" u="none" strike="noStrike">
                          <a:solidFill>
                            <a:srgbClr val="000000"/>
                          </a:solidFill>
                          <a:effectLst/>
                          <a:latin typeface="Calibri" panose="020F0502020204030204" pitchFamily="34" charset="0"/>
                        </a:rPr>
                        <a:t>Life Rafts</a:t>
                      </a:r>
                    </a:p>
                  </a:txBody>
                  <a:tcPr marL="9525" marR="9525" marT="9525"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solidFill>
                      <a:srgbClr val="E7EFF1"/>
                    </a:solidFill>
                  </a:tcPr>
                </a:tc>
                <a:extLst>
                  <a:ext uri="{0D108BD9-81ED-4DB2-BD59-A6C34878D82A}">
                    <a16:rowId xmlns:a16="http://schemas.microsoft.com/office/drawing/2014/main" val="1044826352"/>
                  </a:ext>
                </a:extLst>
              </a:tr>
              <a:tr h="221550">
                <a:tc vMerge="1">
                  <a:txBody>
                    <a:bodyPr/>
                    <a:lstStyle/>
                    <a:p>
                      <a:endParaRPr lang="en-CA"/>
                    </a:p>
                  </a:txBody>
                  <a:tcPr/>
                </a:tc>
                <a:tc>
                  <a:txBody>
                    <a:bodyPr/>
                    <a:lstStyle/>
                    <a:p>
                      <a:pPr algn="ctr" fontAlgn="ctr"/>
                      <a:r>
                        <a:rPr lang="en-CA" sz="900" b="0" i="0" u="none" strike="noStrike">
                          <a:solidFill>
                            <a:srgbClr val="000000"/>
                          </a:solidFill>
                          <a:effectLst/>
                          <a:latin typeface="Calibri" panose="020F0502020204030204" pitchFamily="34" charset="0"/>
                        </a:rPr>
                        <a:t>Parking Lot Equipment</a:t>
                      </a:r>
                    </a:p>
                  </a:txBody>
                  <a:tcPr marL="9525" marR="9525" marT="9525"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tcPr>
                </a:tc>
                <a:extLst>
                  <a:ext uri="{0D108BD9-81ED-4DB2-BD59-A6C34878D82A}">
                    <a16:rowId xmlns:a16="http://schemas.microsoft.com/office/drawing/2014/main" val="1787261421"/>
                  </a:ext>
                </a:extLst>
              </a:tr>
              <a:tr h="221550">
                <a:tc vMerge="1">
                  <a:txBody>
                    <a:bodyPr/>
                    <a:lstStyle/>
                    <a:p>
                      <a:endParaRPr lang="en-CA"/>
                    </a:p>
                  </a:txBody>
                  <a:tcPr/>
                </a:tc>
                <a:tc>
                  <a:txBody>
                    <a:bodyPr/>
                    <a:lstStyle/>
                    <a:p>
                      <a:pPr algn="ctr" fontAlgn="ctr"/>
                      <a:r>
                        <a:rPr lang="en-CA" sz="900" b="0" i="0" u="none" strike="noStrike">
                          <a:solidFill>
                            <a:srgbClr val="000000"/>
                          </a:solidFill>
                          <a:effectLst/>
                          <a:latin typeface="Calibri" panose="020F0502020204030204" pitchFamily="34" charset="0"/>
                        </a:rPr>
                        <a:t>Pressure Washer Cleaning Equipment</a:t>
                      </a:r>
                    </a:p>
                  </a:txBody>
                  <a:tcPr marL="9525" marR="9525" marT="9525"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solidFill>
                      <a:srgbClr val="E7EFF1"/>
                    </a:solidFill>
                  </a:tcPr>
                </a:tc>
                <a:extLst>
                  <a:ext uri="{0D108BD9-81ED-4DB2-BD59-A6C34878D82A}">
                    <a16:rowId xmlns:a16="http://schemas.microsoft.com/office/drawing/2014/main" val="3055306358"/>
                  </a:ext>
                </a:extLst>
              </a:tr>
              <a:tr h="221550">
                <a:tc vMerge="1">
                  <a:txBody>
                    <a:bodyPr/>
                    <a:lstStyle/>
                    <a:p>
                      <a:endParaRPr lang="en-CA"/>
                    </a:p>
                  </a:txBody>
                  <a:tcPr/>
                </a:tc>
                <a:tc>
                  <a:txBody>
                    <a:bodyPr/>
                    <a:lstStyle/>
                    <a:p>
                      <a:pPr algn="ctr" fontAlgn="ctr"/>
                      <a:r>
                        <a:rPr lang="en-CA" sz="900" b="0" i="0" u="none" strike="noStrike">
                          <a:solidFill>
                            <a:srgbClr val="000000"/>
                          </a:solidFill>
                          <a:effectLst/>
                          <a:latin typeface="Calibri" panose="020F0502020204030204" pitchFamily="34" charset="0"/>
                        </a:rPr>
                        <a:t>Refrigeration Equipment</a:t>
                      </a:r>
                    </a:p>
                  </a:txBody>
                  <a:tcPr marL="9525" marR="9525" marT="9525"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tcPr>
                </a:tc>
                <a:extLst>
                  <a:ext uri="{0D108BD9-81ED-4DB2-BD59-A6C34878D82A}">
                    <a16:rowId xmlns:a16="http://schemas.microsoft.com/office/drawing/2014/main" val="2144758033"/>
                  </a:ext>
                </a:extLst>
              </a:tr>
              <a:tr h="221550">
                <a:tc vMerge="1">
                  <a:txBody>
                    <a:bodyPr/>
                    <a:lstStyle/>
                    <a:p>
                      <a:endParaRPr lang="en-CA"/>
                    </a:p>
                  </a:txBody>
                  <a:tcPr/>
                </a:tc>
                <a:tc>
                  <a:txBody>
                    <a:bodyPr/>
                    <a:lstStyle/>
                    <a:p>
                      <a:pPr algn="ctr" fontAlgn="ctr"/>
                      <a:r>
                        <a:rPr lang="en-CA" sz="900" b="0" i="0" u="none" strike="noStrike" dirty="0">
                          <a:solidFill>
                            <a:srgbClr val="000000"/>
                          </a:solidFill>
                          <a:effectLst/>
                          <a:latin typeface="Calibri" panose="020F0502020204030204" pitchFamily="34" charset="0"/>
                        </a:rPr>
                        <a:t>Restaurant Equipment</a:t>
                      </a:r>
                    </a:p>
                  </a:txBody>
                  <a:tcPr marL="9525" marR="9525" marT="9525"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solidFill>
                      <a:srgbClr val="E7EFF1"/>
                    </a:solidFill>
                  </a:tcPr>
                </a:tc>
                <a:extLst>
                  <a:ext uri="{0D108BD9-81ED-4DB2-BD59-A6C34878D82A}">
                    <a16:rowId xmlns:a16="http://schemas.microsoft.com/office/drawing/2014/main" val="3629891689"/>
                  </a:ext>
                </a:extLst>
              </a:tr>
              <a:tr h="221550">
                <a:tc vMerge="1">
                  <a:txBody>
                    <a:bodyPr/>
                    <a:lstStyle/>
                    <a:p>
                      <a:endParaRPr lang="en-CA"/>
                    </a:p>
                  </a:txBody>
                  <a:tcPr/>
                </a:tc>
                <a:tc>
                  <a:txBody>
                    <a:bodyPr/>
                    <a:lstStyle/>
                    <a:p>
                      <a:pPr algn="ctr" fontAlgn="ctr"/>
                      <a:r>
                        <a:rPr lang="en-CA" sz="900" b="0" i="0" u="none" strike="noStrike">
                          <a:solidFill>
                            <a:srgbClr val="000000"/>
                          </a:solidFill>
                          <a:effectLst/>
                          <a:latin typeface="Calibri" panose="020F0502020204030204" pitchFamily="34" charset="0"/>
                        </a:rPr>
                        <a:t>Security Systems - Corporate &amp; Commercial</a:t>
                      </a:r>
                    </a:p>
                  </a:txBody>
                  <a:tcPr marL="9525" marR="9525" marT="9525"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solidFill>
                      <a:srgbClr val="E7EFF1"/>
                    </a:solidFill>
                  </a:tcPr>
                </a:tc>
                <a:extLst>
                  <a:ext uri="{0D108BD9-81ED-4DB2-BD59-A6C34878D82A}">
                    <a16:rowId xmlns:a16="http://schemas.microsoft.com/office/drawing/2014/main" val="2411559062"/>
                  </a:ext>
                </a:extLst>
              </a:tr>
              <a:tr h="221550">
                <a:tc vMerge="1">
                  <a:txBody>
                    <a:bodyPr/>
                    <a:lstStyle/>
                    <a:p>
                      <a:endParaRPr lang="en-CA"/>
                    </a:p>
                  </a:txBody>
                  <a:tcPr/>
                </a:tc>
                <a:tc>
                  <a:txBody>
                    <a:bodyPr/>
                    <a:lstStyle/>
                    <a:p>
                      <a:pPr algn="ctr" fontAlgn="ctr"/>
                      <a:r>
                        <a:rPr lang="en-US" sz="900" b="0" i="0" u="none" strike="noStrike">
                          <a:solidFill>
                            <a:srgbClr val="000000"/>
                          </a:solidFill>
                          <a:effectLst/>
                          <a:latin typeface="Calibri" panose="020F0502020204030204" pitchFamily="34" charset="0"/>
                        </a:rPr>
                        <a:t>Security Systems - Retail Stores, Gas Stations, Convenience Stores</a:t>
                      </a:r>
                    </a:p>
                  </a:txBody>
                  <a:tcPr marL="9525" marR="9525" marT="9525"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tcPr>
                </a:tc>
                <a:extLst>
                  <a:ext uri="{0D108BD9-81ED-4DB2-BD59-A6C34878D82A}">
                    <a16:rowId xmlns:a16="http://schemas.microsoft.com/office/drawing/2014/main" val="1987701468"/>
                  </a:ext>
                </a:extLst>
              </a:tr>
              <a:tr h="221550">
                <a:tc vMerge="1">
                  <a:txBody>
                    <a:bodyPr/>
                    <a:lstStyle/>
                    <a:p>
                      <a:endParaRPr lang="en-CA"/>
                    </a:p>
                  </a:txBody>
                  <a:tcPr/>
                </a:tc>
                <a:tc>
                  <a:txBody>
                    <a:bodyPr/>
                    <a:lstStyle/>
                    <a:p>
                      <a:pPr algn="ctr" fontAlgn="ctr"/>
                      <a:r>
                        <a:rPr lang="en-CA" sz="900" b="0" i="0" u="none" strike="noStrike">
                          <a:solidFill>
                            <a:srgbClr val="000000"/>
                          </a:solidFill>
                          <a:effectLst/>
                          <a:latin typeface="Calibri" panose="020F0502020204030204" pitchFamily="34" charset="0"/>
                        </a:rPr>
                        <a:t>Shelving/Racking</a:t>
                      </a:r>
                    </a:p>
                  </a:txBody>
                  <a:tcPr marL="9525" marR="9525" marT="9525"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solidFill>
                      <a:srgbClr val="E7EFF1"/>
                    </a:solidFill>
                  </a:tcPr>
                </a:tc>
                <a:extLst>
                  <a:ext uri="{0D108BD9-81ED-4DB2-BD59-A6C34878D82A}">
                    <a16:rowId xmlns:a16="http://schemas.microsoft.com/office/drawing/2014/main" val="2239240429"/>
                  </a:ext>
                </a:extLst>
              </a:tr>
              <a:tr h="221550">
                <a:tc vMerge="1">
                  <a:txBody>
                    <a:bodyPr/>
                    <a:lstStyle/>
                    <a:p>
                      <a:endParaRPr lang="en-CA"/>
                    </a:p>
                  </a:txBody>
                  <a:tcPr/>
                </a:tc>
                <a:tc>
                  <a:txBody>
                    <a:bodyPr/>
                    <a:lstStyle/>
                    <a:p>
                      <a:pPr algn="ctr" fontAlgn="ctr"/>
                      <a:r>
                        <a:rPr lang="en-CA" sz="900" b="0" i="0" u="none" strike="noStrike">
                          <a:solidFill>
                            <a:srgbClr val="000000"/>
                          </a:solidFill>
                          <a:effectLst/>
                          <a:latin typeface="Calibri" panose="020F0502020204030204" pitchFamily="34" charset="0"/>
                        </a:rPr>
                        <a:t>Signage</a:t>
                      </a:r>
                    </a:p>
                  </a:txBody>
                  <a:tcPr marL="9525" marR="9525" marT="9525"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tcPr>
                </a:tc>
                <a:extLst>
                  <a:ext uri="{0D108BD9-81ED-4DB2-BD59-A6C34878D82A}">
                    <a16:rowId xmlns:a16="http://schemas.microsoft.com/office/drawing/2014/main" val="1973500692"/>
                  </a:ext>
                </a:extLst>
              </a:tr>
              <a:tr h="221550">
                <a:tc vMerge="1">
                  <a:txBody>
                    <a:bodyPr/>
                    <a:lstStyle/>
                    <a:p>
                      <a:endParaRPr lang="en-CA"/>
                    </a:p>
                  </a:txBody>
                  <a:tcPr/>
                </a:tc>
                <a:tc>
                  <a:txBody>
                    <a:bodyPr/>
                    <a:lstStyle/>
                    <a:p>
                      <a:pPr algn="ctr" fontAlgn="ctr"/>
                      <a:r>
                        <a:rPr lang="en-CA" sz="900" b="0" i="0" u="none" strike="noStrike">
                          <a:solidFill>
                            <a:srgbClr val="000000"/>
                          </a:solidFill>
                          <a:effectLst/>
                          <a:latin typeface="Calibri" panose="020F0502020204030204" pitchFamily="34" charset="0"/>
                        </a:rPr>
                        <a:t>Sports Equipment</a:t>
                      </a:r>
                    </a:p>
                  </a:txBody>
                  <a:tcPr marL="9525" marR="9525" marT="9525"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solidFill>
                      <a:srgbClr val="E7EFF1"/>
                    </a:solidFill>
                  </a:tcPr>
                </a:tc>
                <a:extLst>
                  <a:ext uri="{0D108BD9-81ED-4DB2-BD59-A6C34878D82A}">
                    <a16:rowId xmlns:a16="http://schemas.microsoft.com/office/drawing/2014/main" val="3283859020"/>
                  </a:ext>
                </a:extLst>
              </a:tr>
              <a:tr h="232627">
                <a:tc vMerge="1">
                  <a:txBody>
                    <a:bodyPr/>
                    <a:lstStyle/>
                    <a:p>
                      <a:endParaRPr lang="en-CA"/>
                    </a:p>
                  </a:txBody>
                  <a:tcPr/>
                </a:tc>
                <a:tc>
                  <a:txBody>
                    <a:bodyPr/>
                    <a:lstStyle/>
                    <a:p>
                      <a:pPr algn="ctr" fontAlgn="ctr"/>
                      <a:r>
                        <a:rPr lang="en-CA" sz="900" b="0" i="0" u="none" strike="noStrike" dirty="0">
                          <a:solidFill>
                            <a:srgbClr val="000000"/>
                          </a:solidFill>
                          <a:effectLst/>
                          <a:latin typeface="Calibri" panose="020F0502020204030204" pitchFamily="34" charset="0"/>
                        </a:rPr>
                        <a:t>Vending Machines</a:t>
                      </a:r>
                    </a:p>
                  </a:txBody>
                  <a:tcPr marL="9525" marR="9525" marT="9525"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w="12700" cap="flat" cmpd="sng" algn="ctr">
                      <a:solidFill>
                        <a:srgbClr val="0097A9"/>
                      </a:solidFill>
                      <a:prstDash val="solid"/>
                      <a:round/>
                      <a:headEnd type="none" w="med" len="med"/>
                      <a:tailEnd type="none" w="med" len="med"/>
                    </a:lnB>
                  </a:tcPr>
                </a:tc>
                <a:extLst>
                  <a:ext uri="{0D108BD9-81ED-4DB2-BD59-A6C34878D82A}">
                    <a16:rowId xmlns:a16="http://schemas.microsoft.com/office/drawing/2014/main" val="2595000070"/>
                  </a:ext>
                </a:extLst>
              </a:tr>
            </a:tbl>
          </a:graphicData>
        </a:graphic>
      </p:graphicFrame>
    </p:spTree>
    <p:extLst>
      <p:ext uri="{BB962C8B-B14F-4D97-AF65-F5344CB8AC3E}">
        <p14:creationId xmlns:p14="http://schemas.microsoft.com/office/powerpoint/2010/main" val="264269162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a:xfrm>
            <a:off x="406399" y="265912"/>
            <a:ext cx="8280401" cy="397483"/>
          </a:xfrm>
        </p:spPr>
        <p:txBody>
          <a:bodyPr/>
          <a:lstStyle/>
          <a:p>
            <a:r>
              <a:rPr lang="en-US" sz="2800" dirty="0" smtClean="0"/>
              <a:t>Example: Scoring Customers using SBE2 Equifax Model</a:t>
            </a:r>
            <a:endParaRPr lang="en-CA" sz="2800" dirty="0"/>
          </a:p>
        </p:txBody>
      </p:sp>
      <p:graphicFrame>
        <p:nvGraphicFramePr>
          <p:cNvPr id="3" name="Table 2"/>
          <p:cNvGraphicFramePr>
            <a:graphicFrameLocks noGrp="1"/>
          </p:cNvGraphicFramePr>
          <p:nvPr>
            <p:extLst>
              <p:ext uri="{D42A27DB-BD31-4B8C-83A1-F6EECF244321}">
                <p14:modId xmlns:p14="http://schemas.microsoft.com/office/powerpoint/2010/main" val="347842252"/>
              </p:ext>
            </p:extLst>
          </p:nvPr>
        </p:nvGraphicFramePr>
        <p:xfrm>
          <a:off x="406411" y="1246266"/>
          <a:ext cx="8280389" cy="2935116"/>
        </p:xfrm>
        <a:graphic>
          <a:graphicData uri="http://schemas.openxmlformats.org/drawingml/2006/table">
            <a:tbl>
              <a:tblPr/>
              <a:tblGrid>
                <a:gridCol w="636953">
                  <a:extLst>
                    <a:ext uri="{9D8B030D-6E8A-4147-A177-3AD203B41FA5}">
                      <a16:colId xmlns:a16="http://schemas.microsoft.com/office/drawing/2014/main" val="1038942400"/>
                    </a:ext>
                  </a:extLst>
                </a:gridCol>
                <a:gridCol w="636953">
                  <a:extLst>
                    <a:ext uri="{9D8B030D-6E8A-4147-A177-3AD203B41FA5}">
                      <a16:colId xmlns:a16="http://schemas.microsoft.com/office/drawing/2014/main" val="2678974166"/>
                    </a:ext>
                  </a:extLst>
                </a:gridCol>
                <a:gridCol w="636953">
                  <a:extLst>
                    <a:ext uri="{9D8B030D-6E8A-4147-A177-3AD203B41FA5}">
                      <a16:colId xmlns:a16="http://schemas.microsoft.com/office/drawing/2014/main" val="3001988255"/>
                    </a:ext>
                  </a:extLst>
                </a:gridCol>
                <a:gridCol w="636953">
                  <a:extLst>
                    <a:ext uri="{9D8B030D-6E8A-4147-A177-3AD203B41FA5}">
                      <a16:colId xmlns:a16="http://schemas.microsoft.com/office/drawing/2014/main" val="789774176"/>
                    </a:ext>
                  </a:extLst>
                </a:gridCol>
                <a:gridCol w="636953">
                  <a:extLst>
                    <a:ext uri="{9D8B030D-6E8A-4147-A177-3AD203B41FA5}">
                      <a16:colId xmlns:a16="http://schemas.microsoft.com/office/drawing/2014/main" val="543994947"/>
                    </a:ext>
                  </a:extLst>
                </a:gridCol>
                <a:gridCol w="636953">
                  <a:extLst>
                    <a:ext uri="{9D8B030D-6E8A-4147-A177-3AD203B41FA5}">
                      <a16:colId xmlns:a16="http://schemas.microsoft.com/office/drawing/2014/main" val="2538032626"/>
                    </a:ext>
                  </a:extLst>
                </a:gridCol>
                <a:gridCol w="636953">
                  <a:extLst>
                    <a:ext uri="{9D8B030D-6E8A-4147-A177-3AD203B41FA5}">
                      <a16:colId xmlns:a16="http://schemas.microsoft.com/office/drawing/2014/main" val="1925310353"/>
                    </a:ext>
                  </a:extLst>
                </a:gridCol>
                <a:gridCol w="636953">
                  <a:extLst>
                    <a:ext uri="{9D8B030D-6E8A-4147-A177-3AD203B41FA5}">
                      <a16:colId xmlns:a16="http://schemas.microsoft.com/office/drawing/2014/main" val="55774047"/>
                    </a:ext>
                  </a:extLst>
                </a:gridCol>
                <a:gridCol w="636953">
                  <a:extLst>
                    <a:ext uri="{9D8B030D-6E8A-4147-A177-3AD203B41FA5}">
                      <a16:colId xmlns:a16="http://schemas.microsoft.com/office/drawing/2014/main" val="2260345652"/>
                    </a:ext>
                  </a:extLst>
                </a:gridCol>
                <a:gridCol w="636953">
                  <a:extLst>
                    <a:ext uri="{9D8B030D-6E8A-4147-A177-3AD203B41FA5}">
                      <a16:colId xmlns:a16="http://schemas.microsoft.com/office/drawing/2014/main" val="4222454410"/>
                    </a:ext>
                  </a:extLst>
                </a:gridCol>
                <a:gridCol w="636953">
                  <a:extLst>
                    <a:ext uri="{9D8B030D-6E8A-4147-A177-3AD203B41FA5}">
                      <a16:colId xmlns:a16="http://schemas.microsoft.com/office/drawing/2014/main" val="1978462975"/>
                    </a:ext>
                  </a:extLst>
                </a:gridCol>
                <a:gridCol w="636953">
                  <a:extLst>
                    <a:ext uri="{9D8B030D-6E8A-4147-A177-3AD203B41FA5}">
                      <a16:colId xmlns:a16="http://schemas.microsoft.com/office/drawing/2014/main" val="3525536812"/>
                    </a:ext>
                  </a:extLst>
                </a:gridCol>
                <a:gridCol w="636953">
                  <a:extLst>
                    <a:ext uri="{9D8B030D-6E8A-4147-A177-3AD203B41FA5}">
                      <a16:colId xmlns:a16="http://schemas.microsoft.com/office/drawing/2014/main" val="1063122478"/>
                    </a:ext>
                  </a:extLst>
                </a:gridCol>
              </a:tblGrid>
              <a:tr h="733779">
                <a:tc>
                  <a:txBody>
                    <a:bodyPr/>
                    <a:lstStyle/>
                    <a:p>
                      <a:pPr algn="ctr" fontAlgn="ctr"/>
                      <a:r>
                        <a:rPr lang="en-CA" sz="900" b="1" i="0" u="none" strike="noStrike">
                          <a:solidFill>
                            <a:srgbClr val="FFFFFF"/>
                          </a:solidFill>
                          <a:effectLst/>
                          <a:latin typeface="Calibri" panose="020F0502020204030204" pitchFamily="34" charset="0"/>
                        </a:rPr>
                        <a:t>Name</a:t>
                      </a:r>
                    </a:p>
                  </a:txBody>
                  <a:tcPr marL="4589" marR="4589" marT="4589" marB="0" anchor="ctr">
                    <a:lnL>
                      <a:noFill/>
                    </a:lnL>
                    <a:lnR>
                      <a:noFill/>
                    </a:lnR>
                    <a:lnT>
                      <a:noFill/>
                    </a:lnT>
                    <a:lnB>
                      <a:noFill/>
                    </a:lnB>
                    <a:solidFill>
                      <a:srgbClr val="0097A9"/>
                    </a:solidFill>
                  </a:tcPr>
                </a:tc>
                <a:tc>
                  <a:txBody>
                    <a:bodyPr/>
                    <a:lstStyle/>
                    <a:p>
                      <a:pPr algn="ctr" fontAlgn="ctr"/>
                      <a:r>
                        <a:rPr lang="en-CA" sz="900" b="1" i="0" u="none" strike="noStrike">
                          <a:solidFill>
                            <a:srgbClr val="FFFFFF"/>
                          </a:solidFill>
                          <a:effectLst/>
                          <a:latin typeface="Calibri" panose="020F0502020204030204" pitchFamily="34" charset="0"/>
                        </a:rPr>
                        <a:t>Business Failure Risk Score</a:t>
                      </a:r>
                    </a:p>
                  </a:txBody>
                  <a:tcPr marL="4589" marR="4589" marT="4589" marB="0" anchor="ctr">
                    <a:lnL>
                      <a:noFill/>
                    </a:lnL>
                    <a:lnR>
                      <a:noFill/>
                    </a:lnR>
                    <a:lnT>
                      <a:noFill/>
                    </a:lnT>
                    <a:lnB>
                      <a:noFill/>
                    </a:lnB>
                    <a:solidFill>
                      <a:srgbClr val="0097A9"/>
                    </a:solidFill>
                  </a:tcPr>
                </a:tc>
                <a:tc>
                  <a:txBody>
                    <a:bodyPr/>
                    <a:lstStyle/>
                    <a:p>
                      <a:pPr algn="ctr" fontAlgn="ctr"/>
                      <a:r>
                        <a:rPr lang="en-CA" sz="900" b="1" i="0" u="none" strike="noStrike">
                          <a:solidFill>
                            <a:srgbClr val="FFFFFF"/>
                          </a:solidFill>
                          <a:effectLst/>
                          <a:latin typeface="Calibri" panose="020F0502020204030204" pitchFamily="34" charset="0"/>
                        </a:rPr>
                        <a:t>Commercial Delinquency Score</a:t>
                      </a:r>
                    </a:p>
                  </a:txBody>
                  <a:tcPr marL="4589" marR="4589" marT="4589" marB="0" anchor="ctr">
                    <a:lnL>
                      <a:noFill/>
                    </a:lnL>
                    <a:lnR>
                      <a:noFill/>
                    </a:lnR>
                    <a:lnT>
                      <a:noFill/>
                    </a:lnT>
                    <a:lnB>
                      <a:noFill/>
                    </a:lnB>
                    <a:solidFill>
                      <a:srgbClr val="0097A9"/>
                    </a:solidFill>
                  </a:tcPr>
                </a:tc>
                <a:tc>
                  <a:txBody>
                    <a:bodyPr/>
                    <a:lstStyle/>
                    <a:p>
                      <a:pPr algn="ctr" fontAlgn="ctr"/>
                      <a:r>
                        <a:rPr lang="en-CA" sz="900" b="1" i="0" u="none" strike="noStrike">
                          <a:solidFill>
                            <a:srgbClr val="FFFFFF"/>
                          </a:solidFill>
                          <a:effectLst/>
                          <a:latin typeface="Calibri" panose="020F0502020204030204" pitchFamily="34" charset="0"/>
                        </a:rPr>
                        <a:t>Credit Information Score</a:t>
                      </a:r>
                    </a:p>
                  </a:txBody>
                  <a:tcPr marL="4589" marR="4589" marT="4589" marB="0" anchor="ctr">
                    <a:lnL>
                      <a:noFill/>
                    </a:lnL>
                    <a:lnR>
                      <a:noFill/>
                    </a:lnR>
                    <a:lnT>
                      <a:noFill/>
                    </a:lnT>
                    <a:lnB>
                      <a:noFill/>
                    </a:lnB>
                    <a:solidFill>
                      <a:srgbClr val="0097A9"/>
                    </a:solidFill>
                  </a:tcPr>
                </a:tc>
                <a:tc>
                  <a:txBody>
                    <a:bodyPr/>
                    <a:lstStyle/>
                    <a:p>
                      <a:pPr algn="ctr" fontAlgn="ctr"/>
                      <a:r>
                        <a:rPr lang="en-US" sz="900" b="1" i="0" u="none" strike="noStrike">
                          <a:solidFill>
                            <a:srgbClr val="FFFFFF"/>
                          </a:solidFill>
                          <a:effectLst/>
                          <a:latin typeface="Calibri" panose="020F0502020204030204" pitchFamily="34" charset="0"/>
                        </a:rPr>
                        <a:t>Maximum Delinquency in Past 12 Months</a:t>
                      </a:r>
                    </a:p>
                  </a:txBody>
                  <a:tcPr marL="4589" marR="4589" marT="4589" marB="0" anchor="ctr">
                    <a:lnL>
                      <a:noFill/>
                    </a:lnL>
                    <a:lnR>
                      <a:noFill/>
                    </a:lnR>
                    <a:lnT>
                      <a:noFill/>
                    </a:lnT>
                    <a:lnB>
                      <a:noFill/>
                    </a:lnB>
                    <a:solidFill>
                      <a:srgbClr val="0097A9"/>
                    </a:solidFill>
                  </a:tcPr>
                </a:tc>
                <a:tc>
                  <a:txBody>
                    <a:bodyPr/>
                    <a:lstStyle/>
                    <a:p>
                      <a:pPr algn="ctr" fontAlgn="ctr"/>
                      <a:r>
                        <a:rPr lang="en-CA" sz="900" b="1" i="0" u="none" strike="noStrike">
                          <a:solidFill>
                            <a:srgbClr val="FFFFFF"/>
                          </a:solidFill>
                          <a:effectLst/>
                          <a:latin typeface="Calibri" panose="020F0502020204030204" pitchFamily="34" charset="0"/>
                        </a:rPr>
                        <a:t>Months as a Client</a:t>
                      </a:r>
                    </a:p>
                  </a:txBody>
                  <a:tcPr marL="4589" marR="4589" marT="4589" marB="0" anchor="ctr">
                    <a:lnL>
                      <a:noFill/>
                    </a:lnL>
                    <a:lnR>
                      <a:noFill/>
                    </a:lnR>
                    <a:lnT>
                      <a:noFill/>
                    </a:lnT>
                    <a:lnB>
                      <a:noFill/>
                    </a:lnB>
                    <a:solidFill>
                      <a:srgbClr val="0097A9"/>
                    </a:solidFill>
                  </a:tcPr>
                </a:tc>
                <a:tc>
                  <a:txBody>
                    <a:bodyPr/>
                    <a:lstStyle/>
                    <a:p>
                      <a:pPr algn="ctr" fontAlgn="ctr"/>
                      <a:r>
                        <a:rPr lang="en-CA" sz="900" b="1" i="0" u="none" strike="noStrike">
                          <a:solidFill>
                            <a:srgbClr val="FFFFFF"/>
                          </a:solidFill>
                          <a:effectLst/>
                          <a:latin typeface="Calibri" panose="020F0502020204030204" pitchFamily="34" charset="0"/>
                        </a:rPr>
                        <a:t>Number of Collections</a:t>
                      </a:r>
                    </a:p>
                  </a:txBody>
                  <a:tcPr marL="4589" marR="4589" marT="4589" marB="0" anchor="ctr">
                    <a:lnL>
                      <a:noFill/>
                    </a:lnL>
                    <a:lnR>
                      <a:noFill/>
                    </a:lnR>
                    <a:lnT>
                      <a:noFill/>
                    </a:lnT>
                    <a:lnB>
                      <a:noFill/>
                    </a:lnB>
                    <a:solidFill>
                      <a:srgbClr val="0097A9"/>
                    </a:solidFill>
                  </a:tcPr>
                </a:tc>
                <a:tc>
                  <a:txBody>
                    <a:bodyPr/>
                    <a:lstStyle/>
                    <a:p>
                      <a:pPr algn="ctr" fontAlgn="ctr"/>
                      <a:r>
                        <a:rPr lang="en-CA" sz="900" b="1" i="0" u="none" strike="noStrike">
                          <a:solidFill>
                            <a:srgbClr val="FFFFFF"/>
                          </a:solidFill>
                          <a:effectLst/>
                          <a:latin typeface="Calibri" panose="020F0502020204030204" pitchFamily="34" charset="0"/>
                        </a:rPr>
                        <a:t>Inquiry Count</a:t>
                      </a:r>
                    </a:p>
                  </a:txBody>
                  <a:tcPr marL="4589" marR="4589" marT="4589" marB="0" anchor="ctr">
                    <a:lnL>
                      <a:noFill/>
                    </a:lnL>
                    <a:lnR>
                      <a:noFill/>
                    </a:lnR>
                    <a:lnT>
                      <a:noFill/>
                    </a:lnT>
                    <a:lnB>
                      <a:noFill/>
                    </a:lnB>
                    <a:solidFill>
                      <a:srgbClr val="0097A9"/>
                    </a:solidFill>
                  </a:tcPr>
                </a:tc>
                <a:tc>
                  <a:txBody>
                    <a:bodyPr/>
                    <a:lstStyle/>
                    <a:p>
                      <a:pPr algn="ctr" fontAlgn="ctr"/>
                      <a:r>
                        <a:rPr lang="en-CA" sz="900" b="1" i="0" u="none" strike="noStrike">
                          <a:solidFill>
                            <a:srgbClr val="FFFFFF"/>
                          </a:solidFill>
                          <a:effectLst/>
                          <a:latin typeface="Calibri" panose="020F0502020204030204" pitchFamily="34" charset="0"/>
                        </a:rPr>
                        <a:t>Province</a:t>
                      </a:r>
                    </a:p>
                  </a:txBody>
                  <a:tcPr marL="4589" marR="4589" marT="4589" marB="0" anchor="ctr">
                    <a:lnL>
                      <a:noFill/>
                    </a:lnL>
                    <a:lnR>
                      <a:noFill/>
                    </a:lnR>
                    <a:lnT>
                      <a:noFill/>
                    </a:lnT>
                    <a:lnB>
                      <a:noFill/>
                    </a:lnB>
                    <a:solidFill>
                      <a:srgbClr val="0097A9"/>
                    </a:solidFill>
                  </a:tcPr>
                </a:tc>
                <a:tc>
                  <a:txBody>
                    <a:bodyPr/>
                    <a:lstStyle/>
                    <a:p>
                      <a:pPr algn="ctr" fontAlgn="ctr"/>
                      <a:r>
                        <a:rPr lang="en-CA" sz="900" b="1" i="0" u="none" strike="noStrike">
                          <a:solidFill>
                            <a:srgbClr val="FFFFFF"/>
                          </a:solidFill>
                          <a:effectLst/>
                          <a:latin typeface="Calibri" panose="020F0502020204030204" pitchFamily="34" charset="0"/>
                        </a:rPr>
                        <a:t>NAICS2</a:t>
                      </a:r>
                    </a:p>
                  </a:txBody>
                  <a:tcPr marL="4589" marR="4589" marT="4589" marB="0" anchor="ctr">
                    <a:lnL>
                      <a:noFill/>
                    </a:lnL>
                    <a:lnR>
                      <a:noFill/>
                    </a:lnR>
                    <a:lnT>
                      <a:noFill/>
                    </a:lnT>
                    <a:lnB>
                      <a:noFill/>
                    </a:lnB>
                    <a:solidFill>
                      <a:srgbClr val="0097A9"/>
                    </a:solidFill>
                  </a:tcPr>
                </a:tc>
                <a:tc>
                  <a:txBody>
                    <a:bodyPr/>
                    <a:lstStyle/>
                    <a:p>
                      <a:pPr algn="ctr" fontAlgn="ctr"/>
                      <a:r>
                        <a:rPr lang="en-CA" sz="900" b="1" i="0" u="none" strike="noStrike">
                          <a:solidFill>
                            <a:srgbClr val="FFFFFF"/>
                          </a:solidFill>
                          <a:effectLst/>
                          <a:latin typeface="Calibri" panose="020F0502020204030204" pitchFamily="34" charset="0"/>
                        </a:rPr>
                        <a:t>Scorecard Points</a:t>
                      </a:r>
                    </a:p>
                  </a:txBody>
                  <a:tcPr marL="4589" marR="4589" marT="4589" marB="0" anchor="ctr">
                    <a:lnL>
                      <a:noFill/>
                    </a:lnL>
                    <a:lnR>
                      <a:noFill/>
                    </a:lnR>
                    <a:lnT>
                      <a:noFill/>
                    </a:lnT>
                    <a:lnB>
                      <a:noFill/>
                    </a:lnB>
                    <a:solidFill>
                      <a:srgbClr val="0097A9"/>
                    </a:solidFill>
                  </a:tcPr>
                </a:tc>
                <a:tc>
                  <a:txBody>
                    <a:bodyPr/>
                    <a:lstStyle/>
                    <a:p>
                      <a:pPr algn="ctr" fontAlgn="ctr"/>
                      <a:r>
                        <a:rPr lang="en-CA" sz="900" b="1" i="0" u="none" strike="noStrike">
                          <a:solidFill>
                            <a:srgbClr val="FFFFFF"/>
                          </a:solidFill>
                          <a:effectLst/>
                          <a:latin typeface="Calibri" panose="020F0502020204030204" pitchFamily="34" charset="0"/>
                        </a:rPr>
                        <a:t>BRR</a:t>
                      </a:r>
                    </a:p>
                  </a:txBody>
                  <a:tcPr marL="4589" marR="4589" marT="4589" marB="0" anchor="ctr">
                    <a:lnL>
                      <a:noFill/>
                    </a:lnL>
                    <a:lnR>
                      <a:noFill/>
                    </a:lnR>
                    <a:lnT>
                      <a:noFill/>
                    </a:lnT>
                    <a:lnB>
                      <a:noFill/>
                    </a:lnB>
                    <a:solidFill>
                      <a:srgbClr val="0097A9"/>
                    </a:solidFill>
                  </a:tcPr>
                </a:tc>
                <a:tc>
                  <a:txBody>
                    <a:bodyPr/>
                    <a:lstStyle/>
                    <a:p>
                      <a:pPr algn="ctr" fontAlgn="ctr"/>
                      <a:r>
                        <a:rPr lang="en-CA" sz="900" b="1" i="0" u="none" strike="noStrike">
                          <a:solidFill>
                            <a:srgbClr val="FFFFFF"/>
                          </a:solidFill>
                          <a:effectLst/>
                          <a:latin typeface="Calibri" panose="020F0502020204030204" pitchFamily="34" charset="0"/>
                        </a:rPr>
                        <a:t>PD</a:t>
                      </a:r>
                    </a:p>
                  </a:txBody>
                  <a:tcPr marL="4589" marR="4589" marT="4589" marB="0" anchor="ctr">
                    <a:lnL>
                      <a:noFill/>
                    </a:lnL>
                    <a:lnR>
                      <a:noFill/>
                    </a:lnR>
                    <a:lnT>
                      <a:noFill/>
                    </a:lnT>
                    <a:lnB>
                      <a:noFill/>
                    </a:lnB>
                    <a:solidFill>
                      <a:srgbClr val="0097A9"/>
                    </a:solidFill>
                  </a:tcPr>
                </a:tc>
                <a:extLst>
                  <a:ext uri="{0D108BD9-81ED-4DB2-BD59-A6C34878D82A}">
                    <a16:rowId xmlns:a16="http://schemas.microsoft.com/office/drawing/2014/main" val="2097057642"/>
                  </a:ext>
                </a:extLst>
              </a:tr>
              <a:tr h="733779">
                <a:tc>
                  <a:txBody>
                    <a:bodyPr/>
                    <a:lstStyle/>
                    <a:p>
                      <a:pPr algn="ctr" fontAlgn="ctr"/>
                      <a:r>
                        <a:rPr lang="en-CA" sz="900" b="0" i="0" u="none" strike="noStrike">
                          <a:solidFill>
                            <a:srgbClr val="000000"/>
                          </a:solidFill>
                          <a:effectLst/>
                          <a:latin typeface="Calibri" panose="020F0502020204030204" pitchFamily="34" charset="0"/>
                        </a:rPr>
                        <a:t>810103 Alberta Ltd.</a:t>
                      </a:r>
                    </a:p>
                  </a:txBody>
                  <a:tcPr marL="4589" marR="4589" marT="4589" marB="0" anchor="ctr">
                    <a:lnL>
                      <a:noFill/>
                    </a:lnL>
                    <a:lnR>
                      <a:noFill/>
                    </a:lnR>
                    <a:lnT>
                      <a:noFill/>
                    </a:lnT>
                    <a:lnB>
                      <a:noFill/>
                    </a:lnB>
                    <a:solidFill>
                      <a:srgbClr val="E7EFF1"/>
                    </a:solidFill>
                  </a:tcPr>
                </a:tc>
                <a:tc>
                  <a:txBody>
                    <a:bodyPr/>
                    <a:lstStyle/>
                    <a:p>
                      <a:pPr algn="ctr" fontAlgn="ctr"/>
                      <a:r>
                        <a:rPr lang="en-CA" sz="900" b="0" i="0" u="none" strike="noStrike">
                          <a:solidFill>
                            <a:srgbClr val="000000"/>
                          </a:solidFill>
                          <a:effectLst/>
                          <a:latin typeface="Calibri" panose="020F0502020204030204" pitchFamily="34" charset="0"/>
                        </a:rPr>
                        <a:t>1385</a:t>
                      </a:r>
                    </a:p>
                  </a:txBody>
                  <a:tcPr marL="4589" marR="4589" marT="4589" marB="0" anchor="ctr">
                    <a:lnL>
                      <a:noFill/>
                    </a:lnL>
                    <a:lnR>
                      <a:noFill/>
                    </a:lnR>
                    <a:lnT>
                      <a:noFill/>
                    </a:lnT>
                    <a:lnB>
                      <a:noFill/>
                    </a:lnB>
                    <a:solidFill>
                      <a:srgbClr val="E7EFF1"/>
                    </a:solidFill>
                  </a:tcPr>
                </a:tc>
                <a:tc>
                  <a:txBody>
                    <a:bodyPr/>
                    <a:lstStyle/>
                    <a:p>
                      <a:pPr algn="ctr" fontAlgn="ctr"/>
                      <a:r>
                        <a:rPr lang="en-CA" sz="900" b="0" i="0" u="none" strike="noStrike">
                          <a:solidFill>
                            <a:srgbClr val="000000"/>
                          </a:solidFill>
                          <a:effectLst/>
                          <a:latin typeface="Calibri" panose="020F0502020204030204" pitchFamily="34" charset="0"/>
                        </a:rPr>
                        <a:t>522</a:t>
                      </a:r>
                    </a:p>
                  </a:txBody>
                  <a:tcPr marL="4589" marR="4589" marT="4589" marB="0" anchor="ctr">
                    <a:lnL>
                      <a:noFill/>
                    </a:lnL>
                    <a:lnR>
                      <a:noFill/>
                    </a:lnR>
                    <a:lnT>
                      <a:noFill/>
                    </a:lnT>
                    <a:lnB>
                      <a:noFill/>
                    </a:lnB>
                    <a:solidFill>
                      <a:srgbClr val="E7EFF1"/>
                    </a:solidFill>
                  </a:tcPr>
                </a:tc>
                <a:tc>
                  <a:txBody>
                    <a:bodyPr/>
                    <a:lstStyle/>
                    <a:p>
                      <a:pPr algn="ctr" fontAlgn="ctr"/>
                      <a:r>
                        <a:rPr lang="en-CA" sz="900" b="0" i="0" u="none" strike="noStrike">
                          <a:solidFill>
                            <a:srgbClr val="000000"/>
                          </a:solidFill>
                          <a:effectLst/>
                          <a:latin typeface="Calibri" panose="020F0502020204030204" pitchFamily="34" charset="0"/>
                        </a:rPr>
                        <a:t>10</a:t>
                      </a:r>
                    </a:p>
                  </a:txBody>
                  <a:tcPr marL="4589" marR="4589" marT="4589" marB="0" anchor="ctr">
                    <a:lnL>
                      <a:noFill/>
                    </a:lnL>
                    <a:lnR>
                      <a:noFill/>
                    </a:lnR>
                    <a:lnT>
                      <a:noFill/>
                    </a:lnT>
                    <a:lnB>
                      <a:noFill/>
                    </a:lnB>
                    <a:solidFill>
                      <a:srgbClr val="E7EFF1"/>
                    </a:solidFill>
                  </a:tcPr>
                </a:tc>
                <a:tc>
                  <a:txBody>
                    <a:bodyPr/>
                    <a:lstStyle/>
                    <a:p>
                      <a:pPr algn="ctr" fontAlgn="ctr"/>
                      <a:r>
                        <a:rPr lang="en-CA" sz="900" b="0" i="0" u="none" strike="noStrike">
                          <a:solidFill>
                            <a:srgbClr val="000000"/>
                          </a:solidFill>
                          <a:effectLst/>
                          <a:latin typeface="Calibri" panose="020F0502020204030204" pitchFamily="34" charset="0"/>
                        </a:rPr>
                        <a:t>0</a:t>
                      </a:r>
                    </a:p>
                  </a:txBody>
                  <a:tcPr marL="4589" marR="4589" marT="4589" marB="0" anchor="ctr">
                    <a:lnL>
                      <a:noFill/>
                    </a:lnL>
                    <a:lnR>
                      <a:noFill/>
                    </a:lnR>
                    <a:lnT>
                      <a:noFill/>
                    </a:lnT>
                    <a:lnB>
                      <a:noFill/>
                    </a:lnB>
                    <a:solidFill>
                      <a:srgbClr val="E7EFF1"/>
                    </a:solidFill>
                  </a:tcPr>
                </a:tc>
                <a:tc>
                  <a:txBody>
                    <a:bodyPr/>
                    <a:lstStyle/>
                    <a:p>
                      <a:pPr algn="ctr" fontAlgn="ctr"/>
                      <a:r>
                        <a:rPr lang="en-CA" sz="900" b="0" i="0" u="none" strike="noStrike">
                          <a:solidFill>
                            <a:srgbClr val="000000"/>
                          </a:solidFill>
                          <a:effectLst/>
                          <a:latin typeface="Calibri" panose="020F0502020204030204" pitchFamily="34" charset="0"/>
                        </a:rPr>
                        <a:t>213</a:t>
                      </a:r>
                    </a:p>
                  </a:txBody>
                  <a:tcPr marL="4589" marR="4589" marT="4589" marB="0" anchor="ctr">
                    <a:lnL>
                      <a:noFill/>
                    </a:lnL>
                    <a:lnR>
                      <a:noFill/>
                    </a:lnR>
                    <a:lnT>
                      <a:noFill/>
                    </a:lnT>
                    <a:lnB>
                      <a:noFill/>
                    </a:lnB>
                    <a:solidFill>
                      <a:srgbClr val="E7EFF1"/>
                    </a:solidFill>
                  </a:tcPr>
                </a:tc>
                <a:tc>
                  <a:txBody>
                    <a:bodyPr/>
                    <a:lstStyle/>
                    <a:p>
                      <a:pPr algn="ctr" fontAlgn="ctr"/>
                      <a:r>
                        <a:rPr lang="en-CA" sz="900" b="0" i="0" u="none" strike="noStrike">
                          <a:solidFill>
                            <a:srgbClr val="000000"/>
                          </a:solidFill>
                          <a:effectLst/>
                          <a:latin typeface="Calibri" panose="020F0502020204030204" pitchFamily="34" charset="0"/>
                        </a:rPr>
                        <a:t>0</a:t>
                      </a:r>
                    </a:p>
                  </a:txBody>
                  <a:tcPr marL="4589" marR="4589" marT="4589" marB="0" anchor="ctr">
                    <a:lnL>
                      <a:noFill/>
                    </a:lnL>
                    <a:lnR>
                      <a:noFill/>
                    </a:lnR>
                    <a:lnT>
                      <a:noFill/>
                    </a:lnT>
                    <a:lnB>
                      <a:noFill/>
                    </a:lnB>
                    <a:solidFill>
                      <a:srgbClr val="E7EFF1"/>
                    </a:solidFill>
                  </a:tcPr>
                </a:tc>
                <a:tc>
                  <a:txBody>
                    <a:bodyPr/>
                    <a:lstStyle/>
                    <a:p>
                      <a:pPr algn="ctr" fontAlgn="ctr"/>
                      <a:r>
                        <a:rPr lang="en-CA" sz="900" b="0" i="0" u="none" strike="noStrike">
                          <a:solidFill>
                            <a:srgbClr val="000000"/>
                          </a:solidFill>
                          <a:effectLst/>
                          <a:latin typeface="Calibri" panose="020F0502020204030204" pitchFamily="34" charset="0"/>
                        </a:rPr>
                        <a:t>3</a:t>
                      </a:r>
                    </a:p>
                  </a:txBody>
                  <a:tcPr marL="4589" marR="4589" marT="4589" marB="0" anchor="ctr">
                    <a:lnL>
                      <a:noFill/>
                    </a:lnL>
                    <a:lnR>
                      <a:noFill/>
                    </a:lnR>
                    <a:lnT>
                      <a:noFill/>
                    </a:lnT>
                    <a:lnB>
                      <a:noFill/>
                    </a:lnB>
                    <a:solidFill>
                      <a:srgbClr val="E7EFF1"/>
                    </a:solidFill>
                  </a:tcPr>
                </a:tc>
                <a:tc>
                  <a:txBody>
                    <a:bodyPr/>
                    <a:lstStyle/>
                    <a:p>
                      <a:pPr algn="ctr" fontAlgn="ctr"/>
                      <a:r>
                        <a:rPr lang="en-CA" sz="900" b="0" i="0" u="none" strike="noStrike">
                          <a:solidFill>
                            <a:srgbClr val="000000"/>
                          </a:solidFill>
                          <a:effectLst/>
                          <a:latin typeface="Calibri" panose="020F0502020204030204" pitchFamily="34" charset="0"/>
                        </a:rPr>
                        <a:t>AB</a:t>
                      </a:r>
                    </a:p>
                  </a:txBody>
                  <a:tcPr marL="4589" marR="4589" marT="4589" marB="0" anchor="ctr">
                    <a:lnL>
                      <a:noFill/>
                    </a:lnL>
                    <a:lnR>
                      <a:noFill/>
                    </a:lnR>
                    <a:lnT>
                      <a:noFill/>
                    </a:lnT>
                    <a:lnB>
                      <a:noFill/>
                    </a:lnB>
                    <a:solidFill>
                      <a:srgbClr val="E7EFF1"/>
                    </a:solidFill>
                  </a:tcPr>
                </a:tc>
                <a:tc>
                  <a:txBody>
                    <a:bodyPr/>
                    <a:lstStyle/>
                    <a:p>
                      <a:pPr algn="ctr" fontAlgn="ctr"/>
                      <a:r>
                        <a:rPr lang="en-CA" sz="900" b="0" i="0" u="none" strike="noStrike">
                          <a:solidFill>
                            <a:srgbClr val="000000"/>
                          </a:solidFill>
                          <a:effectLst/>
                          <a:latin typeface="Calibri" panose="020F0502020204030204" pitchFamily="34" charset="0"/>
                        </a:rPr>
                        <a:t>45</a:t>
                      </a:r>
                    </a:p>
                  </a:txBody>
                  <a:tcPr marL="4589" marR="4589" marT="4589" marB="0" anchor="ctr">
                    <a:lnL>
                      <a:noFill/>
                    </a:lnL>
                    <a:lnR>
                      <a:noFill/>
                    </a:lnR>
                    <a:lnT>
                      <a:noFill/>
                    </a:lnT>
                    <a:lnB>
                      <a:noFill/>
                    </a:lnB>
                    <a:solidFill>
                      <a:srgbClr val="E7EFF1"/>
                    </a:solidFill>
                  </a:tcPr>
                </a:tc>
                <a:tc>
                  <a:txBody>
                    <a:bodyPr/>
                    <a:lstStyle/>
                    <a:p>
                      <a:pPr algn="ctr" fontAlgn="ctr"/>
                      <a:r>
                        <a:rPr lang="en-CA" sz="900" b="0" i="0" u="none" strike="noStrike">
                          <a:solidFill>
                            <a:srgbClr val="000000"/>
                          </a:solidFill>
                          <a:effectLst/>
                          <a:latin typeface="Calibri" panose="020F0502020204030204" pitchFamily="34" charset="0"/>
                        </a:rPr>
                        <a:t>627</a:t>
                      </a:r>
                    </a:p>
                  </a:txBody>
                  <a:tcPr marL="4589" marR="4589" marT="4589" marB="0" anchor="ctr">
                    <a:lnL>
                      <a:noFill/>
                    </a:lnL>
                    <a:lnR>
                      <a:noFill/>
                    </a:lnR>
                    <a:lnT>
                      <a:noFill/>
                    </a:lnT>
                    <a:lnB>
                      <a:noFill/>
                    </a:lnB>
                    <a:solidFill>
                      <a:srgbClr val="E7EFF1"/>
                    </a:solidFill>
                  </a:tcPr>
                </a:tc>
                <a:tc>
                  <a:txBody>
                    <a:bodyPr/>
                    <a:lstStyle/>
                    <a:p>
                      <a:pPr algn="ctr" fontAlgn="ctr"/>
                      <a:r>
                        <a:rPr lang="en-CA" sz="900" b="0" i="0" u="none" strike="noStrike">
                          <a:solidFill>
                            <a:srgbClr val="000000"/>
                          </a:solidFill>
                          <a:effectLst/>
                          <a:latin typeface="Calibri" panose="020F0502020204030204" pitchFamily="34" charset="0"/>
                        </a:rPr>
                        <a:t>9 (6L)</a:t>
                      </a:r>
                    </a:p>
                  </a:txBody>
                  <a:tcPr marL="4589" marR="4589" marT="4589" marB="0" anchor="ctr">
                    <a:lnL>
                      <a:noFill/>
                    </a:lnL>
                    <a:lnR>
                      <a:noFill/>
                    </a:lnR>
                    <a:lnT>
                      <a:noFill/>
                    </a:lnT>
                    <a:lnB>
                      <a:noFill/>
                    </a:lnB>
                    <a:solidFill>
                      <a:srgbClr val="E7EFF1"/>
                    </a:solidFill>
                  </a:tcPr>
                </a:tc>
                <a:tc>
                  <a:txBody>
                    <a:bodyPr/>
                    <a:lstStyle/>
                    <a:p>
                      <a:pPr algn="ctr" fontAlgn="ctr"/>
                      <a:r>
                        <a:rPr lang="en-CA" sz="900" b="0" i="0" u="none" strike="noStrike">
                          <a:solidFill>
                            <a:srgbClr val="000000"/>
                          </a:solidFill>
                          <a:effectLst/>
                          <a:latin typeface="Calibri" panose="020F0502020204030204" pitchFamily="34" charset="0"/>
                        </a:rPr>
                        <a:t>1.00%</a:t>
                      </a:r>
                    </a:p>
                  </a:txBody>
                  <a:tcPr marL="4589" marR="4589" marT="4589" marB="0" anchor="ctr">
                    <a:lnL>
                      <a:noFill/>
                    </a:lnL>
                    <a:lnR>
                      <a:noFill/>
                    </a:lnR>
                    <a:lnT>
                      <a:noFill/>
                    </a:lnT>
                    <a:lnB>
                      <a:noFill/>
                    </a:lnB>
                    <a:solidFill>
                      <a:srgbClr val="E7EFF1"/>
                    </a:solidFill>
                  </a:tcPr>
                </a:tc>
                <a:extLst>
                  <a:ext uri="{0D108BD9-81ED-4DB2-BD59-A6C34878D82A}">
                    <a16:rowId xmlns:a16="http://schemas.microsoft.com/office/drawing/2014/main" val="3920114181"/>
                  </a:ext>
                </a:extLst>
              </a:tr>
              <a:tr h="733779">
                <a:tc>
                  <a:txBody>
                    <a:bodyPr/>
                    <a:lstStyle/>
                    <a:p>
                      <a:pPr algn="ctr" fontAlgn="ctr"/>
                      <a:r>
                        <a:rPr lang="en-CA" sz="900" b="0" i="0" u="none" strike="noStrike">
                          <a:solidFill>
                            <a:srgbClr val="000000"/>
                          </a:solidFill>
                          <a:effectLst/>
                          <a:latin typeface="Calibri" panose="020F0502020204030204" pitchFamily="34" charset="0"/>
                        </a:rPr>
                        <a:t>Canadian Industrial Metallizing Inc.</a:t>
                      </a:r>
                    </a:p>
                  </a:txBody>
                  <a:tcPr marL="4589" marR="4589" marT="4589" marB="0" anchor="ctr">
                    <a:lnL>
                      <a:noFill/>
                    </a:lnL>
                    <a:lnR>
                      <a:noFill/>
                    </a:lnR>
                    <a:lnT>
                      <a:noFill/>
                    </a:lnT>
                    <a:lnB>
                      <a:noFill/>
                    </a:lnB>
                    <a:solidFill>
                      <a:srgbClr val="FFFFFF"/>
                    </a:solidFill>
                  </a:tcPr>
                </a:tc>
                <a:tc>
                  <a:txBody>
                    <a:bodyPr/>
                    <a:lstStyle/>
                    <a:p>
                      <a:pPr algn="ctr" fontAlgn="ctr"/>
                      <a:r>
                        <a:rPr lang="en-CA" sz="900" b="0" i="0" u="none" strike="noStrike">
                          <a:solidFill>
                            <a:srgbClr val="000000"/>
                          </a:solidFill>
                          <a:effectLst/>
                          <a:latin typeface="Calibri" panose="020F0502020204030204" pitchFamily="34" charset="0"/>
                        </a:rPr>
                        <a:t>1357</a:t>
                      </a:r>
                    </a:p>
                  </a:txBody>
                  <a:tcPr marL="4589" marR="4589" marT="4589" marB="0" anchor="ctr">
                    <a:lnL>
                      <a:noFill/>
                    </a:lnL>
                    <a:lnR>
                      <a:noFill/>
                    </a:lnR>
                    <a:lnT>
                      <a:noFill/>
                    </a:lnT>
                    <a:lnB>
                      <a:noFill/>
                    </a:lnB>
                    <a:solidFill>
                      <a:srgbClr val="FFFFFF"/>
                    </a:solidFill>
                  </a:tcPr>
                </a:tc>
                <a:tc>
                  <a:txBody>
                    <a:bodyPr/>
                    <a:lstStyle/>
                    <a:p>
                      <a:pPr algn="ctr" fontAlgn="ctr"/>
                      <a:r>
                        <a:rPr lang="en-CA" sz="900" b="0" i="0" u="none" strike="noStrike">
                          <a:solidFill>
                            <a:srgbClr val="000000"/>
                          </a:solidFill>
                          <a:effectLst/>
                          <a:latin typeface="Calibri" panose="020F0502020204030204" pitchFamily="34" charset="0"/>
                        </a:rPr>
                        <a:t>454</a:t>
                      </a:r>
                    </a:p>
                  </a:txBody>
                  <a:tcPr marL="4589" marR="4589" marT="4589" marB="0" anchor="ctr">
                    <a:lnL>
                      <a:noFill/>
                    </a:lnL>
                    <a:lnR>
                      <a:noFill/>
                    </a:lnR>
                    <a:lnT>
                      <a:noFill/>
                    </a:lnT>
                    <a:lnB>
                      <a:noFill/>
                    </a:lnB>
                    <a:solidFill>
                      <a:srgbClr val="FFFFFF"/>
                    </a:solidFill>
                  </a:tcPr>
                </a:tc>
                <a:tc>
                  <a:txBody>
                    <a:bodyPr/>
                    <a:lstStyle/>
                    <a:p>
                      <a:pPr algn="ctr" fontAlgn="ctr"/>
                      <a:r>
                        <a:rPr lang="en-CA" sz="900" b="0" i="0" u="none" strike="noStrike" dirty="0">
                          <a:solidFill>
                            <a:srgbClr val="000000"/>
                          </a:solidFill>
                          <a:effectLst/>
                          <a:latin typeface="Calibri" panose="020F0502020204030204" pitchFamily="34" charset="0"/>
                        </a:rPr>
                        <a:t>5</a:t>
                      </a:r>
                    </a:p>
                  </a:txBody>
                  <a:tcPr marL="4589" marR="4589" marT="4589" marB="0" anchor="ctr">
                    <a:lnL>
                      <a:noFill/>
                    </a:lnL>
                    <a:lnR>
                      <a:noFill/>
                    </a:lnR>
                    <a:lnT>
                      <a:noFill/>
                    </a:lnT>
                    <a:lnB>
                      <a:noFill/>
                    </a:lnB>
                    <a:solidFill>
                      <a:srgbClr val="FFFFFF"/>
                    </a:solidFill>
                  </a:tcPr>
                </a:tc>
                <a:tc>
                  <a:txBody>
                    <a:bodyPr/>
                    <a:lstStyle/>
                    <a:p>
                      <a:pPr algn="ctr" fontAlgn="ctr"/>
                      <a:r>
                        <a:rPr lang="en-CA" sz="900" b="0" i="0" u="none" strike="noStrike">
                          <a:solidFill>
                            <a:srgbClr val="000000"/>
                          </a:solidFill>
                          <a:effectLst/>
                          <a:latin typeface="Calibri" panose="020F0502020204030204" pitchFamily="34" charset="0"/>
                        </a:rPr>
                        <a:t>0</a:t>
                      </a:r>
                    </a:p>
                  </a:txBody>
                  <a:tcPr marL="4589" marR="4589" marT="4589" marB="0" anchor="ctr">
                    <a:lnL>
                      <a:noFill/>
                    </a:lnL>
                    <a:lnR>
                      <a:noFill/>
                    </a:lnR>
                    <a:lnT>
                      <a:noFill/>
                    </a:lnT>
                    <a:lnB>
                      <a:noFill/>
                    </a:lnB>
                    <a:solidFill>
                      <a:srgbClr val="FFFFFF"/>
                    </a:solidFill>
                  </a:tcPr>
                </a:tc>
                <a:tc>
                  <a:txBody>
                    <a:bodyPr/>
                    <a:lstStyle/>
                    <a:p>
                      <a:pPr algn="ctr" fontAlgn="ctr"/>
                      <a:r>
                        <a:rPr lang="en-CA" sz="900" b="0" i="0" u="none" strike="noStrike">
                          <a:solidFill>
                            <a:srgbClr val="000000"/>
                          </a:solidFill>
                          <a:effectLst/>
                          <a:latin typeface="Calibri" panose="020F0502020204030204" pitchFamily="34" charset="0"/>
                        </a:rPr>
                        <a:t>119</a:t>
                      </a:r>
                    </a:p>
                  </a:txBody>
                  <a:tcPr marL="4589" marR="4589" marT="4589" marB="0" anchor="ctr">
                    <a:lnL>
                      <a:noFill/>
                    </a:lnL>
                    <a:lnR>
                      <a:noFill/>
                    </a:lnR>
                    <a:lnT>
                      <a:noFill/>
                    </a:lnT>
                    <a:lnB>
                      <a:noFill/>
                    </a:lnB>
                    <a:solidFill>
                      <a:srgbClr val="FFFFFF"/>
                    </a:solidFill>
                  </a:tcPr>
                </a:tc>
                <a:tc>
                  <a:txBody>
                    <a:bodyPr/>
                    <a:lstStyle/>
                    <a:p>
                      <a:pPr algn="ctr" fontAlgn="ctr"/>
                      <a:r>
                        <a:rPr lang="en-CA" sz="900" b="0" i="0" u="none" strike="noStrike">
                          <a:solidFill>
                            <a:srgbClr val="000000"/>
                          </a:solidFill>
                          <a:effectLst/>
                          <a:latin typeface="Calibri" panose="020F0502020204030204" pitchFamily="34" charset="0"/>
                        </a:rPr>
                        <a:t>0</a:t>
                      </a:r>
                    </a:p>
                  </a:txBody>
                  <a:tcPr marL="4589" marR="4589" marT="4589" marB="0" anchor="ctr">
                    <a:lnL>
                      <a:noFill/>
                    </a:lnL>
                    <a:lnR>
                      <a:noFill/>
                    </a:lnR>
                    <a:lnT>
                      <a:noFill/>
                    </a:lnT>
                    <a:lnB>
                      <a:noFill/>
                    </a:lnB>
                    <a:solidFill>
                      <a:srgbClr val="FFFFFF"/>
                    </a:solidFill>
                  </a:tcPr>
                </a:tc>
                <a:tc>
                  <a:txBody>
                    <a:bodyPr/>
                    <a:lstStyle/>
                    <a:p>
                      <a:pPr algn="ctr" fontAlgn="ctr"/>
                      <a:r>
                        <a:rPr lang="en-CA" sz="900" b="0" i="0" u="none" strike="noStrike">
                          <a:solidFill>
                            <a:srgbClr val="000000"/>
                          </a:solidFill>
                          <a:effectLst/>
                          <a:latin typeface="Calibri" panose="020F0502020204030204" pitchFamily="34" charset="0"/>
                        </a:rPr>
                        <a:t>2</a:t>
                      </a:r>
                    </a:p>
                  </a:txBody>
                  <a:tcPr marL="4589" marR="4589" marT="4589" marB="0" anchor="ctr">
                    <a:lnL>
                      <a:noFill/>
                    </a:lnL>
                    <a:lnR>
                      <a:noFill/>
                    </a:lnR>
                    <a:lnT>
                      <a:noFill/>
                    </a:lnT>
                    <a:lnB>
                      <a:noFill/>
                    </a:lnB>
                    <a:solidFill>
                      <a:srgbClr val="FFFFFF"/>
                    </a:solidFill>
                  </a:tcPr>
                </a:tc>
                <a:tc>
                  <a:txBody>
                    <a:bodyPr/>
                    <a:lstStyle/>
                    <a:p>
                      <a:pPr algn="ctr" fontAlgn="ctr"/>
                      <a:r>
                        <a:rPr lang="en-CA" sz="900" b="0" i="0" u="none" strike="noStrike">
                          <a:solidFill>
                            <a:srgbClr val="000000"/>
                          </a:solidFill>
                          <a:effectLst/>
                          <a:latin typeface="Calibri" panose="020F0502020204030204" pitchFamily="34" charset="0"/>
                        </a:rPr>
                        <a:t>AB</a:t>
                      </a:r>
                    </a:p>
                  </a:txBody>
                  <a:tcPr marL="4589" marR="4589" marT="4589" marB="0" anchor="ctr">
                    <a:lnL>
                      <a:noFill/>
                    </a:lnL>
                    <a:lnR>
                      <a:noFill/>
                    </a:lnR>
                    <a:lnT>
                      <a:noFill/>
                    </a:lnT>
                    <a:lnB>
                      <a:noFill/>
                    </a:lnB>
                    <a:solidFill>
                      <a:srgbClr val="FFFFFF"/>
                    </a:solidFill>
                  </a:tcPr>
                </a:tc>
                <a:tc>
                  <a:txBody>
                    <a:bodyPr/>
                    <a:lstStyle/>
                    <a:p>
                      <a:pPr algn="ctr" fontAlgn="ctr"/>
                      <a:r>
                        <a:rPr lang="en-CA" sz="900" b="0" i="0" u="none" strike="noStrike">
                          <a:solidFill>
                            <a:srgbClr val="000000"/>
                          </a:solidFill>
                          <a:effectLst/>
                          <a:latin typeface="Calibri" panose="020F0502020204030204" pitchFamily="34" charset="0"/>
                        </a:rPr>
                        <a:t>33</a:t>
                      </a:r>
                    </a:p>
                  </a:txBody>
                  <a:tcPr marL="4589" marR="4589" marT="4589" marB="0" anchor="ctr">
                    <a:lnL>
                      <a:noFill/>
                    </a:lnL>
                    <a:lnR>
                      <a:noFill/>
                    </a:lnR>
                    <a:lnT>
                      <a:noFill/>
                    </a:lnT>
                    <a:lnB>
                      <a:noFill/>
                    </a:lnB>
                    <a:solidFill>
                      <a:srgbClr val="FFFFFF"/>
                    </a:solidFill>
                  </a:tcPr>
                </a:tc>
                <a:tc>
                  <a:txBody>
                    <a:bodyPr/>
                    <a:lstStyle/>
                    <a:p>
                      <a:pPr algn="ctr" fontAlgn="ctr"/>
                      <a:r>
                        <a:rPr lang="en-CA" sz="900" b="0" i="0" u="none" strike="noStrike">
                          <a:solidFill>
                            <a:srgbClr val="000000"/>
                          </a:solidFill>
                          <a:effectLst/>
                          <a:latin typeface="Calibri" panose="020F0502020204030204" pitchFamily="34" charset="0"/>
                        </a:rPr>
                        <a:t>627</a:t>
                      </a:r>
                    </a:p>
                  </a:txBody>
                  <a:tcPr marL="4589" marR="4589" marT="4589" marB="0" anchor="ctr">
                    <a:lnL>
                      <a:noFill/>
                    </a:lnL>
                    <a:lnR>
                      <a:noFill/>
                    </a:lnR>
                    <a:lnT>
                      <a:noFill/>
                    </a:lnT>
                    <a:lnB>
                      <a:noFill/>
                    </a:lnB>
                    <a:solidFill>
                      <a:srgbClr val="FFFFFF"/>
                    </a:solidFill>
                  </a:tcPr>
                </a:tc>
                <a:tc>
                  <a:txBody>
                    <a:bodyPr/>
                    <a:lstStyle/>
                    <a:p>
                      <a:pPr algn="ctr" fontAlgn="ctr"/>
                      <a:r>
                        <a:rPr lang="en-CA" sz="900" b="0" i="0" u="none" strike="noStrike">
                          <a:solidFill>
                            <a:srgbClr val="000000"/>
                          </a:solidFill>
                          <a:effectLst/>
                          <a:latin typeface="Calibri" panose="020F0502020204030204" pitchFamily="34" charset="0"/>
                        </a:rPr>
                        <a:t>9 (6L)</a:t>
                      </a:r>
                    </a:p>
                  </a:txBody>
                  <a:tcPr marL="4589" marR="4589" marT="4589" marB="0" anchor="ctr">
                    <a:lnL>
                      <a:noFill/>
                    </a:lnL>
                    <a:lnR>
                      <a:noFill/>
                    </a:lnR>
                    <a:lnT>
                      <a:noFill/>
                    </a:lnT>
                    <a:lnB>
                      <a:noFill/>
                    </a:lnB>
                    <a:solidFill>
                      <a:srgbClr val="FFFFFF"/>
                    </a:solidFill>
                  </a:tcPr>
                </a:tc>
                <a:tc>
                  <a:txBody>
                    <a:bodyPr/>
                    <a:lstStyle/>
                    <a:p>
                      <a:pPr algn="ctr" fontAlgn="ctr"/>
                      <a:r>
                        <a:rPr lang="en-CA" sz="900" b="0" i="0" u="none" strike="noStrike">
                          <a:solidFill>
                            <a:srgbClr val="000000"/>
                          </a:solidFill>
                          <a:effectLst/>
                          <a:latin typeface="Calibri" panose="020F0502020204030204" pitchFamily="34" charset="0"/>
                        </a:rPr>
                        <a:t>1.00%</a:t>
                      </a:r>
                    </a:p>
                  </a:txBody>
                  <a:tcPr marL="4589" marR="4589" marT="4589" marB="0" anchor="ctr">
                    <a:lnL>
                      <a:noFill/>
                    </a:lnL>
                    <a:lnR>
                      <a:noFill/>
                    </a:lnR>
                    <a:lnT>
                      <a:noFill/>
                    </a:lnT>
                    <a:lnB>
                      <a:noFill/>
                    </a:lnB>
                    <a:solidFill>
                      <a:srgbClr val="FFFFFF"/>
                    </a:solidFill>
                  </a:tcPr>
                </a:tc>
                <a:extLst>
                  <a:ext uri="{0D108BD9-81ED-4DB2-BD59-A6C34878D82A}">
                    <a16:rowId xmlns:a16="http://schemas.microsoft.com/office/drawing/2014/main" val="2786670931"/>
                  </a:ext>
                </a:extLst>
              </a:tr>
              <a:tr h="733779">
                <a:tc>
                  <a:txBody>
                    <a:bodyPr/>
                    <a:lstStyle/>
                    <a:p>
                      <a:pPr algn="ctr" fontAlgn="ctr"/>
                      <a:r>
                        <a:rPr lang="en-US" sz="900" b="0" i="0" u="none" strike="noStrike">
                          <a:solidFill>
                            <a:srgbClr val="000000"/>
                          </a:solidFill>
                          <a:effectLst/>
                          <a:latin typeface="Calibri" panose="020F0502020204030204" pitchFamily="34" charset="0"/>
                        </a:rPr>
                        <a:t>The Rig Shop Oilfield Supply Ltd.</a:t>
                      </a:r>
                    </a:p>
                  </a:txBody>
                  <a:tcPr marL="4589" marR="4589" marT="4589" marB="0" anchor="ctr">
                    <a:lnL>
                      <a:noFill/>
                    </a:lnL>
                    <a:lnR>
                      <a:noFill/>
                    </a:lnR>
                    <a:lnT>
                      <a:noFill/>
                    </a:lnT>
                    <a:lnB>
                      <a:noFill/>
                    </a:lnB>
                    <a:solidFill>
                      <a:srgbClr val="E7EFF1"/>
                    </a:solidFill>
                  </a:tcPr>
                </a:tc>
                <a:tc>
                  <a:txBody>
                    <a:bodyPr/>
                    <a:lstStyle/>
                    <a:p>
                      <a:pPr algn="ctr" fontAlgn="ctr"/>
                      <a:r>
                        <a:rPr lang="en-CA" sz="900" b="0" i="0" u="none" strike="noStrike">
                          <a:solidFill>
                            <a:srgbClr val="000000"/>
                          </a:solidFill>
                          <a:effectLst/>
                          <a:latin typeface="Calibri" panose="020F0502020204030204" pitchFamily="34" charset="0"/>
                        </a:rPr>
                        <a:t>1379</a:t>
                      </a:r>
                    </a:p>
                  </a:txBody>
                  <a:tcPr marL="4589" marR="4589" marT="4589" marB="0" anchor="ctr">
                    <a:lnL>
                      <a:noFill/>
                    </a:lnL>
                    <a:lnR>
                      <a:noFill/>
                    </a:lnR>
                    <a:lnT>
                      <a:noFill/>
                    </a:lnT>
                    <a:lnB>
                      <a:noFill/>
                    </a:lnB>
                    <a:solidFill>
                      <a:srgbClr val="E7EFF1"/>
                    </a:solidFill>
                  </a:tcPr>
                </a:tc>
                <a:tc>
                  <a:txBody>
                    <a:bodyPr/>
                    <a:lstStyle/>
                    <a:p>
                      <a:pPr algn="ctr" fontAlgn="ctr"/>
                      <a:r>
                        <a:rPr lang="en-CA" sz="900" b="0" i="0" u="none" strike="noStrike">
                          <a:solidFill>
                            <a:srgbClr val="000000"/>
                          </a:solidFill>
                          <a:effectLst/>
                          <a:latin typeface="Calibri" panose="020F0502020204030204" pitchFamily="34" charset="0"/>
                        </a:rPr>
                        <a:t>386</a:t>
                      </a:r>
                    </a:p>
                  </a:txBody>
                  <a:tcPr marL="4589" marR="4589" marT="4589" marB="0" anchor="ctr">
                    <a:lnL>
                      <a:noFill/>
                    </a:lnL>
                    <a:lnR>
                      <a:noFill/>
                    </a:lnR>
                    <a:lnT>
                      <a:noFill/>
                    </a:lnT>
                    <a:lnB>
                      <a:noFill/>
                    </a:lnB>
                    <a:solidFill>
                      <a:srgbClr val="E7EFF1"/>
                    </a:solidFill>
                  </a:tcPr>
                </a:tc>
                <a:tc>
                  <a:txBody>
                    <a:bodyPr/>
                    <a:lstStyle/>
                    <a:p>
                      <a:pPr algn="ctr" fontAlgn="ctr"/>
                      <a:r>
                        <a:rPr lang="en-CA" sz="900" b="0" i="0" u="none" strike="noStrike">
                          <a:solidFill>
                            <a:srgbClr val="000000"/>
                          </a:solidFill>
                          <a:effectLst/>
                          <a:latin typeface="Calibri" panose="020F0502020204030204" pitchFamily="34" charset="0"/>
                        </a:rPr>
                        <a:t>14</a:t>
                      </a:r>
                    </a:p>
                  </a:txBody>
                  <a:tcPr marL="4589" marR="4589" marT="4589" marB="0" anchor="ctr">
                    <a:lnL>
                      <a:noFill/>
                    </a:lnL>
                    <a:lnR>
                      <a:noFill/>
                    </a:lnR>
                    <a:lnT>
                      <a:noFill/>
                    </a:lnT>
                    <a:lnB>
                      <a:noFill/>
                    </a:lnB>
                    <a:solidFill>
                      <a:srgbClr val="E7EFF1"/>
                    </a:solidFill>
                  </a:tcPr>
                </a:tc>
                <a:tc>
                  <a:txBody>
                    <a:bodyPr/>
                    <a:lstStyle/>
                    <a:p>
                      <a:pPr algn="ctr" fontAlgn="ctr"/>
                      <a:r>
                        <a:rPr lang="en-CA" sz="900" b="0" i="0" u="none" strike="noStrike">
                          <a:solidFill>
                            <a:srgbClr val="000000"/>
                          </a:solidFill>
                          <a:effectLst/>
                          <a:latin typeface="Calibri" panose="020F0502020204030204" pitchFamily="34" charset="0"/>
                        </a:rPr>
                        <a:t>0</a:t>
                      </a:r>
                    </a:p>
                  </a:txBody>
                  <a:tcPr marL="4589" marR="4589" marT="4589" marB="0" anchor="ctr">
                    <a:lnL>
                      <a:noFill/>
                    </a:lnL>
                    <a:lnR>
                      <a:noFill/>
                    </a:lnR>
                    <a:lnT>
                      <a:noFill/>
                    </a:lnT>
                    <a:lnB>
                      <a:noFill/>
                    </a:lnB>
                    <a:solidFill>
                      <a:srgbClr val="E7EFF1"/>
                    </a:solidFill>
                  </a:tcPr>
                </a:tc>
                <a:tc>
                  <a:txBody>
                    <a:bodyPr/>
                    <a:lstStyle/>
                    <a:p>
                      <a:pPr algn="ctr" fontAlgn="ctr"/>
                      <a:r>
                        <a:rPr lang="en-CA" sz="900" b="0" i="0" u="none" strike="noStrike">
                          <a:solidFill>
                            <a:srgbClr val="000000"/>
                          </a:solidFill>
                          <a:effectLst/>
                          <a:latin typeface="Calibri" panose="020F0502020204030204" pitchFamily="34" charset="0"/>
                        </a:rPr>
                        <a:t>154</a:t>
                      </a:r>
                    </a:p>
                  </a:txBody>
                  <a:tcPr marL="4589" marR="4589" marT="4589" marB="0" anchor="ctr">
                    <a:lnL>
                      <a:noFill/>
                    </a:lnL>
                    <a:lnR>
                      <a:noFill/>
                    </a:lnR>
                    <a:lnT>
                      <a:noFill/>
                    </a:lnT>
                    <a:lnB>
                      <a:noFill/>
                    </a:lnB>
                    <a:solidFill>
                      <a:srgbClr val="E7EFF1"/>
                    </a:solidFill>
                  </a:tcPr>
                </a:tc>
                <a:tc>
                  <a:txBody>
                    <a:bodyPr/>
                    <a:lstStyle/>
                    <a:p>
                      <a:pPr algn="ctr" fontAlgn="ctr"/>
                      <a:r>
                        <a:rPr lang="en-CA" sz="900" b="0" i="0" u="none" strike="noStrike">
                          <a:solidFill>
                            <a:srgbClr val="000000"/>
                          </a:solidFill>
                          <a:effectLst/>
                          <a:latin typeface="Calibri" panose="020F0502020204030204" pitchFamily="34" charset="0"/>
                        </a:rPr>
                        <a:t>0</a:t>
                      </a:r>
                    </a:p>
                  </a:txBody>
                  <a:tcPr marL="4589" marR="4589" marT="4589" marB="0" anchor="ctr">
                    <a:lnL>
                      <a:noFill/>
                    </a:lnL>
                    <a:lnR>
                      <a:noFill/>
                    </a:lnR>
                    <a:lnT>
                      <a:noFill/>
                    </a:lnT>
                    <a:lnB>
                      <a:noFill/>
                    </a:lnB>
                    <a:solidFill>
                      <a:srgbClr val="E7EFF1"/>
                    </a:solidFill>
                  </a:tcPr>
                </a:tc>
                <a:tc>
                  <a:txBody>
                    <a:bodyPr/>
                    <a:lstStyle/>
                    <a:p>
                      <a:pPr algn="ctr" fontAlgn="ctr"/>
                      <a:r>
                        <a:rPr lang="en-CA" sz="900" b="0" i="0" u="none" strike="noStrike">
                          <a:solidFill>
                            <a:srgbClr val="000000"/>
                          </a:solidFill>
                          <a:effectLst/>
                          <a:latin typeface="Calibri" panose="020F0502020204030204" pitchFamily="34" charset="0"/>
                        </a:rPr>
                        <a:t>5</a:t>
                      </a:r>
                    </a:p>
                  </a:txBody>
                  <a:tcPr marL="4589" marR="4589" marT="4589" marB="0" anchor="ctr">
                    <a:lnL>
                      <a:noFill/>
                    </a:lnL>
                    <a:lnR>
                      <a:noFill/>
                    </a:lnR>
                    <a:lnT>
                      <a:noFill/>
                    </a:lnT>
                    <a:lnB>
                      <a:noFill/>
                    </a:lnB>
                    <a:solidFill>
                      <a:srgbClr val="E7EFF1"/>
                    </a:solidFill>
                  </a:tcPr>
                </a:tc>
                <a:tc>
                  <a:txBody>
                    <a:bodyPr/>
                    <a:lstStyle/>
                    <a:p>
                      <a:pPr algn="ctr" fontAlgn="ctr"/>
                      <a:r>
                        <a:rPr lang="en-CA" sz="900" b="0" i="0" u="none" strike="noStrike">
                          <a:solidFill>
                            <a:srgbClr val="000000"/>
                          </a:solidFill>
                          <a:effectLst/>
                          <a:latin typeface="Calibri" panose="020F0502020204030204" pitchFamily="34" charset="0"/>
                        </a:rPr>
                        <a:t>AB</a:t>
                      </a:r>
                    </a:p>
                  </a:txBody>
                  <a:tcPr marL="4589" marR="4589" marT="4589" marB="0" anchor="ctr">
                    <a:lnL>
                      <a:noFill/>
                    </a:lnL>
                    <a:lnR>
                      <a:noFill/>
                    </a:lnR>
                    <a:lnT>
                      <a:noFill/>
                    </a:lnT>
                    <a:lnB>
                      <a:noFill/>
                    </a:lnB>
                    <a:solidFill>
                      <a:srgbClr val="E7EFF1"/>
                    </a:solidFill>
                  </a:tcPr>
                </a:tc>
                <a:tc>
                  <a:txBody>
                    <a:bodyPr/>
                    <a:lstStyle/>
                    <a:p>
                      <a:pPr algn="ctr" fontAlgn="ctr"/>
                      <a:r>
                        <a:rPr lang="en-CA" sz="900" b="0" i="0" u="none" strike="noStrike">
                          <a:solidFill>
                            <a:srgbClr val="000000"/>
                          </a:solidFill>
                          <a:effectLst/>
                          <a:latin typeface="Calibri" panose="020F0502020204030204" pitchFamily="34" charset="0"/>
                        </a:rPr>
                        <a:t>41</a:t>
                      </a:r>
                    </a:p>
                  </a:txBody>
                  <a:tcPr marL="4589" marR="4589" marT="4589" marB="0" anchor="ctr">
                    <a:lnL>
                      <a:noFill/>
                    </a:lnL>
                    <a:lnR>
                      <a:noFill/>
                    </a:lnR>
                    <a:lnT>
                      <a:noFill/>
                    </a:lnT>
                    <a:lnB>
                      <a:noFill/>
                    </a:lnB>
                    <a:solidFill>
                      <a:srgbClr val="E7EFF1"/>
                    </a:solidFill>
                  </a:tcPr>
                </a:tc>
                <a:tc>
                  <a:txBody>
                    <a:bodyPr/>
                    <a:lstStyle/>
                    <a:p>
                      <a:pPr algn="ctr" fontAlgn="ctr"/>
                      <a:r>
                        <a:rPr lang="en-CA" sz="900" b="0" i="0" u="none" strike="noStrike">
                          <a:solidFill>
                            <a:srgbClr val="000000"/>
                          </a:solidFill>
                          <a:effectLst/>
                          <a:latin typeface="Calibri" panose="020F0502020204030204" pitchFamily="34" charset="0"/>
                        </a:rPr>
                        <a:t>616</a:t>
                      </a:r>
                    </a:p>
                  </a:txBody>
                  <a:tcPr marL="4589" marR="4589" marT="4589" marB="0" anchor="ctr">
                    <a:lnL>
                      <a:noFill/>
                    </a:lnL>
                    <a:lnR>
                      <a:noFill/>
                    </a:lnR>
                    <a:lnT>
                      <a:noFill/>
                    </a:lnT>
                    <a:lnB>
                      <a:noFill/>
                    </a:lnB>
                    <a:solidFill>
                      <a:srgbClr val="E7EFF1"/>
                    </a:solidFill>
                  </a:tcPr>
                </a:tc>
                <a:tc>
                  <a:txBody>
                    <a:bodyPr/>
                    <a:lstStyle/>
                    <a:p>
                      <a:pPr algn="ctr" fontAlgn="ctr"/>
                      <a:r>
                        <a:rPr lang="en-CA" sz="900" b="0" i="0" u="none" strike="noStrike">
                          <a:solidFill>
                            <a:srgbClr val="000000"/>
                          </a:solidFill>
                          <a:effectLst/>
                          <a:latin typeface="Calibri" panose="020F0502020204030204" pitchFamily="34" charset="0"/>
                        </a:rPr>
                        <a:t>11 (7M)</a:t>
                      </a:r>
                    </a:p>
                  </a:txBody>
                  <a:tcPr marL="4589" marR="4589" marT="4589" marB="0" anchor="ctr">
                    <a:lnL>
                      <a:noFill/>
                    </a:lnL>
                    <a:lnR>
                      <a:noFill/>
                    </a:lnR>
                    <a:lnT>
                      <a:noFill/>
                    </a:lnT>
                    <a:lnB>
                      <a:noFill/>
                    </a:lnB>
                    <a:solidFill>
                      <a:srgbClr val="E7EFF1"/>
                    </a:solidFill>
                  </a:tcPr>
                </a:tc>
                <a:tc>
                  <a:txBody>
                    <a:bodyPr/>
                    <a:lstStyle/>
                    <a:p>
                      <a:pPr algn="ctr" fontAlgn="ctr"/>
                      <a:r>
                        <a:rPr lang="en-CA" sz="900" b="0" i="0" u="none" strike="noStrike" dirty="0">
                          <a:solidFill>
                            <a:srgbClr val="000000"/>
                          </a:solidFill>
                          <a:effectLst/>
                          <a:latin typeface="Calibri" panose="020F0502020204030204" pitchFamily="34" charset="0"/>
                        </a:rPr>
                        <a:t>2.00%</a:t>
                      </a:r>
                    </a:p>
                  </a:txBody>
                  <a:tcPr marL="4589" marR="4589" marT="4589" marB="0" anchor="ctr">
                    <a:lnL>
                      <a:noFill/>
                    </a:lnL>
                    <a:lnR>
                      <a:noFill/>
                    </a:lnR>
                    <a:lnT>
                      <a:noFill/>
                    </a:lnT>
                    <a:lnB>
                      <a:noFill/>
                    </a:lnB>
                    <a:solidFill>
                      <a:srgbClr val="E7EFF1"/>
                    </a:solidFill>
                  </a:tcPr>
                </a:tc>
                <a:extLst>
                  <a:ext uri="{0D108BD9-81ED-4DB2-BD59-A6C34878D82A}">
                    <a16:rowId xmlns:a16="http://schemas.microsoft.com/office/drawing/2014/main" val="1469371424"/>
                  </a:ext>
                </a:extLst>
              </a:tr>
            </a:tbl>
          </a:graphicData>
        </a:graphic>
      </p:graphicFrame>
    </p:spTree>
    <p:extLst>
      <p:ext uri="{BB962C8B-B14F-4D97-AF65-F5344CB8AC3E}">
        <p14:creationId xmlns:p14="http://schemas.microsoft.com/office/powerpoint/2010/main" val="70488282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a:xfrm>
            <a:off x="315313" y="386060"/>
            <a:ext cx="8280401" cy="397483"/>
          </a:xfrm>
        </p:spPr>
        <p:txBody>
          <a:bodyPr/>
          <a:lstStyle/>
          <a:p>
            <a:r>
              <a:rPr lang="en-US" sz="3000" dirty="0" smtClean="0"/>
              <a:t>CWB PD Master Scale</a:t>
            </a:r>
            <a:endParaRPr lang="en-CA" sz="3000" dirty="0"/>
          </a:p>
        </p:txBody>
      </p:sp>
      <p:graphicFrame>
        <p:nvGraphicFramePr>
          <p:cNvPr id="8" name="Table 7"/>
          <p:cNvGraphicFramePr>
            <a:graphicFrameLocks noGrp="1"/>
          </p:cNvGraphicFramePr>
          <p:nvPr>
            <p:extLst/>
          </p:nvPr>
        </p:nvGraphicFramePr>
        <p:xfrm>
          <a:off x="1544070" y="847598"/>
          <a:ext cx="5822885" cy="3855605"/>
        </p:xfrm>
        <a:graphic>
          <a:graphicData uri="http://schemas.openxmlformats.org/drawingml/2006/table">
            <a:tbl>
              <a:tblPr firstRow="1" bandRow="1">
                <a:tableStyleId>{B301B821-A1FF-4177-AEE7-76D212191A09}</a:tableStyleId>
              </a:tblPr>
              <a:tblGrid>
                <a:gridCol w="598007">
                  <a:extLst>
                    <a:ext uri="{9D8B030D-6E8A-4147-A177-3AD203B41FA5}">
                      <a16:colId xmlns:a16="http://schemas.microsoft.com/office/drawing/2014/main" val="976676975"/>
                    </a:ext>
                  </a:extLst>
                </a:gridCol>
                <a:gridCol w="602960">
                  <a:extLst>
                    <a:ext uri="{9D8B030D-6E8A-4147-A177-3AD203B41FA5}">
                      <a16:colId xmlns:a16="http://schemas.microsoft.com/office/drawing/2014/main" val="3089833359"/>
                    </a:ext>
                  </a:extLst>
                </a:gridCol>
                <a:gridCol w="512743">
                  <a:extLst>
                    <a:ext uri="{9D8B030D-6E8A-4147-A177-3AD203B41FA5}">
                      <a16:colId xmlns:a16="http://schemas.microsoft.com/office/drawing/2014/main" val="3890346065"/>
                    </a:ext>
                  </a:extLst>
                </a:gridCol>
                <a:gridCol w="484488">
                  <a:extLst>
                    <a:ext uri="{9D8B030D-6E8A-4147-A177-3AD203B41FA5}">
                      <a16:colId xmlns:a16="http://schemas.microsoft.com/office/drawing/2014/main" val="216206275"/>
                    </a:ext>
                  </a:extLst>
                </a:gridCol>
                <a:gridCol w="735704">
                  <a:extLst>
                    <a:ext uri="{9D8B030D-6E8A-4147-A177-3AD203B41FA5}">
                      <a16:colId xmlns:a16="http://schemas.microsoft.com/office/drawing/2014/main" val="2540051438"/>
                    </a:ext>
                  </a:extLst>
                </a:gridCol>
                <a:gridCol w="654956">
                  <a:extLst>
                    <a:ext uri="{9D8B030D-6E8A-4147-A177-3AD203B41FA5}">
                      <a16:colId xmlns:a16="http://schemas.microsoft.com/office/drawing/2014/main" val="3772930496"/>
                    </a:ext>
                  </a:extLst>
                </a:gridCol>
                <a:gridCol w="601124">
                  <a:extLst>
                    <a:ext uri="{9D8B030D-6E8A-4147-A177-3AD203B41FA5}">
                      <a16:colId xmlns:a16="http://schemas.microsoft.com/office/drawing/2014/main" val="3062903697"/>
                    </a:ext>
                  </a:extLst>
                </a:gridCol>
                <a:gridCol w="502431">
                  <a:extLst>
                    <a:ext uri="{9D8B030D-6E8A-4147-A177-3AD203B41FA5}">
                      <a16:colId xmlns:a16="http://schemas.microsoft.com/office/drawing/2014/main" val="3464167178"/>
                    </a:ext>
                  </a:extLst>
                </a:gridCol>
                <a:gridCol w="610096">
                  <a:extLst>
                    <a:ext uri="{9D8B030D-6E8A-4147-A177-3AD203B41FA5}">
                      <a16:colId xmlns:a16="http://schemas.microsoft.com/office/drawing/2014/main" val="3955193884"/>
                    </a:ext>
                  </a:extLst>
                </a:gridCol>
                <a:gridCol w="520376">
                  <a:extLst>
                    <a:ext uri="{9D8B030D-6E8A-4147-A177-3AD203B41FA5}">
                      <a16:colId xmlns:a16="http://schemas.microsoft.com/office/drawing/2014/main" val="4230038612"/>
                    </a:ext>
                  </a:extLst>
                </a:gridCol>
              </a:tblGrid>
              <a:tr h="273836">
                <a:tc gridSpan="10">
                  <a:txBody>
                    <a:bodyPr/>
                    <a:lstStyle/>
                    <a:p>
                      <a:pPr algn="ctr" rtl="0" fontAlgn="ctr"/>
                      <a:r>
                        <a:rPr lang="en-CA" sz="900" u="none" strike="noStrike" dirty="0">
                          <a:effectLst/>
                        </a:rPr>
                        <a:t>CWB PD Master </a:t>
                      </a:r>
                      <a:r>
                        <a:rPr lang="en-CA" sz="900" u="none" strike="noStrike" dirty="0" smtClean="0">
                          <a:effectLst/>
                        </a:rPr>
                        <a:t>Scale</a:t>
                      </a:r>
                      <a:endParaRPr lang="en-CA" sz="900" b="1" i="0" u="none" strike="noStrike" dirty="0">
                        <a:solidFill>
                          <a:srgbClr val="FFFFFF"/>
                        </a:solidFill>
                        <a:effectLst/>
                        <a:latin typeface="Calibri" panose="020F0502020204030204" pitchFamily="34" charset="0"/>
                      </a:endParaRPr>
                    </a:p>
                  </a:txBody>
                  <a:tcPr marL="6499" marR="6499" marT="6499" marB="0" anchor="ct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pPr algn="ctr" fontAlgn="ctr"/>
                      <a:endParaRPr lang="en-CA" sz="700" b="0" i="0" u="none" strike="noStrike" dirty="0">
                        <a:solidFill>
                          <a:srgbClr val="000000"/>
                        </a:solidFill>
                        <a:effectLst/>
                        <a:latin typeface="Calibri" panose="020F0502020204030204" pitchFamily="34" charset="0"/>
                      </a:endParaRPr>
                    </a:p>
                  </a:txBody>
                  <a:tcPr marL="6499" marR="6499" marT="6499" marB="0" anchor="ctr"/>
                </a:tc>
                <a:tc hMerge="1">
                  <a:txBody>
                    <a:bodyPr/>
                    <a:lstStyle/>
                    <a:p>
                      <a:pPr algn="ctr" fontAlgn="ctr"/>
                      <a:endParaRPr lang="en-CA" sz="700" b="0" i="0" u="none" strike="noStrike" dirty="0">
                        <a:solidFill>
                          <a:srgbClr val="000000"/>
                        </a:solidFill>
                        <a:effectLst/>
                        <a:latin typeface="Calibri" panose="020F0502020204030204" pitchFamily="34" charset="0"/>
                      </a:endParaRPr>
                    </a:p>
                  </a:txBody>
                  <a:tcPr marL="6499" marR="6499" marT="6499" marB="0" anchor="ctr"/>
                </a:tc>
                <a:extLst>
                  <a:ext uri="{0D108BD9-81ED-4DB2-BD59-A6C34878D82A}">
                    <a16:rowId xmlns:a16="http://schemas.microsoft.com/office/drawing/2014/main" val="196978422"/>
                  </a:ext>
                </a:extLst>
              </a:tr>
              <a:tr h="380561">
                <a:tc gridSpan="2">
                  <a:txBody>
                    <a:bodyPr/>
                    <a:lstStyle/>
                    <a:p>
                      <a:pPr algn="ctr" rtl="0" fontAlgn="ctr"/>
                      <a:r>
                        <a:rPr lang="en-CA" sz="900" b="1" u="none" strike="noStrike" dirty="0">
                          <a:solidFill>
                            <a:schemeClr val="tx2"/>
                          </a:solidFill>
                          <a:effectLst/>
                        </a:rPr>
                        <a:t>Status</a:t>
                      </a:r>
                      <a:endParaRPr lang="en-CA" sz="900" b="1" i="0" u="none" strike="noStrike" dirty="0">
                        <a:solidFill>
                          <a:schemeClr val="tx2"/>
                        </a:solidFill>
                        <a:effectLst/>
                        <a:latin typeface="Calibri" panose="020F0502020204030204" pitchFamily="34" charset="0"/>
                      </a:endParaRPr>
                    </a:p>
                  </a:txBody>
                  <a:tcPr marL="6499" marR="6499" marT="6499" marB="0" anchor="ctr"/>
                </a:tc>
                <a:tc hMerge="1">
                  <a:txBody>
                    <a:bodyPr/>
                    <a:lstStyle/>
                    <a:p>
                      <a:endParaRPr lang="en-CA"/>
                    </a:p>
                  </a:txBody>
                  <a:tcPr/>
                </a:tc>
                <a:tc>
                  <a:txBody>
                    <a:bodyPr/>
                    <a:lstStyle/>
                    <a:p>
                      <a:pPr algn="ctr" rtl="0" fontAlgn="ctr"/>
                      <a:r>
                        <a:rPr lang="en-CA" sz="900" b="1" u="none" strike="noStrike" dirty="0">
                          <a:solidFill>
                            <a:schemeClr val="tx2"/>
                          </a:solidFill>
                          <a:effectLst/>
                        </a:rPr>
                        <a:t>System Risk Rating </a:t>
                      </a:r>
                      <a:endParaRPr lang="en-CA" sz="900" b="1" i="0" u="none" strike="noStrike" dirty="0">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b="1" u="none" strike="noStrike" dirty="0">
                          <a:solidFill>
                            <a:schemeClr val="tx2"/>
                          </a:solidFill>
                          <a:effectLst/>
                        </a:rPr>
                        <a:t>BRR</a:t>
                      </a:r>
                      <a:endParaRPr lang="en-CA" sz="900" b="1" i="0" u="none" strike="noStrike" dirty="0">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b="1" u="none" strike="noStrike" dirty="0">
                          <a:solidFill>
                            <a:schemeClr val="tx2"/>
                          </a:solidFill>
                          <a:effectLst/>
                        </a:rPr>
                        <a:t>Qualitative Score</a:t>
                      </a:r>
                      <a:endParaRPr lang="en-CA" sz="900" b="1" i="0" u="none" strike="noStrike" dirty="0">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b="1" u="none" strike="noStrike" dirty="0">
                          <a:solidFill>
                            <a:schemeClr val="tx2"/>
                          </a:solidFill>
                          <a:effectLst/>
                        </a:rPr>
                        <a:t>Min PD</a:t>
                      </a:r>
                      <a:endParaRPr lang="en-CA" sz="900" b="1" i="0" u="none" strike="noStrike" dirty="0">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b="1" u="none" strike="noStrike" dirty="0">
                          <a:solidFill>
                            <a:srgbClr val="FF0000"/>
                          </a:solidFill>
                          <a:effectLst/>
                        </a:rPr>
                        <a:t>Mid PD</a:t>
                      </a:r>
                      <a:endParaRPr lang="en-CA" sz="900" b="1" i="0" u="none" strike="noStrike" dirty="0">
                        <a:solidFill>
                          <a:srgbClr val="FF0000"/>
                        </a:solidFill>
                        <a:effectLst/>
                        <a:latin typeface="Calibri" panose="020F0502020204030204" pitchFamily="34" charset="0"/>
                      </a:endParaRPr>
                    </a:p>
                  </a:txBody>
                  <a:tcPr marL="6499" marR="6499" marT="6499" marB="0" anchor="ctr"/>
                </a:tc>
                <a:tc>
                  <a:txBody>
                    <a:bodyPr/>
                    <a:lstStyle/>
                    <a:p>
                      <a:pPr algn="ctr" rtl="0" fontAlgn="ctr"/>
                      <a:r>
                        <a:rPr lang="en-CA" sz="900" b="1" u="none" strike="noStrike" dirty="0">
                          <a:solidFill>
                            <a:schemeClr val="tx2"/>
                          </a:solidFill>
                          <a:effectLst/>
                        </a:rPr>
                        <a:t>Max PD</a:t>
                      </a:r>
                      <a:endParaRPr lang="en-CA" sz="900" b="1" i="0" u="none" strike="noStrike" dirty="0">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b="1" u="none" strike="noStrike" dirty="0" smtClean="0">
                          <a:solidFill>
                            <a:schemeClr val="tx2"/>
                          </a:solidFill>
                          <a:effectLst/>
                        </a:rPr>
                        <a:t>S&amp;P’s and </a:t>
                      </a:r>
                      <a:r>
                        <a:rPr lang="en-CA" sz="900" b="1" u="none" strike="noStrike" dirty="0">
                          <a:solidFill>
                            <a:schemeClr val="tx2"/>
                          </a:solidFill>
                          <a:effectLst/>
                        </a:rPr>
                        <a:t>Fitch</a:t>
                      </a:r>
                      <a:endParaRPr lang="en-CA" sz="900" b="1" i="0" u="none" strike="noStrike" dirty="0">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b="1" u="none" strike="noStrike" dirty="0">
                          <a:solidFill>
                            <a:schemeClr val="tx2"/>
                          </a:solidFill>
                          <a:effectLst/>
                        </a:rPr>
                        <a:t>Moody's</a:t>
                      </a:r>
                      <a:endParaRPr lang="en-CA" sz="900" b="1" i="0" u="none" strike="noStrike" dirty="0">
                        <a:solidFill>
                          <a:schemeClr val="tx2"/>
                        </a:solidFill>
                        <a:effectLst/>
                        <a:latin typeface="Calibri" panose="020F0502020204030204" pitchFamily="34" charset="0"/>
                      </a:endParaRPr>
                    </a:p>
                  </a:txBody>
                  <a:tcPr marL="6499" marR="6499" marT="6499" marB="0" anchor="ctr"/>
                </a:tc>
                <a:extLst>
                  <a:ext uri="{0D108BD9-81ED-4DB2-BD59-A6C34878D82A}">
                    <a16:rowId xmlns:a16="http://schemas.microsoft.com/office/drawing/2014/main" val="477439438"/>
                  </a:ext>
                </a:extLst>
              </a:tr>
              <a:tr h="130799">
                <a:tc rowSpan="20">
                  <a:txBody>
                    <a:bodyPr/>
                    <a:lstStyle/>
                    <a:p>
                      <a:pPr algn="ctr" rtl="0" fontAlgn="ctr"/>
                      <a:r>
                        <a:rPr lang="en-CA" sz="900" b="1" u="none" strike="noStrike" dirty="0">
                          <a:solidFill>
                            <a:schemeClr val="bg1"/>
                          </a:solidFill>
                          <a:effectLst/>
                        </a:rPr>
                        <a:t>Performing</a:t>
                      </a:r>
                      <a:endParaRPr lang="en-CA" sz="900" b="1" i="0" u="none" strike="noStrike" dirty="0">
                        <a:solidFill>
                          <a:schemeClr val="bg1"/>
                        </a:solidFill>
                        <a:effectLst/>
                        <a:latin typeface="Calibri" panose="020F0502020204030204" pitchFamily="34" charset="0"/>
                      </a:endParaRPr>
                    </a:p>
                    <a:p>
                      <a:pPr algn="ctr" rtl="0" fontAlgn="ctr"/>
                      <a:r>
                        <a:rPr lang="en-CA" sz="900" b="1" u="none" strike="noStrike" dirty="0">
                          <a:effectLst/>
                        </a:rPr>
                        <a:t> </a:t>
                      </a:r>
                      <a:endParaRPr lang="en-CA" sz="900" b="1" i="0" u="none" strike="noStrike" dirty="0">
                        <a:solidFill>
                          <a:srgbClr val="003B5C"/>
                        </a:solidFill>
                        <a:effectLst/>
                        <a:latin typeface="Calibri" panose="020F0502020204030204" pitchFamily="34" charset="0"/>
                      </a:endParaRPr>
                    </a:p>
                  </a:txBody>
                  <a:tcPr marL="6499" marR="6499" marT="6499" marB="0" anchor="ctr">
                    <a:solidFill>
                      <a:srgbClr val="00B050"/>
                    </a:solidFill>
                  </a:tcPr>
                </a:tc>
                <a:tc rowSpan="15">
                  <a:txBody>
                    <a:bodyPr/>
                    <a:lstStyle/>
                    <a:p>
                      <a:pPr algn="ctr" rtl="0" fontAlgn="ctr"/>
                      <a:r>
                        <a:rPr lang="en-CA" sz="900" b="1" u="none" strike="noStrike" dirty="0">
                          <a:solidFill>
                            <a:schemeClr val="bg1"/>
                          </a:solidFill>
                          <a:effectLst/>
                        </a:rPr>
                        <a:t>Origination</a:t>
                      </a:r>
                      <a:endParaRPr lang="en-CA" sz="900" b="1" i="0" u="none" strike="noStrike" dirty="0">
                        <a:solidFill>
                          <a:schemeClr val="bg1"/>
                        </a:solidFill>
                        <a:effectLst/>
                        <a:latin typeface="Calibri" panose="020F0502020204030204" pitchFamily="34" charset="0"/>
                      </a:endParaRPr>
                    </a:p>
                  </a:txBody>
                  <a:tcPr marL="6499" marR="6499" marT="6499" marB="0" anchor="ctr">
                    <a:solidFill>
                      <a:srgbClr val="00B050"/>
                    </a:solidFill>
                  </a:tcPr>
                </a:tc>
                <a:tc>
                  <a:txBody>
                    <a:bodyPr/>
                    <a:lstStyle/>
                    <a:p>
                      <a:pPr algn="ctr" rtl="0" fontAlgn="ctr"/>
                      <a:r>
                        <a:rPr lang="en-CA" sz="900" u="none" strike="noStrike" dirty="0">
                          <a:solidFill>
                            <a:schemeClr val="tx2"/>
                          </a:solidFill>
                          <a:effectLst/>
                        </a:rPr>
                        <a:t>1</a:t>
                      </a:r>
                      <a:endParaRPr lang="en-CA" sz="900" b="0" i="0" u="none" strike="noStrike" dirty="0">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1</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NA</a:t>
                      </a:r>
                      <a:endParaRPr lang="en-CA" sz="900" b="1"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0.01%</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b="1" u="none" strike="noStrike" dirty="0">
                          <a:solidFill>
                            <a:srgbClr val="FF0000"/>
                          </a:solidFill>
                          <a:effectLst/>
                        </a:rPr>
                        <a:t>0.05%</a:t>
                      </a:r>
                      <a:endParaRPr lang="en-CA" sz="900" b="1" i="0" u="none" strike="noStrike" dirty="0">
                        <a:solidFill>
                          <a:srgbClr val="FF0000"/>
                        </a:solidFill>
                        <a:effectLst/>
                        <a:latin typeface="Calibri" panose="020F0502020204030204" pitchFamily="34" charset="0"/>
                      </a:endParaRPr>
                    </a:p>
                  </a:txBody>
                  <a:tcPr marL="6499" marR="6499" marT="6499" marB="0" anchor="ctr"/>
                </a:tc>
                <a:tc>
                  <a:txBody>
                    <a:bodyPr/>
                    <a:lstStyle/>
                    <a:p>
                      <a:pPr algn="ctr" rtl="0" fontAlgn="ctr"/>
                      <a:r>
                        <a:rPr lang="en-CA" sz="900" u="none" strike="noStrike" dirty="0">
                          <a:solidFill>
                            <a:schemeClr val="tx2"/>
                          </a:solidFill>
                          <a:effectLst/>
                        </a:rPr>
                        <a:t>0.06%</a:t>
                      </a:r>
                      <a:endParaRPr lang="en-CA" sz="900" b="0" i="0" u="none" strike="noStrike" dirty="0">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AAA/AA+</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Aaa/Aa1</a:t>
                      </a:r>
                      <a:endParaRPr lang="en-CA" sz="900" b="0" i="0" u="none" strike="noStrike">
                        <a:solidFill>
                          <a:schemeClr val="tx2"/>
                        </a:solidFill>
                        <a:effectLst/>
                        <a:latin typeface="Calibri" panose="020F0502020204030204" pitchFamily="34" charset="0"/>
                      </a:endParaRPr>
                    </a:p>
                  </a:txBody>
                  <a:tcPr marL="6499" marR="6499" marT="6499" marB="0" anchor="ctr"/>
                </a:tc>
                <a:extLst>
                  <a:ext uri="{0D108BD9-81ED-4DB2-BD59-A6C34878D82A}">
                    <a16:rowId xmlns:a16="http://schemas.microsoft.com/office/drawing/2014/main" val="660816787"/>
                  </a:ext>
                </a:extLst>
              </a:tr>
              <a:tr h="130799">
                <a:tc vMerge="1">
                  <a:txBody>
                    <a:bodyPr/>
                    <a:lstStyle/>
                    <a:p>
                      <a:endParaRPr lang="en-CA"/>
                    </a:p>
                  </a:txBody>
                  <a:tcPr/>
                </a:tc>
                <a:tc vMerge="1">
                  <a:txBody>
                    <a:bodyPr/>
                    <a:lstStyle/>
                    <a:p>
                      <a:endParaRPr lang="en-CA"/>
                    </a:p>
                  </a:txBody>
                  <a:tcPr/>
                </a:tc>
                <a:tc>
                  <a:txBody>
                    <a:bodyPr/>
                    <a:lstStyle/>
                    <a:p>
                      <a:pPr algn="ctr" rtl="0" fontAlgn="ctr"/>
                      <a:r>
                        <a:rPr lang="en-CA" sz="900" u="none" strike="noStrike" dirty="0">
                          <a:solidFill>
                            <a:schemeClr val="tx2"/>
                          </a:solidFill>
                          <a:effectLst/>
                        </a:rPr>
                        <a:t>2</a:t>
                      </a:r>
                      <a:endParaRPr lang="en-CA" sz="900" b="0" i="0" u="none" strike="noStrike" dirty="0">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dirty="0">
                          <a:solidFill>
                            <a:schemeClr val="tx2"/>
                          </a:solidFill>
                          <a:effectLst/>
                        </a:rPr>
                        <a:t>2</a:t>
                      </a:r>
                      <a:endParaRPr lang="en-CA" sz="900" b="0" i="0" u="none" strike="noStrike" dirty="0">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NA</a:t>
                      </a:r>
                      <a:endParaRPr lang="en-CA" sz="900" b="1"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0.06%</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b="1" u="none" strike="noStrike">
                          <a:solidFill>
                            <a:srgbClr val="FF0000"/>
                          </a:solidFill>
                          <a:effectLst/>
                        </a:rPr>
                        <a:t>0.07%</a:t>
                      </a:r>
                      <a:endParaRPr lang="en-CA" sz="900" b="1" i="0" u="none" strike="noStrike">
                        <a:solidFill>
                          <a:srgbClr val="FF0000"/>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0.09%</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AA/AA-</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Aa2/Aa3</a:t>
                      </a:r>
                      <a:endParaRPr lang="en-CA" sz="900" b="0" i="0" u="none" strike="noStrike">
                        <a:solidFill>
                          <a:schemeClr val="tx2"/>
                        </a:solidFill>
                        <a:effectLst/>
                        <a:latin typeface="Calibri" panose="020F0502020204030204" pitchFamily="34" charset="0"/>
                      </a:endParaRPr>
                    </a:p>
                  </a:txBody>
                  <a:tcPr marL="6499" marR="6499" marT="6499" marB="0" anchor="ctr"/>
                </a:tc>
                <a:extLst>
                  <a:ext uri="{0D108BD9-81ED-4DB2-BD59-A6C34878D82A}">
                    <a16:rowId xmlns:a16="http://schemas.microsoft.com/office/drawing/2014/main" val="975720102"/>
                  </a:ext>
                </a:extLst>
              </a:tr>
              <a:tr h="130799">
                <a:tc vMerge="1">
                  <a:txBody>
                    <a:bodyPr/>
                    <a:lstStyle/>
                    <a:p>
                      <a:endParaRPr lang="en-CA"/>
                    </a:p>
                  </a:txBody>
                  <a:tcPr/>
                </a:tc>
                <a:tc vMerge="1">
                  <a:txBody>
                    <a:bodyPr/>
                    <a:lstStyle/>
                    <a:p>
                      <a:endParaRPr lang="en-CA"/>
                    </a:p>
                  </a:txBody>
                  <a:tcPr/>
                </a:tc>
                <a:tc>
                  <a:txBody>
                    <a:bodyPr/>
                    <a:lstStyle/>
                    <a:p>
                      <a:pPr algn="ctr" rtl="0" fontAlgn="ctr"/>
                      <a:r>
                        <a:rPr lang="en-CA" sz="900" u="none" strike="noStrike">
                          <a:solidFill>
                            <a:schemeClr val="tx2"/>
                          </a:solidFill>
                          <a:effectLst/>
                        </a:rPr>
                        <a:t>3</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3</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dirty="0">
                          <a:solidFill>
                            <a:schemeClr val="tx2"/>
                          </a:solidFill>
                          <a:effectLst/>
                        </a:rPr>
                        <a:t>5</a:t>
                      </a:r>
                      <a:endParaRPr lang="en-CA" sz="900" b="1" i="0" u="none" strike="noStrike" dirty="0">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dirty="0">
                          <a:solidFill>
                            <a:schemeClr val="tx2"/>
                          </a:solidFill>
                          <a:effectLst/>
                        </a:rPr>
                        <a:t>0.09%</a:t>
                      </a:r>
                      <a:endParaRPr lang="en-CA" sz="900" b="0" i="0" u="none" strike="noStrike" dirty="0">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b="1" u="none" strike="noStrike" dirty="0">
                          <a:solidFill>
                            <a:srgbClr val="FF0000"/>
                          </a:solidFill>
                          <a:effectLst/>
                        </a:rPr>
                        <a:t>0.11%</a:t>
                      </a:r>
                      <a:endParaRPr lang="en-CA" sz="900" b="1" i="0" u="none" strike="noStrike" dirty="0">
                        <a:solidFill>
                          <a:srgbClr val="FF0000"/>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0.14%</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A+</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A1</a:t>
                      </a:r>
                      <a:endParaRPr lang="en-CA" sz="900" b="0" i="0" u="none" strike="noStrike">
                        <a:solidFill>
                          <a:schemeClr val="tx2"/>
                        </a:solidFill>
                        <a:effectLst/>
                        <a:latin typeface="Calibri" panose="020F0502020204030204" pitchFamily="34" charset="0"/>
                      </a:endParaRPr>
                    </a:p>
                  </a:txBody>
                  <a:tcPr marL="6499" marR="6499" marT="6499" marB="0" anchor="ctr"/>
                </a:tc>
                <a:extLst>
                  <a:ext uri="{0D108BD9-81ED-4DB2-BD59-A6C34878D82A}">
                    <a16:rowId xmlns:a16="http://schemas.microsoft.com/office/drawing/2014/main" val="2964483862"/>
                  </a:ext>
                </a:extLst>
              </a:tr>
              <a:tr h="134918">
                <a:tc vMerge="1">
                  <a:txBody>
                    <a:bodyPr/>
                    <a:lstStyle/>
                    <a:p>
                      <a:endParaRPr lang="en-CA"/>
                    </a:p>
                  </a:txBody>
                  <a:tcPr/>
                </a:tc>
                <a:tc vMerge="1">
                  <a:txBody>
                    <a:bodyPr/>
                    <a:lstStyle/>
                    <a:p>
                      <a:endParaRPr lang="en-CA"/>
                    </a:p>
                  </a:txBody>
                  <a:tcPr/>
                </a:tc>
                <a:tc>
                  <a:txBody>
                    <a:bodyPr/>
                    <a:lstStyle/>
                    <a:p>
                      <a:pPr algn="ctr" rtl="0" fontAlgn="ctr"/>
                      <a:r>
                        <a:rPr lang="en-CA" sz="900" u="none" strike="noStrike" dirty="0">
                          <a:solidFill>
                            <a:schemeClr val="tx2"/>
                          </a:solidFill>
                          <a:effectLst/>
                        </a:rPr>
                        <a:t>4</a:t>
                      </a:r>
                      <a:endParaRPr lang="en-CA" sz="900" b="0" i="0" u="none" strike="noStrike" dirty="0">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4</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4.75</a:t>
                      </a:r>
                      <a:endParaRPr lang="en-CA" sz="900" b="1"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0.14%</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b="1" u="none" strike="noStrike">
                          <a:solidFill>
                            <a:srgbClr val="FF0000"/>
                          </a:solidFill>
                          <a:effectLst/>
                        </a:rPr>
                        <a:t>0.16%</a:t>
                      </a:r>
                      <a:endParaRPr lang="en-CA" sz="900" b="1" i="0" u="none" strike="noStrike">
                        <a:solidFill>
                          <a:srgbClr val="FF0000"/>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0.18%</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A</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A2</a:t>
                      </a:r>
                      <a:endParaRPr lang="en-CA" sz="900" b="0" i="0" u="none" strike="noStrike">
                        <a:solidFill>
                          <a:schemeClr val="tx2"/>
                        </a:solidFill>
                        <a:effectLst/>
                        <a:latin typeface="Calibri" panose="020F0502020204030204" pitchFamily="34" charset="0"/>
                      </a:endParaRPr>
                    </a:p>
                  </a:txBody>
                  <a:tcPr marL="6499" marR="6499" marT="6499" marB="0" anchor="ctr"/>
                </a:tc>
                <a:extLst>
                  <a:ext uri="{0D108BD9-81ED-4DB2-BD59-A6C34878D82A}">
                    <a16:rowId xmlns:a16="http://schemas.microsoft.com/office/drawing/2014/main" val="240009489"/>
                  </a:ext>
                </a:extLst>
              </a:tr>
              <a:tr h="130799">
                <a:tc vMerge="1">
                  <a:txBody>
                    <a:bodyPr/>
                    <a:lstStyle/>
                    <a:p>
                      <a:endParaRPr lang="en-CA"/>
                    </a:p>
                  </a:txBody>
                  <a:tcPr/>
                </a:tc>
                <a:tc vMerge="1">
                  <a:txBody>
                    <a:bodyPr/>
                    <a:lstStyle/>
                    <a:p>
                      <a:endParaRPr lang="en-CA"/>
                    </a:p>
                  </a:txBody>
                  <a:tcPr/>
                </a:tc>
                <a:tc>
                  <a:txBody>
                    <a:bodyPr/>
                    <a:lstStyle/>
                    <a:p>
                      <a:pPr algn="ctr" rtl="0" fontAlgn="ctr"/>
                      <a:r>
                        <a:rPr lang="en-CA" sz="900" u="none" strike="noStrike" dirty="0">
                          <a:solidFill>
                            <a:schemeClr val="tx2"/>
                          </a:solidFill>
                          <a:effectLst/>
                        </a:rPr>
                        <a:t>5H</a:t>
                      </a:r>
                      <a:endParaRPr lang="en-CA" sz="900" b="0" i="0" u="none" strike="noStrike" dirty="0">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5</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dirty="0">
                          <a:solidFill>
                            <a:schemeClr val="tx2"/>
                          </a:solidFill>
                          <a:effectLst/>
                        </a:rPr>
                        <a:t>4.5</a:t>
                      </a:r>
                      <a:endParaRPr lang="en-CA" sz="900" b="1" i="0" u="none" strike="noStrike" dirty="0">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0.18%</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b="1" u="none" strike="noStrike" dirty="0">
                          <a:solidFill>
                            <a:srgbClr val="FF0000"/>
                          </a:solidFill>
                          <a:effectLst/>
                        </a:rPr>
                        <a:t>0.21%</a:t>
                      </a:r>
                      <a:endParaRPr lang="en-CA" sz="900" b="1" i="0" u="none" strike="noStrike" dirty="0">
                        <a:solidFill>
                          <a:srgbClr val="FF0000"/>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0.24%</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dirty="0">
                          <a:solidFill>
                            <a:schemeClr val="tx2"/>
                          </a:solidFill>
                          <a:effectLst/>
                        </a:rPr>
                        <a:t>A-</a:t>
                      </a:r>
                      <a:endParaRPr lang="en-CA" sz="900" b="0" i="0" u="none" strike="noStrike" dirty="0">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dirty="0">
                          <a:solidFill>
                            <a:schemeClr val="tx2"/>
                          </a:solidFill>
                          <a:effectLst/>
                        </a:rPr>
                        <a:t>A3</a:t>
                      </a:r>
                      <a:endParaRPr lang="en-CA" sz="900" b="0" i="0" u="none" strike="noStrike" dirty="0">
                        <a:solidFill>
                          <a:schemeClr val="tx2"/>
                        </a:solidFill>
                        <a:effectLst/>
                        <a:latin typeface="Calibri" panose="020F0502020204030204" pitchFamily="34" charset="0"/>
                      </a:endParaRPr>
                    </a:p>
                  </a:txBody>
                  <a:tcPr marL="6499" marR="6499" marT="6499" marB="0" anchor="ctr"/>
                </a:tc>
                <a:extLst>
                  <a:ext uri="{0D108BD9-81ED-4DB2-BD59-A6C34878D82A}">
                    <a16:rowId xmlns:a16="http://schemas.microsoft.com/office/drawing/2014/main" val="2743169332"/>
                  </a:ext>
                </a:extLst>
              </a:tr>
              <a:tr h="130799">
                <a:tc vMerge="1">
                  <a:txBody>
                    <a:bodyPr/>
                    <a:lstStyle/>
                    <a:p>
                      <a:endParaRPr lang="en-CA"/>
                    </a:p>
                  </a:txBody>
                  <a:tcPr/>
                </a:tc>
                <a:tc vMerge="1">
                  <a:txBody>
                    <a:bodyPr/>
                    <a:lstStyle/>
                    <a:p>
                      <a:endParaRPr lang="en-CA"/>
                    </a:p>
                  </a:txBody>
                  <a:tcPr/>
                </a:tc>
                <a:tc>
                  <a:txBody>
                    <a:bodyPr/>
                    <a:lstStyle/>
                    <a:p>
                      <a:pPr algn="ctr" rtl="0" fontAlgn="ctr"/>
                      <a:r>
                        <a:rPr lang="en-CA" sz="900" u="none" strike="noStrike" dirty="0">
                          <a:solidFill>
                            <a:schemeClr val="tx2"/>
                          </a:solidFill>
                          <a:effectLst/>
                        </a:rPr>
                        <a:t>5L</a:t>
                      </a:r>
                      <a:endParaRPr lang="en-CA" sz="900" b="0" i="0" u="none" strike="noStrike" dirty="0">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dirty="0">
                          <a:solidFill>
                            <a:schemeClr val="tx2"/>
                          </a:solidFill>
                          <a:effectLst/>
                        </a:rPr>
                        <a:t>6</a:t>
                      </a:r>
                      <a:endParaRPr lang="en-CA" sz="900" b="0" i="0" u="none" strike="noStrike" dirty="0">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dirty="0">
                          <a:solidFill>
                            <a:schemeClr val="tx2"/>
                          </a:solidFill>
                          <a:effectLst/>
                        </a:rPr>
                        <a:t>4.25</a:t>
                      </a:r>
                      <a:endParaRPr lang="en-CA" sz="900" b="1" i="0" u="none" strike="noStrike" dirty="0">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dirty="0">
                          <a:solidFill>
                            <a:schemeClr val="tx2"/>
                          </a:solidFill>
                          <a:effectLst/>
                        </a:rPr>
                        <a:t>0.24%</a:t>
                      </a:r>
                      <a:endParaRPr lang="en-CA" sz="900" b="0" i="0" u="none" strike="noStrike" dirty="0">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b="1" u="none" strike="noStrike" dirty="0">
                          <a:solidFill>
                            <a:srgbClr val="FF0000"/>
                          </a:solidFill>
                          <a:effectLst/>
                        </a:rPr>
                        <a:t>0.28%</a:t>
                      </a:r>
                      <a:endParaRPr lang="en-CA" sz="900" b="1" i="0" u="none" strike="noStrike" dirty="0">
                        <a:solidFill>
                          <a:srgbClr val="FF0000"/>
                        </a:solidFill>
                        <a:effectLst/>
                        <a:latin typeface="Calibri" panose="020F0502020204030204" pitchFamily="34" charset="0"/>
                      </a:endParaRPr>
                    </a:p>
                  </a:txBody>
                  <a:tcPr marL="6499" marR="6499" marT="6499" marB="0" anchor="ctr"/>
                </a:tc>
                <a:tc>
                  <a:txBody>
                    <a:bodyPr/>
                    <a:lstStyle/>
                    <a:p>
                      <a:pPr algn="ctr" rtl="0" fontAlgn="ctr"/>
                      <a:r>
                        <a:rPr lang="en-CA" sz="900" u="none" strike="noStrike" dirty="0">
                          <a:solidFill>
                            <a:schemeClr val="tx2"/>
                          </a:solidFill>
                          <a:effectLst/>
                        </a:rPr>
                        <a:t>0.35%</a:t>
                      </a:r>
                      <a:endParaRPr lang="en-CA" sz="900" b="0" i="0" u="none" strike="noStrike" dirty="0">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dirty="0">
                          <a:solidFill>
                            <a:schemeClr val="tx2"/>
                          </a:solidFill>
                          <a:effectLst/>
                        </a:rPr>
                        <a:t>BBB+</a:t>
                      </a:r>
                      <a:endParaRPr lang="en-CA" sz="900" b="0" i="0" u="none" strike="noStrike" dirty="0">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Baa1</a:t>
                      </a:r>
                      <a:endParaRPr lang="en-CA" sz="900" b="0" i="0" u="none" strike="noStrike">
                        <a:solidFill>
                          <a:schemeClr val="tx2"/>
                        </a:solidFill>
                        <a:effectLst/>
                        <a:latin typeface="Calibri" panose="020F0502020204030204" pitchFamily="34" charset="0"/>
                      </a:endParaRPr>
                    </a:p>
                  </a:txBody>
                  <a:tcPr marL="6499" marR="6499" marT="6499" marB="0" anchor="ctr"/>
                </a:tc>
                <a:extLst>
                  <a:ext uri="{0D108BD9-81ED-4DB2-BD59-A6C34878D82A}">
                    <a16:rowId xmlns:a16="http://schemas.microsoft.com/office/drawing/2014/main" val="1839687780"/>
                  </a:ext>
                </a:extLst>
              </a:tr>
              <a:tr h="130799">
                <a:tc vMerge="1">
                  <a:txBody>
                    <a:bodyPr/>
                    <a:lstStyle/>
                    <a:p>
                      <a:endParaRPr lang="en-CA"/>
                    </a:p>
                  </a:txBody>
                  <a:tcPr/>
                </a:tc>
                <a:tc vMerge="1">
                  <a:txBody>
                    <a:bodyPr/>
                    <a:lstStyle/>
                    <a:p>
                      <a:endParaRPr lang="en-CA"/>
                    </a:p>
                  </a:txBody>
                  <a:tcPr/>
                </a:tc>
                <a:tc>
                  <a:txBody>
                    <a:bodyPr/>
                    <a:lstStyle/>
                    <a:p>
                      <a:pPr algn="ctr" rtl="0" fontAlgn="ctr"/>
                      <a:r>
                        <a:rPr lang="en-CA" sz="900" u="none" strike="noStrike">
                          <a:solidFill>
                            <a:schemeClr val="tx2"/>
                          </a:solidFill>
                          <a:effectLst/>
                        </a:rPr>
                        <a:t>6H</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dirty="0">
                          <a:solidFill>
                            <a:schemeClr val="tx2"/>
                          </a:solidFill>
                          <a:effectLst/>
                        </a:rPr>
                        <a:t>7</a:t>
                      </a:r>
                      <a:endParaRPr lang="en-CA" sz="900" b="0" i="0" u="none" strike="noStrike" dirty="0">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4</a:t>
                      </a:r>
                      <a:endParaRPr lang="en-CA" sz="900" b="1"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0.35%</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b="1" u="none" strike="noStrike" dirty="0">
                          <a:solidFill>
                            <a:srgbClr val="FF0000"/>
                          </a:solidFill>
                          <a:effectLst/>
                        </a:rPr>
                        <a:t>0.43%</a:t>
                      </a:r>
                      <a:endParaRPr lang="en-CA" sz="900" b="1" i="0" u="none" strike="noStrike" dirty="0">
                        <a:solidFill>
                          <a:srgbClr val="FF0000"/>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0.53%</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BBB</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Baa2</a:t>
                      </a:r>
                      <a:endParaRPr lang="en-CA" sz="900" b="0" i="0" u="none" strike="noStrike">
                        <a:solidFill>
                          <a:schemeClr val="tx2"/>
                        </a:solidFill>
                        <a:effectLst/>
                        <a:latin typeface="Calibri" panose="020F0502020204030204" pitchFamily="34" charset="0"/>
                      </a:endParaRPr>
                    </a:p>
                  </a:txBody>
                  <a:tcPr marL="6499" marR="6499" marT="6499" marB="0" anchor="ctr"/>
                </a:tc>
                <a:extLst>
                  <a:ext uri="{0D108BD9-81ED-4DB2-BD59-A6C34878D82A}">
                    <a16:rowId xmlns:a16="http://schemas.microsoft.com/office/drawing/2014/main" val="15050822"/>
                  </a:ext>
                </a:extLst>
              </a:tr>
              <a:tr h="130799">
                <a:tc vMerge="1">
                  <a:txBody>
                    <a:bodyPr/>
                    <a:lstStyle/>
                    <a:p>
                      <a:endParaRPr lang="en-CA"/>
                    </a:p>
                  </a:txBody>
                  <a:tcPr/>
                </a:tc>
                <a:tc vMerge="1">
                  <a:txBody>
                    <a:bodyPr/>
                    <a:lstStyle/>
                    <a:p>
                      <a:endParaRPr lang="en-CA"/>
                    </a:p>
                  </a:txBody>
                  <a:tcPr/>
                </a:tc>
                <a:tc>
                  <a:txBody>
                    <a:bodyPr/>
                    <a:lstStyle/>
                    <a:p>
                      <a:pPr algn="ctr" rtl="0" fontAlgn="ctr"/>
                      <a:r>
                        <a:rPr lang="en-CA" sz="900" u="none" strike="noStrike">
                          <a:solidFill>
                            <a:schemeClr val="tx2"/>
                          </a:solidFill>
                          <a:effectLst/>
                        </a:rPr>
                        <a:t>6M</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8</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3.75</a:t>
                      </a:r>
                      <a:endParaRPr lang="en-CA" sz="900" b="1"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0.53%</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b="1" u="none" strike="noStrike" dirty="0">
                          <a:solidFill>
                            <a:srgbClr val="FF0000"/>
                          </a:solidFill>
                          <a:effectLst/>
                        </a:rPr>
                        <a:t>0.65%</a:t>
                      </a:r>
                      <a:endParaRPr lang="en-CA" sz="900" b="1" i="0" u="none" strike="noStrike" dirty="0">
                        <a:solidFill>
                          <a:srgbClr val="FF0000"/>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0.81%</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BBB-</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Baa3</a:t>
                      </a:r>
                      <a:endParaRPr lang="en-CA" sz="900" b="0" i="0" u="none" strike="noStrike">
                        <a:solidFill>
                          <a:schemeClr val="tx2"/>
                        </a:solidFill>
                        <a:effectLst/>
                        <a:latin typeface="Calibri" panose="020F0502020204030204" pitchFamily="34" charset="0"/>
                      </a:endParaRPr>
                    </a:p>
                  </a:txBody>
                  <a:tcPr marL="6499" marR="6499" marT="6499" marB="0" anchor="ctr"/>
                </a:tc>
                <a:extLst>
                  <a:ext uri="{0D108BD9-81ED-4DB2-BD59-A6C34878D82A}">
                    <a16:rowId xmlns:a16="http://schemas.microsoft.com/office/drawing/2014/main" val="3789970806"/>
                  </a:ext>
                </a:extLst>
              </a:tr>
              <a:tr h="130799">
                <a:tc vMerge="1">
                  <a:txBody>
                    <a:bodyPr/>
                    <a:lstStyle/>
                    <a:p>
                      <a:endParaRPr lang="en-CA"/>
                    </a:p>
                  </a:txBody>
                  <a:tcPr/>
                </a:tc>
                <a:tc vMerge="1">
                  <a:txBody>
                    <a:bodyPr/>
                    <a:lstStyle/>
                    <a:p>
                      <a:endParaRPr lang="en-CA"/>
                    </a:p>
                  </a:txBody>
                  <a:tcPr/>
                </a:tc>
                <a:tc>
                  <a:txBody>
                    <a:bodyPr/>
                    <a:lstStyle/>
                    <a:p>
                      <a:pPr algn="ctr" rtl="0" fontAlgn="ctr"/>
                      <a:r>
                        <a:rPr lang="en-CA" sz="900" u="none" strike="noStrike" dirty="0">
                          <a:solidFill>
                            <a:schemeClr val="tx2"/>
                          </a:solidFill>
                          <a:effectLst/>
                        </a:rPr>
                        <a:t>6L</a:t>
                      </a:r>
                      <a:endParaRPr lang="en-CA" sz="900" b="0" i="0" u="none" strike="noStrike" dirty="0">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9</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dirty="0">
                          <a:solidFill>
                            <a:schemeClr val="tx2"/>
                          </a:solidFill>
                          <a:effectLst/>
                        </a:rPr>
                        <a:t>3.5</a:t>
                      </a:r>
                      <a:endParaRPr lang="en-CA" sz="900" b="1" i="0" u="none" strike="noStrike" dirty="0">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0.81%</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b="1" u="none" strike="noStrike" dirty="0">
                          <a:solidFill>
                            <a:srgbClr val="FF0000"/>
                          </a:solidFill>
                          <a:effectLst/>
                        </a:rPr>
                        <a:t>1.00%</a:t>
                      </a:r>
                      <a:endParaRPr lang="en-CA" sz="900" b="1" i="0" u="none" strike="noStrike" dirty="0">
                        <a:solidFill>
                          <a:srgbClr val="FF0000"/>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1.18%</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BB+</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Ba1</a:t>
                      </a:r>
                      <a:endParaRPr lang="en-CA" sz="900" b="0" i="0" u="none" strike="noStrike">
                        <a:solidFill>
                          <a:schemeClr val="tx2"/>
                        </a:solidFill>
                        <a:effectLst/>
                        <a:latin typeface="Calibri" panose="020F0502020204030204" pitchFamily="34" charset="0"/>
                      </a:endParaRPr>
                    </a:p>
                  </a:txBody>
                  <a:tcPr marL="6499" marR="6499" marT="6499" marB="0" anchor="ctr"/>
                </a:tc>
                <a:extLst>
                  <a:ext uri="{0D108BD9-81ED-4DB2-BD59-A6C34878D82A}">
                    <a16:rowId xmlns:a16="http://schemas.microsoft.com/office/drawing/2014/main" val="3123898535"/>
                  </a:ext>
                </a:extLst>
              </a:tr>
              <a:tr h="130799">
                <a:tc vMerge="1">
                  <a:txBody>
                    <a:bodyPr/>
                    <a:lstStyle/>
                    <a:p>
                      <a:endParaRPr lang="en-CA"/>
                    </a:p>
                  </a:txBody>
                  <a:tcPr/>
                </a:tc>
                <a:tc vMerge="1">
                  <a:txBody>
                    <a:bodyPr/>
                    <a:lstStyle/>
                    <a:p>
                      <a:endParaRPr lang="en-CA"/>
                    </a:p>
                  </a:txBody>
                  <a:tcPr/>
                </a:tc>
                <a:tc>
                  <a:txBody>
                    <a:bodyPr/>
                    <a:lstStyle/>
                    <a:p>
                      <a:pPr algn="ctr" rtl="0" fontAlgn="ctr"/>
                      <a:r>
                        <a:rPr lang="en-CA" sz="900" u="none" strike="noStrike">
                          <a:solidFill>
                            <a:schemeClr val="tx2"/>
                          </a:solidFill>
                          <a:effectLst/>
                        </a:rPr>
                        <a:t>7H</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10</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3.25</a:t>
                      </a:r>
                      <a:endParaRPr lang="en-CA" sz="900" b="1"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1.18%</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b="1" u="none" strike="noStrike" dirty="0">
                          <a:solidFill>
                            <a:srgbClr val="FF0000"/>
                          </a:solidFill>
                          <a:effectLst/>
                        </a:rPr>
                        <a:t>1.40%</a:t>
                      </a:r>
                      <a:endParaRPr lang="en-CA" sz="900" b="1" i="0" u="none" strike="noStrike" dirty="0">
                        <a:solidFill>
                          <a:srgbClr val="FF0000"/>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1.67%</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BB</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Ba2</a:t>
                      </a:r>
                      <a:endParaRPr lang="en-CA" sz="900" b="0" i="0" u="none" strike="noStrike">
                        <a:solidFill>
                          <a:schemeClr val="tx2"/>
                        </a:solidFill>
                        <a:effectLst/>
                        <a:latin typeface="Calibri" panose="020F0502020204030204" pitchFamily="34" charset="0"/>
                      </a:endParaRPr>
                    </a:p>
                  </a:txBody>
                  <a:tcPr marL="6499" marR="6499" marT="6499" marB="0" anchor="ctr"/>
                </a:tc>
                <a:extLst>
                  <a:ext uri="{0D108BD9-81ED-4DB2-BD59-A6C34878D82A}">
                    <a16:rowId xmlns:a16="http://schemas.microsoft.com/office/drawing/2014/main" val="3695867069"/>
                  </a:ext>
                </a:extLst>
              </a:tr>
              <a:tr h="130799">
                <a:tc vMerge="1">
                  <a:txBody>
                    <a:bodyPr/>
                    <a:lstStyle/>
                    <a:p>
                      <a:endParaRPr lang="en-CA"/>
                    </a:p>
                  </a:txBody>
                  <a:tcPr/>
                </a:tc>
                <a:tc vMerge="1">
                  <a:txBody>
                    <a:bodyPr/>
                    <a:lstStyle/>
                    <a:p>
                      <a:endParaRPr lang="en-CA"/>
                    </a:p>
                  </a:txBody>
                  <a:tcPr/>
                </a:tc>
                <a:tc>
                  <a:txBody>
                    <a:bodyPr/>
                    <a:lstStyle/>
                    <a:p>
                      <a:pPr algn="ctr" rtl="0" fontAlgn="ctr"/>
                      <a:r>
                        <a:rPr lang="en-CA" sz="900" u="none" strike="noStrike" dirty="0">
                          <a:solidFill>
                            <a:schemeClr val="tx2"/>
                          </a:solidFill>
                          <a:effectLst/>
                        </a:rPr>
                        <a:t>7M</a:t>
                      </a:r>
                      <a:endParaRPr lang="en-CA" sz="900" b="0" i="0" u="none" strike="noStrike" dirty="0">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11</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3</a:t>
                      </a:r>
                      <a:endParaRPr lang="en-CA" sz="900" b="1"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1.67%</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b="1" u="none" strike="noStrike">
                          <a:solidFill>
                            <a:srgbClr val="FF0000"/>
                          </a:solidFill>
                          <a:effectLst/>
                        </a:rPr>
                        <a:t>2.00%</a:t>
                      </a:r>
                      <a:endParaRPr lang="en-CA" sz="900" b="1" i="0" u="none" strike="noStrike">
                        <a:solidFill>
                          <a:srgbClr val="FF0000"/>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2.45%</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BB-</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Ba3</a:t>
                      </a:r>
                      <a:endParaRPr lang="en-CA" sz="900" b="0" i="0" u="none" strike="noStrike">
                        <a:solidFill>
                          <a:schemeClr val="tx2"/>
                        </a:solidFill>
                        <a:effectLst/>
                        <a:latin typeface="Calibri" panose="020F0502020204030204" pitchFamily="34" charset="0"/>
                      </a:endParaRPr>
                    </a:p>
                  </a:txBody>
                  <a:tcPr marL="6499" marR="6499" marT="6499" marB="0" anchor="ctr"/>
                </a:tc>
                <a:extLst>
                  <a:ext uri="{0D108BD9-81ED-4DB2-BD59-A6C34878D82A}">
                    <a16:rowId xmlns:a16="http://schemas.microsoft.com/office/drawing/2014/main" val="1427385968"/>
                  </a:ext>
                </a:extLst>
              </a:tr>
              <a:tr h="130799">
                <a:tc vMerge="1">
                  <a:txBody>
                    <a:bodyPr/>
                    <a:lstStyle/>
                    <a:p>
                      <a:endParaRPr lang="en-CA"/>
                    </a:p>
                  </a:txBody>
                  <a:tcPr/>
                </a:tc>
                <a:tc vMerge="1">
                  <a:txBody>
                    <a:bodyPr/>
                    <a:lstStyle/>
                    <a:p>
                      <a:endParaRPr lang="en-CA"/>
                    </a:p>
                  </a:txBody>
                  <a:tcPr/>
                </a:tc>
                <a:tc>
                  <a:txBody>
                    <a:bodyPr/>
                    <a:lstStyle/>
                    <a:p>
                      <a:pPr algn="ctr" rtl="0" fontAlgn="ctr"/>
                      <a:r>
                        <a:rPr lang="en-CA" sz="900" u="none" strike="noStrike" dirty="0">
                          <a:solidFill>
                            <a:schemeClr val="tx2"/>
                          </a:solidFill>
                          <a:effectLst/>
                        </a:rPr>
                        <a:t>7L</a:t>
                      </a:r>
                      <a:endParaRPr lang="en-CA" sz="900" b="0" i="0" u="none" strike="noStrike" dirty="0">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12</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2.75</a:t>
                      </a:r>
                      <a:endParaRPr lang="en-CA" sz="900" b="1"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2.45%</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b="1" u="none" strike="noStrike" dirty="0">
                          <a:solidFill>
                            <a:srgbClr val="FF0000"/>
                          </a:solidFill>
                          <a:effectLst/>
                        </a:rPr>
                        <a:t>3.00%</a:t>
                      </a:r>
                      <a:endParaRPr lang="en-CA" sz="900" b="1" i="0" u="none" strike="noStrike" dirty="0">
                        <a:solidFill>
                          <a:srgbClr val="FF0000"/>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3.46%</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B+</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B1</a:t>
                      </a:r>
                      <a:endParaRPr lang="en-CA" sz="900" b="0" i="0" u="none" strike="noStrike">
                        <a:solidFill>
                          <a:schemeClr val="tx2"/>
                        </a:solidFill>
                        <a:effectLst/>
                        <a:latin typeface="Calibri" panose="020F0502020204030204" pitchFamily="34" charset="0"/>
                      </a:endParaRPr>
                    </a:p>
                  </a:txBody>
                  <a:tcPr marL="6499" marR="6499" marT="6499" marB="0" anchor="ctr"/>
                </a:tc>
                <a:extLst>
                  <a:ext uri="{0D108BD9-81ED-4DB2-BD59-A6C34878D82A}">
                    <a16:rowId xmlns:a16="http://schemas.microsoft.com/office/drawing/2014/main" val="2712821305"/>
                  </a:ext>
                </a:extLst>
              </a:tr>
              <a:tr h="130799">
                <a:tc vMerge="1">
                  <a:txBody>
                    <a:bodyPr/>
                    <a:lstStyle/>
                    <a:p>
                      <a:endParaRPr lang="en-CA"/>
                    </a:p>
                  </a:txBody>
                  <a:tcPr/>
                </a:tc>
                <a:tc vMerge="1">
                  <a:txBody>
                    <a:bodyPr/>
                    <a:lstStyle/>
                    <a:p>
                      <a:endParaRPr lang="en-CA"/>
                    </a:p>
                  </a:txBody>
                  <a:tcPr/>
                </a:tc>
                <a:tc>
                  <a:txBody>
                    <a:bodyPr/>
                    <a:lstStyle/>
                    <a:p>
                      <a:pPr algn="ctr" rtl="0" fontAlgn="ctr"/>
                      <a:r>
                        <a:rPr lang="en-CA" sz="900" u="none" strike="noStrike" dirty="0">
                          <a:solidFill>
                            <a:schemeClr val="tx2"/>
                          </a:solidFill>
                          <a:effectLst/>
                        </a:rPr>
                        <a:t>8H</a:t>
                      </a:r>
                      <a:endParaRPr lang="en-CA" sz="900" b="0" i="0" u="none" strike="noStrike" dirty="0">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13</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dirty="0">
                          <a:solidFill>
                            <a:schemeClr val="tx2"/>
                          </a:solidFill>
                          <a:effectLst/>
                        </a:rPr>
                        <a:t>2.5</a:t>
                      </a:r>
                      <a:endParaRPr lang="en-CA" sz="900" b="1" i="0" u="none" strike="noStrike" dirty="0">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3.46%</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b="1" u="none" strike="noStrike" dirty="0">
                          <a:solidFill>
                            <a:srgbClr val="FF0000"/>
                          </a:solidFill>
                          <a:effectLst/>
                        </a:rPr>
                        <a:t>4.00%</a:t>
                      </a:r>
                      <a:endParaRPr lang="en-CA" sz="900" b="1" i="0" u="none" strike="noStrike" dirty="0">
                        <a:solidFill>
                          <a:srgbClr val="FF0000"/>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4.90%</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B</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B2</a:t>
                      </a:r>
                      <a:endParaRPr lang="en-CA" sz="900" b="0" i="0" u="none" strike="noStrike">
                        <a:solidFill>
                          <a:schemeClr val="tx2"/>
                        </a:solidFill>
                        <a:effectLst/>
                        <a:latin typeface="Calibri" panose="020F0502020204030204" pitchFamily="34" charset="0"/>
                      </a:endParaRPr>
                    </a:p>
                  </a:txBody>
                  <a:tcPr marL="6499" marR="6499" marT="6499" marB="0" anchor="ctr"/>
                </a:tc>
                <a:extLst>
                  <a:ext uri="{0D108BD9-81ED-4DB2-BD59-A6C34878D82A}">
                    <a16:rowId xmlns:a16="http://schemas.microsoft.com/office/drawing/2014/main" val="2312638235"/>
                  </a:ext>
                </a:extLst>
              </a:tr>
              <a:tr h="130799">
                <a:tc vMerge="1">
                  <a:txBody>
                    <a:bodyPr/>
                    <a:lstStyle/>
                    <a:p>
                      <a:endParaRPr lang="en-CA"/>
                    </a:p>
                  </a:txBody>
                  <a:tcPr/>
                </a:tc>
                <a:tc vMerge="1">
                  <a:txBody>
                    <a:bodyPr/>
                    <a:lstStyle/>
                    <a:p>
                      <a:endParaRPr lang="en-CA"/>
                    </a:p>
                  </a:txBody>
                  <a:tcPr/>
                </a:tc>
                <a:tc>
                  <a:txBody>
                    <a:bodyPr/>
                    <a:lstStyle/>
                    <a:p>
                      <a:pPr algn="ctr" rtl="0" fontAlgn="ctr"/>
                      <a:r>
                        <a:rPr lang="en-CA" sz="900" u="none" strike="noStrike" dirty="0">
                          <a:solidFill>
                            <a:schemeClr val="tx2"/>
                          </a:solidFill>
                          <a:effectLst/>
                        </a:rPr>
                        <a:t>8M</a:t>
                      </a:r>
                      <a:endParaRPr lang="en-CA" sz="900" b="0" i="0" u="none" strike="noStrike" dirty="0">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14</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2.25</a:t>
                      </a:r>
                      <a:endParaRPr lang="en-CA" sz="900" b="1"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dirty="0">
                          <a:solidFill>
                            <a:schemeClr val="tx2"/>
                          </a:solidFill>
                          <a:effectLst/>
                        </a:rPr>
                        <a:t>4.90%</a:t>
                      </a:r>
                      <a:endParaRPr lang="en-CA" sz="900" b="0" i="0" u="none" strike="noStrike" dirty="0">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b="1" u="none" strike="noStrike" dirty="0">
                          <a:solidFill>
                            <a:srgbClr val="FF0000"/>
                          </a:solidFill>
                          <a:effectLst/>
                        </a:rPr>
                        <a:t>6.00%</a:t>
                      </a:r>
                      <a:endParaRPr lang="en-CA" sz="900" b="1" i="0" u="none" strike="noStrike" dirty="0">
                        <a:solidFill>
                          <a:srgbClr val="FF0000"/>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6.93%</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B-</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B3</a:t>
                      </a:r>
                      <a:endParaRPr lang="en-CA" sz="900" b="0" i="0" u="none" strike="noStrike">
                        <a:solidFill>
                          <a:schemeClr val="tx2"/>
                        </a:solidFill>
                        <a:effectLst/>
                        <a:latin typeface="Calibri" panose="020F0502020204030204" pitchFamily="34" charset="0"/>
                      </a:endParaRPr>
                    </a:p>
                  </a:txBody>
                  <a:tcPr marL="6499" marR="6499" marT="6499" marB="0" anchor="ctr"/>
                </a:tc>
                <a:extLst>
                  <a:ext uri="{0D108BD9-81ED-4DB2-BD59-A6C34878D82A}">
                    <a16:rowId xmlns:a16="http://schemas.microsoft.com/office/drawing/2014/main" val="4099049875"/>
                  </a:ext>
                </a:extLst>
              </a:tr>
              <a:tr h="130799">
                <a:tc vMerge="1">
                  <a:txBody>
                    <a:bodyPr/>
                    <a:lstStyle/>
                    <a:p>
                      <a:endParaRPr lang="en-CA"/>
                    </a:p>
                  </a:txBody>
                  <a:tcPr/>
                </a:tc>
                <a:tc vMerge="1">
                  <a:txBody>
                    <a:bodyPr/>
                    <a:lstStyle/>
                    <a:p>
                      <a:endParaRPr lang="en-CA"/>
                    </a:p>
                  </a:txBody>
                  <a:tcPr/>
                </a:tc>
                <a:tc>
                  <a:txBody>
                    <a:bodyPr/>
                    <a:lstStyle/>
                    <a:p>
                      <a:pPr algn="ctr" rtl="0" fontAlgn="ctr"/>
                      <a:r>
                        <a:rPr lang="en-CA" sz="900" u="none" strike="noStrike">
                          <a:solidFill>
                            <a:schemeClr val="tx2"/>
                          </a:solidFill>
                          <a:effectLst/>
                        </a:rPr>
                        <a:t>8L</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15</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2</a:t>
                      </a:r>
                      <a:endParaRPr lang="en-CA" sz="900" b="1"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dirty="0">
                          <a:solidFill>
                            <a:schemeClr val="tx2"/>
                          </a:solidFill>
                          <a:effectLst/>
                        </a:rPr>
                        <a:t>6.93%</a:t>
                      </a:r>
                      <a:endParaRPr lang="en-CA" sz="900" b="0" i="0" u="none" strike="noStrike" dirty="0">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b="1" u="none" strike="noStrike" dirty="0">
                          <a:solidFill>
                            <a:srgbClr val="FF0000"/>
                          </a:solidFill>
                          <a:effectLst/>
                        </a:rPr>
                        <a:t>8.00%</a:t>
                      </a:r>
                      <a:endParaRPr lang="en-CA" sz="900" b="1" i="0" u="none" strike="noStrike" dirty="0">
                        <a:solidFill>
                          <a:srgbClr val="FF0000"/>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9.38%</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CCC+</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Caa1</a:t>
                      </a:r>
                      <a:endParaRPr lang="en-CA" sz="900" b="0" i="0" u="none" strike="noStrike">
                        <a:solidFill>
                          <a:schemeClr val="tx2"/>
                        </a:solidFill>
                        <a:effectLst/>
                        <a:latin typeface="Calibri" panose="020F0502020204030204" pitchFamily="34" charset="0"/>
                      </a:endParaRPr>
                    </a:p>
                  </a:txBody>
                  <a:tcPr marL="6499" marR="6499" marT="6499" marB="0" anchor="ctr"/>
                </a:tc>
                <a:extLst>
                  <a:ext uri="{0D108BD9-81ED-4DB2-BD59-A6C34878D82A}">
                    <a16:rowId xmlns:a16="http://schemas.microsoft.com/office/drawing/2014/main" val="1118232827"/>
                  </a:ext>
                </a:extLst>
              </a:tr>
              <a:tr h="130799">
                <a:tc vMerge="1">
                  <a:txBody>
                    <a:bodyPr/>
                    <a:lstStyle/>
                    <a:p>
                      <a:endParaRPr lang="en-CA"/>
                    </a:p>
                  </a:txBody>
                  <a:tcPr/>
                </a:tc>
                <a:tc rowSpan="5">
                  <a:txBody>
                    <a:bodyPr/>
                    <a:lstStyle/>
                    <a:p>
                      <a:pPr algn="ctr" rtl="0" fontAlgn="ctr"/>
                      <a:r>
                        <a:rPr lang="en-CA" sz="900" b="1" u="none" strike="noStrike" dirty="0">
                          <a:solidFill>
                            <a:schemeClr val="bg1"/>
                          </a:solidFill>
                          <a:effectLst/>
                        </a:rPr>
                        <a:t>Watch List</a:t>
                      </a:r>
                      <a:endParaRPr lang="en-CA" sz="900" b="1" i="0" u="none" strike="noStrike" dirty="0">
                        <a:solidFill>
                          <a:schemeClr val="bg1"/>
                        </a:solidFill>
                        <a:effectLst/>
                        <a:latin typeface="Calibri" panose="020F0502020204030204" pitchFamily="34" charset="0"/>
                      </a:endParaRPr>
                    </a:p>
                  </a:txBody>
                  <a:tcPr marL="6499" marR="6499" marT="6499" marB="0" anchor="ctr">
                    <a:solidFill>
                      <a:srgbClr val="00B050"/>
                    </a:solidFill>
                  </a:tcPr>
                </a:tc>
                <a:tc>
                  <a:txBody>
                    <a:bodyPr/>
                    <a:lstStyle/>
                    <a:p>
                      <a:pPr algn="ctr" rtl="0" fontAlgn="ctr"/>
                      <a:r>
                        <a:rPr lang="en-CA" sz="900" u="none" strike="noStrike">
                          <a:solidFill>
                            <a:schemeClr val="tx2"/>
                          </a:solidFill>
                          <a:effectLst/>
                        </a:rPr>
                        <a:t>9H</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16</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1.75</a:t>
                      </a:r>
                      <a:endParaRPr lang="en-CA" sz="900" b="1"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dirty="0">
                          <a:solidFill>
                            <a:schemeClr val="tx2"/>
                          </a:solidFill>
                          <a:effectLst/>
                        </a:rPr>
                        <a:t>9.38%</a:t>
                      </a:r>
                      <a:endParaRPr lang="en-CA" sz="900" b="0" i="0" u="none" strike="noStrike" dirty="0">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b="1" u="none" strike="noStrike" dirty="0">
                          <a:solidFill>
                            <a:srgbClr val="FF0000"/>
                          </a:solidFill>
                          <a:effectLst/>
                        </a:rPr>
                        <a:t>11.00%</a:t>
                      </a:r>
                      <a:endParaRPr lang="en-CA" sz="900" b="1" i="0" u="none" strike="noStrike" dirty="0">
                        <a:solidFill>
                          <a:srgbClr val="FF0000"/>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12.85%</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CCC</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Caa2</a:t>
                      </a:r>
                      <a:endParaRPr lang="en-CA" sz="900" b="0" i="0" u="none" strike="noStrike">
                        <a:solidFill>
                          <a:schemeClr val="tx2"/>
                        </a:solidFill>
                        <a:effectLst/>
                        <a:latin typeface="Calibri" panose="020F0502020204030204" pitchFamily="34" charset="0"/>
                      </a:endParaRPr>
                    </a:p>
                  </a:txBody>
                  <a:tcPr marL="6499" marR="6499" marT="6499" marB="0" anchor="ctr"/>
                </a:tc>
                <a:extLst>
                  <a:ext uri="{0D108BD9-81ED-4DB2-BD59-A6C34878D82A}">
                    <a16:rowId xmlns:a16="http://schemas.microsoft.com/office/drawing/2014/main" val="563129751"/>
                  </a:ext>
                </a:extLst>
              </a:tr>
              <a:tr h="130799">
                <a:tc vMerge="1">
                  <a:txBody>
                    <a:bodyPr/>
                    <a:lstStyle/>
                    <a:p>
                      <a:endParaRPr lang="en-CA"/>
                    </a:p>
                  </a:txBody>
                  <a:tcPr/>
                </a:tc>
                <a:tc vMerge="1">
                  <a:txBody>
                    <a:bodyPr/>
                    <a:lstStyle/>
                    <a:p>
                      <a:endParaRPr lang="en-CA"/>
                    </a:p>
                  </a:txBody>
                  <a:tcPr/>
                </a:tc>
                <a:tc>
                  <a:txBody>
                    <a:bodyPr/>
                    <a:lstStyle/>
                    <a:p>
                      <a:pPr algn="ctr" rtl="0" fontAlgn="ctr"/>
                      <a:r>
                        <a:rPr lang="en-CA" sz="900" u="none" strike="noStrike">
                          <a:solidFill>
                            <a:schemeClr val="tx2"/>
                          </a:solidFill>
                          <a:effectLst/>
                        </a:rPr>
                        <a:t>9M</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17</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1.5</a:t>
                      </a:r>
                      <a:endParaRPr lang="en-CA" sz="900" b="1"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dirty="0">
                          <a:solidFill>
                            <a:schemeClr val="tx2"/>
                          </a:solidFill>
                          <a:effectLst/>
                        </a:rPr>
                        <a:t>12.85%</a:t>
                      </a:r>
                      <a:endParaRPr lang="en-CA" sz="900" b="0" i="0" u="none" strike="noStrike" dirty="0">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b="1" u="none" strike="noStrike" dirty="0">
                          <a:solidFill>
                            <a:srgbClr val="FF0000"/>
                          </a:solidFill>
                          <a:effectLst/>
                        </a:rPr>
                        <a:t>15.00%</a:t>
                      </a:r>
                      <a:endParaRPr lang="en-CA" sz="900" b="1" i="0" u="none" strike="noStrike" dirty="0">
                        <a:solidFill>
                          <a:srgbClr val="FF0000"/>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17.75%</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CCC-</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Caa3</a:t>
                      </a:r>
                      <a:endParaRPr lang="en-CA" sz="900" b="0" i="0" u="none" strike="noStrike">
                        <a:solidFill>
                          <a:schemeClr val="tx2"/>
                        </a:solidFill>
                        <a:effectLst/>
                        <a:latin typeface="Calibri" panose="020F0502020204030204" pitchFamily="34" charset="0"/>
                      </a:endParaRPr>
                    </a:p>
                  </a:txBody>
                  <a:tcPr marL="6499" marR="6499" marT="6499" marB="0" anchor="ctr"/>
                </a:tc>
                <a:extLst>
                  <a:ext uri="{0D108BD9-81ED-4DB2-BD59-A6C34878D82A}">
                    <a16:rowId xmlns:a16="http://schemas.microsoft.com/office/drawing/2014/main" val="2644343062"/>
                  </a:ext>
                </a:extLst>
              </a:tr>
              <a:tr h="130799">
                <a:tc vMerge="1">
                  <a:txBody>
                    <a:bodyPr/>
                    <a:lstStyle/>
                    <a:p>
                      <a:endParaRPr lang="en-CA"/>
                    </a:p>
                  </a:txBody>
                  <a:tcPr/>
                </a:tc>
                <a:tc vMerge="1">
                  <a:txBody>
                    <a:bodyPr/>
                    <a:lstStyle/>
                    <a:p>
                      <a:endParaRPr lang="en-CA"/>
                    </a:p>
                  </a:txBody>
                  <a:tcPr/>
                </a:tc>
                <a:tc>
                  <a:txBody>
                    <a:bodyPr/>
                    <a:lstStyle/>
                    <a:p>
                      <a:pPr algn="ctr" rtl="0" fontAlgn="ctr"/>
                      <a:r>
                        <a:rPr lang="en-CA" sz="900" u="none" strike="noStrike">
                          <a:solidFill>
                            <a:schemeClr val="tx2"/>
                          </a:solidFill>
                          <a:effectLst/>
                        </a:rPr>
                        <a:t>9L</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18</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1.25</a:t>
                      </a:r>
                      <a:endParaRPr lang="en-CA" sz="900" b="1"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17.75%</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b="1" u="none" strike="noStrike" dirty="0">
                          <a:solidFill>
                            <a:srgbClr val="FF0000"/>
                          </a:solidFill>
                          <a:effectLst/>
                        </a:rPr>
                        <a:t>21.00%</a:t>
                      </a:r>
                      <a:endParaRPr lang="en-CA" sz="900" b="1" i="0" u="none" strike="noStrike" dirty="0">
                        <a:solidFill>
                          <a:srgbClr val="FF0000"/>
                        </a:solidFill>
                        <a:effectLst/>
                        <a:latin typeface="Calibri" panose="020F0502020204030204" pitchFamily="34" charset="0"/>
                      </a:endParaRPr>
                    </a:p>
                  </a:txBody>
                  <a:tcPr marL="6499" marR="6499" marT="6499" marB="0" anchor="ctr"/>
                </a:tc>
                <a:tc>
                  <a:txBody>
                    <a:bodyPr/>
                    <a:lstStyle/>
                    <a:p>
                      <a:pPr algn="ctr" rtl="0" fontAlgn="ctr"/>
                      <a:r>
                        <a:rPr lang="en-CA" sz="900" u="none" strike="noStrike" dirty="0">
                          <a:solidFill>
                            <a:schemeClr val="tx2"/>
                          </a:solidFill>
                          <a:effectLst/>
                        </a:rPr>
                        <a:t>25.10%</a:t>
                      </a:r>
                      <a:endParaRPr lang="en-CA" sz="900" b="0" i="0" u="none" strike="noStrike" dirty="0">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CC</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Ca</a:t>
                      </a:r>
                      <a:endParaRPr lang="en-CA" sz="900" b="0" i="0" u="none" strike="noStrike">
                        <a:solidFill>
                          <a:schemeClr val="tx2"/>
                        </a:solidFill>
                        <a:effectLst/>
                        <a:latin typeface="Calibri" panose="020F0502020204030204" pitchFamily="34" charset="0"/>
                      </a:endParaRPr>
                    </a:p>
                  </a:txBody>
                  <a:tcPr marL="6499" marR="6499" marT="6499" marB="0" anchor="ctr"/>
                </a:tc>
                <a:extLst>
                  <a:ext uri="{0D108BD9-81ED-4DB2-BD59-A6C34878D82A}">
                    <a16:rowId xmlns:a16="http://schemas.microsoft.com/office/drawing/2014/main" val="3001061531"/>
                  </a:ext>
                </a:extLst>
              </a:tr>
              <a:tr h="130799">
                <a:tc vMerge="1">
                  <a:txBody>
                    <a:bodyPr/>
                    <a:lstStyle/>
                    <a:p>
                      <a:endParaRPr lang="en-CA"/>
                    </a:p>
                  </a:txBody>
                  <a:tcPr/>
                </a:tc>
                <a:tc vMerge="1">
                  <a:txBody>
                    <a:bodyPr/>
                    <a:lstStyle/>
                    <a:p>
                      <a:endParaRPr lang="en-CA"/>
                    </a:p>
                  </a:txBody>
                  <a:tcPr/>
                </a:tc>
                <a:tc>
                  <a:txBody>
                    <a:bodyPr/>
                    <a:lstStyle/>
                    <a:p>
                      <a:pPr algn="ctr" rtl="0" fontAlgn="ctr"/>
                      <a:r>
                        <a:rPr lang="en-CA" sz="900" u="none" strike="noStrike">
                          <a:solidFill>
                            <a:schemeClr val="tx2"/>
                          </a:solidFill>
                          <a:effectLst/>
                        </a:rPr>
                        <a:t>10H</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19</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1</a:t>
                      </a:r>
                      <a:endParaRPr lang="en-CA" sz="900" b="1"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25.10%</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b="1" u="none" strike="noStrike" dirty="0">
                          <a:solidFill>
                            <a:srgbClr val="FF0000"/>
                          </a:solidFill>
                          <a:effectLst/>
                        </a:rPr>
                        <a:t>30.00%</a:t>
                      </a:r>
                      <a:endParaRPr lang="en-CA" sz="900" b="1" i="0" u="none" strike="noStrike" dirty="0">
                        <a:solidFill>
                          <a:srgbClr val="FF0000"/>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40.00%</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C</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dirty="0">
                          <a:solidFill>
                            <a:schemeClr val="tx2"/>
                          </a:solidFill>
                          <a:effectLst/>
                        </a:rPr>
                        <a:t>C</a:t>
                      </a:r>
                      <a:endParaRPr lang="en-CA" sz="900" b="0" i="0" u="none" strike="noStrike" dirty="0">
                        <a:solidFill>
                          <a:schemeClr val="tx2"/>
                        </a:solidFill>
                        <a:effectLst/>
                        <a:latin typeface="Calibri" panose="020F0502020204030204" pitchFamily="34" charset="0"/>
                      </a:endParaRPr>
                    </a:p>
                  </a:txBody>
                  <a:tcPr marL="6499" marR="6499" marT="6499" marB="0" anchor="ctr"/>
                </a:tc>
                <a:extLst>
                  <a:ext uri="{0D108BD9-81ED-4DB2-BD59-A6C34878D82A}">
                    <a16:rowId xmlns:a16="http://schemas.microsoft.com/office/drawing/2014/main" val="3697515406"/>
                  </a:ext>
                </a:extLst>
              </a:tr>
              <a:tr h="130799">
                <a:tc vMerge="1">
                  <a:txBody>
                    <a:bodyPr/>
                    <a:lstStyle/>
                    <a:p>
                      <a:pPr algn="ctr" rtl="0" fontAlgn="ctr"/>
                      <a:endParaRPr lang="en-CA" sz="900" b="1" i="0" u="none" strike="noStrike" dirty="0">
                        <a:solidFill>
                          <a:srgbClr val="003B5C"/>
                        </a:solidFill>
                        <a:effectLst/>
                        <a:latin typeface="Calibri" panose="020F0502020204030204" pitchFamily="34" charset="0"/>
                      </a:endParaRPr>
                    </a:p>
                  </a:txBody>
                  <a:tcPr marL="6499" marR="6499" marT="6499" marB="0" anchor="ctr">
                    <a:noFill/>
                  </a:tcPr>
                </a:tc>
                <a:tc vMerge="1">
                  <a:txBody>
                    <a:bodyPr/>
                    <a:lstStyle/>
                    <a:p>
                      <a:endParaRPr lang="en-CA"/>
                    </a:p>
                  </a:txBody>
                  <a:tcPr/>
                </a:tc>
                <a:tc>
                  <a:txBody>
                    <a:bodyPr/>
                    <a:lstStyle/>
                    <a:p>
                      <a:pPr algn="ctr" rtl="0" fontAlgn="ctr"/>
                      <a:r>
                        <a:rPr lang="en-CA" sz="900" u="none" strike="noStrike">
                          <a:solidFill>
                            <a:schemeClr val="tx2"/>
                          </a:solidFill>
                          <a:effectLst/>
                        </a:rPr>
                        <a:t>10L</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20</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NA</a:t>
                      </a:r>
                      <a:endParaRPr lang="en-CA" sz="900" b="1"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40.00%</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b="1" u="none" strike="noStrike" dirty="0">
                          <a:solidFill>
                            <a:srgbClr val="FF0000"/>
                          </a:solidFill>
                          <a:effectLst/>
                        </a:rPr>
                        <a:t>55.00%</a:t>
                      </a:r>
                      <a:endParaRPr lang="en-CA" sz="900" b="1" i="0" u="none" strike="noStrike" dirty="0">
                        <a:solidFill>
                          <a:srgbClr val="FF0000"/>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70.00%</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fontAlgn="ctr"/>
                      <a:r>
                        <a:rPr lang="en-CA" sz="900" u="none" strike="noStrike">
                          <a:solidFill>
                            <a:schemeClr val="tx2"/>
                          </a:solidFill>
                          <a:effectLst/>
                        </a:rPr>
                        <a:t>NA</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fontAlgn="ctr"/>
                      <a:r>
                        <a:rPr lang="en-CA" sz="900" u="none" strike="noStrike" dirty="0">
                          <a:solidFill>
                            <a:schemeClr val="tx2"/>
                          </a:solidFill>
                          <a:effectLst/>
                        </a:rPr>
                        <a:t>NA</a:t>
                      </a:r>
                      <a:endParaRPr lang="en-CA" sz="900" b="0" i="0" u="none" strike="noStrike" dirty="0">
                        <a:solidFill>
                          <a:schemeClr val="tx2"/>
                        </a:solidFill>
                        <a:effectLst/>
                        <a:latin typeface="Calibri" panose="020F0502020204030204" pitchFamily="34" charset="0"/>
                      </a:endParaRPr>
                    </a:p>
                  </a:txBody>
                  <a:tcPr marL="6499" marR="6499" marT="6499" marB="0" anchor="ctr"/>
                </a:tc>
                <a:extLst>
                  <a:ext uri="{0D108BD9-81ED-4DB2-BD59-A6C34878D82A}">
                    <a16:rowId xmlns:a16="http://schemas.microsoft.com/office/drawing/2014/main" val="590699852"/>
                  </a:ext>
                </a:extLst>
              </a:tr>
              <a:tr h="146951">
                <a:tc rowSpan="2" gridSpan="2">
                  <a:txBody>
                    <a:bodyPr/>
                    <a:lstStyle/>
                    <a:p>
                      <a:pPr algn="ctr" rtl="0" fontAlgn="ctr"/>
                      <a:r>
                        <a:rPr lang="en-CA" sz="900" b="1" u="none" strike="noStrike" dirty="0">
                          <a:solidFill>
                            <a:schemeClr val="bg1"/>
                          </a:solidFill>
                          <a:effectLst/>
                        </a:rPr>
                        <a:t>Non-Performing</a:t>
                      </a:r>
                      <a:endParaRPr lang="en-CA" sz="900" b="1" i="0" u="none" strike="noStrike" dirty="0">
                        <a:solidFill>
                          <a:schemeClr val="bg1"/>
                        </a:solidFill>
                        <a:effectLst/>
                        <a:latin typeface="Calibri" panose="020F0502020204030204" pitchFamily="34" charset="0"/>
                      </a:endParaRPr>
                    </a:p>
                  </a:txBody>
                  <a:tcPr marL="6499" marR="6499" marT="6499" marB="0" anchor="ctr">
                    <a:solidFill>
                      <a:srgbClr val="FF0000"/>
                    </a:solidFill>
                  </a:tcPr>
                </a:tc>
                <a:tc rowSpan="2" hMerge="1">
                  <a:txBody>
                    <a:bodyPr/>
                    <a:lstStyle/>
                    <a:p>
                      <a:endParaRPr lang="en-CA"/>
                    </a:p>
                  </a:txBody>
                  <a:tcPr/>
                </a:tc>
                <a:tc>
                  <a:txBody>
                    <a:bodyPr/>
                    <a:lstStyle/>
                    <a:p>
                      <a:pPr algn="ctr" rtl="0" fontAlgn="ctr"/>
                      <a:r>
                        <a:rPr lang="en-CA" sz="900" u="none" strike="noStrike">
                          <a:solidFill>
                            <a:schemeClr val="bg1"/>
                          </a:solidFill>
                          <a:effectLst/>
                        </a:rPr>
                        <a:t>11</a:t>
                      </a:r>
                      <a:endParaRPr lang="en-CA" sz="900" b="0" i="0" u="none" strike="noStrike">
                        <a:solidFill>
                          <a:schemeClr val="bg1"/>
                        </a:solidFill>
                        <a:effectLst/>
                        <a:latin typeface="Calibri" panose="020F0502020204030204" pitchFamily="34" charset="0"/>
                      </a:endParaRPr>
                    </a:p>
                  </a:txBody>
                  <a:tcPr marL="6499" marR="6499" marT="6499" marB="0" anchor="ctr">
                    <a:solidFill>
                      <a:srgbClr val="FF0000"/>
                    </a:solidFill>
                  </a:tcPr>
                </a:tc>
                <a:tc>
                  <a:txBody>
                    <a:bodyPr/>
                    <a:lstStyle/>
                    <a:p>
                      <a:pPr algn="ctr" rtl="0" fontAlgn="ctr"/>
                      <a:r>
                        <a:rPr lang="en-CA" sz="900" u="none" strike="noStrike">
                          <a:solidFill>
                            <a:schemeClr val="bg1"/>
                          </a:solidFill>
                          <a:effectLst/>
                        </a:rPr>
                        <a:t>D1</a:t>
                      </a:r>
                      <a:endParaRPr lang="en-CA" sz="900" b="0" i="0" u="none" strike="noStrike">
                        <a:solidFill>
                          <a:schemeClr val="bg1"/>
                        </a:solidFill>
                        <a:effectLst/>
                        <a:latin typeface="Calibri" panose="020F0502020204030204" pitchFamily="34" charset="0"/>
                      </a:endParaRPr>
                    </a:p>
                  </a:txBody>
                  <a:tcPr marL="6499" marR="6499" marT="6499" marB="0" anchor="ctr">
                    <a:solidFill>
                      <a:srgbClr val="FF0000"/>
                    </a:solidFill>
                  </a:tcPr>
                </a:tc>
                <a:tc>
                  <a:txBody>
                    <a:bodyPr/>
                    <a:lstStyle/>
                    <a:p>
                      <a:pPr algn="ctr" rtl="0" fontAlgn="ctr"/>
                      <a:r>
                        <a:rPr lang="en-CA" sz="900" u="none" strike="noStrike">
                          <a:solidFill>
                            <a:schemeClr val="bg1"/>
                          </a:solidFill>
                          <a:effectLst/>
                        </a:rPr>
                        <a:t>NA</a:t>
                      </a:r>
                      <a:endParaRPr lang="en-CA" sz="900" b="0" i="0" u="none" strike="noStrike">
                        <a:solidFill>
                          <a:schemeClr val="bg1"/>
                        </a:solidFill>
                        <a:effectLst/>
                        <a:latin typeface="Calibri" panose="020F0502020204030204" pitchFamily="34" charset="0"/>
                      </a:endParaRPr>
                    </a:p>
                  </a:txBody>
                  <a:tcPr marL="6499" marR="6499" marT="6499" marB="0" anchor="ctr">
                    <a:solidFill>
                      <a:srgbClr val="FF0000"/>
                    </a:solidFill>
                  </a:tcPr>
                </a:tc>
                <a:tc>
                  <a:txBody>
                    <a:bodyPr/>
                    <a:lstStyle/>
                    <a:p>
                      <a:pPr algn="ctr" rtl="0" fontAlgn="ctr"/>
                      <a:r>
                        <a:rPr lang="en-CA" sz="900" u="none" strike="noStrike">
                          <a:solidFill>
                            <a:schemeClr val="bg1"/>
                          </a:solidFill>
                          <a:effectLst/>
                        </a:rPr>
                        <a:t>100%</a:t>
                      </a:r>
                      <a:endParaRPr lang="en-CA" sz="900" b="0" i="0" u="none" strike="noStrike">
                        <a:solidFill>
                          <a:schemeClr val="bg1"/>
                        </a:solidFill>
                        <a:effectLst/>
                        <a:latin typeface="Calibri" panose="020F0502020204030204" pitchFamily="34" charset="0"/>
                      </a:endParaRPr>
                    </a:p>
                  </a:txBody>
                  <a:tcPr marL="6499" marR="6499" marT="6499" marB="0" anchor="ctr">
                    <a:solidFill>
                      <a:srgbClr val="FF0000"/>
                    </a:solidFill>
                  </a:tcPr>
                </a:tc>
                <a:tc>
                  <a:txBody>
                    <a:bodyPr/>
                    <a:lstStyle/>
                    <a:p>
                      <a:pPr algn="ctr" rtl="0" fontAlgn="ctr"/>
                      <a:r>
                        <a:rPr lang="en-CA" sz="900" u="none" strike="noStrike">
                          <a:solidFill>
                            <a:schemeClr val="bg1"/>
                          </a:solidFill>
                          <a:effectLst/>
                        </a:rPr>
                        <a:t>100%</a:t>
                      </a:r>
                      <a:endParaRPr lang="en-CA" sz="900" b="0" i="0" u="none" strike="noStrike">
                        <a:solidFill>
                          <a:schemeClr val="bg1"/>
                        </a:solidFill>
                        <a:effectLst/>
                        <a:latin typeface="Calibri" panose="020F0502020204030204" pitchFamily="34" charset="0"/>
                      </a:endParaRPr>
                    </a:p>
                  </a:txBody>
                  <a:tcPr marL="6499" marR="6499" marT="6499" marB="0" anchor="ctr">
                    <a:solidFill>
                      <a:srgbClr val="FF0000"/>
                    </a:solidFill>
                  </a:tcPr>
                </a:tc>
                <a:tc>
                  <a:txBody>
                    <a:bodyPr/>
                    <a:lstStyle/>
                    <a:p>
                      <a:pPr algn="ctr" rtl="0" fontAlgn="ctr"/>
                      <a:r>
                        <a:rPr lang="en-CA" sz="900" u="none" strike="noStrike">
                          <a:solidFill>
                            <a:schemeClr val="bg1"/>
                          </a:solidFill>
                          <a:effectLst/>
                        </a:rPr>
                        <a:t>100%</a:t>
                      </a:r>
                      <a:endParaRPr lang="en-CA" sz="900" b="0" i="0" u="none" strike="noStrike">
                        <a:solidFill>
                          <a:schemeClr val="bg1"/>
                        </a:solidFill>
                        <a:effectLst/>
                        <a:latin typeface="Calibri" panose="020F0502020204030204" pitchFamily="34" charset="0"/>
                      </a:endParaRPr>
                    </a:p>
                  </a:txBody>
                  <a:tcPr marL="6499" marR="6499" marT="6499" marB="0" anchor="ctr">
                    <a:solidFill>
                      <a:srgbClr val="FF0000"/>
                    </a:solidFill>
                  </a:tcPr>
                </a:tc>
                <a:tc>
                  <a:txBody>
                    <a:bodyPr/>
                    <a:lstStyle/>
                    <a:p>
                      <a:pPr algn="ctr" fontAlgn="ctr"/>
                      <a:r>
                        <a:rPr lang="en-CA" sz="900" u="none" strike="noStrike" dirty="0" smtClean="0">
                          <a:solidFill>
                            <a:schemeClr val="bg1"/>
                          </a:solidFill>
                          <a:effectLst/>
                        </a:rPr>
                        <a:t>NA</a:t>
                      </a:r>
                      <a:endParaRPr lang="en-CA" sz="900" b="0" i="0" u="none" strike="noStrike" dirty="0">
                        <a:solidFill>
                          <a:schemeClr val="bg1"/>
                        </a:solidFill>
                        <a:effectLst/>
                        <a:latin typeface="Calibri" panose="020F0502020204030204" pitchFamily="34" charset="0"/>
                      </a:endParaRPr>
                    </a:p>
                  </a:txBody>
                  <a:tcPr marL="6499" marR="6499" marT="6499" marB="0" anchor="ctr">
                    <a:solidFill>
                      <a:srgbClr val="FF0000"/>
                    </a:solidFill>
                  </a:tcPr>
                </a:tc>
                <a:tc>
                  <a:txBody>
                    <a:bodyPr/>
                    <a:lstStyle/>
                    <a:p>
                      <a:pPr algn="ctr" fontAlgn="ctr"/>
                      <a:r>
                        <a:rPr lang="en-CA" sz="900" u="none" strike="noStrike" dirty="0" smtClean="0">
                          <a:solidFill>
                            <a:schemeClr val="bg1"/>
                          </a:solidFill>
                          <a:effectLst/>
                        </a:rPr>
                        <a:t>NA</a:t>
                      </a:r>
                      <a:endParaRPr lang="en-CA" sz="900" b="0" i="0" u="none" strike="noStrike" dirty="0">
                        <a:solidFill>
                          <a:schemeClr val="bg1"/>
                        </a:solidFill>
                        <a:effectLst/>
                        <a:latin typeface="Calibri" panose="020F0502020204030204" pitchFamily="34" charset="0"/>
                      </a:endParaRPr>
                    </a:p>
                  </a:txBody>
                  <a:tcPr marL="6499" marR="6499" marT="6499" marB="0" anchor="ctr">
                    <a:solidFill>
                      <a:srgbClr val="FF0000"/>
                    </a:solidFill>
                  </a:tcPr>
                </a:tc>
                <a:extLst>
                  <a:ext uri="{0D108BD9-81ED-4DB2-BD59-A6C34878D82A}">
                    <a16:rowId xmlns:a16="http://schemas.microsoft.com/office/drawing/2014/main" val="2154255153"/>
                  </a:ext>
                </a:extLst>
              </a:tr>
              <a:tr h="130799">
                <a:tc gridSpan="2" vMerge="1">
                  <a:txBody>
                    <a:bodyPr/>
                    <a:lstStyle/>
                    <a:p>
                      <a:endParaRPr lang="en-CA"/>
                    </a:p>
                  </a:txBody>
                  <a:tcPr/>
                </a:tc>
                <a:tc hMerge="1" vMerge="1">
                  <a:txBody>
                    <a:bodyPr/>
                    <a:lstStyle/>
                    <a:p>
                      <a:endParaRPr lang="en-CA"/>
                    </a:p>
                  </a:txBody>
                  <a:tcPr/>
                </a:tc>
                <a:tc>
                  <a:txBody>
                    <a:bodyPr/>
                    <a:lstStyle/>
                    <a:p>
                      <a:pPr algn="ctr" rtl="0" fontAlgn="ctr"/>
                      <a:r>
                        <a:rPr lang="en-CA" sz="900" u="none" strike="noStrike" dirty="0">
                          <a:solidFill>
                            <a:schemeClr val="bg1"/>
                          </a:solidFill>
                          <a:effectLst/>
                        </a:rPr>
                        <a:t>12</a:t>
                      </a:r>
                      <a:endParaRPr lang="en-CA" sz="900" b="0" i="0" u="none" strike="noStrike" dirty="0">
                        <a:solidFill>
                          <a:schemeClr val="bg1"/>
                        </a:solidFill>
                        <a:effectLst/>
                        <a:latin typeface="Calibri" panose="020F0502020204030204" pitchFamily="34" charset="0"/>
                      </a:endParaRPr>
                    </a:p>
                  </a:txBody>
                  <a:tcPr marL="6499" marR="6499" marT="6499" marB="0" anchor="ctr">
                    <a:solidFill>
                      <a:srgbClr val="FF0000"/>
                    </a:solidFill>
                  </a:tcPr>
                </a:tc>
                <a:tc>
                  <a:txBody>
                    <a:bodyPr/>
                    <a:lstStyle/>
                    <a:p>
                      <a:pPr algn="ctr" rtl="0" fontAlgn="ctr"/>
                      <a:r>
                        <a:rPr lang="en-CA" sz="900" u="none" strike="noStrike" dirty="0">
                          <a:solidFill>
                            <a:schemeClr val="bg1"/>
                          </a:solidFill>
                          <a:effectLst/>
                        </a:rPr>
                        <a:t>D2</a:t>
                      </a:r>
                      <a:endParaRPr lang="en-CA" sz="900" b="0" i="0" u="none" strike="noStrike" dirty="0">
                        <a:solidFill>
                          <a:schemeClr val="bg1"/>
                        </a:solidFill>
                        <a:effectLst/>
                        <a:latin typeface="Calibri" panose="020F0502020204030204" pitchFamily="34" charset="0"/>
                      </a:endParaRPr>
                    </a:p>
                  </a:txBody>
                  <a:tcPr marL="6499" marR="6499" marT="6499" marB="0" anchor="ctr">
                    <a:solidFill>
                      <a:srgbClr val="FF0000"/>
                    </a:solidFill>
                  </a:tcPr>
                </a:tc>
                <a:tc>
                  <a:txBody>
                    <a:bodyPr/>
                    <a:lstStyle/>
                    <a:p>
                      <a:pPr algn="ctr" rtl="0" fontAlgn="ctr"/>
                      <a:r>
                        <a:rPr lang="en-CA" sz="900" u="none" strike="noStrike" dirty="0">
                          <a:solidFill>
                            <a:schemeClr val="bg1"/>
                          </a:solidFill>
                          <a:effectLst/>
                        </a:rPr>
                        <a:t>NA</a:t>
                      </a:r>
                      <a:endParaRPr lang="en-CA" sz="900" b="0" i="0" u="none" strike="noStrike" dirty="0">
                        <a:solidFill>
                          <a:schemeClr val="bg1"/>
                        </a:solidFill>
                        <a:effectLst/>
                        <a:latin typeface="Calibri" panose="020F0502020204030204" pitchFamily="34" charset="0"/>
                      </a:endParaRPr>
                    </a:p>
                  </a:txBody>
                  <a:tcPr marL="6499" marR="6499" marT="6499" marB="0" anchor="ctr">
                    <a:solidFill>
                      <a:srgbClr val="FF0000"/>
                    </a:solidFill>
                  </a:tcPr>
                </a:tc>
                <a:tc>
                  <a:txBody>
                    <a:bodyPr/>
                    <a:lstStyle/>
                    <a:p>
                      <a:pPr algn="ctr" rtl="0" fontAlgn="ctr"/>
                      <a:r>
                        <a:rPr lang="en-CA" sz="900" u="none" strike="noStrike" dirty="0">
                          <a:solidFill>
                            <a:schemeClr val="bg1"/>
                          </a:solidFill>
                          <a:effectLst/>
                        </a:rPr>
                        <a:t>100%</a:t>
                      </a:r>
                      <a:endParaRPr lang="en-CA" sz="900" b="0" i="0" u="none" strike="noStrike" dirty="0">
                        <a:solidFill>
                          <a:schemeClr val="bg1"/>
                        </a:solidFill>
                        <a:effectLst/>
                        <a:latin typeface="Calibri" panose="020F0502020204030204" pitchFamily="34" charset="0"/>
                      </a:endParaRPr>
                    </a:p>
                  </a:txBody>
                  <a:tcPr marL="6499" marR="6499" marT="6499" marB="0" anchor="ctr">
                    <a:solidFill>
                      <a:srgbClr val="FF0000"/>
                    </a:solidFill>
                  </a:tcPr>
                </a:tc>
                <a:tc>
                  <a:txBody>
                    <a:bodyPr/>
                    <a:lstStyle/>
                    <a:p>
                      <a:pPr algn="ctr" rtl="0" fontAlgn="ctr"/>
                      <a:r>
                        <a:rPr lang="en-CA" sz="900" u="none" strike="noStrike" dirty="0">
                          <a:solidFill>
                            <a:schemeClr val="bg1"/>
                          </a:solidFill>
                          <a:effectLst/>
                        </a:rPr>
                        <a:t>100%</a:t>
                      </a:r>
                      <a:endParaRPr lang="en-CA" sz="900" b="0" i="0" u="none" strike="noStrike" dirty="0">
                        <a:solidFill>
                          <a:schemeClr val="bg1"/>
                        </a:solidFill>
                        <a:effectLst/>
                        <a:latin typeface="Calibri" panose="020F0502020204030204" pitchFamily="34" charset="0"/>
                      </a:endParaRPr>
                    </a:p>
                  </a:txBody>
                  <a:tcPr marL="6499" marR="6499" marT="6499" marB="0" anchor="ctr">
                    <a:solidFill>
                      <a:srgbClr val="FF0000"/>
                    </a:solidFill>
                  </a:tcPr>
                </a:tc>
                <a:tc>
                  <a:txBody>
                    <a:bodyPr/>
                    <a:lstStyle/>
                    <a:p>
                      <a:pPr algn="ctr" rtl="0" fontAlgn="ctr"/>
                      <a:r>
                        <a:rPr lang="en-CA" sz="900" u="none" strike="noStrike" dirty="0">
                          <a:solidFill>
                            <a:schemeClr val="bg1"/>
                          </a:solidFill>
                          <a:effectLst/>
                        </a:rPr>
                        <a:t>100%</a:t>
                      </a:r>
                      <a:endParaRPr lang="en-CA" sz="900" b="0" i="0" u="none" strike="noStrike" dirty="0">
                        <a:solidFill>
                          <a:schemeClr val="bg1"/>
                        </a:solidFill>
                        <a:effectLst/>
                        <a:latin typeface="Calibri" panose="020F0502020204030204" pitchFamily="34" charset="0"/>
                      </a:endParaRPr>
                    </a:p>
                  </a:txBody>
                  <a:tcPr marL="6499" marR="6499" marT="6499" marB="0" anchor="ctr">
                    <a:solidFill>
                      <a:srgbClr val="FF0000"/>
                    </a:solidFill>
                  </a:tcPr>
                </a:tc>
                <a:tc>
                  <a:txBody>
                    <a:bodyPr/>
                    <a:lstStyle/>
                    <a:p>
                      <a:pPr algn="ctr" fontAlgn="ctr"/>
                      <a:r>
                        <a:rPr lang="en-CA" sz="900" u="none" strike="noStrike" dirty="0" smtClean="0">
                          <a:solidFill>
                            <a:schemeClr val="bg1"/>
                          </a:solidFill>
                          <a:effectLst/>
                        </a:rPr>
                        <a:t>NA</a:t>
                      </a:r>
                      <a:r>
                        <a:rPr lang="en-CA" sz="900" u="none" strike="noStrike" dirty="0">
                          <a:solidFill>
                            <a:schemeClr val="bg1"/>
                          </a:solidFill>
                          <a:effectLst/>
                        </a:rPr>
                        <a:t> </a:t>
                      </a:r>
                      <a:endParaRPr lang="en-CA" sz="900" b="0" i="0" u="none" strike="noStrike" dirty="0">
                        <a:solidFill>
                          <a:schemeClr val="bg1"/>
                        </a:solidFill>
                        <a:effectLst/>
                        <a:latin typeface="Calibri" panose="020F0502020204030204" pitchFamily="34" charset="0"/>
                      </a:endParaRPr>
                    </a:p>
                  </a:txBody>
                  <a:tcPr marL="6499" marR="6499" marT="6499" marB="0" anchor="ctr">
                    <a:solidFill>
                      <a:srgbClr val="FF0000"/>
                    </a:solidFill>
                  </a:tcPr>
                </a:tc>
                <a:tc>
                  <a:txBody>
                    <a:bodyPr/>
                    <a:lstStyle/>
                    <a:p>
                      <a:pPr algn="ctr" fontAlgn="ctr"/>
                      <a:r>
                        <a:rPr lang="en-US" sz="900" b="0" i="0" u="none" strike="noStrike" dirty="0" smtClean="0">
                          <a:solidFill>
                            <a:schemeClr val="bg1"/>
                          </a:solidFill>
                          <a:effectLst/>
                          <a:latin typeface="+mn-lt"/>
                        </a:rPr>
                        <a:t>NA</a:t>
                      </a:r>
                      <a:endParaRPr lang="en-CA" sz="900" b="0" i="0" u="none" strike="noStrike" dirty="0">
                        <a:solidFill>
                          <a:schemeClr val="bg1"/>
                        </a:solidFill>
                        <a:effectLst/>
                        <a:latin typeface="Calibri" panose="020F0502020204030204" pitchFamily="34" charset="0"/>
                      </a:endParaRPr>
                    </a:p>
                  </a:txBody>
                  <a:tcPr marL="6499" marR="6499" marT="6499" marB="0" anchor="ctr">
                    <a:solidFill>
                      <a:srgbClr val="FF0000"/>
                    </a:solidFill>
                  </a:tcPr>
                </a:tc>
                <a:extLst>
                  <a:ext uri="{0D108BD9-81ED-4DB2-BD59-A6C34878D82A}">
                    <a16:rowId xmlns:a16="http://schemas.microsoft.com/office/drawing/2014/main" val="2798211904"/>
                  </a:ext>
                </a:extLst>
              </a:tr>
            </a:tbl>
          </a:graphicData>
        </a:graphic>
      </p:graphicFrame>
    </p:spTree>
    <p:extLst>
      <p:ext uri="{BB962C8B-B14F-4D97-AF65-F5344CB8AC3E}">
        <p14:creationId xmlns:p14="http://schemas.microsoft.com/office/powerpoint/2010/main" val="1020716998"/>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1851670"/>
            <a:ext cx="8640960" cy="1207483"/>
          </a:xfrm>
        </p:spPr>
        <p:txBody>
          <a:bodyPr/>
          <a:lstStyle/>
          <a:p>
            <a:pPr algn="ctr"/>
            <a:r>
              <a:rPr lang="en-US" sz="8000" dirty="0"/>
              <a:t>Thank You</a:t>
            </a:r>
            <a:endParaRPr lang="en-CA" sz="8000" dirty="0"/>
          </a:p>
        </p:txBody>
      </p:sp>
    </p:spTree>
    <p:extLst>
      <p:ext uri="{BB962C8B-B14F-4D97-AF65-F5344CB8AC3E}">
        <p14:creationId xmlns:p14="http://schemas.microsoft.com/office/powerpoint/2010/main" val="2088382238"/>
      </p:ext>
    </p:extLst>
  </p:cSld>
  <p:clrMapOvr>
    <a:masterClrMapping/>
  </p:clrMapOvr>
  <p:timing>
    <p:tnLst>
      <p:par>
        <p:cTn id="1" dur="indefinite" restart="never" nodeType="tmRoot"/>
      </p:par>
    </p:tnLst>
  </p:timing>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WBank Presentation 16x9" id="{67B570B4-D408-4BE5-8E41-CC240DD36237}" vid="{AFFC32FA-3CF9-41ED-8902-57C1207CEBA2}"/>
    </a:ext>
  </a:extLst>
</a:theme>
</file>

<file path=ppt/theme/theme2.xml><?xml version="1.0" encoding="utf-8"?>
<a:theme xmlns:a="http://schemas.openxmlformats.org/drawingml/2006/main" name="1 Primary Gold - Section Titl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WBank Presentation 16x9" id="{67B570B4-D408-4BE5-8E41-CC240DD36237}" vid="{6F595E1B-48F7-4866-8CD3-2FF272826443}"/>
    </a:ext>
  </a:extLst>
</a:theme>
</file>

<file path=ppt/theme/theme3.xml><?xml version="1.0" encoding="utf-8"?>
<a:theme xmlns:a="http://schemas.openxmlformats.org/drawingml/2006/main" name="1 Primary Gold - Section Content">
  <a:themeElements>
    <a:clrScheme name="CWB 2019 Brand Colours">
      <a:dk1>
        <a:srgbClr val="777777"/>
      </a:dk1>
      <a:lt1>
        <a:srgbClr val="FFFFFF"/>
      </a:lt1>
      <a:dk2>
        <a:srgbClr val="003B5C"/>
      </a:dk2>
      <a:lt2>
        <a:srgbClr val="BAC5B9"/>
      </a:lt2>
      <a:accent1>
        <a:srgbClr val="0097A9"/>
      </a:accent1>
      <a:accent2>
        <a:srgbClr val="DAAA00"/>
      </a:accent2>
      <a:accent3>
        <a:srgbClr val="2DCCD3"/>
      </a:accent3>
      <a:accent4>
        <a:srgbClr val="84754E"/>
      </a:accent4>
      <a:accent5>
        <a:srgbClr val="FF8200"/>
      </a:accent5>
      <a:accent6>
        <a:srgbClr val="FFD200"/>
      </a:accent6>
      <a:hlink>
        <a:srgbClr val="0097A9"/>
      </a:hlink>
      <a:folHlink>
        <a:srgbClr val="2DCCD3"/>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WBank Presentation 16x9" id="{67B570B4-D408-4BE5-8E41-CC240DD36237}" vid="{30561B8F-A223-4C90-AF26-CAC113BC1661}"/>
    </a:ext>
  </a:extLst>
</a:theme>
</file>

<file path=ppt/theme/theme4.xml><?xml version="1.0" encoding="utf-8"?>
<a:theme xmlns:a="http://schemas.openxmlformats.org/drawingml/2006/main" name="2 Primary Teal - Section Titl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WBank Presentation 16x9" id="{67B570B4-D408-4BE5-8E41-CC240DD36237}" vid="{A1EC64B9-2DCC-44E8-88E6-2E2C1FD5F64D}"/>
    </a:ext>
  </a:extLst>
</a:theme>
</file>

<file path=ppt/theme/theme5.xml><?xml version="1.0" encoding="utf-8"?>
<a:theme xmlns:a="http://schemas.openxmlformats.org/drawingml/2006/main" name="2 Primary Gold - Section Content">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WBank Presentation 16x9" id="{67B570B4-D408-4BE5-8E41-CC240DD36237}" vid="{9CE1E473-DF07-47CB-8773-FAE2A69A5346}"/>
    </a:ext>
  </a:extLst>
</a:theme>
</file>

<file path=ppt/theme/theme6.xml><?xml version="1.0" encoding="utf-8"?>
<a:theme xmlns:a="http://schemas.openxmlformats.org/drawingml/2006/main" name="2 Primary Gold - Content">
  <a:themeElements>
    <a:clrScheme name="CWB 2019 Brand Colours">
      <a:dk1>
        <a:srgbClr val="777777"/>
      </a:dk1>
      <a:lt1>
        <a:srgbClr val="FFFFFF"/>
      </a:lt1>
      <a:dk2>
        <a:srgbClr val="003B5C"/>
      </a:dk2>
      <a:lt2>
        <a:srgbClr val="BAC5B9"/>
      </a:lt2>
      <a:accent1>
        <a:srgbClr val="0097A9"/>
      </a:accent1>
      <a:accent2>
        <a:srgbClr val="DAAA00"/>
      </a:accent2>
      <a:accent3>
        <a:srgbClr val="2DCCD3"/>
      </a:accent3>
      <a:accent4>
        <a:srgbClr val="84754E"/>
      </a:accent4>
      <a:accent5>
        <a:srgbClr val="FF8200"/>
      </a:accent5>
      <a:accent6>
        <a:srgbClr val="FFD200"/>
      </a:accent6>
      <a:hlink>
        <a:srgbClr val="0097A9"/>
      </a:hlink>
      <a:folHlink>
        <a:srgbClr val="2DCCD3"/>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CWBank Presentation 16x9" id="{67B570B4-D408-4BE5-8E41-CC240DD36237}" vid="{835D080A-3A1C-4C94-B807-05181462BCF2}"/>
    </a:ext>
  </a:extLst>
</a:theme>
</file>

<file path=ppt/theme/theme7.xml><?xml version="1.0" encoding="utf-8"?>
<a:theme xmlns:a="http://schemas.openxmlformats.org/drawingml/2006/main" name="3 Navy - Section Titl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WBank Presentation 16x9" id="{67B570B4-D408-4BE5-8E41-CC240DD36237}" vid="{D7D753B9-3033-4AE9-977A-3630F1EEA671}"/>
    </a:ext>
  </a:extLst>
</a:theme>
</file>

<file path=ppt/theme/theme8.xml><?xml version="1.0" encoding="utf-8"?>
<a:theme xmlns:a="http://schemas.openxmlformats.org/drawingml/2006/main" name="3 Navy - Section Content">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WBank Presentation 16x9" id="{67B570B4-D408-4BE5-8E41-CC240DD36237}" vid="{45E4F62F-B122-4274-AA1B-3B94A3A42C46}"/>
    </a:ext>
  </a:extLst>
</a:theme>
</file>

<file path=ppt/theme/theme9.xml><?xml version="1.0" encoding="utf-8"?>
<a:theme xmlns:a="http://schemas.openxmlformats.org/drawingml/2006/main" name="3 Navy - Content">
  <a:themeElements>
    <a:clrScheme name="CWB 2019 Brand Colours">
      <a:dk1>
        <a:srgbClr val="777777"/>
      </a:dk1>
      <a:lt1>
        <a:srgbClr val="FFFFFF"/>
      </a:lt1>
      <a:dk2>
        <a:srgbClr val="003B5C"/>
      </a:dk2>
      <a:lt2>
        <a:srgbClr val="BAC5B9"/>
      </a:lt2>
      <a:accent1>
        <a:srgbClr val="0097A9"/>
      </a:accent1>
      <a:accent2>
        <a:srgbClr val="DAAA00"/>
      </a:accent2>
      <a:accent3>
        <a:srgbClr val="2DCCD3"/>
      </a:accent3>
      <a:accent4>
        <a:srgbClr val="84754E"/>
      </a:accent4>
      <a:accent5>
        <a:srgbClr val="FF8200"/>
      </a:accent5>
      <a:accent6>
        <a:srgbClr val="FFD200"/>
      </a:accent6>
      <a:hlink>
        <a:srgbClr val="0097A9"/>
      </a:hlink>
      <a:folHlink>
        <a:srgbClr val="2DCCD3"/>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CWBank Presentation 16x9" id="{67B570B4-D408-4BE5-8E41-CC240DD36237}" vid="{B998A1DF-8287-4BA4-A893-BA211001F5EF}"/>
    </a:ext>
  </a:extLst>
</a:theme>
</file>

<file path=ppt/theme/theme10.xml><?xml version="1.0" encoding="utf-8"?>
<a:theme xmlns:a="http://schemas.openxmlformats.org/drawingml/2006/main" name="4 Light Teal - Section Titl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WBank Presentation 16x9" id="{67B570B4-D408-4BE5-8E41-CC240DD36237}" vid="{E65D8729-05C8-479E-8AF6-9BDB5B865786}"/>
    </a:ext>
  </a:extLst>
</a:theme>
</file>

<file path=ppt/theme/theme11.xml><?xml version="1.0" encoding="utf-8"?>
<a:theme xmlns:a="http://schemas.openxmlformats.org/drawingml/2006/main" name="4 Light Teal - Section Content">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WBank Presentation 16x9" id="{67B570B4-D408-4BE5-8E41-CC240DD36237}" vid="{F511EBDF-FDE9-4C2B-A29C-BCBA3A7F7DF4}"/>
    </a:ext>
  </a:extLst>
</a:theme>
</file>

<file path=ppt/theme/theme12.xml><?xml version="1.0" encoding="utf-8"?>
<a:theme xmlns:a="http://schemas.openxmlformats.org/drawingml/2006/main" name="4 Light Teal - Content">
  <a:themeElements>
    <a:clrScheme name="CWB 2019 Brand Colours">
      <a:dk1>
        <a:srgbClr val="777777"/>
      </a:dk1>
      <a:lt1>
        <a:srgbClr val="FFFFFF"/>
      </a:lt1>
      <a:dk2>
        <a:srgbClr val="003B5C"/>
      </a:dk2>
      <a:lt2>
        <a:srgbClr val="BAC5B9"/>
      </a:lt2>
      <a:accent1>
        <a:srgbClr val="0097A9"/>
      </a:accent1>
      <a:accent2>
        <a:srgbClr val="DAAA00"/>
      </a:accent2>
      <a:accent3>
        <a:srgbClr val="2DCCD3"/>
      </a:accent3>
      <a:accent4>
        <a:srgbClr val="84754E"/>
      </a:accent4>
      <a:accent5>
        <a:srgbClr val="FF8200"/>
      </a:accent5>
      <a:accent6>
        <a:srgbClr val="FFD200"/>
      </a:accent6>
      <a:hlink>
        <a:srgbClr val="0097A9"/>
      </a:hlink>
      <a:folHlink>
        <a:srgbClr val="2DCCD3"/>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CWBank Presentation 16x9" id="{67B570B4-D408-4BE5-8E41-CC240DD36237}" vid="{21F07EE1-9923-4B74-8B9F-DFBDAF8BAFD3}"/>
    </a:ext>
  </a:extLst>
</a:theme>
</file>

<file path=ppt/theme/theme13.xml><?xml version="1.0" encoding="utf-8"?>
<a:theme xmlns:a="http://schemas.openxmlformats.org/drawingml/2006/main" name="6 Dark Gold - Section Titl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WBank Presentation 16x9" id="{67B570B4-D408-4BE5-8E41-CC240DD36237}" vid="{E5A06807-39A0-4E57-89E0-9DBC6D67A921}"/>
    </a:ext>
  </a:extLst>
</a:theme>
</file>

<file path=ppt/theme/theme14.xml><?xml version="1.0" encoding="utf-8"?>
<a:theme xmlns:a="http://schemas.openxmlformats.org/drawingml/2006/main" name="6 Dark Gold - Section Content">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WBank Presentation 16x9" id="{67B570B4-D408-4BE5-8E41-CC240DD36237}" vid="{54647542-15F9-4F78-83A8-29E066D45CB4}"/>
    </a:ext>
  </a:extLst>
</a:theme>
</file>

<file path=ppt/theme/theme15.xml><?xml version="1.0" encoding="utf-8"?>
<a:theme xmlns:a="http://schemas.openxmlformats.org/drawingml/2006/main" name="6 Dark Gold - Content">
  <a:themeElements>
    <a:clrScheme name="CWB 2019 Brand Colours">
      <a:dk1>
        <a:srgbClr val="777777"/>
      </a:dk1>
      <a:lt1>
        <a:srgbClr val="FFFFFF"/>
      </a:lt1>
      <a:dk2>
        <a:srgbClr val="003B5C"/>
      </a:dk2>
      <a:lt2>
        <a:srgbClr val="BAC5B9"/>
      </a:lt2>
      <a:accent1>
        <a:srgbClr val="0097A9"/>
      </a:accent1>
      <a:accent2>
        <a:srgbClr val="DAAA00"/>
      </a:accent2>
      <a:accent3>
        <a:srgbClr val="2DCCD3"/>
      </a:accent3>
      <a:accent4>
        <a:srgbClr val="84754E"/>
      </a:accent4>
      <a:accent5>
        <a:srgbClr val="FF8200"/>
      </a:accent5>
      <a:accent6>
        <a:srgbClr val="FFD200"/>
      </a:accent6>
      <a:hlink>
        <a:srgbClr val="0097A9"/>
      </a:hlink>
      <a:folHlink>
        <a:srgbClr val="2DCCD3"/>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CWBank Presentation 16x9" id="{67B570B4-D408-4BE5-8E41-CC240DD36237}" vid="{719C9F3D-ED5E-4AF4-B0AF-C95002611559}"/>
    </a:ext>
  </a:extLst>
</a:theme>
</file>

<file path=ppt/theme/theme16.xml><?xml version="1.0" encoding="utf-8"?>
<a:theme xmlns:a="http://schemas.openxmlformats.org/drawingml/2006/main" name="7 Orange - Section Titl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WBank Presentation 16x9" id="{67B570B4-D408-4BE5-8E41-CC240DD36237}" vid="{0560C50E-6632-4FE7-9D78-599FAA257B74}"/>
    </a:ext>
  </a:extLst>
</a:theme>
</file>

<file path=ppt/theme/theme17.xml><?xml version="1.0" encoding="utf-8"?>
<a:theme xmlns:a="http://schemas.openxmlformats.org/drawingml/2006/main" name="7 Orange - Section Content">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WBank Presentation 16x9" id="{67B570B4-D408-4BE5-8E41-CC240DD36237}" vid="{89CEFB3A-4A5C-4B1D-91EB-D62E9BFAA955}"/>
    </a:ext>
  </a:extLst>
</a:theme>
</file>

<file path=ppt/theme/theme18.xml><?xml version="1.0" encoding="utf-8"?>
<a:theme xmlns:a="http://schemas.openxmlformats.org/drawingml/2006/main" name="7 Orange - Content">
  <a:themeElements>
    <a:clrScheme name="CWB 2019 Brand Colours">
      <a:dk1>
        <a:srgbClr val="777777"/>
      </a:dk1>
      <a:lt1>
        <a:srgbClr val="FFFFFF"/>
      </a:lt1>
      <a:dk2>
        <a:srgbClr val="003B5C"/>
      </a:dk2>
      <a:lt2>
        <a:srgbClr val="BAC5B9"/>
      </a:lt2>
      <a:accent1>
        <a:srgbClr val="0097A9"/>
      </a:accent1>
      <a:accent2>
        <a:srgbClr val="DAAA00"/>
      </a:accent2>
      <a:accent3>
        <a:srgbClr val="2DCCD3"/>
      </a:accent3>
      <a:accent4>
        <a:srgbClr val="84754E"/>
      </a:accent4>
      <a:accent5>
        <a:srgbClr val="FF8200"/>
      </a:accent5>
      <a:accent6>
        <a:srgbClr val="FFD200"/>
      </a:accent6>
      <a:hlink>
        <a:srgbClr val="0097A9"/>
      </a:hlink>
      <a:folHlink>
        <a:srgbClr val="2DCCD3"/>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CWBank Presentation 16x9" id="{67B570B4-D408-4BE5-8E41-CC240DD36237}" vid="{C11D73AD-5315-4486-94D2-E64FA5E1DB9A}"/>
    </a:ext>
  </a:extLst>
</a:theme>
</file>

<file path=ppt/theme/theme19.xml><?xml version="1.0" encoding="utf-8"?>
<a:theme xmlns:a="http://schemas.openxmlformats.org/drawingml/2006/main" name="8 Grey - Section Titl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WBank Presentation 16x9" id="{67B570B4-D408-4BE5-8E41-CC240DD36237}" vid="{BFEFCC51-2D2A-469B-89F5-0C692C1A4DC2}"/>
    </a:ext>
  </a:extLst>
</a:theme>
</file>

<file path=ppt/theme/theme20.xml><?xml version="1.0" encoding="utf-8"?>
<a:theme xmlns:a="http://schemas.openxmlformats.org/drawingml/2006/main" name="8 Grey - Section Content">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WBank Presentation 16x9" id="{67B570B4-D408-4BE5-8E41-CC240DD36237}" vid="{148D378B-638E-400B-947E-5A5843F4BDC0}"/>
    </a:ext>
  </a:extLst>
</a:theme>
</file>

<file path=ppt/theme/theme21.xml><?xml version="1.0" encoding="utf-8"?>
<a:theme xmlns:a="http://schemas.openxmlformats.org/drawingml/2006/main" name="8 Grey - Content">
  <a:themeElements>
    <a:clrScheme name="CWB 2019 Brand Colours">
      <a:dk1>
        <a:srgbClr val="777777"/>
      </a:dk1>
      <a:lt1>
        <a:srgbClr val="FFFFFF"/>
      </a:lt1>
      <a:dk2>
        <a:srgbClr val="003B5C"/>
      </a:dk2>
      <a:lt2>
        <a:srgbClr val="BAC5B9"/>
      </a:lt2>
      <a:accent1>
        <a:srgbClr val="0097A9"/>
      </a:accent1>
      <a:accent2>
        <a:srgbClr val="DAAA00"/>
      </a:accent2>
      <a:accent3>
        <a:srgbClr val="2DCCD3"/>
      </a:accent3>
      <a:accent4>
        <a:srgbClr val="84754E"/>
      </a:accent4>
      <a:accent5>
        <a:srgbClr val="FF8200"/>
      </a:accent5>
      <a:accent6>
        <a:srgbClr val="FFD200"/>
      </a:accent6>
      <a:hlink>
        <a:srgbClr val="0097A9"/>
      </a:hlink>
      <a:folHlink>
        <a:srgbClr val="2DCCD3"/>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CWBank Presentation 16x9" id="{67B570B4-D408-4BE5-8E41-CC240DD36237}" vid="{B11517A5-955C-407B-946D-F82AE420A6A6}"/>
    </a:ext>
  </a:extLst>
</a:theme>
</file>

<file path=ppt/theme/theme22.xml><?xml version="1.0" encoding="utf-8"?>
<a:theme xmlns:a="http://schemas.openxmlformats.org/drawingml/2006/main" name="Section Title - Photo">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WBank Presentation 16x9" id="{67B570B4-D408-4BE5-8E41-CC240DD36237}" vid="{50B547C6-07E2-4AC4-BD59-A67AAD8A2944}"/>
    </a:ext>
  </a:extLst>
</a:theme>
</file>

<file path=ppt/theme/theme23.xml><?xml version="1.0" encoding="utf-8"?>
<a:theme xmlns:a="http://schemas.openxmlformats.org/drawingml/2006/main" name="1_Section Title - Photo">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WBank Presentation 16x9" id="{67B570B4-D408-4BE5-8E41-CC240DD36237}" vid="{23F58467-4976-428F-B5D9-3C9112269D62}"/>
    </a:ext>
  </a:extLst>
</a:theme>
</file>

<file path=ppt/theme/theme24.xml><?xml version="1.0" encoding="utf-8"?>
<a:theme xmlns:a="http://schemas.openxmlformats.org/drawingml/2006/main" name="2_Section Title - Photo">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WBank Presentation 16x9" id="{67B570B4-D408-4BE5-8E41-CC240DD36237}" vid="{79267145-6C3F-45DC-9F13-5264C553C788}"/>
    </a:ext>
  </a:extLst>
</a:theme>
</file>

<file path=ppt/theme/theme25.xml><?xml version="1.0" encoding="utf-8"?>
<a:theme xmlns:a="http://schemas.openxmlformats.org/drawingml/2006/main" name="Quote - Teal Ladder">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WBank Presentation 16x9" id="{67B570B4-D408-4BE5-8E41-CC240DD36237}" vid="{F9EC8069-171E-4ADE-B526-D208324FBB58}"/>
    </a:ext>
  </a:extLst>
</a:theme>
</file>

<file path=ppt/theme/theme26.xml><?xml version="1.0" encoding="utf-8"?>
<a:theme xmlns:a="http://schemas.openxmlformats.org/drawingml/2006/main" name="Quote - Navy Path">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WBank Presentation 16x9" id="{67B570B4-D408-4BE5-8E41-CC240DD36237}" vid="{6120AEB7-75A6-4DFE-886D-C65605ABADA7}"/>
    </a:ext>
  </a:extLst>
</a:theme>
</file>

<file path=ppt/theme/theme27.xml><?xml version="1.0" encoding="utf-8"?>
<a:theme xmlns:a="http://schemas.openxmlformats.org/drawingml/2006/main" name="1_Quote - Navy Path">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WBank Presentation 16x9" id="{67B570B4-D408-4BE5-8E41-CC240DD36237}" vid="{1E2EC6B8-1999-467C-BD83-E30657CD27A6}"/>
    </a:ext>
  </a:extLst>
</a:theme>
</file>

<file path=ppt/theme/theme28.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9.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A6E2191C135504F9351B7DBCB2BE606" ma:contentTypeVersion="19" ma:contentTypeDescription="Create a new document." ma:contentTypeScope="" ma:versionID="144ddb5c3dec5e6553fff6a9e46bb08f">
  <xsd:schema xmlns:xsd="http://www.w3.org/2001/XMLSchema" xmlns:xs="http://www.w3.org/2001/XMLSchema" xmlns:p="http://schemas.microsoft.com/office/2006/metadata/properties" xmlns:ns2="6d778449-ff75-428e-914f-0c7c3a330bda" xmlns:ns3="9685b3f0-18b8-4ac0-8917-75cacc3928c8" xmlns:ns4="http://schemas.microsoft.com/sharepoint/v4" targetNamespace="http://schemas.microsoft.com/office/2006/metadata/properties" ma:root="true" ma:fieldsID="20e32d3dfd06a5d03c1eec57e40fefd4" ns2:_="" ns3:_="" ns4:_="">
    <xsd:import namespace="6d778449-ff75-428e-914f-0c7c3a330bda"/>
    <xsd:import namespace="9685b3f0-18b8-4ac0-8917-75cacc3928c8"/>
    <xsd:import namespace="http://schemas.microsoft.com/sharepoint/v4"/>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element ref="ns2:MediaServiceDateTaken" minOccurs="0"/>
                <xsd:element ref="ns4:IconOverlay"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d778449-ff75-428e-914f-0c7c3a330bd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a104f31a-2814-4102-809d-73f760290a87" ma:termSetId="09814cd3-568e-fe90-9814-8d621ff8fb84" ma:anchorId="fba54fb3-c3e1-fe81-a776-ca4b69148c4d" ma:open="true" ma:isKeyword="false">
      <xsd:complexType>
        <xsd:sequence>
          <xsd:element ref="pc:Terms" minOccurs="0" maxOccurs="1"/>
        </xsd:sequence>
      </xsd:complexType>
    </xsd:element>
    <xsd:element name="MediaServiceOCR" ma:index="17" nillable="true" ma:displayName="Extracted Text" ma:internalName="MediaServiceOCR" ma:readOnly="true">
      <xsd:simpleType>
        <xsd:restriction base="dms:Note">
          <xsd:maxLength value="255"/>
        </xsd:restriction>
      </xsd:simpleType>
    </xsd:element>
    <xsd:element name="MediaServiceDateTaken" ma:index="18" nillable="true" ma:displayName="MediaServiceDateTaken" ma:hidden="true" ma:indexed="true" ma:internalName="MediaServiceDateTaken" ma:readOnly="true">
      <xsd:simpleType>
        <xsd:restriction base="dms:Text"/>
      </xsd:simpleType>
    </xsd:element>
    <xsd:element name="MediaServiceSearchProperties" ma:index="20"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9685b3f0-18b8-4ac0-8917-75cacc3928c8" elementFormDefault="qualified">
    <xsd:import namespace="http://schemas.microsoft.com/office/2006/documentManagement/types"/>
    <xsd:import namespace="http://schemas.microsoft.com/office/infopath/2007/PartnerControls"/>
    <xsd:element name="TaxCatchAll" ma:index="16" nillable="true" ma:displayName="Taxonomy Catch All Column" ma:hidden="true" ma:list="{fdc0967b-2da2-44e6-873a-f241ab05c942}" ma:internalName="TaxCatchAll" ma:showField="CatchAllData" ma:web="9685b3f0-18b8-4ac0-8917-75cacc3928c8">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4" elementFormDefault="qualified">
    <xsd:import namespace="http://schemas.microsoft.com/office/2006/documentManagement/types"/>
    <xsd:import namespace="http://schemas.microsoft.com/office/infopath/2007/PartnerControls"/>
    <xsd:element name="IconOverlay" ma:index="19" nillable="true" ma:displayName="IconOverlay" ma:hidden="true" ma:internalName="IconOverlay">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6d778449-ff75-428e-914f-0c7c3a330bda">
      <Terms xmlns="http://schemas.microsoft.com/office/infopath/2007/PartnerControls"/>
    </lcf76f155ced4ddcb4097134ff3c332f>
    <TaxCatchAll xmlns="9685b3f0-18b8-4ac0-8917-75cacc3928c8" xsi:nil="true"/>
    <IconOverlay xmlns="http://schemas.microsoft.com/sharepoint/v4" xsi:nil="true"/>
  </documentManagement>
</p:properties>
</file>

<file path=customXml/itemProps1.xml><?xml version="1.0" encoding="utf-8"?>
<ds:datastoreItem xmlns:ds="http://schemas.openxmlformats.org/officeDocument/2006/customXml" ds:itemID="{B32DA1B5-777C-40CB-856C-225DD3FF1DBC}"/>
</file>

<file path=customXml/itemProps2.xml><?xml version="1.0" encoding="utf-8"?>
<ds:datastoreItem xmlns:ds="http://schemas.openxmlformats.org/officeDocument/2006/customXml" ds:itemID="{4ABCB182-6D95-4452-B782-6851BB7454D9}"/>
</file>

<file path=customXml/itemProps3.xml><?xml version="1.0" encoding="utf-8"?>
<ds:datastoreItem xmlns:ds="http://schemas.openxmlformats.org/officeDocument/2006/customXml" ds:itemID="{0BC9277B-5E97-4616-87D1-5355F4D0CE90}"/>
</file>

<file path=docMetadata/LabelInfo.xml><?xml version="1.0" encoding="utf-8"?>
<clbl:labelList xmlns:clbl="http://schemas.microsoft.com/office/2020/mipLabelMetadata">
  <clbl:label id="{4e1dbe9c-67f7-4be6-a2b7-0951d57be59d}" enabled="1" method="Standard" siteId="{bbf04c3f-b0e3-4b50-bd1b-10ce0b74385d}" removed="0"/>
</clbl:labelList>
</file>

<file path=docProps/app.xml><?xml version="1.0" encoding="utf-8"?>
<Properties xmlns="http://schemas.openxmlformats.org/officeDocument/2006/extended-properties" xmlns:vt="http://schemas.openxmlformats.org/officeDocument/2006/docPropsVTypes">
  <Template>CWBank Presentation 16x9</Template>
  <TotalTime>13608</TotalTime>
  <Words>4527</Words>
  <Application>Microsoft Office PowerPoint</Application>
  <PresentationFormat>On-screen Show (16:9)</PresentationFormat>
  <Paragraphs>1254</Paragraphs>
  <Slides>48</Slides>
  <Notes>1</Notes>
  <HiddenSlides>0</HiddenSlides>
  <MMClips>0</MMClips>
  <ScaleCrop>false</ScaleCrop>
  <HeadingPairs>
    <vt:vector size="6" baseType="variant">
      <vt:variant>
        <vt:lpstr>Fonts Used</vt:lpstr>
      </vt:variant>
      <vt:variant>
        <vt:i4>4</vt:i4>
      </vt:variant>
      <vt:variant>
        <vt:lpstr>Theme</vt:lpstr>
      </vt:variant>
      <vt:variant>
        <vt:i4>27</vt:i4>
      </vt:variant>
      <vt:variant>
        <vt:lpstr>Slide Titles</vt:lpstr>
      </vt:variant>
      <vt:variant>
        <vt:i4>48</vt:i4>
      </vt:variant>
    </vt:vector>
  </HeadingPairs>
  <TitlesOfParts>
    <vt:vector size="79" baseType="lpstr">
      <vt:lpstr>Arial</vt:lpstr>
      <vt:lpstr>Calibri</vt:lpstr>
      <vt:lpstr>Times New Roman</vt:lpstr>
      <vt:lpstr>Wingdings</vt:lpstr>
      <vt:lpstr>Custom Design</vt:lpstr>
      <vt:lpstr>1 Primary Gold - Section Title</vt:lpstr>
      <vt:lpstr>1 Primary Gold - Section Content</vt:lpstr>
      <vt:lpstr>2 Primary Teal - Section Title</vt:lpstr>
      <vt:lpstr>2 Primary Gold - Section Content</vt:lpstr>
      <vt:lpstr>2 Primary Gold - Content</vt:lpstr>
      <vt:lpstr>3 Navy - Section Title</vt:lpstr>
      <vt:lpstr>3 Navy - Section Content</vt:lpstr>
      <vt:lpstr>3 Navy - Content</vt:lpstr>
      <vt:lpstr>4 Light Teal - Section Title</vt:lpstr>
      <vt:lpstr>4 Light Teal - Section Content</vt:lpstr>
      <vt:lpstr>4 Light Teal - Content</vt:lpstr>
      <vt:lpstr>6 Dark Gold - Section Title</vt:lpstr>
      <vt:lpstr>6 Dark Gold - Section Content</vt:lpstr>
      <vt:lpstr>6 Dark Gold - Content</vt:lpstr>
      <vt:lpstr>7 Orange - Section Title</vt:lpstr>
      <vt:lpstr>7 Orange - Section Content</vt:lpstr>
      <vt:lpstr>7 Orange - Content</vt:lpstr>
      <vt:lpstr>8 Grey - Section Title</vt:lpstr>
      <vt:lpstr>8 Grey - Section Content</vt:lpstr>
      <vt:lpstr>8 Grey - Content</vt:lpstr>
      <vt:lpstr>Section Title - Photo</vt:lpstr>
      <vt:lpstr>1_Section Title - Photo</vt:lpstr>
      <vt:lpstr>2_Section Title - Photo</vt:lpstr>
      <vt:lpstr>Quote - Teal Ladder</vt:lpstr>
      <vt:lpstr>Quote - Navy Path</vt:lpstr>
      <vt:lpstr>1_Quote - Navy Path</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Company>Canadian Western Bank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Daisy Amador</dc:creator>
  <cp:lastModifiedBy>Jerry Ni</cp:lastModifiedBy>
  <cp:revision>651</cp:revision>
  <cp:lastPrinted>2014-01-17T22:29:57Z</cp:lastPrinted>
  <dcterms:created xsi:type="dcterms:W3CDTF">2020-04-16T21:47:44Z</dcterms:created>
  <dcterms:modified xsi:type="dcterms:W3CDTF">2021-01-26T00:38:09Z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0x010100CA6E2191C135504F9351B7DBCB2BE606</vt:lpwstr>
  </property>
  <property fmtid="{D5CDD505-2E9C-101B-9397-08002B2CF9AE}" pid="3" name="Order">
    <vt:r8>611800</vt:r8>
  </property>
  <property fmtid="{D5CDD505-2E9C-101B-9397-08002B2CF9AE}" pid="4" name="URL">
    <vt:lpwstr/>
  </property>
</Properties>
</file>