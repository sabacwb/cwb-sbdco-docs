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96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870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375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9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729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467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52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784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131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550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604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0308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25A12-86F7-4FAE-B16B-9CB25AB638DC}" type="datetimeFigureOut">
              <a:rPr lang="en-CA" smtClean="0"/>
              <a:t>06/27/2020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4F343-890A-459B-91E6-A0D1E40530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653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63" Type="http://schemas.openxmlformats.org/officeDocument/2006/relationships/tags" Target="../tags/tag63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26" Type="http://schemas.openxmlformats.org/officeDocument/2006/relationships/tags" Target="../tags/tag226.xml"/><Relationship Id="rId247" Type="http://schemas.openxmlformats.org/officeDocument/2006/relationships/tags" Target="../tags/tag247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53" Type="http://schemas.openxmlformats.org/officeDocument/2006/relationships/tags" Target="../tags/tag53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149" Type="http://schemas.openxmlformats.org/officeDocument/2006/relationships/tags" Target="../tags/tag149.xml"/><Relationship Id="rId5" Type="http://schemas.openxmlformats.org/officeDocument/2006/relationships/tags" Target="../tags/tag5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181" Type="http://schemas.openxmlformats.org/officeDocument/2006/relationships/tags" Target="../tags/tag181.xml"/><Relationship Id="rId216" Type="http://schemas.openxmlformats.org/officeDocument/2006/relationships/tags" Target="../tags/tag216.xml"/><Relationship Id="rId237" Type="http://schemas.openxmlformats.org/officeDocument/2006/relationships/tags" Target="../tags/tag237.xml"/><Relationship Id="rId22" Type="http://schemas.openxmlformats.org/officeDocument/2006/relationships/tags" Target="../tags/tag22.xml"/><Relationship Id="rId43" Type="http://schemas.openxmlformats.org/officeDocument/2006/relationships/tags" Target="../tags/tag43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39" Type="http://schemas.openxmlformats.org/officeDocument/2006/relationships/tags" Target="../tags/tag13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71" Type="http://schemas.openxmlformats.org/officeDocument/2006/relationships/tags" Target="../tags/tag171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227" Type="http://schemas.openxmlformats.org/officeDocument/2006/relationships/tags" Target="../tags/tag227.xml"/><Relationship Id="rId248" Type="http://schemas.openxmlformats.org/officeDocument/2006/relationships/tags" Target="../tags/tag248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124" Type="http://schemas.openxmlformats.org/officeDocument/2006/relationships/tags" Target="../tags/tag124.xml"/><Relationship Id="rId129" Type="http://schemas.openxmlformats.org/officeDocument/2006/relationships/tags" Target="../tags/tag129.xml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40" Type="http://schemas.openxmlformats.org/officeDocument/2006/relationships/tags" Target="../tags/tag140.xml"/><Relationship Id="rId145" Type="http://schemas.openxmlformats.org/officeDocument/2006/relationships/tags" Target="../tags/tag145.xml"/><Relationship Id="rId161" Type="http://schemas.openxmlformats.org/officeDocument/2006/relationships/tags" Target="../tags/tag161.xml"/><Relationship Id="rId166" Type="http://schemas.openxmlformats.org/officeDocument/2006/relationships/tags" Target="../tags/tag166.xml"/><Relationship Id="rId182" Type="http://schemas.openxmlformats.org/officeDocument/2006/relationships/tags" Target="../tags/tag182.xml"/><Relationship Id="rId187" Type="http://schemas.openxmlformats.org/officeDocument/2006/relationships/tags" Target="../tags/tag187.xml"/><Relationship Id="rId217" Type="http://schemas.openxmlformats.org/officeDocument/2006/relationships/tags" Target="../tags/tag21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12" Type="http://schemas.openxmlformats.org/officeDocument/2006/relationships/tags" Target="../tags/tag212.xml"/><Relationship Id="rId233" Type="http://schemas.openxmlformats.org/officeDocument/2006/relationships/tags" Target="../tags/tag233.xml"/><Relationship Id="rId238" Type="http://schemas.openxmlformats.org/officeDocument/2006/relationships/tags" Target="../tags/tag238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119" Type="http://schemas.openxmlformats.org/officeDocument/2006/relationships/tags" Target="../tags/tag119.xml"/><Relationship Id="rId44" Type="http://schemas.openxmlformats.org/officeDocument/2006/relationships/tags" Target="../tags/tag44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130" Type="http://schemas.openxmlformats.org/officeDocument/2006/relationships/tags" Target="../tags/tag130.xml"/><Relationship Id="rId135" Type="http://schemas.openxmlformats.org/officeDocument/2006/relationships/tags" Target="../tags/tag135.xml"/><Relationship Id="rId151" Type="http://schemas.openxmlformats.org/officeDocument/2006/relationships/tags" Target="../tags/tag151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172" Type="http://schemas.openxmlformats.org/officeDocument/2006/relationships/tags" Target="../tags/tag172.xml"/><Relationship Id="rId193" Type="http://schemas.openxmlformats.org/officeDocument/2006/relationships/tags" Target="../tags/tag193.xml"/><Relationship Id="rId202" Type="http://schemas.openxmlformats.org/officeDocument/2006/relationships/tags" Target="../tags/tag202.xml"/><Relationship Id="rId207" Type="http://schemas.openxmlformats.org/officeDocument/2006/relationships/tags" Target="../tags/tag207.xml"/><Relationship Id="rId223" Type="http://schemas.openxmlformats.org/officeDocument/2006/relationships/tags" Target="../tags/tag223.xml"/><Relationship Id="rId228" Type="http://schemas.openxmlformats.org/officeDocument/2006/relationships/tags" Target="../tags/tag228.xml"/><Relationship Id="rId244" Type="http://schemas.openxmlformats.org/officeDocument/2006/relationships/tags" Target="../tags/tag244.xml"/><Relationship Id="rId249" Type="http://schemas.openxmlformats.org/officeDocument/2006/relationships/tags" Target="../tags/tag24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../tags/tag120.xml"/><Relationship Id="rId125" Type="http://schemas.openxmlformats.org/officeDocument/2006/relationships/tags" Target="../tags/tag125.xml"/><Relationship Id="rId141" Type="http://schemas.openxmlformats.org/officeDocument/2006/relationships/tags" Target="../tags/tag141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162" Type="http://schemas.openxmlformats.org/officeDocument/2006/relationships/tags" Target="../tags/tag162.xml"/><Relationship Id="rId183" Type="http://schemas.openxmlformats.org/officeDocument/2006/relationships/tags" Target="../tags/tag183.xml"/><Relationship Id="rId213" Type="http://schemas.openxmlformats.org/officeDocument/2006/relationships/tags" Target="../tags/tag213.xml"/><Relationship Id="rId218" Type="http://schemas.openxmlformats.org/officeDocument/2006/relationships/tags" Target="../tags/tag218.xml"/><Relationship Id="rId234" Type="http://schemas.openxmlformats.org/officeDocument/2006/relationships/tags" Target="../tags/tag234.xml"/><Relationship Id="rId239" Type="http://schemas.openxmlformats.org/officeDocument/2006/relationships/tags" Target="../tags/tag239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50" Type="http://schemas.openxmlformats.org/officeDocument/2006/relationships/tags" Target="../tags/tag250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131" Type="http://schemas.openxmlformats.org/officeDocument/2006/relationships/tags" Target="../tags/tag131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4" Type="http://schemas.openxmlformats.org/officeDocument/2006/relationships/tags" Target="../tags/tag194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208" Type="http://schemas.openxmlformats.org/officeDocument/2006/relationships/tags" Target="../tags/tag208.xml"/><Relationship Id="rId229" Type="http://schemas.openxmlformats.org/officeDocument/2006/relationships/tags" Target="../tags/tag229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40" Type="http://schemas.openxmlformats.org/officeDocument/2006/relationships/tags" Target="../tags/tag240.xml"/><Relationship Id="rId245" Type="http://schemas.openxmlformats.org/officeDocument/2006/relationships/tags" Target="../tags/tag245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tags" Target="../tags/tag184.xml"/><Relationship Id="rId189" Type="http://schemas.openxmlformats.org/officeDocument/2006/relationships/tags" Target="../tags/tag189.xml"/><Relationship Id="rId219" Type="http://schemas.openxmlformats.org/officeDocument/2006/relationships/tags" Target="../tags/tag219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30" Type="http://schemas.openxmlformats.org/officeDocument/2006/relationships/tags" Target="../tags/tag230.xml"/><Relationship Id="rId235" Type="http://schemas.openxmlformats.org/officeDocument/2006/relationships/tags" Target="../tags/tag235.xml"/><Relationship Id="rId251" Type="http://schemas.openxmlformats.org/officeDocument/2006/relationships/slideLayout" Target="../slideLayouts/slideLayout6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79" Type="http://schemas.openxmlformats.org/officeDocument/2006/relationships/tags" Target="../tags/tag179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0" Type="http://schemas.openxmlformats.org/officeDocument/2006/relationships/tags" Target="../tags/tag220.xml"/><Relationship Id="rId225" Type="http://schemas.openxmlformats.org/officeDocument/2006/relationships/tags" Target="../tags/tag225.xml"/><Relationship Id="rId241" Type="http://schemas.openxmlformats.org/officeDocument/2006/relationships/tags" Target="../tags/tag241.xml"/><Relationship Id="rId246" Type="http://schemas.openxmlformats.org/officeDocument/2006/relationships/tags" Target="../tags/tag246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48" Type="http://schemas.openxmlformats.org/officeDocument/2006/relationships/tags" Target="../tags/tag148.xml"/><Relationship Id="rId164" Type="http://schemas.openxmlformats.org/officeDocument/2006/relationships/tags" Target="../tags/tag164.xml"/><Relationship Id="rId169" Type="http://schemas.openxmlformats.org/officeDocument/2006/relationships/tags" Target="../tags/tag169.xml"/><Relationship Id="rId185" Type="http://schemas.openxmlformats.org/officeDocument/2006/relationships/tags" Target="../tags/tag185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80" Type="http://schemas.openxmlformats.org/officeDocument/2006/relationships/tags" Target="../tags/tag180.xml"/><Relationship Id="rId210" Type="http://schemas.openxmlformats.org/officeDocument/2006/relationships/tags" Target="../tags/tag210.xml"/><Relationship Id="rId215" Type="http://schemas.openxmlformats.org/officeDocument/2006/relationships/tags" Target="../tags/tag215.xml"/><Relationship Id="rId236" Type="http://schemas.openxmlformats.org/officeDocument/2006/relationships/tags" Target="../tags/tag236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96" Type="http://schemas.openxmlformats.org/officeDocument/2006/relationships/tags" Target="../tags/tag196.xml"/><Relationship Id="rId200" Type="http://schemas.openxmlformats.org/officeDocument/2006/relationships/tags" Target="../tags/tag200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42" Type="http://schemas.openxmlformats.org/officeDocument/2006/relationships/tags" Target="../tags/tag242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211" Type="http://schemas.openxmlformats.org/officeDocument/2006/relationships/tags" Target="../tags/tag211.xml"/><Relationship Id="rId232" Type="http://schemas.openxmlformats.org/officeDocument/2006/relationships/tags" Target="../tags/tag232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97" Type="http://schemas.openxmlformats.org/officeDocument/2006/relationships/tags" Target="../tags/tag197.xml"/><Relationship Id="rId201" Type="http://schemas.openxmlformats.org/officeDocument/2006/relationships/tags" Target="../tags/tag201.xml"/><Relationship Id="rId222" Type="http://schemas.openxmlformats.org/officeDocument/2006/relationships/tags" Target="../tags/tag222.xml"/><Relationship Id="rId243" Type="http://schemas.openxmlformats.org/officeDocument/2006/relationships/tags" Target="../tags/tag2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itle 156"/>
          <p:cNvSpPr>
            <a:spLocks noGrp="1"/>
          </p:cNvSpPr>
          <p:nvPr>
            <p:ph type="title"/>
          </p:nvPr>
        </p:nvSpPr>
        <p:spPr>
          <a:xfrm>
            <a:off x="270892" y="44609"/>
            <a:ext cx="8621588" cy="274351"/>
          </a:xfrm>
        </p:spPr>
        <p:txBody>
          <a:bodyPr>
            <a:noAutofit/>
          </a:bodyPr>
          <a:lstStyle/>
          <a:p>
            <a:r>
              <a:rPr lang="en-US" sz="2000" dirty="0" smtClean="0"/>
              <a:t>Digital Client Onboarding Timeline </a:t>
            </a:r>
            <a:endParaRPr lang="en-CA" sz="2000" dirty="0"/>
          </a:p>
        </p:txBody>
      </p:sp>
      <p:sp>
        <p:nvSpPr>
          <p:cNvPr id="24815" name="OTLSHAPE_TB_00000000000000000000000000000000_LeftEndCaps"/>
          <p:cNvSpPr txBox="1"/>
          <p:nvPr>
            <p:custDataLst>
              <p:tags r:id="rId2"/>
            </p:custDataLst>
          </p:nvPr>
        </p:nvSpPr>
        <p:spPr>
          <a:xfrm>
            <a:off x="317500" y="18459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2019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816" name="OTLSHAPE_TB_00000000000000000000000000000000_RightEndCaps"/>
          <p:cNvSpPr txBox="1"/>
          <p:nvPr>
            <p:custDataLst>
              <p:tags r:id="rId3"/>
            </p:custDataLst>
          </p:nvPr>
        </p:nvSpPr>
        <p:spPr>
          <a:xfrm>
            <a:off x="8363034" y="1845965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b="1" spc="-38" smtClean="0">
                <a:solidFill>
                  <a:srgbClr val="ED7D31"/>
                </a:solidFill>
                <a:latin typeface="Calibri" panose="020F0502020204030204" pitchFamily="34" charset="0"/>
              </a:rPr>
              <a:t>2021</a:t>
            </a:r>
            <a:endParaRPr lang="en-CA" b="1" spc="-38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cxnSp>
        <p:nvCxnSpPr>
          <p:cNvPr id="24868" name="OTLSHAPE_T_95e86e098cd141f2ad100eb360bb8bd8_HorizontalConnector1"/>
          <p:cNvCxnSpPr/>
          <p:nvPr>
            <p:custDataLst>
              <p:tags r:id="rId4"/>
            </p:custDataLst>
          </p:nvPr>
        </p:nvCxnSpPr>
        <p:spPr>
          <a:xfrm>
            <a:off x="559435" y="6636828"/>
            <a:ext cx="6841139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67" name="OTLSHAPE_T_2a8e70d1d1ca494281068291dbe798c5_HorizontalConnector1"/>
          <p:cNvCxnSpPr/>
          <p:nvPr>
            <p:custDataLst>
              <p:tags r:id="rId5"/>
            </p:custDataLst>
          </p:nvPr>
        </p:nvCxnSpPr>
        <p:spPr>
          <a:xfrm>
            <a:off x="535093" y="6428210"/>
            <a:ext cx="6560038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66" name="OTLSHAPE_T_99420137b4394ff1b469a93a25448a42_HorizontalConnector1"/>
          <p:cNvCxnSpPr/>
          <p:nvPr>
            <p:custDataLst>
              <p:tags r:id="rId6"/>
            </p:custDataLst>
          </p:nvPr>
        </p:nvCxnSpPr>
        <p:spPr>
          <a:xfrm>
            <a:off x="783039" y="6219591"/>
            <a:ext cx="6112906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65" name="OTLSHAPE_T_9977463911cd42509cd254b5525319be_HorizontalConnector1"/>
          <p:cNvCxnSpPr/>
          <p:nvPr>
            <p:custDataLst>
              <p:tags r:id="rId7"/>
            </p:custDataLst>
          </p:nvPr>
        </p:nvCxnSpPr>
        <p:spPr>
          <a:xfrm>
            <a:off x="1322790" y="6010973"/>
            <a:ext cx="3541354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64" name="OTLSHAPE_T_cdb2f71ce8384687a60c2ec2d218c4e8_HorizontalConnector1"/>
          <p:cNvCxnSpPr/>
          <p:nvPr>
            <p:custDataLst>
              <p:tags r:id="rId8"/>
            </p:custDataLst>
          </p:nvPr>
        </p:nvCxnSpPr>
        <p:spPr>
          <a:xfrm>
            <a:off x="1008676" y="5802354"/>
            <a:ext cx="3297721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63" name="OTLSHAPE_T_980c2b4e3a8a4bf8acb93d3faab0ecf7_HorizontalConnector1"/>
          <p:cNvCxnSpPr/>
          <p:nvPr>
            <p:custDataLst>
              <p:tags r:id="rId9"/>
            </p:custDataLst>
          </p:nvPr>
        </p:nvCxnSpPr>
        <p:spPr>
          <a:xfrm>
            <a:off x="1462193" y="5593735"/>
            <a:ext cx="2844204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62" name="OTLSHAPE_T_460eed6a1963409ab155b64071c3f445_HorizontalConnector1"/>
          <p:cNvCxnSpPr/>
          <p:nvPr>
            <p:custDataLst>
              <p:tags r:id="rId10"/>
            </p:custDataLst>
          </p:nvPr>
        </p:nvCxnSpPr>
        <p:spPr>
          <a:xfrm>
            <a:off x="535094" y="5385117"/>
            <a:ext cx="4873527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61" name="OTLSHAPE_T_a0d599e8b32b4c25aa40ac071c6760ce_HorizontalConnector1"/>
          <p:cNvCxnSpPr/>
          <p:nvPr>
            <p:custDataLst>
              <p:tags r:id="rId11"/>
            </p:custDataLst>
          </p:nvPr>
        </p:nvCxnSpPr>
        <p:spPr>
          <a:xfrm>
            <a:off x="783040" y="5176498"/>
            <a:ext cx="4532623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60" name="OTLSHAPE_T_b591191bf7834823a01c757b3ee18b4d_HorizontalConnector1"/>
          <p:cNvCxnSpPr/>
          <p:nvPr>
            <p:custDataLst>
              <p:tags r:id="rId12"/>
            </p:custDataLst>
          </p:nvPr>
        </p:nvCxnSpPr>
        <p:spPr>
          <a:xfrm>
            <a:off x="1322790" y="4967879"/>
            <a:ext cx="2319632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59" name="OTLSHAPE_T_caa35547608b495fb960b56332995aa3_HorizontalConnector1"/>
          <p:cNvCxnSpPr/>
          <p:nvPr>
            <p:custDataLst>
              <p:tags r:id="rId13"/>
            </p:custDataLst>
          </p:nvPr>
        </p:nvCxnSpPr>
        <p:spPr>
          <a:xfrm>
            <a:off x="1008676" y="4759261"/>
            <a:ext cx="2075999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58" name="OTLSHAPE_T_9882b17f40d545df8a274cc08e7452a2_HorizontalConnector1"/>
          <p:cNvCxnSpPr/>
          <p:nvPr>
            <p:custDataLst>
              <p:tags r:id="rId14"/>
            </p:custDataLst>
          </p:nvPr>
        </p:nvCxnSpPr>
        <p:spPr>
          <a:xfrm>
            <a:off x="1262846" y="4550642"/>
            <a:ext cx="1821829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57" name="OTLSHAPE_T_88bf6ca66886436b98a0e67e0387f9d0_HorizontalConnector1"/>
          <p:cNvCxnSpPr/>
          <p:nvPr>
            <p:custDataLst>
              <p:tags r:id="rId15"/>
            </p:custDataLst>
          </p:nvPr>
        </p:nvCxnSpPr>
        <p:spPr>
          <a:xfrm>
            <a:off x="535094" y="4342023"/>
            <a:ext cx="3758033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56" name="OTLSHAPE_T_0f453ebc8ff349e38e91b2b4d035a374_HorizontalConnector1"/>
          <p:cNvCxnSpPr/>
          <p:nvPr>
            <p:custDataLst>
              <p:tags r:id="rId16"/>
            </p:custDataLst>
          </p:nvPr>
        </p:nvCxnSpPr>
        <p:spPr>
          <a:xfrm>
            <a:off x="783040" y="4133405"/>
            <a:ext cx="3231213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55" name="OTLSHAPE_T_e82b24a13f1c4e248da5650c929d4d27_HorizontalConnector1"/>
          <p:cNvCxnSpPr/>
          <p:nvPr>
            <p:custDataLst>
              <p:tags r:id="rId17"/>
            </p:custDataLst>
          </p:nvPr>
        </p:nvCxnSpPr>
        <p:spPr>
          <a:xfrm>
            <a:off x="1322789" y="3924786"/>
            <a:ext cx="1575970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54" name="OTLSHAPE_T_ba0ba67fabc847deb1c8f89a495d22b0_HorizontalConnector1"/>
          <p:cNvCxnSpPr/>
          <p:nvPr>
            <p:custDataLst>
              <p:tags r:id="rId18"/>
            </p:custDataLst>
          </p:nvPr>
        </p:nvCxnSpPr>
        <p:spPr>
          <a:xfrm>
            <a:off x="1008676" y="3716167"/>
            <a:ext cx="1159700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53" name="OTLSHAPE_T_8389f5e968dd47a599ae73083f25bba4_HorizontalConnector1"/>
          <p:cNvCxnSpPr/>
          <p:nvPr>
            <p:custDataLst>
              <p:tags r:id="rId19"/>
            </p:custDataLst>
          </p:nvPr>
        </p:nvCxnSpPr>
        <p:spPr>
          <a:xfrm>
            <a:off x="2168376" y="3507549"/>
            <a:ext cx="64622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52" name="OTLSHAPE_T_f6dceb39878a43699ee84daa57de6cf2_HorizontalConnector1"/>
          <p:cNvCxnSpPr/>
          <p:nvPr>
            <p:custDataLst>
              <p:tags r:id="rId20"/>
            </p:custDataLst>
          </p:nvPr>
        </p:nvCxnSpPr>
        <p:spPr>
          <a:xfrm>
            <a:off x="783039" y="3090311"/>
            <a:ext cx="2673466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51" name="OTLSHAPE_T_15508c7bb1974594a11c1b44bfbfb12e_HorizontalConnector1"/>
          <p:cNvCxnSpPr/>
          <p:nvPr>
            <p:custDataLst>
              <p:tags r:id="rId21"/>
            </p:custDataLst>
          </p:nvPr>
        </p:nvCxnSpPr>
        <p:spPr>
          <a:xfrm>
            <a:off x="1322790" y="2881693"/>
            <a:ext cx="88644" cy="0"/>
          </a:xfrm>
          <a:prstGeom prst="line">
            <a:avLst/>
          </a:prstGeom>
          <a:ln w="9525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50" name="OTLSHAPE_T_ae96b8a046594b8ba0832a6881108045_HorizontalConnector1"/>
          <p:cNvCxnSpPr/>
          <p:nvPr>
            <p:custDataLst>
              <p:tags r:id="rId22"/>
            </p:custDataLst>
          </p:nvPr>
        </p:nvCxnSpPr>
        <p:spPr>
          <a:xfrm>
            <a:off x="828167" y="2464455"/>
            <a:ext cx="211436" cy="0"/>
          </a:xfrm>
          <a:prstGeom prst="line">
            <a:avLst/>
          </a:prstGeom>
          <a:ln w="6350" cap="flat" cmpd="sng" algn="ctr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49" name="OTLSHAPE_M_356a57d98feb4f1c9becc62a5e1e3557_Connector2"/>
          <p:cNvCxnSpPr/>
          <p:nvPr>
            <p:custDataLst>
              <p:tags r:id="rId23"/>
            </p:custDataLst>
          </p:nvPr>
        </p:nvCxnSpPr>
        <p:spPr>
          <a:xfrm>
            <a:off x="6617063" y="1411371"/>
            <a:ext cx="0" cy="320125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48" name="OTLSHAPE_M_356a57d98feb4f1c9becc62a5e1e3557_Connector1"/>
          <p:cNvCxnSpPr>
            <a:stCxn id="24888" idx="2"/>
          </p:cNvCxnSpPr>
          <p:nvPr>
            <p:custDataLst>
              <p:tags r:id="rId24"/>
            </p:custDataLst>
          </p:nvPr>
        </p:nvCxnSpPr>
        <p:spPr>
          <a:xfrm flipH="1">
            <a:off x="6617063" y="1163996"/>
            <a:ext cx="29870" cy="76856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46" name="OTLSHAPE_M_3c0ecc094e11442385ec48228bb3b2de_Connector2"/>
          <p:cNvCxnSpPr/>
          <p:nvPr>
            <p:custDataLst>
              <p:tags r:id="rId25"/>
            </p:custDataLst>
          </p:nvPr>
        </p:nvCxnSpPr>
        <p:spPr>
          <a:xfrm>
            <a:off x="5687494" y="1411371"/>
            <a:ext cx="0" cy="320125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45" name="OTLSHAPE_M_3c0ecc094e11442385ec48228bb3b2de_Connector1"/>
          <p:cNvCxnSpPr>
            <a:stCxn id="24884" idx="2"/>
          </p:cNvCxnSpPr>
          <p:nvPr>
            <p:custDataLst>
              <p:tags r:id="rId26"/>
            </p:custDataLst>
          </p:nvPr>
        </p:nvCxnSpPr>
        <p:spPr>
          <a:xfrm>
            <a:off x="6806480" y="978343"/>
            <a:ext cx="855" cy="115527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42" name="OTLSHAPE_M_7b154fe3b1094344893a52879af25423_Connector2"/>
          <p:cNvCxnSpPr/>
          <p:nvPr>
            <p:custDataLst>
              <p:tags r:id="rId27"/>
            </p:custDataLst>
          </p:nvPr>
        </p:nvCxnSpPr>
        <p:spPr>
          <a:xfrm>
            <a:off x="4771186" y="1411371"/>
            <a:ext cx="0" cy="320125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41" name="OTLSHAPE_M_7b154fe3b1094344893a52879af25423_Connector1"/>
          <p:cNvCxnSpPr/>
          <p:nvPr>
            <p:custDataLst>
              <p:tags r:id="rId28"/>
            </p:custDataLst>
          </p:nvPr>
        </p:nvCxnSpPr>
        <p:spPr>
          <a:xfrm>
            <a:off x="4771186" y="948457"/>
            <a:ext cx="0" cy="292396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40" name="OTLSHAPE_M_26fbc2670cd841259942862e76430530_Connector1"/>
          <p:cNvCxnSpPr/>
          <p:nvPr>
            <p:custDataLst>
              <p:tags r:id="rId29"/>
            </p:custDataLst>
          </p:nvPr>
        </p:nvCxnSpPr>
        <p:spPr>
          <a:xfrm>
            <a:off x="4386085" y="1141581"/>
            <a:ext cx="0" cy="589915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38" name="OTLSHAPE_M_5f5518a6706d404fb4c56056eafc88cc_Connector1"/>
          <p:cNvCxnSpPr/>
          <p:nvPr>
            <p:custDataLst>
              <p:tags r:id="rId30"/>
            </p:custDataLst>
          </p:nvPr>
        </p:nvCxnSpPr>
        <p:spPr>
          <a:xfrm>
            <a:off x="3642422" y="667108"/>
            <a:ext cx="0" cy="1064388"/>
          </a:xfrm>
          <a:prstGeom prst="line">
            <a:avLst/>
          </a:prstGeom>
          <a:ln w="9525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OTLSHAPE_M_81bdcfa16557440f878ef666d138e143_Connector3"/>
          <p:cNvCxnSpPr/>
          <p:nvPr>
            <p:custDataLst>
              <p:tags r:id="rId31"/>
            </p:custDataLst>
          </p:nvPr>
        </p:nvCxnSpPr>
        <p:spPr>
          <a:xfrm>
            <a:off x="3934566" y="473984"/>
            <a:ext cx="0" cy="303954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OTLSHAPE_M_81bdcfa16557440f878ef666d138e143_Connector4"/>
          <p:cNvCxnSpPr/>
          <p:nvPr>
            <p:custDataLst>
              <p:tags r:id="rId32"/>
            </p:custDataLst>
          </p:nvPr>
        </p:nvCxnSpPr>
        <p:spPr>
          <a:xfrm>
            <a:off x="3934566" y="948457"/>
            <a:ext cx="0" cy="783039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OTLSHAPE_M_481c6f09988340f5be1a89c3a4370dca_Connector2"/>
          <p:cNvCxnSpPr/>
          <p:nvPr>
            <p:custDataLst>
              <p:tags r:id="rId33"/>
            </p:custDataLst>
          </p:nvPr>
        </p:nvCxnSpPr>
        <p:spPr>
          <a:xfrm>
            <a:off x="4399355" y="653190"/>
            <a:ext cx="0" cy="124748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OTLSHAPE_M_481c6f09988340f5be1a89c3a4370dca_Connector3"/>
          <p:cNvCxnSpPr/>
          <p:nvPr>
            <p:custDataLst>
              <p:tags r:id="rId34"/>
            </p:custDataLst>
          </p:nvPr>
        </p:nvCxnSpPr>
        <p:spPr>
          <a:xfrm>
            <a:off x="4399355" y="1116181"/>
            <a:ext cx="0" cy="615315"/>
          </a:xfrm>
          <a:prstGeom prst="line">
            <a:avLst/>
          </a:prstGeom>
          <a:ln w="6350" cap="flat" cmpd="sng" algn="ctr">
            <a:solidFill>
              <a:srgbClr val="1F497E">
                <a:alpha val="4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17" name="OTLSHAPE_TB_00000000000000000000000000000000_ScaleContainer"/>
          <p:cNvSpPr/>
          <p:nvPr>
            <p:custDataLst>
              <p:tags r:id="rId35"/>
            </p:custDataLst>
          </p:nvPr>
        </p:nvSpPr>
        <p:spPr>
          <a:xfrm>
            <a:off x="933365" y="1794996"/>
            <a:ext cx="7289800" cy="381000"/>
          </a:xfrm>
          <a:prstGeom prst="rect">
            <a:avLst/>
          </a:prstGeom>
          <a:gradFill flip="none" rotWithShape="1">
            <a:gsLst>
              <a:gs pos="0">
                <a:srgbClr val="44546A"/>
              </a:gs>
              <a:gs pos="100000">
                <a:srgbClr val="44546A"/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18" name="OTLSHAPE_TB_00000000000000000000000000000000_ElapsedTime" hidden="1"/>
          <p:cNvSpPr/>
          <p:nvPr>
            <p:custDataLst>
              <p:tags r:id="rId3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19" name="OTLSHAPE_TB_00000000000000000000000000000000_TodayMarkerShape" hidden="1"/>
          <p:cNvSpPr/>
          <p:nvPr>
            <p:custDataLst>
              <p:tags r:id="rId37"/>
            </p:custDataLst>
          </p:nvPr>
        </p:nvSpPr>
        <p:spPr>
          <a:xfrm>
            <a:off x="2164389" y="2379196"/>
            <a:ext cx="108857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20" name="OTLSHAPE_TB_00000000000000000000000000000000_TodayMarkerText" hidden="1"/>
          <p:cNvSpPr txBox="1"/>
          <p:nvPr>
            <p:custDataLst>
              <p:tags r:id="rId38"/>
            </p:custDataLst>
          </p:nvPr>
        </p:nvSpPr>
        <p:spPr>
          <a:xfrm>
            <a:off x="2218817" y="2506196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CA" sz="1200" smtClean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  <a:endParaRPr lang="en-CA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821" name="OTLSHAPE_TB_00000000000000000000000000000000_TimescaleInterval1"/>
          <p:cNvSpPr txBox="1"/>
          <p:nvPr>
            <p:custDataLst>
              <p:tags r:id="rId39"/>
            </p:custDataLst>
          </p:nvPr>
        </p:nvSpPr>
        <p:spPr>
          <a:xfrm>
            <a:off x="996865" y="1892468"/>
            <a:ext cx="23185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 smtClean="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  <a:endParaRPr lang="en-CA" sz="1200" spc="-2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4823" name="OTLSHAPE_TB_00000000000000000000000000000000_TimescaleInterval2"/>
          <p:cNvSpPr txBox="1"/>
          <p:nvPr>
            <p:custDataLst>
              <p:tags r:id="rId40"/>
            </p:custDataLst>
          </p:nvPr>
        </p:nvSpPr>
        <p:spPr>
          <a:xfrm>
            <a:off x="1820206" y="1892468"/>
            <a:ext cx="219227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4825" name="OTLSHAPE_TB_00000000000000000000000000000000_TimescaleInterval3"/>
          <p:cNvSpPr txBox="1"/>
          <p:nvPr>
            <p:custDataLst>
              <p:tags r:id="rId41"/>
            </p:custDataLst>
          </p:nvPr>
        </p:nvSpPr>
        <p:spPr>
          <a:xfrm>
            <a:off x="2616987" y="1892468"/>
            <a:ext cx="21974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4827" name="OTLSHAPE_TB_00000000000000000000000000000000_TimescaleInterval4"/>
          <p:cNvSpPr txBox="1"/>
          <p:nvPr>
            <p:custDataLst>
              <p:tags r:id="rId42"/>
            </p:custDataLst>
          </p:nvPr>
        </p:nvSpPr>
        <p:spPr>
          <a:xfrm>
            <a:off x="3427049" y="1892468"/>
            <a:ext cx="20691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4829" name="OTLSHAPE_TB_00000000000000000000000000000000_TimescaleInterval5"/>
          <p:cNvSpPr txBox="1"/>
          <p:nvPr>
            <p:custDataLst>
              <p:tags r:id="rId43"/>
            </p:custDataLst>
          </p:nvPr>
        </p:nvSpPr>
        <p:spPr>
          <a:xfrm>
            <a:off x="4237110" y="1892468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0" smtClean="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  <a:endParaRPr lang="en-CA" sz="1200" spc="-2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4831" name="OTLSHAPE_TB_00000000000000000000000000000000_TimescaleInterval6"/>
          <p:cNvSpPr txBox="1"/>
          <p:nvPr>
            <p:custDataLst>
              <p:tags r:id="rId44"/>
            </p:custDataLst>
          </p:nvPr>
        </p:nvSpPr>
        <p:spPr>
          <a:xfrm>
            <a:off x="5047171" y="1892468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 smtClean="0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  <a:endParaRPr lang="en-CA" sz="1200" spc="-2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4833" name="OTLSHAPE_TB_00000000000000000000000000000000_TimescaleInterval7"/>
          <p:cNvSpPr txBox="1"/>
          <p:nvPr>
            <p:custDataLst>
              <p:tags r:id="rId45"/>
            </p:custDataLst>
          </p:nvPr>
        </p:nvSpPr>
        <p:spPr>
          <a:xfrm>
            <a:off x="5857232" y="1892468"/>
            <a:ext cx="23185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22" smtClean="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  <a:endParaRPr lang="en-CA" sz="1200" spc="-2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4835" name="OTLSHAPE_TB_00000000000000000000000000000000_TimescaleInterval8"/>
          <p:cNvSpPr txBox="1"/>
          <p:nvPr>
            <p:custDataLst>
              <p:tags r:id="rId46"/>
            </p:custDataLst>
          </p:nvPr>
        </p:nvSpPr>
        <p:spPr>
          <a:xfrm>
            <a:off x="6680572" y="1892468"/>
            <a:ext cx="219227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4837" name="OTLSHAPE_TB_00000000000000000000000000000000_TimescaleInterval9"/>
          <p:cNvSpPr txBox="1"/>
          <p:nvPr>
            <p:custDataLst>
              <p:tags r:id="rId47"/>
            </p:custDataLst>
          </p:nvPr>
        </p:nvSpPr>
        <p:spPr>
          <a:xfrm>
            <a:off x="7464074" y="1892468"/>
            <a:ext cx="21974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CA" sz="1200" spc="-18" smtClean="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  <a:endParaRPr lang="en-CA" sz="1200" spc="-1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24822" name="OTLSHAPE_TB_00000000000000000000000000000000_Separator1"/>
          <p:cNvCxnSpPr/>
          <p:nvPr>
            <p:custDataLst>
              <p:tags r:id="rId48"/>
            </p:custDataLst>
          </p:nvPr>
        </p:nvCxnSpPr>
        <p:spPr>
          <a:xfrm>
            <a:off x="1756706" y="18838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24" name="OTLSHAPE_TB_00000000000000000000000000000000_Separator2"/>
          <p:cNvCxnSpPr/>
          <p:nvPr>
            <p:custDataLst>
              <p:tags r:id="rId49"/>
            </p:custDataLst>
          </p:nvPr>
        </p:nvCxnSpPr>
        <p:spPr>
          <a:xfrm>
            <a:off x="2553487" y="18838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26" name="OTLSHAPE_TB_00000000000000000000000000000000_Separator3"/>
          <p:cNvCxnSpPr/>
          <p:nvPr>
            <p:custDataLst>
              <p:tags r:id="rId50"/>
            </p:custDataLst>
          </p:nvPr>
        </p:nvCxnSpPr>
        <p:spPr>
          <a:xfrm>
            <a:off x="3363548" y="18838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28" name="OTLSHAPE_TB_00000000000000000000000000000000_Separator4"/>
          <p:cNvCxnSpPr/>
          <p:nvPr>
            <p:custDataLst>
              <p:tags r:id="rId51"/>
            </p:custDataLst>
          </p:nvPr>
        </p:nvCxnSpPr>
        <p:spPr>
          <a:xfrm>
            <a:off x="4173609" y="18838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30" name="OTLSHAPE_TB_00000000000000000000000000000000_Separator5"/>
          <p:cNvCxnSpPr/>
          <p:nvPr>
            <p:custDataLst>
              <p:tags r:id="rId52"/>
            </p:custDataLst>
          </p:nvPr>
        </p:nvCxnSpPr>
        <p:spPr>
          <a:xfrm>
            <a:off x="4983670" y="18838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32" name="OTLSHAPE_TB_00000000000000000000000000000000_Separator6"/>
          <p:cNvCxnSpPr/>
          <p:nvPr>
            <p:custDataLst>
              <p:tags r:id="rId53"/>
            </p:custDataLst>
          </p:nvPr>
        </p:nvCxnSpPr>
        <p:spPr>
          <a:xfrm>
            <a:off x="5793731" y="18838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34" name="OTLSHAPE_TB_00000000000000000000000000000000_Separator7"/>
          <p:cNvCxnSpPr/>
          <p:nvPr>
            <p:custDataLst>
              <p:tags r:id="rId54"/>
            </p:custDataLst>
          </p:nvPr>
        </p:nvCxnSpPr>
        <p:spPr>
          <a:xfrm>
            <a:off x="6617072" y="18838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36" name="OTLSHAPE_TB_00000000000000000000000000000000_Separator8"/>
          <p:cNvCxnSpPr/>
          <p:nvPr>
            <p:custDataLst>
              <p:tags r:id="rId55"/>
            </p:custDataLst>
          </p:nvPr>
        </p:nvCxnSpPr>
        <p:spPr>
          <a:xfrm>
            <a:off x="7400574" y="1883896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93" name="OTLSHAPE_T_ae96b8a046594b8ba0832a6881108045_Shape"/>
          <p:cNvSpPr/>
          <p:nvPr>
            <p:custDataLst>
              <p:tags r:id="rId56"/>
            </p:custDataLst>
          </p:nvPr>
        </p:nvSpPr>
        <p:spPr>
          <a:xfrm>
            <a:off x="1039603" y="2400955"/>
            <a:ext cx="3048000" cy="127000"/>
          </a:xfrm>
          <a:prstGeom prst="homePlate">
            <a:avLst/>
          </a:prstGeom>
          <a:solidFill>
            <a:srgbClr val="1AAA4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01" name="OTLSHAPE_T_4f6f5ba6cd064e7f956493c79f52cfda_Shape"/>
          <p:cNvSpPr/>
          <p:nvPr>
            <p:custDataLst>
              <p:tags r:id="rId57"/>
            </p:custDataLst>
          </p:nvPr>
        </p:nvSpPr>
        <p:spPr>
          <a:xfrm>
            <a:off x="1132561" y="2609574"/>
            <a:ext cx="1930400" cy="127000"/>
          </a:xfrm>
          <a:prstGeom prst="rect">
            <a:avLst/>
          </a:prstGeom>
          <a:solidFill>
            <a:srgbClr val="1AAA4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09" name="OTLSHAPE_T_15508c7bb1974594a11c1b44bfbfb12e_Shape"/>
          <p:cNvSpPr/>
          <p:nvPr>
            <p:custDataLst>
              <p:tags r:id="rId58"/>
            </p:custDataLst>
          </p:nvPr>
        </p:nvSpPr>
        <p:spPr>
          <a:xfrm>
            <a:off x="1411434" y="2818193"/>
            <a:ext cx="1841500" cy="127000"/>
          </a:xfrm>
          <a:prstGeom prst="roundRect">
            <a:avLst>
              <a:gd name="adj" fmla="val 100000"/>
            </a:avLst>
          </a:prstGeom>
          <a:solidFill>
            <a:srgbClr val="1AAA4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17" name="OTLSHAPE_T_f6dceb39878a43699ee84daa57de6cf2_Shape"/>
          <p:cNvSpPr/>
          <p:nvPr>
            <p:custDataLst>
              <p:tags r:id="rId59"/>
            </p:custDataLst>
          </p:nvPr>
        </p:nvSpPr>
        <p:spPr>
          <a:xfrm>
            <a:off x="3456506" y="3026811"/>
            <a:ext cx="76200" cy="127000"/>
          </a:xfrm>
          <a:prstGeom prst="rect">
            <a:avLst/>
          </a:prstGeom>
          <a:solidFill>
            <a:srgbClr val="1AAA4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25" name="OTLSHAPE_T_0d6622a437614c94826ef253dbc25d02_Shape"/>
          <p:cNvSpPr/>
          <p:nvPr>
            <p:custDataLst>
              <p:tags r:id="rId60"/>
            </p:custDataLst>
          </p:nvPr>
        </p:nvSpPr>
        <p:spPr>
          <a:xfrm>
            <a:off x="3177623" y="3235430"/>
            <a:ext cx="914400" cy="127000"/>
          </a:xfrm>
          <a:prstGeom prst="rect">
            <a:avLst/>
          </a:prstGeom>
          <a:solidFill>
            <a:srgbClr val="1AAA4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33" name="OTLSHAPE_T_8389f5e968dd47a599ae73083f25bba4_Shape"/>
          <p:cNvSpPr/>
          <p:nvPr>
            <p:custDataLst>
              <p:tags r:id="rId61"/>
            </p:custDataLst>
          </p:nvPr>
        </p:nvSpPr>
        <p:spPr>
          <a:xfrm>
            <a:off x="2168376" y="3444049"/>
            <a:ext cx="3162300" cy="127000"/>
          </a:xfrm>
          <a:prstGeom prst="homePlate">
            <a:avLst/>
          </a:prstGeom>
          <a:solidFill>
            <a:srgbClr val="FEBA0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41" name="OTLSHAPE_T_ba0ba67fabc847deb1c8f89a495d22b0_Shape"/>
          <p:cNvSpPr/>
          <p:nvPr>
            <p:custDataLst>
              <p:tags r:id="rId62"/>
            </p:custDataLst>
          </p:nvPr>
        </p:nvSpPr>
        <p:spPr>
          <a:xfrm>
            <a:off x="2168376" y="3652667"/>
            <a:ext cx="660400" cy="127000"/>
          </a:xfrm>
          <a:prstGeom prst="rect">
            <a:avLst/>
          </a:prstGeom>
          <a:solidFill>
            <a:srgbClr val="FEBA0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49" name="OTLSHAPE_T_e82b24a13f1c4e248da5650c929d4d27_Shape"/>
          <p:cNvSpPr/>
          <p:nvPr>
            <p:custDataLst>
              <p:tags r:id="rId63"/>
            </p:custDataLst>
          </p:nvPr>
        </p:nvSpPr>
        <p:spPr>
          <a:xfrm>
            <a:off x="2898759" y="3861286"/>
            <a:ext cx="1041400" cy="127000"/>
          </a:xfrm>
          <a:prstGeom prst="roundRect">
            <a:avLst>
              <a:gd name="adj" fmla="val 100000"/>
            </a:avLst>
          </a:prstGeom>
          <a:solidFill>
            <a:srgbClr val="FEBA0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57" name="OTLSHAPE_T_0f453ebc8ff349e38e91b2b4d035a374_Shape"/>
          <p:cNvSpPr/>
          <p:nvPr>
            <p:custDataLst>
              <p:tags r:id="rId64"/>
            </p:custDataLst>
          </p:nvPr>
        </p:nvSpPr>
        <p:spPr>
          <a:xfrm>
            <a:off x="4014253" y="4069905"/>
            <a:ext cx="165100" cy="127000"/>
          </a:xfrm>
          <a:prstGeom prst="rect">
            <a:avLst/>
          </a:prstGeom>
          <a:solidFill>
            <a:srgbClr val="FEBA0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65" name="OTLSHAPE_T_88bf6ca66886436b98a0e67e0387f9d0_Shape"/>
          <p:cNvSpPr/>
          <p:nvPr>
            <p:custDataLst>
              <p:tags r:id="rId65"/>
            </p:custDataLst>
          </p:nvPr>
        </p:nvSpPr>
        <p:spPr>
          <a:xfrm>
            <a:off x="4293127" y="4278523"/>
            <a:ext cx="1041400" cy="127000"/>
          </a:xfrm>
          <a:prstGeom prst="rect">
            <a:avLst/>
          </a:prstGeom>
          <a:solidFill>
            <a:srgbClr val="FEBA0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73" name="OTLSHAPE_T_9882b17f40d545df8a274cc08e7452a2_Shape"/>
          <p:cNvSpPr/>
          <p:nvPr>
            <p:custDataLst>
              <p:tags r:id="rId66"/>
            </p:custDataLst>
          </p:nvPr>
        </p:nvSpPr>
        <p:spPr>
          <a:xfrm>
            <a:off x="3084675" y="4487142"/>
            <a:ext cx="2857500" cy="127000"/>
          </a:xfrm>
          <a:prstGeom prst="homePlate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81" name="OTLSHAPE_T_caa35547608b495fb960b56332995aa3_Shape"/>
          <p:cNvSpPr/>
          <p:nvPr>
            <p:custDataLst>
              <p:tags r:id="rId67"/>
            </p:custDataLst>
          </p:nvPr>
        </p:nvSpPr>
        <p:spPr>
          <a:xfrm>
            <a:off x="3084675" y="4695761"/>
            <a:ext cx="482600" cy="127000"/>
          </a:xfrm>
          <a:prstGeom prst="rect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89" name="OTLSHAPE_T_b591191bf7834823a01c757b3ee18b4d_Shape"/>
          <p:cNvSpPr/>
          <p:nvPr>
            <p:custDataLst>
              <p:tags r:id="rId68"/>
            </p:custDataLst>
          </p:nvPr>
        </p:nvSpPr>
        <p:spPr>
          <a:xfrm>
            <a:off x="3642422" y="4904379"/>
            <a:ext cx="1600200" cy="127000"/>
          </a:xfrm>
          <a:prstGeom prst="roundRect">
            <a:avLst>
              <a:gd name="adj" fmla="val 100000"/>
            </a:avLst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97" name="OTLSHAPE_T_a0d599e8b32b4c25aa40ac071c6760ce_Shape"/>
          <p:cNvSpPr/>
          <p:nvPr>
            <p:custDataLst>
              <p:tags r:id="rId69"/>
            </p:custDataLst>
          </p:nvPr>
        </p:nvSpPr>
        <p:spPr>
          <a:xfrm>
            <a:off x="5315663" y="5112998"/>
            <a:ext cx="165100" cy="127000"/>
          </a:xfrm>
          <a:prstGeom prst="rect">
            <a:avLst/>
          </a:prstGeom>
          <a:solidFill>
            <a:srgbClr val="0072BC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05" name="OTLSHAPE_T_460eed6a1963409ab155b64071c3f445_Shape"/>
          <p:cNvSpPr/>
          <p:nvPr>
            <p:custDataLst>
              <p:tags r:id="rId70"/>
            </p:custDataLst>
          </p:nvPr>
        </p:nvSpPr>
        <p:spPr>
          <a:xfrm>
            <a:off x="5408621" y="5321617"/>
            <a:ext cx="533400" cy="127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13" name="OTLSHAPE_T_980c2b4e3a8a4bf8acb93d3faab0ecf7_Shape"/>
          <p:cNvSpPr/>
          <p:nvPr>
            <p:custDataLst>
              <p:tags r:id="rId71"/>
            </p:custDataLst>
          </p:nvPr>
        </p:nvSpPr>
        <p:spPr>
          <a:xfrm>
            <a:off x="4306397" y="5530235"/>
            <a:ext cx="3098800" cy="127000"/>
          </a:xfrm>
          <a:prstGeom prst="homePlate">
            <a:avLst/>
          </a:prstGeom>
          <a:solidFill>
            <a:srgbClr val="737373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21" name="OTLSHAPE_T_cdb2f71ce8384687a60c2ec2d218c4e8_Shape"/>
          <p:cNvSpPr/>
          <p:nvPr>
            <p:custDataLst>
              <p:tags r:id="rId72"/>
            </p:custDataLst>
          </p:nvPr>
        </p:nvSpPr>
        <p:spPr>
          <a:xfrm>
            <a:off x="4306397" y="5738854"/>
            <a:ext cx="469900" cy="127000"/>
          </a:xfrm>
          <a:prstGeom prst="rect">
            <a:avLst/>
          </a:prstGeom>
          <a:solidFill>
            <a:srgbClr val="737373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29" name="OTLSHAPE_T_9977463911cd42509cd254b5525319be_Shape"/>
          <p:cNvSpPr/>
          <p:nvPr>
            <p:custDataLst>
              <p:tags r:id="rId73"/>
            </p:custDataLst>
          </p:nvPr>
        </p:nvSpPr>
        <p:spPr>
          <a:xfrm>
            <a:off x="4864144" y="5947473"/>
            <a:ext cx="1955800" cy="127000"/>
          </a:xfrm>
          <a:prstGeom prst="roundRect">
            <a:avLst>
              <a:gd name="adj" fmla="val 100000"/>
            </a:avLst>
          </a:prstGeom>
          <a:solidFill>
            <a:srgbClr val="737373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37" name="OTLSHAPE_T_99420137b4394ff1b469a93a25448a42_Shape"/>
          <p:cNvSpPr/>
          <p:nvPr>
            <p:custDataLst>
              <p:tags r:id="rId74"/>
            </p:custDataLst>
          </p:nvPr>
        </p:nvSpPr>
        <p:spPr>
          <a:xfrm>
            <a:off x="6895946" y="6156091"/>
            <a:ext cx="165100" cy="127000"/>
          </a:xfrm>
          <a:prstGeom prst="rect">
            <a:avLst/>
          </a:prstGeom>
          <a:solidFill>
            <a:srgbClr val="737373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45" name="OTLSHAPE_T_2a8e70d1d1ca494281068291dbe798c5_Shape"/>
          <p:cNvSpPr/>
          <p:nvPr>
            <p:custDataLst>
              <p:tags r:id="rId75"/>
            </p:custDataLst>
          </p:nvPr>
        </p:nvSpPr>
        <p:spPr>
          <a:xfrm>
            <a:off x="7095132" y="6364710"/>
            <a:ext cx="317500" cy="127000"/>
          </a:xfrm>
          <a:prstGeom prst="rect">
            <a:avLst/>
          </a:prstGeom>
          <a:solidFill>
            <a:srgbClr val="737373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53" name="OTLSHAPE_T_95e86e098cd141f2ad100eb360bb8bd8_Shape"/>
          <p:cNvSpPr/>
          <p:nvPr>
            <p:custDataLst>
              <p:tags r:id="rId76"/>
            </p:custDataLst>
          </p:nvPr>
        </p:nvSpPr>
        <p:spPr>
          <a:xfrm>
            <a:off x="7400574" y="6573328"/>
            <a:ext cx="190500" cy="127000"/>
          </a:xfrm>
          <a:prstGeom prst="rect">
            <a:avLst/>
          </a:prstGeom>
          <a:solidFill>
            <a:srgbClr val="B20E1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94" name="OTLSHAPE_T_ae96b8a046594b8ba0832a6881108045_ShapePercentage" hidden="1"/>
          <p:cNvSpPr/>
          <p:nvPr>
            <p:custDataLst>
              <p:tags r:id="rId77"/>
            </p:custDataLst>
          </p:nvPr>
        </p:nvSpPr>
        <p:spPr>
          <a:xfrm>
            <a:off x="1039603" y="2604155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02" name="OTLSHAPE_T_4f6f5ba6cd064e7f956493c79f52cfda_ShapePercentage" hidden="1"/>
          <p:cNvSpPr/>
          <p:nvPr>
            <p:custDataLst>
              <p:tags r:id="rId78"/>
            </p:custDataLst>
          </p:nvPr>
        </p:nvSpPr>
        <p:spPr>
          <a:xfrm>
            <a:off x="1132561" y="2812774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10" name="OTLSHAPE_T_15508c7bb1974594a11c1b44bfbfb12e_ShapePercentage" hidden="1"/>
          <p:cNvSpPr/>
          <p:nvPr>
            <p:custDataLst>
              <p:tags r:id="rId79"/>
            </p:custDataLst>
          </p:nvPr>
        </p:nvSpPr>
        <p:spPr>
          <a:xfrm>
            <a:off x="1411434" y="3021393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18" name="OTLSHAPE_T_f6dceb39878a43699ee84daa57de6cf2_ShapePercentage" hidden="1"/>
          <p:cNvSpPr/>
          <p:nvPr>
            <p:custDataLst>
              <p:tags r:id="rId80"/>
            </p:custDataLst>
          </p:nvPr>
        </p:nvSpPr>
        <p:spPr>
          <a:xfrm>
            <a:off x="2805801" y="3230011"/>
            <a:ext cx="0" cy="12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26" name="OTLSHAPE_T_0d6622a437614c94826ef253dbc25d02_ShapePercentage" hidden="1"/>
          <p:cNvSpPr/>
          <p:nvPr>
            <p:custDataLst>
              <p:tags r:id="rId81"/>
            </p:custDataLst>
          </p:nvPr>
        </p:nvSpPr>
        <p:spPr>
          <a:xfrm>
            <a:off x="2447241" y="343863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34" name="OTLSHAPE_T_8389f5e968dd47a599ae73083f25bba4_ShapePercentage" hidden="1"/>
          <p:cNvSpPr/>
          <p:nvPr>
            <p:custDataLst>
              <p:tags r:id="rId82"/>
            </p:custDataLst>
          </p:nvPr>
        </p:nvSpPr>
        <p:spPr>
          <a:xfrm>
            <a:off x="2168376" y="3647249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42" name="OTLSHAPE_T_ba0ba67fabc847deb1c8f89a495d22b0_ShapePercentage" hidden="1"/>
          <p:cNvSpPr/>
          <p:nvPr>
            <p:custDataLst>
              <p:tags r:id="rId83"/>
            </p:custDataLst>
          </p:nvPr>
        </p:nvSpPr>
        <p:spPr>
          <a:xfrm>
            <a:off x="2168376" y="3855867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50" name="OTLSHAPE_T_e82b24a13f1c4e248da5650c929d4d27_ShapePercentage" hidden="1"/>
          <p:cNvSpPr/>
          <p:nvPr>
            <p:custDataLst>
              <p:tags r:id="rId84"/>
            </p:custDataLst>
          </p:nvPr>
        </p:nvSpPr>
        <p:spPr>
          <a:xfrm>
            <a:off x="2898759" y="4064486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58" name="OTLSHAPE_T_0f453ebc8ff349e38e91b2b4d035a374_ShapePercentage" hidden="1"/>
          <p:cNvSpPr/>
          <p:nvPr>
            <p:custDataLst>
              <p:tags r:id="rId85"/>
            </p:custDataLst>
          </p:nvPr>
        </p:nvSpPr>
        <p:spPr>
          <a:xfrm>
            <a:off x="4014253" y="4273105"/>
            <a:ext cx="0" cy="12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66" name="OTLSHAPE_T_88bf6ca66886436b98a0e67e0387f9d0_ShapePercentage" hidden="1"/>
          <p:cNvSpPr/>
          <p:nvPr>
            <p:custDataLst>
              <p:tags r:id="rId86"/>
            </p:custDataLst>
          </p:nvPr>
        </p:nvSpPr>
        <p:spPr>
          <a:xfrm>
            <a:off x="4293127" y="4481723"/>
            <a:ext cx="0" cy="12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74" name="OTLSHAPE_T_9882b17f40d545df8a274cc08e7452a2_ShapePercentage" hidden="1"/>
          <p:cNvSpPr/>
          <p:nvPr>
            <p:custDataLst>
              <p:tags r:id="rId87"/>
            </p:custDataLst>
          </p:nvPr>
        </p:nvSpPr>
        <p:spPr>
          <a:xfrm>
            <a:off x="3084675" y="4690342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82" name="OTLSHAPE_T_caa35547608b495fb960b56332995aa3_ShapePercentage" hidden="1"/>
          <p:cNvSpPr/>
          <p:nvPr>
            <p:custDataLst>
              <p:tags r:id="rId88"/>
            </p:custDataLst>
          </p:nvPr>
        </p:nvSpPr>
        <p:spPr>
          <a:xfrm>
            <a:off x="3084675" y="4898961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90" name="OTLSHAPE_T_b591191bf7834823a01c757b3ee18b4d_ShapePercentage" hidden="1"/>
          <p:cNvSpPr/>
          <p:nvPr>
            <p:custDataLst>
              <p:tags r:id="rId89"/>
            </p:custDataLst>
          </p:nvPr>
        </p:nvSpPr>
        <p:spPr>
          <a:xfrm>
            <a:off x="3642422" y="5107579"/>
            <a:ext cx="0" cy="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998" name="OTLSHAPE_T_a0d599e8b32b4c25aa40ac071c6760ce_ShapePercentage" hidden="1"/>
          <p:cNvSpPr/>
          <p:nvPr>
            <p:custDataLst>
              <p:tags r:id="rId90"/>
            </p:custDataLst>
          </p:nvPr>
        </p:nvSpPr>
        <p:spPr>
          <a:xfrm>
            <a:off x="5315663" y="5316198"/>
            <a:ext cx="0" cy="12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06" name="OTLSHAPE_T_460eed6a1963409ab155b64071c3f445_ShapePercentage" hidden="1"/>
          <p:cNvSpPr/>
          <p:nvPr>
            <p:custDataLst>
              <p:tags r:id="rId91"/>
            </p:custDataLst>
          </p:nvPr>
        </p:nvSpPr>
        <p:spPr>
          <a:xfrm>
            <a:off x="5408621" y="5524817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14" name="OTLSHAPE_T_980c2b4e3a8a4bf8acb93d3faab0ecf7_ShapePercentage" hidden="1"/>
          <p:cNvSpPr/>
          <p:nvPr>
            <p:custDataLst>
              <p:tags r:id="rId92"/>
            </p:custDataLst>
          </p:nvPr>
        </p:nvSpPr>
        <p:spPr>
          <a:xfrm>
            <a:off x="4306397" y="5733435"/>
            <a:ext cx="25400" cy="12700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22" name="OTLSHAPE_T_cdb2f71ce8384687a60c2ec2d218c4e8_ShapePercentage" hidden="1"/>
          <p:cNvSpPr/>
          <p:nvPr>
            <p:custDataLst>
              <p:tags r:id="rId93"/>
            </p:custDataLst>
          </p:nvPr>
        </p:nvSpPr>
        <p:spPr>
          <a:xfrm>
            <a:off x="4306397" y="5942054"/>
            <a:ext cx="0" cy="12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30" name="OTLSHAPE_T_9977463911cd42509cd254b5525319be_ShapePercentage" hidden="1"/>
          <p:cNvSpPr/>
          <p:nvPr>
            <p:custDataLst>
              <p:tags r:id="rId94"/>
            </p:custDataLst>
          </p:nvPr>
        </p:nvSpPr>
        <p:spPr>
          <a:xfrm>
            <a:off x="4864144" y="6150673"/>
            <a:ext cx="0" cy="127000"/>
          </a:xfrm>
          <a:prstGeom prst="roundRect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38" name="OTLSHAPE_T_99420137b4394ff1b469a93a25448a42_ShapePercentage" hidden="1"/>
          <p:cNvSpPr/>
          <p:nvPr>
            <p:custDataLst>
              <p:tags r:id="rId95"/>
            </p:custDataLst>
          </p:nvPr>
        </p:nvSpPr>
        <p:spPr>
          <a:xfrm>
            <a:off x="6895946" y="6359291"/>
            <a:ext cx="0" cy="12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46" name="OTLSHAPE_T_2a8e70d1d1ca494281068291dbe798c5_ShapePercentage" hidden="1"/>
          <p:cNvSpPr/>
          <p:nvPr>
            <p:custDataLst>
              <p:tags r:id="rId96"/>
            </p:custDataLst>
          </p:nvPr>
        </p:nvSpPr>
        <p:spPr>
          <a:xfrm>
            <a:off x="7095132" y="6567910"/>
            <a:ext cx="0" cy="127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054" name="OTLSHAPE_T_95e86e098cd141f2ad100eb360bb8bd8_ShapePercentage" hidden="1"/>
          <p:cNvSpPr/>
          <p:nvPr>
            <p:custDataLst>
              <p:tags r:id="rId97"/>
            </p:custDataLst>
          </p:nvPr>
        </p:nvSpPr>
        <p:spPr>
          <a:xfrm>
            <a:off x="7400574" y="6776528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95" name="OTLSHAPE_T_ae96b8a046594b8ba0832a6881108045_Duration" hidden="1"/>
          <p:cNvSpPr txBox="1"/>
          <p:nvPr>
            <p:custDataLst>
              <p:tags r:id="rId98"/>
            </p:custDataLst>
          </p:nvPr>
        </p:nvSpPr>
        <p:spPr>
          <a:xfrm>
            <a:off x="0" y="2582396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125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896" name="OTLSHAPE_T_ae96b8a046594b8ba0832a6881108045_TextPercentage" hidden="1"/>
          <p:cNvSpPr txBox="1"/>
          <p:nvPr>
            <p:custDataLst>
              <p:tags r:id="rId99"/>
            </p:custDataLst>
          </p:nvPr>
        </p:nvSpPr>
        <p:spPr>
          <a:xfrm>
            <a:off x="0" y="273742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897" name="OTLSHAPE_T_ae96b8a046594b8ba0832a6881108045_StartDate" hidden="1"/>
          <p:cNvSpPr txBox="1"/>
          <p:nvPr>
            <p:custDataLst>
              <p:tags r:id="rId100"/>
            </p:custDataLst>
          </p:nvPr>
        </p:nvSpPr>
        <p:spPr>
          <a:xfrm>
            <a:off x="0" y="28924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898" name="OTLSHAPE_T_ae96b8a046594b8ba0832a6881108045_EndDate" hidden="1"/>
          <p:cNvSpPr txBox="1"/>
          <p:nvPr>
            <p:custDataLst>
              <p:tags r:id="rId101"/>
            </p:custDataLst>
          </p:nvPr>
        </p:nvSpPr>
        <p:spPr>
          <a:xfrm>
            <a:off x="0" y="289244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899" name="OTLSHAPE_T_ae96b8a046594b8ba0832a6881108045_JoinedDate"/>
          <p:cNvSpPr txBox="1"/>
          <p:nvPr>
            <p:custDataLst>
              <p:tags r:id="rId102"/>
            </p:custDataLst>
          </p:nvPr>
        </p:nvSpPr>
        <p:spPr>
          <a:xfrm>
            <a:off x="4131442" y="2386943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Dec 9 - Jul 24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00" name="OTLSHAPE_T_ae96b8a046594b8ba0832a6881108045_Title"/>
          <p:cNvSpPr txBox="1"/>
          <p:nvPr>
            <p:custDataLst>
              <p:tags r:id="rId103"/>
            </p:custDataLst>
          </p:nvPr>
        </p:nvSpPr>
        <p:spPr>
          <a:xfrm>
            <a:off x="127000" y="2379196"/>
            <a:ext cx="711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0" smtClean="0">
                <a:solidFill>
                  <a:srgbClr val="EA161E"/>
                </a:solidFill>
                <a:latin typeface="Calibri" panose="020F0502020204030204" pitchFamily="34" charset="0"/>
              </a:rPr>
              <a:t>Motive DCO</a:t>
            </a:r>
            <a:endParaRPr lang="en-CA" sz="1100" b="1" spc="-10">
              <a:solidFill>
                <a:srgbClr val="EA161E"/>
              </a:solidFill>
              <a:latin typeface="Calibri" panose="020F0502020204030204" pitchFamily="34" charset="0"/>
            </a:endParaRPr>
          </a:p>
        </p:txBody>
      </p:sp>
      <p:sp>
        <p:nvSpPr>
          <p:cNvPr id="24903" name="OTLSHAPE_T_4f6f5ba6cd064e7f956493c79f52cfda_Duration" hidden="1"/>
          <p:cNvSpPr txBox="1"/>
          <p:nvPr>
            <p:custDataLst>
              <p:tags r:id="rId104"/>
            </p:custDataLst>
          </p:nvPr>
        </p:nvSpPr>
        <p:spPr>
          <a:xfrm>
            <a:off x="0" y="2791015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30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04" name="OTLSHAPE_T_4f6f5ba6cd064e7f956493c79f52cfda_TextPercentage" hidden="1"/>
          <p:cNvSpPr txBox="1"/>
          <p:nvPr>
            <p:custDataLst>
              <p:tags r:id="rId105"/>
            </p:custDataLst>
          </p:nvPr>
        </p:nvSpPr>
        <p:spPr>
          <a:xfrm>
            <a:off x="0" y="2946039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905" name="OTLSHAPE_T_4f6f5ba6cd064e7f956493c79f52cfda_StartDate" hidden="1"/>
          <p:cNvSpPr txBox="1"/>
          <p:nvPr>
            <p:custDataLst>
              <p:tags r:id="rId106"/>
            </p:custDataLst>
          </p:nvPr>
        </p:nvSpPr>
        <p:spPr>
          <a:xfrm>
            <a:off x="0" y="310106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06" name="OTLSHAPE_T_4f6f5ba6cd064e7f956493c79f52cfda_EndDate" hidden="1"/>
          <p:cNvSpPr txBox="1"/>
          <p:nvPr>
            <p:custDataLst>
              <p:tags r:id="rId107"/>
            </p:custDataLst>
          </p:nvPr>
        </p:nvSpPr>
        <p:spPr>
          <a:xfrm>
            <a:off x="0" y="310106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07" name="OTLSHAPE_T_4f6f5ba6cd064e7f956493c79f52cfda_JoinedDate"/>
          <p:cNvSpPr txBox="1"/>
          <p:nvPr>
            <p:custDataLst>
              <p:tags r:id="rId108"/>
            </p:custDataLst>
          </p:nvPr>
        </p:nvSpPr>
        <p:spPr>
          <a:xfrm>
            <a:off x="3108906" y="2595562"/>
            <a:ext cx="774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Dec 16 - May 8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08" name="OTLSHAPE_T_4f6f5ba6cd064e7f956493c79f52cfda_Title"/>
          <p:cNvSpPr txBox="1"/>
          <p:nvPr>
            <p:custDataLst>
              <p:tags r:id="rId109"/>
            </p:custDataLst>
          </p:nvPr>
        </p:nvSpPr>
        <p:spPr>
          <a:xfrm>
            <a:off x="127000" y="2587815"/>
            <a:ext cx="889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Sprint Planning</a:t>
            </a:r>
            <a:endParaRPr lang="en-CA" sz="11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911" name="OTLSHAPE_T_15508c7bb1974594a11c1b44bfbfb12e_Duration" hidden="1"/>
          <p:cNvSpPr txBox="1"/>
          <p:nvPr>
            <p:custDataLst>
              <p:tags r:id="rId110"/>
            </p:custDataLst>
          </p:nvPr>
        </p:nvSpPr>
        <p:spPr>
          <a:xfrm>
            <a:off x="0" y="2999633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76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12" name="OTLSHAPE_T_15508c7bb1974594a11c1b44bfbfb12e_TextPercentage" hidden="1"/>
          <p:cNvSpPr txBox="1"/>
          <p:nvPr>
            <p:custDataLst>
              <p:tags r:id="rId111"/>
            </p:custDataLst>
          </p:nvPr>
        </p:nvSpPr>
        <p:spPr>
          <a:xfrm>
            <a:off x="0" y="3154658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1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24913" name="OTLSHAPE_T_15508c7bb1974594a11c1b44bfbfb12e_StartDate" hidden="1"/>
          <p:cNvSpPr txBox="1"/>
          <p:nvPr>
            <p:custDataLst>
              <p:tags r:id="rId112"/>
            </p:custDataLst>
          </p:nvPr>
        </p:nvSpPr>
        <p:spPr>
          <a:xfrm>
            <a:off x="0" y="330968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14" name="OTLSHAPE_T_15508c7bb1974594a11c1b44bfbfb12e_EndDate" hidden="1"/>
          <p:cNvSpPr txBox="1"/>
          <p:nvPr>
            <p:custDataLst>
              <p:tags r:id="rId113"/>
            </p:custDataLst>
          </p:nvPr>
        </p:nvSpPr>
        <p:spPr>
          <a:xfrm>
            <a:off x="0" y="330968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15" name="OTLSHAPE_T_15508c7bb1974594a11c1b44bfbfb12e_JoinedDate"/>
          <p:cNvSpPr txBox="1"/>
          <p:nvPr>
            <p:custDataLst>
              <p:tags r:id="rId114"/>
            </p:custDataLst>
          </p:nvPr>
        </p:nvSpPr>
        <p:spPr>
          <a:xfrm>
            <a:off x="3294822" y="2804180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Jan 6 - May 22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16" name="OTLSHAPE_T_15508c7bb1974594a11c1b44bfbfb12e_Title"/>
          <p:cNvSpPr txBox="1"/>
          <p:nvPr>
            <p:custDataLst>
              <p:tags r:id="rId115"/>
            </p:custDataLst>
          </p:nvPr>
        </p:nvSpPr>
        <p:spPr>
          <a:xfrm>
            <a:off x="127000" y="2796433"/>
            <a:ext cx="1206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0" smtClean="0">
                <a:solidFill>
                  <a:schemeClr val="dk1"/>
                </a:solidFill>
                <a:latin typeface="Calibri" panose="020F0502020204030204" pitchFamily="34" charset="0"/>
              </a:rPr>
              <a:t>Sprint Builds/Testing</a:t>
            </a:r>
            <a:endParaRPr lang="en-CA" sz="1100" b="1" spc="-1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919" name="OTLSHAPE_T_f6dceb39878a43699ee84daa57de6cf2_Duration" hidden="1"/>
          <p:cNvSpPr txBox="1"/>
          <p:nvPr>
            <p:custDataLst>
              <p:tags r:id="rId116"/>
            </p:custDataLst>
          </p:nvPr>
        </p:nvSpPr>
        <p:spPr>
          <a:xfrm>
            <a:off x="0" y="3208252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6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20" name="OTLSHAPE_T_f6dceb39878a43699ee84daa57de6cf2_StartDate" hidden="1"/>
          <p:cNvSpPr txBox="1"/>
          <p:nvPr>
            <p:custDataLst>
              <p:tags r:id="rId117"/>
            </p:custDataLst>
          </p:nvPr>
        </p:nvSpPr>
        <p:spPr>
          <a:xfrm>
            <a:off x="0" y="33632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21" name="OTLSHAPE_T_f6dceb39878a43699ee84daa57de6cf2_EndDate" hidden="1"/>
          <p:cNvSpPr txBox="1"/>
          <p:nvPr>
            <p:custDataLst>
              <p:tags r:id="rId118"/>
            </p:custDataLst>
          </p:nvPr>
        </p:nvSpPr>
        <p:spPr>
          <a:xfrm>
            <a:off x="0" y="33632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22" name="OTLSHAPE_T_f6dceb39878a43699ee84daa57de6cf2_JoinedDate"/>
          <p:cNvSpPr txBox="1"/>
          <p:nvPr>
            <p:custDataLst>
              <p:tags r:id="rId119"/>
            </p:custDataLst>
          </p:nvPr>
        </p:nvSpPr>
        <p:spPr>
          <a:xfrm>
            <a:off x="3573695" y="3012799"/>
            <a:ext cx="6985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Jun 8 - Jun 12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23" name="OTLSHAPE_T_f6dceb39878a43699ee84daa57de6cf2_TextPercentage" hidden="1"/>
          <p:cNvSpPr txBox="1"/>
          <p:nvPr>
            <p:custDataLst>
              <p:tags r:id="rId120"/>
            </p:custDataLst>
          </p:nvPr>
        </p:nvSpPr>
        <p:spPr>
          <a:xfrm>
            <a:off x="2805801" y="329351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924" name="OTLSHAPE_T_f6dceb39878a43699ee84daa57de6cf2_Title"/>
          <p:cNvSpPr txBox="1"/>
          <p:nvPr>
            <p:custDataLst>
              <p:tags r:id="rId121"/>
            </p:custDataLst>
          </p:nvPr>
        </p:nvSpPr>
        <p:spPr>
          <a:xfrm>
            <a:off x="127000" y="3005052"/>
            <a:ext cx="660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24" smtClean="0">
                <a:solidFill>
                  <a:schemeClr val="dk1"/>
                </a:solidFill>
                <a:latin typeface="Calibri" panose="020F0502020204030204" pitchFamily="34" charset="0"/>
              </a:rPr>
              <a:t>BAT Testing</a:t>
            </a:r>
            <a:endParaRPr lang="en-CA" sz="1100" b="1" spc="-2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927" name="OTLSHAPE_T_0d6622a437614c94826ef253dbc25d02_Duration" hidden="1"/>
          <p:cNvSpPr txBox="1"/>
          <p:nvPr>
            <p:custDataLst>
              <p:tags r:id="rId122"/>
            </p:custDataLst>
          </p:nvPr>
        </p:nvSpPr>
        <p:spPr>
          <a:xfrm>
            <a:off x="0" y="3416871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28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28" name="OTLSHAPE_T_0d6622a437614c94826ef253dbc25d02_TextPercentage" hidden="1"/>
          <p:cNvSpPr txBox="1"/>
          <p:nvPr>
            <p:custDataLst>
              <p:tags r:id="rId123"/>
            </p:custDataLst>
          </p:nvPr>
        </p:nvSpPr>
        <p:spPr>
          <a:xfrm>
            <a:off x="0" y="3571895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b="1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 b="1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929" name="OTLSHAPE_T_0d6622a437614c94826ef253dbc25d02_StartDate" hidden="1"/>
          <p:cNvSpPr txBox="1"/>
          <p:nvPr>
            <p:custDataLst>
              <p:tags r:id="rId124"/>
            </p:custDataLst>
          </p:nvPr>
        </p:nvSpPr>
        <p:spPr>
          <a:xfrm>
            <a:off x="0" y="372692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30" name="OTLSHAPE_T_0d6622a437614c94826ef253dbc25d02_EndDate" hidden="1"/>
          <p:cNvSpPr txBox="1"/>
          <p:nvPr>
            <p:custDataLst>
              <p:tags r:id="rId125"/>
            </p:custDataLst>
          </p:nvPr>
        </p:nvSpPr>
        <p:spPr>
          <a:xfrm>
            <a:off x="0" y="372692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31" name="OTLSHAPE_T_0d6622a437614c94826ef253dbc25d02_JoinedDate"/>
          <p:cNvSpPr txBox="1"/>
          <p:nvPr>
            <p:custDataLst>
              <p:tags r:id="rId126"/>
            </p:custDataLst>
          </p:nvPr>
        </p:nvSpPr>
        <p:spPr>
          <a:xfrm>
            <a:off x="4131442" y="3221418"/>
            <a:ext cx="774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May 17 - Jul 24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32" name="OTLSHAPE_T_0d6622a437614c94826ef253dbc25d02_Title"/>
          <p:cNvSpPr txBox="1"/>
          <p:nvPr>
            <p:custDataLst>
              <p:tags r:id="rId127"/>
            </p:custDataLst>
          </p:nvPr>
        </p:nvSpPr>
        <p:spPr>
          <a:xfrm>
            <a:off x="127000" y="3213671"/>
            <a:ext cx="419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Deploy</a:t>
            </a:r>
            <a:endParaRPr lang="en-CA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935" name="OTLSHAPE_T_8389f5e968dd47a599ae73083f25bba4_Duration" hidden="1"/>
          <p:cNvSpPr txBox="1"/>
          <p:nvPr>
            <p:custDataLst>
              <p:tags r:id="rId128"/>
            </p:custDataLst>
          </p:nvPr>
        </p:nvSpPr>
        <p:spPr>
          <a:xfrm>
            <a:off x="0" y="3625489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170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36" name="OTLSHAPE_T_8389f5e968dd47a599ae73083f25bba4_TextPercentage" hidden="1"/>
          <p:cNvSpPr txBox="1"/>
          <p:nvPr>
            <p:custDataLst>
              <p:tags r:id="rId129"/>
            </p:custDataLst>
          </p:nvPr>
        </p:nvSpPr>
        <p:spPr>
          <a:xfrm>
            <a:off x="0" y="3780514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937" name="OTLSHAPE_T_8389f5e968dd47a599ae73083f25bba4_StartDate" hidden="1"/>
          <p:cNvSpPr txBox="1"/>
          <p:nvPr>
            <p:custDataLst>
              <p:tags r:id="rId130"/>
            </p:custDataLst>
          </p:nvPr>
        </p:nvSpPr>
        <p:spPr>
          <a:xfrm>
            <a:off x="0" y="393553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38" name="OTLSHAPE_T_8389f5e968dd47a599ae73083f25bba4_EndDate" hidden="1"/>
          <p:cNvSpPr txBox="1"/>
          <p:nvPr>
            <p:custDataLst>
              <p:tags r:id="rId131"/>
            </p:custDataLst>
          </p:nvPr>
        </p:nvSpPr>
        <p:spPr>
          <a:xfrm>
            <a:off x="0" y="393553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39" name="OTLSHAPE_T_8389f5e968dd47a599ae73083f25bba4_JoinedDate"/>
          <p:cNvSpPr txBox="1"/>
          <p:nvPr>
            <p:custDataLst>
              <p:tags r:id="rId132"/>
            </p:custDataLst>
          </p:nvPr>
        </p:nvSpPr>
        <p:spPr>
          <a:xfrm>
            <a:off x="5379733" y="3430036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2" smtClean="0">
                <a:solidFill>
                  <a:srgbClr val="44546A"/>
                </a:solidFill>
                <a:latin typeface="Calibri" panose="020F0502020204030204" pitchFamily="34" charset="0"/>
              </a:rPr>
              <a:t>Mar 3 - Oct 26</a:t>
            </a:r>
            <a:endParaRPr lang="en-CA" sz="1000" spc="-2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40" name="OTLSHAPE_T_8389f5e968dd47a599ae73083f25bba4_Title"/>
          <p:cNvSpPr txBox="1"/>
          <p:nvPr>
            <p:custDataLst>
              <p:tags r:id="rId133"/>
            </p:custDataLst>
          </p:nvPr>
        </p:nvSpPr>
        <p:spPr>
          <a:xfrm>
            <a:off x="127000" y="3422289"/>
            <a:ext cx="2108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4" smtClean="0">
                <a:solidFill>
                  <a:srgbClr val="EA161E"/>
                </a:solidFill>
                <a:latin typeface="Calibri" panose="020F0502020204030204" pitchFamily="34" charset="0"/>
              </a:rPr>
              <a:t>Personal/Motive Full/In Branch DCO</a:t>
            </a:r>
            <a:endParaRPr lang="en-CA" sz="1100" b="1" spc="-4">
              <a:solidFill>
                <a:srgbClr val="EA161E"/>
              </a:solidFill>
              <a:latin typeface="Calibri" panose="020F0502020204030204" pitchFamily="34" charset="0"/>
            </a:endParaRPr>
          </a:p>
        </p:txBody>
      </p:sp>
      <p:sp>
        <p:nvSpPr>
          <p:cNvPr id="24943" name="OTLSHAPE_T_ba0ba67fabc847deb1c8f89a495d22b0_Duration" hidden="1"/>
          <p:cNvSpPr txBox="1"/>
          <p:nvPr>
            <p:custDataLst>
              <p:tags r:id="rId134"/>
            </p:custDataLst>
          </p:nvPr>
        </p:nvSpPr>
        <p:spPr>
          <a:xfrm>
            <a:off x="0" y="3834108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35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44" name="OTLSHAPE_T_ba0ba67fabc847deb1c8f89a495d22b0_TextPercentage" hidden="1"/>
          <p:cNvSpPr txBox="1"/>
          <p:nvPr>
            <p:custDataLst>
              <p:tags r:id="rId135"/>
            </p:custDataLst>
          </p:nvPr>
        </p:nvSpPr>
        <p:spPr>
          <a:xfrm>
            <a:off x="0" y="3989132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945" name="OTLSHAPE_T_ba0ba67fabc847deb1c8f89a495d22b0_StartDate" hidden="1"/>
          <p:cNvSpPr txBox="1"/>
          <p:nvPr>
            <p:custDataLst>
              <p:tags r:id="rId136"/>
            </p:custDataLst>
          </p:nvPr>
        </p:nvSpPr>
        <p:spPr>
          <a:xfrm>
            <a:off x="0" y="414415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46" name="OTLSHAPE_T_ba0ba67fabc847deb1c8f89a495d22b0_EndDate" hidden="1"/>
          <p:cNvSpPr txBox="1"/>
          <p:nvPr>
            <p:custDataLst>
              <p:tags r:id="rId137"/>
            </p:custDataLst>
          </p:nvPr>
        </p:nvSpPr>
        <p:spPr>
          <a:xfrm>
            <a:off x="0" y="414415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47" name="OTLSHAPE_T_ba0ba67fabc847deb1c8f89a495d22b0_JoinedDate"/>
          <p:cNvSpPr txBox="1"/>
          <p:nvPr>
            <p:custDataLst>
              <p:tags r:id="rId138"/>
            </p:custDataLst>
          </p:nvPr>
        </p:nvSpPr>
        <p:spPr>
          <a:xfrm>
            <a:off x="2869872" y="3638655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2" smtClean="0">
                <a:solidFill>
                  <a:srgbClr val="44546A"/>
                </a:solidFill>
                <a:latin typeface="Calibri" panose="020F0502020204030204" pitchFamily="34" charset="0"/>
              </a:rPr>
              <a:t>Mar 3 - Apr 20</a:t>
            </a:r>
            <a:endParaRPr lang="en-CA" sz="1000" spc="-2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48" name="OTLSHAPE_T_ba0ba67fabc847deb1c8f89a495d22b0_Title"/>
          <p:cNvSpPr txBox="1"/>
          <p:nvPr>
            <p:custDataLst>
              <p:tags r:id="rId139"/>
            </p:custDataLst>
          </p:nvPr>
        </p:nvSpPr>
        <p:spPr>
          <a:xfrm>
            <a:off x="127000" y="3630908"/>
            <a:ext cx="889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Sprint Planning</a:t>
            </a:r>
            <a:endParaRPr lang="en-CA" sz="11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951" name="OTLSHAPE_T_e82b24a13f1c4e248da5650c929d4d27_Duration" hidden="1"/>
          <p:cNvSpPr txBox="1"/>
          <p:nvPr>
            <p:custDataLst>
              <p:tags r:id="rId140"/>
            </p:custDataLst>
          </p:nvPr>
        </p:nvSpPr>
        <p:spPr>
          <a:xfrm>
            <a:off x="0" y="4042726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56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52" name="OTLSHAPE_T_e82b24a13f1c4e248da5650c929d4d27_TextPercentage" hidden="1"/>
          <p:cNvSpPr txBox="1"/>
          <p:nvPr>
            <p:custDataLst>
              <p:tags r:id="rId141"/>
            </p:custDataLst>
          </p:nvPr>
        </p:nvSpPr>
        <p:spPr>
          <a:xfrm>
            <a:off x="0" y="4197751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b="1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 b="1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953" name="OTLSHAPE_T_e82b24a13f1c4e248da5650c929d4d27_StartDate" hidden="1"/>
          <p:cNvSpPr txBox="1"/>
          <p:nvPr>
            <p:custDataLst>
              <p:tags r:id="rId142"/>
            </p:custDataLst>
          </p:nvPr>
        </p:nvSpPr>
        <p:spPr>
          <a:xfrm>
            <a:off x="0" y="43527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54" name="OTLSHAPE_T_e82b24a13f1c4e248da5650c929d4d27_EndDate" hidden="1"/>
          <p:cNvSpPr txBox="1"/>
          <p:nvPr>
            <p:custDataLst>
              <p:tags r:id="rId143"/>
            </p:custDataLst>
          </p:nvPr>
        </p:nvSpPr>
        <p:spPr>
          <a:xfrm>
            <a:off x="0" y="435277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55" name="OTLSHAPE_T_e82b24a13f1c4e248da5650c929d4d27_JoinedDate"/>
          <p:cNvSpPr txBox="1"/>
          <p:nvPr>
            <p:custDataLst>
              <p:tags r:id="rId144"/>
            </p:custDataLst>
          </p:nvPr>
        </p:nvSpPr>
        <p:spPr>
          <a:xfrm>
            <a:off x="3985366" y="3847274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Apr 27 - Jul 13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56" name="OTLSHAPE_T_e82b24a13f1c4e248da5650c929d4d27_Title"/>
          <p:cNvSpPr txBox="1"/>
          <p:nvPr>
            <p:custDataLst>
              <p:tags r:id="rId145"/>
            </p:custDataLst>
          </p:nvPr>
        </p:nvSpPr>
        <p:spPr>
          <a:xfrm>
            <a:off x="127000" y="3839526"/>
            <a:ext cx="1206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0" smtClean="0">
                <a:solidFill>
                  <a:schemeClr val="dk1"/>
                </a:solidFill>
                <a:latin typeface="Calibri" panose="020F0502020204030204" pitchFamily="34" charset="0"/>
              </a:rPr>
              <a:t>Sprint Builds/Testing</a:t>
            </a:r>
            <a:endParaRPr lang="en-CA" sz="1100" b="1" spc="-1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959" name="OTLSHAPE_T_0f453ebc8ff349e38e91b2b4d035a374_Duration" hidden="1"/>
          <p:cNvSpPr txBox="1"/>
          <p:nvPr>
            <p:custDataLst>
              <p:tags r:id="rId146"/>
            </p:custDataLst>
          </p:nvPr>
        </p:nvSpPr>
        <p:spPr>
          <a:xfrm>
            <a:off x="0" y="4251345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60" name="OTLSHAPE_T_0f453ebc8ff349e38e91b2b4d035a374_StartDate" hidden="1"/>
          <p:cNvSpPr txBox="1"/>
          <p:nvPr>
            <p:custDataLst>
              <p:tags r:id="rId147"/>
            </p:custDataLst>
          </p:nvPr>
        </p:nvSpPr>
        <p:spPr>
          <a:xfrm>
            <a:off x="0" y="44063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61" name="OTLSHAPE_T_0f453ebc8ff349e38e91b2b4d035a374_EndDate" hidden="1"/>
          <p:cNvSpPr txBox="1"/>
          <p:nvPr>
            <p:custDataLst>
              <p:tags r:id="rId148"/>
            </p:custDataLst>
          </p:nvPr>
        </p:nvSpPr>
        <p:spPr>
          <a:xfrm>
            <a:off x="0" y="440637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62" name="OTLSHAPE_T_0f453ebc8ff349e38e91b2b4d035a374_JoinedDate"/>
          <p:cNvSpPr txBox="1"/>
          <p:nvPr>
            <p:custDataLst>
              <p:tags r:id="rId149"/>
            </p:custDataLst>
          </p:nvPr>
        </p:nvSpPr>
        <p:spPr>
          <a:xfrm>
            <a:off x="4224400" y="4055892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Jul 20 - Jul 31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63" name="OTLSHAPE_T_0f453ebc8ff349e38e91b2b4d035a374_TextPercentage" hidden="1"/>
          <p:cNvSpPr txBox="1"/>
          <p:nvPr>
            <p:custDataLst>
              <p:tags r:id="rId150"/>
            </p:custDataLst>
          </p:nvPr>
        </p:nvSpPr>
        <p:spPr>
          <a:xfrm>
            <a:off x="4014253" y="433660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964" name="OTLSHAPE_T_0f453ebc8ff349e38e91b2b4d035a374_Title"/>
          <p:cNvSpPr txBox="1"/>
          <p:nvPr>
            <p:custDataLst>
              <p:tags r:id="rId151"/>
            </p:custDataLst>
          </p:nvPr>
        </p:nvSpPr>
        <p:spPr>
          <a:xfrm>
            <a:off x="127000" y="4048145"/>
            <a:ext cx="660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24" smtClean="0">
                <a:solidFill>
                  <a:schemeClr val="dk1"/>
                </a:solidFill>
                <a:latin typeface="Calibri" panose="020F0502020204030204" pitchFamily="34" charset="0"/>
              </a:rPr>
              <a:t>BAT Testing</a:t>
            </a:r>
            <a:endParaRPr lang="en-CA" sz="1100" b="1" spc="-2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967" name="OTLSHAPE_T_88bf6ca66886436b98a0e67e0387f9d0_Duration" hidden="1"/>
          <p:cNvSpPr txBox="1"/>
          <p:nvPr>
            <p:custDataLst>
              <p:tags r:id="rId152"/>
            </p:custDataLst>
          </p:nvPr>
        </p:nvSpPr>
        <p:spPr>
          <a:xfrm>
            <a:off x="0" y="4459964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6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68" name="OTLSHAPE_T_88bf6ca66886436b98a0e67e0387f9d0_StartDate" hidden="1"/>
          <p:cNvSpPr txBox="1"/>
          <p:nvPr>
            <p:custDataLst>
              <p:tags r:id="rId153"/>
            </p:custDataLst>
          </p:nvPr>
        </p:nvSpPr>
        <p:spPr>
          <a:xfrm>
            <a:off x="0" y="461498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69" name="OTLSHAPE_T_88bf6ca66886436b98a0e67e0387f9d0_EndDate" hidden="1"/>
          <p:cNvSpPr txBox="1"/>
          <p:nvPr>
            <p:custDataLst>
              <p:tags r:id="rId154"/>
            </p:custDataLst>
          </p:nvPr>
        </p:nvSpPr>
        <p:spPr>
          <a:xfrm>
            <a:off x="0" y="461498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70" name="OTLSHAPE_T_88bf6ca66886436b98a0e67e0387f9d0_JoinedDate"/>
          <p:cNvSpPr txBox="1"/>
          <p:nvPr>
            <p:custDataLst>
              <p:tags r:id="rId155"/>
            </p:custDataLst>
          </p:nvPr>
        </p:nvSpPr>
        <p:spPr>
          <a:xfrm>
            <a:off x="5379733" y="4264511"/>
            <a:ext cx="800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Aug 10 - Oct 26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71" name="OTLSHAPE_T_88bf6ca66886436b98a0e67e0387f9d0_TextPercentage" hidden="1"/>
          <p:cNvSpPr txBox="1"/>
          <p:nvPr>
            <p:custDataLst>
              <p:tags r:id="rId156"/>
            </p:custDataLst>
          </p:nvPr>
        </p:nvSpPr>
        <p:spPr>
          <a:xfrm>
            <a:off x="4293127" y="454522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972" name="OTLSHAPE_T_88bf6ca66886436b98a0e67e0387f9d0_Title"/>
          <p:cNvSpPr txBox="1"/>
          <p:nvPr>
            <p:custDataLst>
              <p:tags r:id="rId157"/>
            </p:custDataLst>
          </p:nvPr>
        </p:nvSpPr>
        <p:spPr>
          <a:xfrm>
            <a:off x="127000" y="4256764"/>
            <a:ext cx="419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Deploy</a:t>
            </a:r>
            <a:endParaRPr lang="en-CA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975" name="OTLSHAPE_T_9882b17f40d545df8a274cc08e7452a2_Duration" hidden="1"/>
          <p:cNvSpPr txBox="1"/>
          <p:nvPr>
            <p:custDataLst>
              <p:tags r:id="rId158"/>
            </p:custDataLst>
          </p:nvPr>
        </p:nvSpPr>
        <p:spPr>
          <a:xfrm>
            <a:off x="0" y="4668582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146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76" name="OTLSHAPE_T_9882b17f40d545df8a274cc08e7452a2_TextPercentage" hidden="1"/>
          <p:cNvSpPr txBox="1"/>
          <p:nvPr>
            <p:custDataLst>
              <p:tags r:id="rId159"/>
            </p:custDataLst>
          </p:nvPr>
        </p:nvSpPr>
        <p:spPr>
          <a:xfrm>
            <a:off x="0" y="4823607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b="1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 b="1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977" name="OTLSHAPE_T_9882b17f40d545df8a274cc08e7452a2_StartDate" hidden="1"/>
          <p:cNvSpPr txBox="1"/>
          <p:nvPr>
            <p:custDataLst>
              <p:tags r:id="rId160"/>
            </p:custDataLst>
          </p:nvPr>
        </p:nvSpPr>
        <p:spPr>
          <a:xfrm>
            <a:off x="0" y="497863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78" name="OTLSHAPE_T_9882b17f40d545df8a274cc08e7452a2_EndDate" hidden="1"/>
          <p:cNvSpPr txBox="1"/>
          <p:nvPr>
            <p:custDataLst>
              <p:tags r:id="rId161"/>
            </p:custDataLst>
          </p:nvPr>
        </p:nvSpPr>
        <p:spPr>
          <a:xfrm>
            <a:off x="0" y="497863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79" name="OTLSHAPE_T_9882b17f40d545df8a274cc08e7452a2_JoinedDate"/>
          <p:cNvSpPr txBox="1"/>
          <p:nvPr>
            <p:custDataLst>
              <p:tags r:id="rId162"/>
            </p:custDataLst>
          </p:nvPr>
        </p:nvSpPr>
        <p:spPr>
          <a:xfrm>
            <a:off x="5990599" y="4473130"/>
            <a:ext cx="838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May 11 - Dec 11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80" name="OTLSHAPE_T_9882b17f40d545df8a274cc08e7452a2_Title"/>
          <p:cNvSpPr txBox="1"/>
          <p:nvPr>
            <p:custDataLst>
              <p:tags r:id="rId163"/>
            </p:custDataLst>
          </p:nvPr>
        </p:nvSpPr>
        <p:spPr>
          <a:xfrm>
            <a:off x="127000" y="4465382"/>
            <a:ext cx="1143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4" smtClean="0">
                <a:solidFill>
                  <a:srgbClr val="EA161E"/>
                </a:solidFill>
                <a:latin typeface="Calibri" panose="020F0502020204030204" pitchFamily="34" charset="0"/>
              </a:rPr>
              <a:t>Small Business DCO</a:t>
            </a:r>
            <a:endParaRPr lang="en-CA" sz="1100" b="1" spc="-4">
              <a:solidFill>
                <a:srgbClr val="EA161E"/>
              </a:solidFill>
              <a:latin typeface="Calibri" panose="020F0502020204030204" pitchFamily="34" charset="0"/>
            </a:endParaRPr>
          </a:p>
        </p:txBody>
      </p:sp>
      <p:sp>
        <p:nvSpPr>
          <p:cNvPr id="24983" name="OTLSHAPE_T_caa35547608b495fb960b56332995aa3_Duration" hidden="1"/>
          <p:cNvSpPr txBox="1"/>
          <p:nvPr>
            <p:custDataLst>
              <p:tags r:id="rId164"/>
            </p:custDataLst>
          </p:nvPr>
        </p:nvSpPr>
        <p:spPr>
          <a:xfrm>
            <a:off x="0" y="4877201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26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84" name="OTLSHAPE_T_caa35547608b495fb960b56332995aa3_TextPercentage" hidden="1"/>
          <p:cNvSpPr txBox="1"/>
          <p:nvPr>
            <p:custDataLst>
              <p:tags r:id="rId165"/>
            </p:custDataLst>
          </p:nvPr>
        </p:nvSpPr>
        <p:spPr>
          <a:xfrm>
            <a:off x="0" y="5032226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985" name="OTLSHAPE_T_caa35547608b495fb960b56332995aa3_StartDate" hidden="1"/>
          <p:cNvSpPr txBox="1"/>
          <p:nvPr>
            <p:custDataLst>
              <p:tags r:id="rId166"/>
            </p:custDataLst>
          </p:nvPr>
        </p:nvSpPr>
        <p:spPr>
          <a:xfrm>
            <a:off x="0" y="518725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86" name="OTLSHAPE_T_caa35547608b495fb960b56332995aa3_EndDate" hidden="1"/>
          <p:cNvSpPr txBox="1"/>
          <p:nvPr>
            <p:custDataLst>
              <p:tags r:id="rId167"/>
            </p:custDataLst>
          </p:nvPr>
        </p:nvSpPr>
        <p:spPr>
          <a:xfrm>
            <a:off x="0" y="518725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87" name="OTLSHAPE_T_caa35547608b495fb960b56332995aa3_JoinedDate"/>
          <p:cNvSpPr txBox="1"/>
          <p:nvPr>
            <p:custDataLst>
              <p:tags r:id="rId168"/>
            </p:custDataLst>
          </p:nvPr>
        </p:nvSpPr>
        <p:spPr>
          <a:xfrm>
            <a:off x="3613534" y="4681748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May 11 - Jun 15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88" name="OTLSHAPE_T_caa35547608b495fb960b56332995aa3_Title"/>
          <p:cNvSpPr txBox="1"/>
          <p:nvPr>
            <p:custDataLst>
              <p:tags r:id="rId169"/>
            </p:custDataLst>
          </p:nvPr>
        </p:nvSpPr>
        <p:spPr>
          <a:xfrm>
            <a:off x="127000" y="4674001"/>
            <a:ext cx="889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Sprint Planning</a:t>
            </a:r>
            <a:endParaRPr lang="en-CA" sz="11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991" name="OTLSHAPE_T_b591191bf7834823a01c757b3ee18b4d_Duration" hidden="1"/>
          <p:cNvSpPr txBox="1"/>
          <p:nvPr>
            <p:custDataLst>
              <p:tags r:id="rId170"/>
            </p:custDataLst>
          </p:nvPr>
        </p:nvSpPr>
        <p:spPr>
          <a:xfrm>
            <a:off x="0" y="508582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86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992" name="OTLSHAPE_T_b591191bf7834823a01c757b3ee18b4d_TextPercentage" hidden="1"/>
          <p:cNvSpPr txBox="1"/>
          <p:nvPr>
            <p:custDataLst>
              <p:tags r:id="rId171"/>
            </p:custDataLst>
          </p:nvPr>
        </p:nvSpPr>
        <p:spPr>
          <a:xfrm>
            <a:off x="0" y="5240844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4993" name="OTLSHAPE_T_b591191bf7834823a01c757b3ee18b4d_StartDate" hidden="1"/>
          <p:cNvSpPr txBox="1"/>
          <p:nvPr>
            <p:custDataLst>
              <p:tags r:id="rId172"/>
            </p:custDataLst>
          </p:nvPr>
        </p:nvSpPr>
        <p:spPr>
          <a:xfrm>
            <a:off x="0" y="539586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94" name="OTLSHAPE_T_b591191bf7834823a01c757b3ee18b4d_EndDate" hidden="1"/>
          <p:cNvSpPr txBox="1"/>
          <p:nvPr>
            <p:custDataLst>
              <p:tags r:id="rId173"/>
            </p:custDataLst>
          </p:nvPr>
        </p:nvSpPr>
        <p:spPr>
          <a:xfrm>
            <a:off x="0" y="539586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95" name="OTLSHAPE_T_b591191bf7834823a01c757b3ee18b4d_JoinedDate"/>
          <p:cNvSpPr txBox="1"/>
          <p:nvPr>
            <p:custDataLst>
              <p:tags r:id="rId174"/>
            </p:custDataLst>
          </p:nvPr>
        </p:nvSpPr>
        <p:spPr>
          <a:xfrm>
            <a:off x="5286775" y="4890367"/>
            <a:ext cx="774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Jun 22 - Oct 19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96" name="OTLSHAPE_T_b591191bf7834823a01c757b3ee18b4d_Title"/>
          <p:cNvSpPr txBox="1"/>
          <p:nvPr>
            <p:custDataLst>
              <p:tags r:id="rId175"/>
            </p:custDataLst>
          </p:nvPr>
        </p:nvSpPr>
        <p:spPr>
          <a:xfrm>
            <a:off x="127000" y="4882620"/>
            <a:ext cx="1206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0" smtClean="0">
                <a:solidFill>
                  <a:schemeClr val="dk1"/>
                </a:solidFill>
                <a:latin typeface="Calibri" panose="020F0502020204030204" pitchFamily="34" charset="0"/>
              </a:rPr>
              <a:t>Sprint Builds/Testing</a:t>
            </a:r>
            <a:endParaRPr lang="en-CA" sz="1100" b="1" spc="-1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999" name="OTLSHAPE_T_a0d599e8b32b4c25aa40ac071c6760ce_Duration" hidden="1"/>
          <p:cNvSpPr txBox="1"/>
          <p:nvPr>
            <p:custDataLst>
              <p:tags r:id="rId176"/>
            </p:custDataLst>
          </p:nvPr>
        </p:nvSpPr>
        <p:spPr>
          <a:xfrm>
            <a:off x="0" y="5294438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000" name="OTLSHAPE_T_a0d599e8b32b4c25aa40ac071c6760ce_StartDate" hidden="1"/>
          <p:cNvSpPr txBox="1"/>
          <p:nvPr>
            <p:custDataLst>
              <p:tags r:id="rId177"/>
            </p:custDataLst>
          </p:nvPr>
        </p:nvSpPr>
        <p:spPr>
          <a:xfrm>
            <a:off x="0" y="544946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01" name="OTLSHAPE_T_a0d599e8b32b4c25aa40ac071c6760ce_EndDate" hidden="1"/>
          <p:cNvSpPr txBox="1"/>
          <p:nvPr>
            <p:custDataLst>
              <p:tags r:id="rId178"/>
            </p:custDataLst>
          </p:nvPr>
        </p:nvSpPr>
        <p:spPr>
          <a:xfrm>
            <a:off x="0" y="544946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02" name="OTLSHAPE_T_a0d599e8b32b4c25aa40ac071c6760ce_JoinedDate"/>
          <p:cNvSpPr txBox="1"/>
          <p:nvPr>
            <p:custDataLst>
              <p:tags r:id="rId179"/>
            </p:custDataLst>
          </p:nvPr>
        </p:nvSpPr>
        <p:spPr>
          <a:xfrm>
            <a:off x="5525810" y="5098986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Oct 26 - Nov 6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03" name="OTLSHAPE_T_a0d599e8b32b4c25aa40ac071c6760ce_TextPercentage" hidden="1"/>
          <p:cNvSpPr txBox="1"/>
          <p:nvPr>
            <p:custDataLst>
              <p:tags r:id="rId180"/>
            </p:custDataLst>
          </p:nvPr>
        </p:nvSpPr>
        <p:spPr>
          <a:xfrm>
            <a:off x="5315663" y="537969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004" name="OTLSHAPE_T_a0d599e8b32b4c25aa40ac071c6760ce_Title"/>
          <p:cNvSpPr txBox="1"/>
          <p:nvPr>
            <p:custDataLst>
              <p:tags r:id="rId181"/>
            </p:custDataLst>
          </p:nvPr>
        </p:nvSpPr>
        <p:spPr>
          <a:xfrm>
            <a:off x="127000" y="5091238"/>
            <a:ext cx="660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24" smtClean="0">
                <a:solidFill>
                  <a:schemeClr val="dk1"/>
                </a:solidFill>
                <a:latin typeface="Calibri" panose="020F0502020204030204" pitchFamily="34" charset="0"/>
              </a:rPr>
              <a:t>BAT Testing</a:t>
            </a:r>
            <a:endParaRPr lang="en-CA" sz="1100" b="1" spc="-2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007" name="OTLSHAPE_T_460eed6a1963409ab155b64071c3f445_Duration" hidden="1"/>
          <p:cNvSpPr txBox="1"/>
          <p:nvPr>
            <p:custDataLst>
              <p:tags r:id="rId182"/>
            </p:custDataLst>
          </p:nvPr>
        </p:nvSpPr>
        <p:spPr>
          <a:xfrm>
            <a:off x="0" y="5503057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21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008" name="OTLSHAPE_T_460eed6a1963409ab155b64071c3f445_TextPercentage" hidden="1"/>
          <p:cNvSpPr txBox="1"/>
          <p:nvPr>
            <p:custDataLst>
              <p:tags r:id="rId183"/>
            </p:custDataLst>
          </p:nvPr>
        </p:nvSpPr>
        <p:spPr>
          <a:xfrm>
            <a:off x="0" y="5658082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009" name="OTLSHAPE_T_460eed6a1963409ab155b64071c3f445_StartDate" hidden="1"/>
          <p:cNvSpPr txBox="1"/>
          <p:nvPr>
            <p:custDataLst>
              <p:tags r:id="rId184"/>
            </p:custDataLst>
          </p:nvPr>
        </p:nvSpPr>
        <p:spPr>
          <a:xfrm>
            <a:off x="0" y="581310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10" name="OTLSHAPE_T_460eed6a1963409ab155b64071c3f445_EndDate" hidden="1"/>
          <p:cNvSpPr txBox="1"/>
          <p:nvPr>
            <p:custDataLst>
              <p:tags r:id="rId185"/>
            </p:custDataLst>
          </p:nvPr>
        </p:nvSpPr>
        <p:spPr>
          <a:xfrm>
            <a:off x="0" y="581310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11" name="OTLSHAPE_T_460eed6a1963409ab155b64071c3f445_JoinedDate"/>
          <p:cNvSpPr txBox="1"/>
          <p:nvPr>
            <p:custDataLst>
              <p:tags r:id="rId186"/>
            </p:custDataLst>
          </p:nvPr>
        </p:nvSpPr>
        <p:spPr>
          <a:xfrm>
            <a:off x="5990599" y="5307604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Nov 2 - Dec 11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12" name="OTLSHAPE_T_460eed6a1963409ab155b64071c3f445_Title"/>
          <p:cNvSpPr txBox="1"/>
          <p:nvPr>
            <p:custDataLst>
              <p:tags r:id="rId187"/>
            </p:custDataLst>
          </p:nvPr>
        </p:nvSpPr>
        <p:spPr>
          <a:xfrm>
            <a:off x="127000" y="5299857"/>
            <a:ext cx="419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Deploy</a:t>
            </a:r>
            <a:endParaRPr lang="en-CA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015" name="OTLSHAPE_T_980c2b4e3a8a4bf8acb93d3faab0ecf7_Duration" hidden="1"/>
          <p:cNvSpPr txBox="1"/>
          <p:nvPr>
            <p:custDataLst>
              <p:tags r:id="rId188"/>
            </p:custDataLst>
          </p:nvPr>
        </p:nvSpPr>
        <p:spPr>
          <a:xfrm>
            <a:off x="0" y="5711676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167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016" name="OTLSHAPE_T_980c2b4e3a8a4bf8acb93d3faab0ecf7_StartDate" hidden="1"/>
          <p:cNvSpPr txBox="1"/>
          <p:nvPr>
            <p:custDataLst>
              <p:tags r:id="rId189"/>
            </p:custDataLst>
          </p:nvPr>
        </p:nvSpPr>
        <p:spPr>
          <a:xfrm>
            <a:off x="0" y="586670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17" name="OTLSHAPE_T_980c2b4e3a8a4bf8acb93d3faab0ecf7_EndDate" hidden="1"/>
          <p:cNvSpPr txBox="1"/>
          <p:nvPr>
            <p:custDataLst>
              <p:tags r:id="rId190"/>
            </p:custDataLst>
          </p:nvPr>
        </p:nvSpPr>
        <p:spPr>
          <a:xfrm>
            <a:off x="0" y="586670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18" name="OTLSHAPE_T_980c2b4e3a8a4bf8acb93d3faab0ecf7_JoinedDate"/>
          <p:cNvSpPr txBox="1"/>
          <p:nvPr>
            <p:custDataLst>
              <p:tags r:id="rId191"/>
            </p:custDataLst>
          </p:nvPr>
        </p:nvSpPr>
        <p:spPr>
          <a:xfrm>
            <a:off x="7451365" y="5516223"/>
            <a:ext cx="8255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2" smtClean="0">
                <a:solidFill>
                  <a:srgbClr val="44546A"/>
                </a:solidFill>
                <a:latin typeface="Calibri" panose="020F0502020204030204" pitchFamily="34" charset="0"/>
              </a:rPr>
              <a:t>Aug 10 - Mar 31</a:t>
            </a:r>
            <a:endParaRPr lang="en-CA" sz="1000" spc="-2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19" name="OTLSHAPE_T_980c2b4e3a8a4bf8acb93d3faab0ecf7_TextPercentage" hidden="1"/>
          <p:cNvSpPr txBox="1"/>
          <p:nvPr>
            <p:custDataLst>
              <p:tags r:id="rId192"/>
            </p:custDataLst>
          </p:nvPr>
        </p:nvSpPr>
        <p:spPr>
          <a:xfrm>
            <a:off x="4306397" y="579693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020" name="OTLSHAPE_T_980c2b4e3a8a4bf8acb93d3faab0ecf7_Title"/>
          <p:cNvSpPr txBox="1"/>
          <p:nvPr>
            <p:custDataLst>
              <p:tags r:id="rId193"/>
            </p:custDataLst>
          </p:nvPr>
        </p:nvSpPr>
        <p:spPr>
          <a:xfrm>
            <a:off x="127000" y="5508476"/>
            <a:ext cx="1346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4" smtClean="0">
                <a:solidFill>
                  <a:srgbClr val="EA161E"/>
                </a:solidFill>
                <a:latin typeface="Calibri" panose="020F0502020204030204" pitchFamily="34" charset="0"/>
              </a:rPr>
              <a:t>Small Business Lending</a:t>
            </a:r>
            <a:endParaRPr lang="en-CA" sz="1100" b="1" spc="-4">
              <a:solidFill>
                <a:srgbClr val="EA161E"/>
              </a:solidFill>
              <a:latin typeface="Calibri" panose="020F0502020204030204" pitchFamily="34" charset="0"/>
            </a:endParaRPr>
          </a:p>
        </p:txBody>
      </p:sp>
      <p:sp>
        <p:nvSpPr>
          <p:cNvPr id="25023" name="OTLSHAPE_T_cdb2f71ce8384687a60c2ec2d218c4e8_Duration" hidden="1"/>
          <p:cNvSpPr txBox="1"/>
          <p:nvPr>
            <p:custDataLst>
              <p:tags r:id="rId194"/>
            </p:custDataLst>
          </p:nvPr>
        </p:nvSpPr>
        <p:spPr>
          <a:xfrm>
            <a:off x="0" y="5920294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25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024" name="OTLSHAPE_T_cdb2f71ce8384687a60c2ec2d218c4e8_StartDate" hidden="1"/>
          <p:cNvSpPr txBox="1"/>
          <p:nvPr>
            <p:custDataLst>
              <p:tags r:id="rId195"/>
            </p:custDataLst>
          </p:nvPr>
        </p:nvSpPr>
        <p:spPr>
          <a:xfrm>
            <a:off x="0" y="607531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25" name="OTLSHAPE_T_cdb2f71ce8384687a60c2ec2d218c4e8_EndDate" hidden="1"/>
          <p:cNvSpPr txBox="1"/>
          <p:nvPr>
            <p:custDataLst>
              <p:tags r:id="rId196"/>
            </p:custDataLst>
          </p:nvPr>
        </p:nvSpPr>
        <p:spPr>
          <a:xfrm>
            <a:off x="0" y="607531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26" name="OTLSHAPE_T_cdb2f71ce8384687a60c2ec2d218c4e8_JoinedDate"/>
          <p:cNvSpPr txBox="1"/>
          <p:nvPr>
            <p:custDataLst>
              <p:tags r:id="rId197"/>
            </p:custDataLst>
          </p:nvPr>
        </p:nvSpPr>
        <p:spPr>
          <a:xfrm>
            <a:off x="4821986" y="5724842"/>
            <a:ext cx="800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Aug 10 - Sep 14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27" name="OTLSHAPE_T_cdb2f71ce8384687a60c2ec2d218c4e8_TextPercentage" hidden="1"/>
          <p:cNvSpPr txBox="1"/>
          <p:nvPr>
            <p:custDataLst>
              <p:tags r:id="rId198"/>
            </p:custDataLst>
          </p:nvPr>
        </p:nvSpPr>
        <p:spPr>
          <a:xfrm>
            <a:off x="4306397" y="600555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028" name="OTLSHAPE_T_cdb2f71ce8384687a60c2ec2d218c4e8_Title"/>
          <p:cNvSpPr txBox="1"/>
          <p:nvPr>
            <p:custDataLst>
              <p:tags r:id="rId199"/>
            </p:custDataLst>
          </p:nvPr>
        </p:nvSpPr>
        <p:spPr>
          <a:xfrm>
            <a:off x="127000" y="5717094"/>
            <a:ext cx="889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Sprint Planning</a:t>
            </a:r>
            <a:endParaRPr lang="en-CA" sz="11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031" name="OTLSHAPE_T_9977463911cd42509cd254b5525319be_Duration" hidden="1"/>
          <p:cNvSpPr txBox="1"/>
          <p:nvPr>
            <p:custDataLst>
              <p:tags r:id="rId200"/>
            </p:custDataLst>
          </p:nvPr>
        </p:nvSpPr>
        <p:spPr>
          <a:xfrm>
            <a:off x="0" y="6128913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105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032" name="OTLSHAPE_T_9977463911cd42509cd254b5525319be_StartDate" hidden="1"/>
          <p:cNvSpPr txBox="1"/>
          <p:nvPr>
            <p:custDataLst>
              <p:tags r:id="rId201"/>
            </p:custDataLst>
          </p:nvPr>
        </p:nvSpPr>
        <p:spPr>
          <a:xfrm>
            <a:off x="0" y="628393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33" name="OTLSHAPE_T_9977463911cd42509cd254b5525319be_EndDate" hidden="1"/>
          <p:cNvSpPr txBox="1"/>
          <p:nvPr>
            <p:custDataLst>
              <p:tags r:id="rId202"/>
            </p:custDataLst>
          </p:nvPr>
        </p:nvSpPr>
        <p:spPr>
          <a:xfrm>
            <a:off x="0" y="628393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34" name="OTLSHAPE_T_9977463911cd42509cd254b5525319be_JoinedDate"/>
          <p:cNvSpPr txBox="1"/>
          <p:nvPr>
            <p:custDataLst>
              <p:tags r:id="rId203"/>
            </p:custDataLst>
          </p:nvPr>
        </p:nvSpPr>
        <p:spPr>
          <a:xfrm>
            <a:off x="6867058" y="5933460"/>
            <a:ext cx="787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Sep 21 - Feb 15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35" name="OTLSHAPE_T_9977463911cd42509cd254b5525319be_TextPercentage" hidden="1"/>
          <p:cNvSpPr txBox="1"/>
          <p:nvPr>
            <p:custDataLst>
              <p:tags r:id="rId204"/>
            </p:custDataLst>
          </p:nvPr>
        </p:nvSpPr>
        <p:spPr>
          <a:xfrm>
            <a:off x="4864144" y="621417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036" name="OTLSHAPE_T_9977463911cd42509cd254b5525319be_Title"/>
          <p:cNvSpPr txBox="1"/>
          <p:nvPr>
            <p:custDataLst>
              <p:tags r:id="rId205"/>
            </p:custDataLst>
          </p:nvPr>
        </p:nvSpPr>
        <p:spPr>
          <a:xfrm>
            <a:off x="127000" y="5925713"/>
            <a:ext cx="1206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10" smtClean="0">
                <a:solidFill>
                  <a:schemeClr val="dk1"/>
                </a:solidFill>
                <a:latin typeface="Calibri" panose="020F0502020204030204" pitchFamily="34" charset="0"/>
              </a:rPr>
              <a:t>Sprint Builds/Testing</a:t>
            </a:r>
            <a:endParaRPr lang="en-CA" sz="1100" b="1" spc="-1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039" name="OTLSHAPE_T_99420137b4394ff1b469a93a25448a42_Duration" hidden="1"/>
          <p:cNvSpPr txBox="1"/>
          <p:nvPr>
            <p:custDataLst>
              <p:tags r:id="rId206"/>
            </p:custDataLst>
          </p:nvPr>
        </p:nvSpPr>
        <p:spPr>
          <a:xfrm>
            <a:off x="0" y="6337532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040" name="OTLSHAPE_T_99420137b4394ff1b469a93a25448a42_StartDate" hidden="1"/>
          <p:cNvSpPr txBox="1"/>
          <p:nvPr>
            <p:custDataLst>
              <p:tags r:id="rId207"/>
            </p:custDataLst>
          </p:nvPr>
        </p:nvSpPr>
        <p:spPr>
          <a:xfrm>
            <a:off x="0" y="649255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41" name="OTLSHAPE_T_99420137b4394ff1b469a93a25448a42_EndDate" hidden="1"/>
          <p:cNvSpPr txBox="1"/>
          <p:nvPr>
            <p:custDataLst>
              <p:tags r:id="rId208"/>
            </p:custDataLst>
          </p:nvPr>
        </p:nvSpPr>
        <p:spPr>
          <a:xfrm>
            <a:off x="0" y="649255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42" name="OTLSHAPE_T_99420137b4394ff1b469a93a25448a42_JoinedDate"/>
          <p:cNvSpPr txBox="1"/>
          <p:nvPr>
            <p:custDataLst>
              <p:tags r:id="rId209"/>
            </p:custDataLst>
          </p:nvPr>
        </p:nvSpPr>
        <p:spPr>
          <a:xfrm>
            <a:off x="7106093" y="6142079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Feb 22 - Mar 5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43" name="OTLSHAPE_T_99420137b4394ff1b469a93a25448a42_TextPercentage" hidden="1"/>
          <p:cNvSpPr txBox="1"/>
          <p:nvPr>
            <p:custDataLst>
              <p:tags r:id="rId210"/>
            </p:custDataLst>
          </p:nvPr>
        </p:nvSpPr>
        <p:spPr>
          <a:xfrm>
            <a:off x="6895946" y="642279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044" name="OTLSHAPE_T_99420137b4394ff1b469a93a25448a42_Title"/>
          <p:cNvSpPr txBox="1"/>
          <p:nvPr>
            <p:custDataLst>
              <p:tags r:id="rId211"/>
            </p:custDataLst>
          </p:nvPr>
        </p:nvSpPr>
        <p:spPr>
          <a:xfrm>
            <a:off x="127000" y="6134332"/>
            <a:ext cx="660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24" smtClean="0">
                <a:solidFill>
                  <a:schemeClr val="dk1"/>
                </a:solidFill>
                <a:latin typeface="Calibri" panose="020F0502020204030204" pitchFamily="34" charset="0"/>
              </a:rPr>
              <a:t>BAT Testing</a:t>
            </a:r>
            <a:endParaRPr lang="en-CA" sz="1100" b="1" spc="-2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047" name="OTLSHAPE_T_2a8e70d1d1ca494281068291dbe798c5_Duration" hidden="1"/>
          <p:cNvSpPr txBox="1"/>
          <p:nvPr>
            <p:custDataLst>
              <p:tags r:id="rId212"/>
            </p:custDataLst>
          </p:nvPr>
        </p:nvSpPr>
        <p:spPr>
          <a:xfrm>
            <a:off x="0" y="6546151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17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048" name="OTLSHAPE_T_2a8e70d1d1ca494281068291dbe798c5_StartDate" hidden="1"/>
          <p:cNvSpPr txBox="1"/>
          <p:nvPr>
            <p:custDataLst>
              <p:tags r:id="rId213"/>
            </p:custDataLst>
          </p:nvPr>
        </p:nvSpPr>
        <p:spPr>
          <a:xfrm>
            <a:off x="0" y="67011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49" name="OTLSHAPE_T_2a8e70d1d1ca494281068291dbe798c5_EndDate" hidden="1"/>
          <p:cNvSpPr txBox="1"/>
          <p:nvPr>
            <p:custDataLst>
              <p:tags r:id="rId214"/>
            </p:custDataLst>
          </p:nvPr>
        </p:nvSpPr>
        <p:spPr>
          <a:xfrm>
            <a:off x="0" y="670117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50" name="OTLSHAPE_T_2a8e70d1d1ca494281068291dbe798c5_JoinedDate"/>
          <p:cNvSpPr txBox="1"/>
          <p:nvPr>
            <p:custDataLst>
              <p:tags r:id="rId215"/>
            </p:custDataLst>
          </p:nvPr>
        </p:nvSpPr>
        <p:spPr>
          <a:xfrm>
            <a:off x="7451365" y="6350698"/>
            <a:ext cx="774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2" smtClean="0">
                <a:solidFill>
                  <a:srgbClr val="44546A"/>
                </a:solidFill>
                <a:latin typeface="Calibri" panose="020F0502020204030204" pitchFamily="34" charset="0"/>
              </a:rPr>
              <a:t>Mar 8 - Mar 31</a:t>
            </a:r>
            <a:endParaRPr lang="en-CA" sz="1000" spc="-2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51" name="OTLSHAPE_T_2a8e70d1d1ca494281068291dbe798c5_TextPercentage" hidden="1"/>
          <p:cNvSpPr txBox="1"/>
          <p:nvPr>
            <p:custDataLst>
              <p:tags r:id="rId216"/>
            </p:custDataLst>
          </p:nvPr>
        </p:nvSpPr>
        <p:spPr>
          <a:xfrm>
            <a:off x="7095132" y="663141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052" name="OTLSHAPE_T_2a8e70d1d1ca494281068291dbe798c5_Title"/>
          <p:cNvSpPr txBox="1"/>
          <p:nvPr>
            <p:custDataLst>
              <p:tags r:id="rId217"/>
            </p:custDataLst>
          </p:nvPr>
        </p:nvSpPr>
        <p:spPr>
          <a:xfrm>
            <a:off x="127000" y="6342950"/>
            <a:ext cx="419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Deploy</a:t>
            </a:r>
            <a:endParaRPr lang="en-CA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055" name="OTLSHAPE_T_95e86e098cd141f2ad100eb360bb8bd8_Duration" hidden="1"/>
          <p:cNvSpPr txBox="1"/>
          <p:nvPr>
            <p:custDataLst>
              <p:tags r:id="rId218"/>
            </p:custDataLst>
          </p:nvPr>
        </p:nvSpPr>
        <p:spPr>
          <a:xfrm>
            <a:off x="0" y="6754769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  <a:endParaRPr lang="en-CA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056" name="OTLSHAPE_T_95e86e098cd141f2ad100eb360bb8bd8_TextPercentage" hidden="1"/>
          <p:cNvSpPr txBox="1"/>
          <p:nvPr>
            <p:custDataLst>
              <p:tags r:id="rId219"/>
            </p:custDataLst>
          </p:nvPr>
        </p:nvSpPr>
        <p:spPr>
          <a:xfrm>
            <a:off x="0" y="6909794"/>
            <a:ext cx="165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mtClean="0">
                <a:solidFill>
                  <a:schemeClr val="lt2"/>
                </a:solidFill>
                <a:latin typeface="Calibri" panose="020F0502020204030204" pitchFamily="34" charset="0"/>
              </a:rPr>
              <a:t>0%</a:t>
            </a:r>
            <a:endParaRPr lang="en-CA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25057" name="OTLSHAPE_T_95e86e098cd141f2ad100eb360bb8bd8_StartDate" hidden="1"/>
          <p:cNvSpPr txBox="1"/>
          <p:nvPr>
            <p:custDataLst>
              <p:tags r:id="rId220"/>
            </p:custDataLst>
          </p:nvPr>
        </p:nvSpPr>
        <p:spPr>
          <a:xfrm>
            <a:off x="0" y="706481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58" name="OTLSHAPE_T_95e86e098cd141f2ad100eb360bb8bd8_EndDate" hidden="1"/>
          <p:cNvSpPr txBox="1"/>
          <p:nvPr>
            <p:custDataLst>
              <p:tags r:id="rId221"/>
            </p:custDataLst>
          </p:nvPr>
        </p:nvSpPr>
        <p:spPr>
          <a:xfrm>
            <a:off x="0" y="706481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CA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59" name="OTLSHAPE_T_95e86e098cd141f2ad100eb360bb8bd8_JoinedDate"/>
          <p:cNvSpPr txBox="1"/>
          <p:nvPr>
            <p:custDataLst>
              <p:tags r:id="rId222"/>
            </p:custDataLst>
          </p:nvPr>
        </p:nvSpPr>
        <p:spPr>
          <a:xfrm>
            <a:off x="7637280" y="6559316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000" spc="-2" smtClean="0">
                <a:solidFill>
                  <a:srgbClr val="44546A"/>
                </a:solidFill>
                <a:latin typeface="Calibri" panose="020F0502020204030204" pitchFamily="34" charset="0"/>
              </a:rPr>
              <a:t>Apr 1 - Apr 14</a:t>
            </a:r>
            <a:endParaRPr lang="en-CA" sz="1000" spc="-2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060" name="OTLSHAPE_T_95e86e098cd141f2ad100eb360bb8bd8_Title"/>
          <p:cNvSpPr txBox="1"/>
          <p:nvPr>
            <p:custDataLst>
              <p:tags r:id="rId223"/>
            </p:custDataLst>
          </p:nvPr>
        </p:nvSpPr>
        <p:spPr>
          <a:xfrm>
            <a:off x="127000" y="6551569"/>
            <a:ext cx="444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CA" sz="1100" b="1" spc="-8" smtClean="0">
                <a:solidFill>
                  <a:srgbClr val="2A3F5A"/>
                </a:solidFill>
                <a:latin typeface="Calibri" panose="020F0502020204030204" pitchFamily="34" charset="0"/>
              </a:rPr>
              <a:t>Closure</a:t>
            </a:r>
            <a:endParaRPr lang="en-CA" sz="1100" b="1" spc="-8">
              <a:solidFill>
                <a:srgbClr val="2A3F5A"/>
              </a:solidFill>
              <a:latin typeface="Calibri" panose="020F0502020204030204" pitchFamily="34" charset="0"/>
            </a:endParaRPr>
          </a:p>
        </p:txBody>
      </p:sp>
      <p:sp>
        <p:nvSpPr>
          <p:cNvPr id="24871" name="OTLSHAPE_M_5f5518a6706d404fb4c56056eafc88cc_Shape"/>
          <p:cNvSpPr/>
          <p:nvPr>
            <p:custDataLst>
              <p:tags r:id="rId224"/>
            </p:custDataLst>
          </p:nvPr>
        </p:nvSpPr>
        <p:spPr>
          <a:xfrm flipV="1">
            <a:off x="3528122" y="1604496"/>
            <a:ext cx="228600" cy="254000"/>
          </a:xfrm>
          <a:prstGeom prst="triangle">
            <a:avLst/>
          </a:prstGeom>
          <a:solidFill>
            <a:srgbClr val="1AAA4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74" name="OTLSHAPE_M_81bdcfa16557440f878ef666d138e143_Shape"/>
          <p:cNvSpPr/>
          <p:nvPr>
            <p:custDataLst>
              <p:tags r:id="rId225"/>
            </p:custDataLst>
          </p:nvPr>
        </p:nvSpPr>
        <p:spPr>
          <a:xfrm flipV="1">
            <a:off x="3820266" y="1604496"/>
            <a:ext cx="228600" cy="254000"/>
          </a:xfrm>
          <a:prstGeom prst="triangle">
            <a:avLst/>
          </a:prstGeom>
          <a:solidFill>
            <a:srgbClr val="1AAA42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77" name="OTLSHAPE_M_26fbc2670cd841259942862e76430530_Shape"/>
          <p:cNvSpPr/>
          <p:nvPr>
            <p:custDataLst>
              <p:tags r:id="rId226"/>
            </p:custDataLst>
          </p:nvPr>
        </p:nvSpPr>
        <p:spPr>
          <a:xfrm flipV="1">
            <a:off x="4271785" y="1604496"/>
            <a:ext cx="228600" cy="254000"/>
          </a:xfrm>
          <a:prstGeom prst="triangle">
            <a:avLst/>
          </a:prstGeom>
          <a:solidFill>
            <a:srgbClr val="FEBA0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80" name="OTLSHAPE_M_7b154fe3b1094344893a52879af25423_Shape"/>
          <p:cNvSpPr/>
          <p:nvPr>
            <p:custDataLst>
              <p:tags r:id="rId227"/>
            </p:custDataLst>
          </p:nvPr>
        </p:nvSpPr>
        <p:spPr>
          <a:xfrm flipV="1">
            <a:off x="4656886" y="1604496"/>
            <a:ext cx="228600" cy="254000"/>
          </a:xfrm>
          <a:prstGeom prst="triangle">
            <a:avLst/>
          </a:prstGeom>
          <a:solidFill>
            <a:srgbClr val="FEBA0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83" name="OTLSHAPE_M_de27826ef02e407abf7a248288a3f519_Shape"/>
          <p:cNvSpPr/>
          <p:nvPr>
            <p:custDataLst>
              <p:tags r:id="rId228"/>
            </p:custDataLst>
          </p:nvPr>
        </p:nvSpPr>
        <p:spPr>
          <a:xfrm flipV="1">
            <a:off x="5121675" y="1604496"/>
            <a:ext cx="228600" cy="254000"/>
          </a:xfrm>
          <a:prstGeom prst="triangle">
            <a:avLst/>
          </a:prstGeom>
          <a:solidFill>
            <a:srgbClr val="FEBA0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86" name="OTLSHAPE_M_3c0ecc094e11442385ec48228bb3b2de_Shape"/>
          <p:cNvSpPr/>
          <p:nvPr>
            <p:custDataLst>
              <p:tags r:id="rId229"/>
            </p:custDataLst>
          </p:nvPr>
        </p:nvSpPr>
        <p:spPr>
          <a:xfrm flipV="1">
            <a:off x="5573194" y="16044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89" name="OTLSHAPE_M_356a57d98feb4f1c9becc62a5e1e3557_Shape"/>
          <p:cNvSpPr/>
          <p:nvPr>
            <p:custDataLst>
              <p:tags r:id="rId230"/>
            </p:custDataLst>
          </p:nvPr>
        </p:nvSpPr>
        <p:spPr>
          <a:xfrm flipV="1">
            <a:off x="6502763" y="1604496"/>
            <a:ext cx="228600" cy="254000"/>
          </a:xfrm>
          <a:prstGeom prst="triangle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92" name="OTLSHAPE_M_a64f889743bc4905938f2f68d52cff59_Shape"/>
          <p:cNvSpPr/>
          <p:nvPr>
            <p:custDataLst>
              <p:tags r:id="rId231"/>
            </p:custDataLst>
          </p:nvPr>
        </p:nvSpPr>
        <p:spPr>
          <a:xfrm flipV="1">
            <a:off x="7166747" y="1604496"/>
            <a:ext cx="228600" cy="254000"/>
          </a:xfrm>
          <a:prstGeom prst="triangle">
            <a:avLst/>
          </a:prstGeom>
          <a:solidFill>
            <a:srgbClr val="737373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TLSHAPE_M_481c6f09988340f5be1a89c3a4370dca_Shape"/>
          <p:cNvSpPr/>
          <p:nvPr>
            <p:custDataLst>
              <p:tags r:id="rId232"/>
            </p:custDataLst>
          </p:nvPr>
        </p:nvSpPr>
        <p:spPr>
          <a:xfrm flipV="1">
            <a:off x="4285055" y="1604496"/>
            <a:ext cx="228600" cy="254000"/>
          </a:xfrm>
          <a:prstGeom prst="triangle">
            <a:avLst/>
          </a:prstGeom>
          <a:solidFill>
            <a:srgbClr val="FEBA0A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869" name="OTLSHAPE_M_5f5518a6706d404fb4c56056eafc88cc_Title"/>
          <p:cNvSpPr txBox="1"/>
          <p:nvPr>
            <p:custDataLst>
              <p:tags r:id="rId233"/>
            </p:custDataLst>
          </p:nvPr>
        </p:nvSpPr>
        <p:spPr>
          <a:xfrm>
            <a:off x="1390816" y="480418"/>
            <a:ext cx="1981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4" dirty="0" smtClean="0">
                <a:solidFill>
                  <a:schemeClr val="dk1"/>
                </a:solidFill>
                <a:latin typeface="Calibri" panose="020F0502020204030204" pitchFamily="34" charset="0"/>
              </a:rPr>
              <a:t>Motive Friends and Family Launch</a:t>
            </a:r>
            <a:endParaRPr lang="en-CA" sz="1100" b="1" spc="-4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870" name="OTLSHAPE_M_5f5518a6706d404fb4c56056eafc88cc_Date"/>
          <p:cNvSpPr txBox="1"/>
          <p:nvPr>
            <p:custDataLst>
              <p:tags r:id="rId234"/>
            </p:custDataLst>
          </p:nvPr>
        </p:nvSpPr>
        <p:spPr>
          <a:xfrm>
            <a:off x="3470358" y="486684"/>
            <a:ext cx="342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dirty="0" smtClean="0">
                <a:solidFill>
                  <a:srgbClr val="44546A"/>
                </a:solidFill>
                <a:latin typeface="Calibri" panose="020F0502020204030204" pitchFamily="34" charset="0"/>
              </a:rPr>
              <a:t>Jun 22</a:t>
            </a:r>
            <a:endParaRPr lang="en-CA" sz="1000" spc="-6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872" name="OTLSHAPE_M_81bdcfa16557440f878ef666d138e143_Title"/>
          <p:cNvSpPr txBox="1"/>
          <p:nvPr>
            <p:custDataLst>
              <p:tags r:id="rId235"/>
            </p:custDataLst>
          </p:nvPr>
        </p:nvSpPr>
        <p:spPr>
          <a:xfrm>
            <a:off x="3063584" y="326633"/>
            <a:ext cx="1562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4" dirty="0" smtClean="0">
                <a:solidFill>
                  <a:schemeClr val="dk1"/>
                </a:solidFill>
                <a:latin typeface="Calibri" panose="020F0502020204030204" pitchFamily="34" charset="0"/>
              </a:rPr>
              <a:t>Motive MVP Public Launch</a:t>
            </a:r>
            <a:endParaRPr lang="en-CA" sz="1100" b="1" spc="-4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873" name="OTLSHAPE_M_81bdcfa16557440f878ef666d138e143_Date"/>
          <p:cNvSpPr txBox="1"/>
          <p:nvPr>
            <p:custDataLst>
              <p:tags r:id="rId236"/>
            </p:custDataLst>
          </p:nvPr>
        </p:nvSpPr>
        <p:spPr>
          <a:xfrm>
            <a:off x="3809660" y="460141"/>
            <a:ext cx="304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dirty="0" smtClean="0">
                <a:solidFill>
                  <a:srgbClr val="44546A"/>
                </a:solidFill>
                <a:latin typeface="Calibri" panose="020F0502020204030204" pitchFamily="34" charset="0"/>
              </a:rPr>
              <a:t>Jul 13</a:t>
            </a:r>
            <a:endParaRPr lang="en-CA" sz="1000" spc="-6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875" name="OTLSHAPE_M_26fbc2670cd841259942862e76430530_Title"/>
          <p:cNvSpPr txBox="1"/>
          <p:nvPr>
            <p:custDataLst>
              <p:tags r:id="rId237"/>
            </p:custDataLst>
          </p:nvPr>
        </p:nvSpPr>
        <p:spPr>
          <a:xfrm>
            <a:off x="3777776" y="777938"/>
            <a:ext cx="1206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6" smtClean="0">
                <a:solidFill>
                  <a:schemeClr val="dk1"/>
                </a:solidFill>
                <a:latin typeface="Calibri" panose="020F0502020204030204" pitchFamily="34" charset="0"/>
              </a:rPr>
              <a:t>Personal Soft Launch</a:t>
            </a:r>
            <a:endParaRPr lang="en-CA" sz="1100" b="1" spc="-6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876" name="OTLSHAPE_M_26fbc2670cd841259942862e76430530_Date"/>
          <p:cNvSpPr txBox="1"/>
          <p:nvPr>
            <p:custDataLst>
              <p:tags r:id="rId238"/>
            </p:custDataLst>
          </p:nvPr>
        </p:nvSpPr>
        <p:spPr>
          <a:xfrm>
            <a:off x="4201003" y="961157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smtClean="0">
                <a:solidFill>
                  <a:srgbClr val="44546A"/>
                </a:solidFill>
                <a:latin typeface="Calibri" panose="020F0502020204030204" pitchFamily="34" charset="0"/>
              </a:rPr>
              <a:t>Aug 17</a:t>
            </a:r>
            <a:endParaRPr lang="en-CA" sz="1000" spc="-6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878" name="OTLSHAPE_M_7b154fe3b1094344893a52879af25423_Title"/>
          <p:cNvSpPr txBox="1"/>
          <p:nvPr>
            <p:custDataLst>
              <p:tags r:id="rId239"/>
            </p:custDataLst>
          </p:nvPr>
        </p:nvSpPr>
        <p:spPr>
          <a:xfrm>
            <a:off x="4983670" y="662007"/>
            <a:ext cx="1231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4" dirty="0" smtClean="0">
                <a:solidFill>
                  <a:schemeClr val="dk1"/>
                </a:solidFill>
                <a:latin typeface="Calibri" panose="020F0502020204030204" pitchFamily="34" charset="0"/>
              </a:rPr>
              <a:t>Personal DCO Launch</a:t>
            </a:r>
            <a:endParaRPr lang="en-CA" sz="1100" b="1" spc="-4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879" name="OTLSHAPE_M_7b154fe3b1094344893a52879af25423_Date"/>
          <p:cNvSpPr txBox="1"/>
          <p:nvPr>
            <p:custDataLst>
              <p:tags r:id="rId240"/>
            </p:custDataLst>
          </p:nvPr>
        </p:nvSpPr>
        <p:spPr>
          <a:xfrm>
            <a:off x="4591968" y="665890"/>
            <a:ext cx="355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dirty="0" smtClean="0">
                <a:solidFill>
                  <a:srgbClr val="44546A"/>
                </a:solidFill>
                <a:latin typeface="Calibri" panose="020F0502020204030204" pitchFamily="34" charset="0"/>
              </a:rPr>
              <a:t>Sep 14</a:t>
            </a:r>
            <a:endParaRPr lang="en-CA" sz="1000" spc="-6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881" name="OTLSHAPE_M_de27826ef02e407abf7a248288a3f519_Title"/>
          <p:cNvSpPr txBox="1"/>
          <p:nvPr>
            <p:custDataLst>
              <p:tags r:id="rId241"/>
            </p:custDataLst>
          </p:nvPr>
        </p:nvSpPr>
        <p:spPr>
          <a:xfrm>
            <a:off x="4464006" y="1240853"/>
            <a:ext cx="1536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4" smtClean="0">
                <a:solidFill>
                  <a:schemeClr val="dk1"/>
                </a:solidFill>
                <a:latin typeface="Calibri" panose="020F0502020204030204" pitchFamily="34" charset="0"/>
              </a:rPr>
              <a:t>Personal In-Branch Launch</a:t>
            </a:r>
            <a:endParaRPr lang="en-CA" sz="1100" b="1" spc="-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882" name="OTLSHAPE_M_de27826ef02e407abf7a248288a3f519_Date"/>
          <p:cNvSpPr txBox="1"/>
          <p:nvPr>
            <p:custDataLst>
              <p:tags r:id="rId242"/>
            </p:custDataLst>
          </p:nvPr>
        </p:nvSpPr>
        <p:spPr>
          <a:xfrm>
            <a:off x="5060715" y="1424071"/>
            <a:ext cx="342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smtClean="0">
                <a:solidFill>
                  <a:srgbClr val="44546A"/>
                </a:solidFill>
                <a:latin typeface="Calibri" panose="020F0502020204030204" pitchFamily="34" charset="0"/>
              </a:rPr>
              <a:t>Oct 19</a:t>
            </a:r>
            <a:endParaRPr lang="en-CA" sz="1000" spc="-6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884" name="OTLSHAPE_M_3c0ecc094e11442385ec48228bb3b2de_Title"/>
          <p:cNvSpPr txBox="1"/>
          <p:nvPr>
            <p:custDataLst>
              <p:tags r:id="rId243"/>
            </p:custDataLst>
          </p:nvPr>
        </p:nvSpPr>
        <p:spPr>
          <a:xfrm>
            <a:off x="5955580" y="807824"/>
            <a:ext cx="1701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4" dirty="0" smtClean="0">
                <a:solidFill>
                  <a:schemeClr val="dk1"/>
                </a:solidFill>
                <a:latin typeface="Calibri" panose="020F0502020204030204" pitchFamily="34" charset="0"/>
              </a:rPr>
              <a:t>Small Business Go Live Ready</a:t>
            </a:r>
            <a:endParaRPr lang="en-CA" sz="1100" b="1" spc="-4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885" name="OTLSHAPE_M_3c0ecc094e11442385ec48228bb3b2de_Date"/>
          <p:cNvSpPr txBox="1"/>
          <p:nvPr>
            <p:custDataLst>
              <p:tags r:id="rId244"/>
            </p:custDataLst>
          </p:nvPr>
        </p:nvSpPr>
        <p:spPr>
          <a:xfrm>
            <a:off x="5525810" y="814958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dirty="0" smtClean="0">
                <a:solidFill>
                  <a:srgbClr val="44546A"/>
                </a:solidFill>
                <a:latin typeface="Calibri" panose="020F0502020204030204" pitchFamily="34" charset="0"/>
              </a:rPr>
              <a:t>Nov 23</a:t>
            </a:r>
            <a:endParaRPr lang="en-CA" sz="1000" spc="-6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887" name="OTLSHAPE_M_356a57d98feb4f1c9becc62a5e1e3557_Title"/>
          <p:cNvSpPr txBox="1"/>
          <p:nvPr>
            <p:custDataLst>
              <p:tags r:id="rId245"/>
            </p:custDataLst>
          </p:nvPr>
        </p:nvSpPr>
        <p:spPr>
          <a:xfrm>
            <a:off x="6848124" y="1004780"/>
            <a:ext cx="1295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2" dirty="0" smtClean="0">
                <a:solidFill>
                  <a:schemeClr val="dk1"/>
                </a:solidFill>
                <a:latin typeface="Calibri" panose="020F0502020204030204" pitchFamily="34" charset="0"/>
              </a:rPr>
              <a:t>Small Business Launch</a:t>
            </a:r>
            <a:endParaRPr lang="en-CA" sz="1100" b="1" spc="-2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888" name="OTLSHAPE_M_356a57d98feb4f1c9becc62a5e1e3557_Date"/>
          <p:cNvSpPr txBox="1"/>
          <p:nvPr>
            <p:custDataLst>
              <p:tags r:id="rId246"/>
            </p:custDataLst>
          </p:nvPr>
        </p:nvSpPr>
        <p:spPr>
          <a:xfrm>
            <a:off x="6481833" y="1008971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dirty="0" smtClean="0">
                <a:solidFill>
                  <a:srgbClr val="44546A"/>
                </a:solidFill>
                <a:latin typeface="Calibri" panose="020F0502020204030204" pitchFamily="34" charset="0"/>
              </a:rPr>
              <a:t>Jan 31</a:t>
            </a:r>
            <a:endParaRPr lang="en-CA" sz="1000" spc="-6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890" name="OTLSHAPE_M_a64f889743bc4905938f2f68d52cff59_Title"/>
          <p:cNvSpPr txBox="1"/>
          <p:nvPr>
            <p:custDataLst>
              <p:tags r:id="rId247"/>
            </p:custDataLst>
          </p:nvPr>
        </p:nvSpPr>
        <p:spPr>
          <a:xfrm>
            <a:off x="7076482" y="1240852"/>
            <a:ext cx="1790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2" dirty="0" smtClean="0">
                <a:solidFill>
                  <a:schemeClr val="dk1"/>
                </a:solidFill>
                <a:latin typeface="Calibri" panose="020F0502020204030204" pitchFamily="34" charset="0"/>
              </a:rPr>
              <a:t>Small Business Lending Launch</a:t>
            </a:r>
            <a:endParaRPr lang="en-CA" sz="1100" b="1" spc="-2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891" name="OTLSHAPE_M_a64f889743bc4905938f2f68d52cff59_Date"/>
          <p:cNvSpPr txBox="1"/>
          <p:nvPr>
            <p:custDataLst>
              <p:tags r:id="rId248"/>
            </p:custDataLst>
          </p:nvPr>
        </p:nvSpPr>
        <p:spPr>
          <a:xfrm>
            <a:off x="7089108" y="1424071"/>
            <a:ext cx="381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4" smtClean="0">
                <a:solidFill>
                  <a:srgbClr val="44546A"/>
                </a:solidFill>
                <a:latin typeface="Calibri" panose="020F0502020204030204" pitchFamily="34" charset="0"/>
              </a:rPr>
              <a:t>Mar 22</a:t>
            </a:r>
            <a:endParaRPr lang="en-CA" sz="1000" spc="-4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" name="OTLSHAPE_M_481c6f09988340f5be1a89c3a4370dca_Title"/>
          <p:cNvSpPr txBox="1"/>
          <p:nvPr>
            <p:custDataLst>
              <p:tags r:id="rId249"/>
            </p:custDataLst>
          </p:nvPr>
        </p:nvSpPr>
        <p:spPr>
          <a:xfrm>
            <a:off x="4639704" y="475277"/>
            <a:ext cx="1104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100" b="1" spc="-4" dirty="0" smtClean="0">
                <a:solidFill>
                  <a:schemeClr val="dk1"/>
                </a:solidFill>
                <a:latin typeface="Calibri" panose="020F0502020204030204" pitchFamily="34" charset="0"/>
              </a:rPr>
              <a:t>Motive Full Launch</a:t>
            </a:r>
            <a:endParaRPr lang="en-CA" sz="1100" b="1" spc="-4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OTLSHAPE_M_481c6f09988340f5be1a89c3a4370dca_Date"/>
          <p:cNvSpPr txBox="1"/>
          <p:nvPr>
            <p:custDataLst>
              <p:tags r:id="rId250"/>
            </p:custDataLst>
          </p:nvPr>
        </p:nvSpPr>
        <p:spPr>
          <a:xfrm>
            <a:off x="4250902" y="490325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CA" sz="1000" spc="-6" dirty="0" smtClean="0">
                <a:solidFill>
                  <a:srgbClr val="44546A"/>
                </a:solidFill>
                <a:latin typeface="Calibri" panose="020F0502020204030204" pitchFamily="34" charset="0"/>
              </a:rPr>
              <a:t>Aug 17</a:t>
            </a:r>
            <a:endParaRPr lang="en-CA" sz="1000" spc="-6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48755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m51bGwsIlZlcnNpb24iOnsiJGlkIjoiMiIsIlZlcnNpb24iOiIzLjIuMCIsIk9yaWdpbmFsQXNzZW1ibHlWZXJzaW9uIjoiMy4yMy4wMC4wMCIsIkVkaXRpb24iOiJQcm8iLCJJc1BsdXNFZGl0aW9uIjp0cnVlLCJJc1Byb0VkaXRpb24iOnRydWV9LCJFZmZlY3QiOjEsIlN0eWxlIjp7IiRpZCI6IjMiLCJUaW1lYmFuZFN0eWxlIjp7IiRpZCI6IjQiLCJTY2FsZU1hcmtpbmciOjAsIlNoYXBlIjowLCJTaGFwZVN0eWxlIjp7IiRpZCI6IjUiLCJNYXJnaW4iOnsiJGlkIjoiNiIsIlRvcCI6MCwiTGVmdCI6MTIsIlJpZ2h0IjoxMiwiQm90dG9tIjowfSwiUGFkZGluZyI6eyIkaWQiOiI3IiwiVG9wIjo3LCJMZWZ0IjowLCJSaWdodCI6MCwiQm90dG9tIjo3fSwiQmFja2dyb3VuZCI6eyIkaWQiOiI4IiwiQ29sb3IiOnsiJGlkIjoiOSIsIkEiOjI1NSwiUiI6NjgsIkciOjg0LCJCIjoxMDZ9fSwiSXNWaXNpYmxlIjp0cnVlLCJXaWR0aCI6ODU4LjAsIkhlaWdodCI6MzAuMCwiQm9yZGVyU3R5bGUiOnsiJGlkIjoiMTAiLCJMaW5lQ29sb3IiOnsiJGlkIjoiMTEiLCIkdHlwZSI6Ik5MUkUuQ29tbW9uLkRvbS5Tb2xpZENvbG9yQnJ1c2gsIE5MUkUuQ29tbW9uIiwiQ29sb3IiOnsiJGlkIjoiMTIiLCJBIjoyNTUsIlIiOjI1NSwiRyI6MCwiQiI6MH19LCJMaW5lV2VpZ2h0IjowLjAsIkxpbmVUeXBlIjowLCJQYXJlbnRTdHlsZSI6bnVsbH0sIlBhcmVudFN0eWxlIjpudWxsfSwiUmlnaHRFbmRDYXBzU3R5bGUiOnsiJGlkIjoiMTMiLCJGb250U2V0dGluZ3MiOnsiJGlkIjoiMTQiLCJGb250U2l6ZSI6MTgsIkZvbnROYW1lIjoiQ2FsaWJyaSIsIklzQm9sZCI6dHJ1ZSwiSXNJdGFsaWMiOmZhbHNlLCJJc1VuZGVybGluZWQiOmZhbHNlLCJQYXJlbnRTdHlsZSI6bnVsbH0sIkF1dG9TaXplIjowLCJGb3JlZ3JvdW5kIjp7IiRpZCI6IjE1IiwiQ29sb3IiOnsiJGlkIjoiMTY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3IiwiVG9wIjowLCJMZWZ0IjowLCJSaWdodCI6MjUsIkJvdHRvbSI6MH0sIlBhZGRpbmciOnsiJGlkIjoiMTgiLCJUb3AiOjAsIkxlZnQiOjAsIlJpZ2h0IjowLCJCb3R0b20iOjB9LCJCYWNrZ3JvdW5kIjp7IiRpZCI6IjE5IiwiQ29sb3IiOnsiJGlkIjoiMjAiLCJBIjoyNTUsIlIiOjI1NSwiRyI6MjU1LCJCIjoyNTV9fSwiSXNWaXNpYmxlIjp0cnVlLCJXaWR0aCI6MC4wLCJIZWlnaHQiOjAuMCwiQm9yZGVyU3R5bGUiOm51bGwsIlBhcmVudFN0eWxlIjpudWxsfSwiTGVmdEVuZENhcHNTdHlsZSI6eyIkaWQiOiIyMSIsIkZvbnRTZXR0aW5ncyI6eyIkaWQiOiIyMiIsIkZvbnRTaXplIjoxOCwiRm9udE5hbWUiOiJDYWxpYnJpIiwiSXNCb2xkIjp0cnVlLCJJc0l0YWxpYyI6ZmFsc2UsIklzVW5kZXJsaW5lZCI6ZmFsc2UsIlBhcmVudFN0eWxlIjpudWxsfSwiQXV0b1NpemUiOjAsIkZvcmVncm91bmQiOnsiJGlkIjoiMjMiLCJDb2xvciI6eyIkaWQiOiIyN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jUiLCJUb3AiOjAsIkxlZnQiOjI1LCJSaWdodCI6MCwiQm90dG9tIjowfSwiUGFkZGluZyI6eyIkaWQiOiIyNiIsIlRvcCI6MCwiTGVmdCI6MCwiUmlnaHQiOjAsIkJvdHRvbSI6MH0sIkJhY2tncm91bmQiOnsiJGlkIjoiMjciLCJDb2xvciI6eyIkaWQiOiIyOCIsIkEiOjI1NSwiUiI6MjU1LCJHIjoyNTUsIkIiOjI1NX19LCJJc1Zpc2libGUiOnRydWUsIldpZHRoIjowLjAsIkhlaWdodCI6MC4wLCJCb3JkZXJTdHlsZSI6bnVsbCwiUGFyZW50U3R5bGUiOm51bGx9LCJUb2RheVRleHRTdHlsZSI6eyIkaWQiOiIyOSIsIkZvbnRTZXR0aW5ncyI6eyIkaWQiOiIzMCIsIkZvbnRTaXplIjoxMiwiRm9udE5hbWUiOiJDYWxpYnJpIiwiSXNCb2xkIjpmYWxzZSwiSXNJdGFsaWMiOmZhbHNlLCJJc1VuZGVybGluZWQiOmZhbHNlLCJQYXJlbnRTdHlsZSI6bnVsbH0sIkF1dG9TaXplIjowLCJGb3JlZ3JvdW5kIjp7IiRpZCI6IjMxIiwiQ29sb3IiOnsiJGlkIjoiMzI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MiLCJUb3AiOjAsIkxlZnQiOjAsIlJpZ2h0IjowLCJCb3R0b20iOjB9LCJQYWRkaW5nIjp7IiRpZCI6IjM0IiwiVG9wIjowLCJMZWZ0IjowLCJSaWdodCI6MCwiQm90dG9tIjowfSwiQmFja2dyb3VuZCI6eyIkaWQiOiIzNSIsIkNvbG9yIjp7IiRpZCI6IjM2IiwiQSI6MjU1LCJSIjoyNTUsIkciOjI1NSwiQiI6MjU1fX0sIklzVmlzaWJsZSI6dHJ1ZSwiV2lkdGgiOjAuMCwiSGVpZ2h0IjowLjAsIkJvcmRlclN0eWxlIjpudWxsLCJQYXJlbnRTdHlsZSI6bnVsbH0sIlRvZGF5TWFya2VyU3R5bGUiOnsiJGlkIjoiMzciLCJNYXJnaW4iOnsiJGlkIjoiMzgiLCJUb3AiOjAsIkxlZnQiOjAsIlJpZ2h0IjowLCJCb3R0b20iOjB9LCJQYWRkaW5nIjp7IiRpZCI6IjM5IiwiVG9wIjowLCJMZWZ0IjowLCJSaWdodCI6MCwiQm90dG9tIjowfSwiQmFja2dyb3VuZCI6eyIkaWQiOiI0MCIsIkNvbG9yIjp7IiRpZCI6IjQxIiwiQSI6MjU1LCJSIjoyNTUsIkciOjAsIkIiOjB9fSwiSXNWaXNpYmxlIjp0cnVlLCJXaWR0aCI6MC4wLCJIZWlnaHQiOjAuMCwiQm9yZGVyU3R5bGUiOm51bGwsIlBhcmVudFN0eWxlIjpudWxsfSwiU2NhbGVTdHlsZSI6eyIkaWQiOiI0MiIsIlNob3dTZWdtZW50U2VwYXJhdG9ycyI6dHJ1ZSwiU2VnbWVudFNlcGFyYXRvck9wYWNpdHkiOjMwLCJGb250U2V0dGluZ3MiOnsiJGlkIjoiNDMiLCJGb250U2l6ZSI6MTIsIkZvbnROYW1lIjoiQ2FsaWJyaSIsIklzQm9sZCI6ZmFsc2UsIklzSXRhbGljIjpmYWxzZSwiSXNVbmRlcmxpbmVkIjpmYWxzZSwiUGFyZW50U3R5bGUiOm51bGx9LCJBdXRvU2l6ZSI6MCwiRm9yZWdyb3VuZCI6eyIkaWQiOiI0NCIsIkNvbG9yIjp7IiRpZCI6IjQ1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2IiwiVG9wIjowLCJMZWZ0Ijo1LCJSaWdodCI6MCwiQm90dG9tIjowfSwiUGFkZGluZyI6eyIkaWQiOiI0NyIsIlRvcCI6MCwiTGVmdCI6MCwiUmlnaHQiOjAsIkJvdHRvbSI6MH0sIkJhY2tncm91bmQiOnsiJGlkIjoiNDgiLCJDb2xvciI6eyIkaWQiOiI0OSIsIkEiOjg5LCJSIjowLCJHIjowLCJCIjowfX0sIklzVmlzaWJsZSI6dHJ1ZSwiV2lkdGgiOjAuMCwiSGVpZ2h0IjowLjAsIkJvcmRlclN0eWxlIjpudWxsLCJQYXJlbnRTdHlsZSI6bnVsbH0sIkVsYXBzZWRUaW1lQmFja2dyb3VuZCI6eyIkaWQiOiI1MCIsIkNvbG9yIjp7IiRpZCI6IjUxIiwiQSI6MTkxLCJSIjoyNTUsIkciOjAsIkIiOjB9fSwiQXBwZW5kWWVhck9uWWVhckNoYW5nZSI6dHJ1ZSwiRWxhcHNlZFRpbWVGb3JtYXQiOjAsIlRvZGF5TWFya2VyUG9zaXRpb24iOjAsIlF1aWNrUG9zaXRpb24iOjMsIkFic29sdXRlUG9zaXRpb24iOjE0MS4zMzgyNTcsIk1hcmdpbiI6eyIkaWQiOiI1MiIsIlRvcCI6MCwiTGVmdCI6MTAsIlJpZ2h0IjoxMCwiQm90dG9tIjowfSwiUGFkZGluZyI6eyIkaWQiOiI1MyIsIlRvcCI6MCwiTGVmdCI6MCwiUmlnaHQiOjAsIkJvdHRvbSI6MH0sIkJhY2tncm91bmQiOnsiJGlkIjoiNTQiLCJDb2xvciI6eyIkaWQiOiI1NSIsIkEiOjI1NSwiUiI6MzEsIkciOjczLCJCIjoxMjV9fSwiSXNWaXNpYmxlIjp0cnVlLCJXaWR0aCI6MC4wLCJIZWlnaHQiOjAuMCwiQm9yZGVyU3R5bGUiOm51bGwsIlBhcmVudFN0eWxlIjpudWxsfSwiRGVmYXVsdE1pbGVzdG9uZVN0eWxlIjp7IiRpZCI6IjU2IiwiU2hhcGUiOjAsIkNvbm5lY3Rvck1hcmdpbiI6eyIkaWQiOiI1NyIsIlRvcCI6MCwiTGVmdCI6MiwiUmlnaHQiOjIsIkJvdHRvbSI6MH0sIkNvbm5lY3RvclN0eWxlIjp7IiRpZCI6IjU4IiwiTGluZUNvbG9yIjp7IiRpZCI6IjU5IiwiJHR5cGUiOiJOTFJFLkNvbW1vbi5Eb20uU29saWRDb2xvckJydXNoLCBOTFJFLkNvbW1vbiIsIkNvbG9yIjp7IiRpZCI6IjYwIiwiQSI6MTI3LCJSIjozMSwiRyI6NzMsIkIiOjEyNn19LCJMaW5lV2VpZ2h0IjoxLjAsIkxpbmVUeXBlIjowLCJQYXJlbnRTdHlsZSI6bnVsbH0sIklzQmVsb3dUaW1lYmFuZCI6ZmFsc2UsIlBvc2l0aW9uT25UYXNrIjowLCJIaWRlRGF0ZSI6ZmFsc2UsIlNoYXBlU2l6ZSI6MSwiU3BhY2luZyI6MS4wLCJQYWRkaW5nIjp7IiRpZCI6IjYxIiwiVG9wIjo3LCJMZWZ0IjozLCJSaWdodCI6MCwiQm90dG9tIjoyfSwiU2hhcGVTdHlsZSI6eyIkaWQiOiI2MiIsIk1hcmdpbiI6eyIkaWQiOiI2MyIsIlRvcCI6MCwiTGVmdCI6MCwiUmlnaHQiOjAsIkJvdHRvbSI6MH0sIlBhZGRpbmciOnsiJGlkIjoiNjQiLCJUb3AiOjAsIkxlZnQiOjAsIlJpZ2h0IjowLCJCb3R0b20iOjB9LCJCYWNrZ3JvdW5kIjp7IiRpZCI6IjY1IiwiQ29sb3IiOnsiJGlkIjoiNjYiLCJBIjoyNTUsIlIiOjAsIkciOjExNCwiQiI6MTg4fX0sIklzVmlzaWJsZSI6dHJ1ZSwiV2lkdGgiOjE4LjAsIkhlaWdodCI6MjAuMCwiQm9yZGVyU3R5bGUiOnsiJGlkIjoiNjciLCJMaW5lQ29sb3IiOnsiJGlkIjoiNjgiLCIkdHlwZSI6Ik5MUkUuQ29tbW9uLkRvbS5Tb2xpZENvbG9yQnJ1c2gsIE5MUkUuQ29tbW9uIiwiQ29sb3IiOnsiJGlkIjoiNjkiLCJBIjoyNTUsIlIiOjI1NSwiRyI6MCwiQiI6MH19LCJMaW5lV2VpZ2h0IjowLjAsIkxpbmVUeXBlIjowLCJQYXJlbnRTdHlsZSI6bnVsbH0sIlBhcmVudFN0eWxlIjpudWxsfSwiVGl0bGVTdHlsZSI6eyIkaWQiOiI3MCIsIkZvbnRTZXR0aW5ncyI6eyIkaWQiOiI3MSIsIkZvbnRTaXplIjoxMSwiRm9udE5hbWUiOiJDYWxpYnJpIiwiSXNCb2xkIjp0cnVlLCJJc0l0YWxpYyI6ZmFsc2UsIklzVW5kZXJsaW5lZCI6ZmFsc2UsIlBhcmVudFN0eWxlIjpudWxsfSwiQXV0b1NpemUiOjAsIkZvcmVncm91bmQiOnsiJGlkIjoiNzIiLCJDb2xvciI6eyIkaWQiOiI3M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3NCIsIlRvcCI6MCwiTGVmdCI6MCwiUmlnaHQiOjAsIkJvdHRvbSI6MH0sIlBhZGRpbmciOnsiJGlkIjoiNzUiLCJUb3AiOjAsIkxlZnQiOjAsIlJpZ2h0IjowLCJCb3R0b20iOjB9LCJCYWNrZ3JvdW5kIjp7IiRpZCI6Ijc2IiwiQ29sb3IiOnsiJHJlZiI6IjQ5In19LCJJc1Zpc2libGUiOnRydWUsIldpZHRoIjowLjAsIkhlaWdodCI6MC4wLCJCb3JkZXJTdHlsZSI6bnVsbCwiUGFyZW50U3R5bGUiOm51bGx9LCJEYXRlU3R5bGUiOnsiJGlkIjoiNzciLCJGb250U2V0dGluZ3MiOnsiJGlkIjoiNzgiLCJGb250U2l6ZSI6MTAsIkZvbnROYW1lIjoiQ2FsaWJyaSIsIklzQm9sZCI6ZmFsc2UsIklzSXRhbGljIjpmYWxzZSwiSXNVbmRlcmxpbmVkIjpmYWxzZSwiUGFyZW50U3R5bGUiOm51bGx9LCJBdXRvU2l6ZSI6MCwiRm9yZWdyb3VuZCI6eyIkaWQiOiI3OSIsIkNvbG9yIjp7IiRpZCI6Ijg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4MSIsIlRvcCI6MCwiTGVmdCI6MCwiUmlnaHQiOjAsIkJvdHRvbSI6MH0sIlBhZGRpbmciOnsiJGlkIjoiODIiLCJUb3AiOjAsIkxlZnQiOjAsIlJpZ2h0IjowLCJCb3R0b20iOjB9LCJCYWNrZ3JvdW5kIjp7IiRpZCI6IjgzIiwiQ29sb3IiOnsiJHJlZiI6IjQ5In19LCJJc1Zpc2libGUiOnRydWUsIldpZHRoIjowLjAsIkhlaWdodCI6MC4wLCJCb3JkZXJTdHlsZSI6bnVsbCwiUGFyZW50U3R5bGUiOm51bGx9LCJEYXRlRm9ybWF0Ijp7IiRpZCI6Ijg0IiwiRm9ybWF0U3RyaW5nIjoiTU1NIGQiLCJTZXBhcmF0b3IiOiIvIiwiVXNlSW50ZXJuYXRpb25hbERhdGVGb3JtYXQiOmZhbHNlLCJEYXRlSXNWaXNpYmxlIjp0cnVlLCJUaW1lSXNWaXNpYmxlIjpmYWxzZSwiSG91ckRpZ2l0cyI6MSwiQW1QbURlc2lnbmF0b3IiOjIsIlRyaW0wME1pbnV0ZXMiOmZhbHNlLCJMYXN0S25vd25WaXNpYmlsaXR5U3RhdGUiOnsiJGlkIjoiODUiLCJEYXRlUGFydElzVmlzaWJsZSI6ZmFsc2UsIlRpbWVQYXJ0SXNWaXNpYmxlIjpmYWxzZX19LCJJc1Zpc2libGUiOnRydWUsIlBhcmVudFN0eWxlIjpudWxsfSwiRGVmYXVsdFRhc2tTdHlsZSI6eyIkaWQiOiI4NiIsIlNoYXBlIjowLCJTaGFwZVRoaWNrbmVzcyI6MCwiRHVyYXRpb25Gb3JtYXQiOjAsIkluY2x1ZGVOb25Xb3JraW5nRGF5c0luRHVyYXRpb24iOmZhbHNlLCJQZXJjZW50YWdlQ29tcGxldGVTdHlsZSI6eyIkaWQiOiI4NyIsIkZvbnRTZXR0aW5ncyI6eyIkaWQiOiI4OCIsIkZvbnRTaXplIjoxMCwiRm9udE5hbWUiOiJDYWxpYnJpIiwiSXNCb2xkIjpmYWxzZSwiSXNJdGFsaWMiOmZhbHNlLCJJc1VuZGVybGluZWQiOmZhbHNlLCJQYXJlbnRTdHlsZSI6bnVsbH0sIkF1dG9TaXplIjowLCJGb3JlZ3JvdW5kIjp7IiRpZCI6Ijg5IiwiQ29sb3IiOnsiJGlkIjoiOTA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GlkIjoiOTEiLCJUb3AiOjAsIkxlZnQiOjAsIlJpZ2h0IjowLCJCb3R0b20iOjB9LCJQYWRkaW5nIjp7IiRpZCI6IjkyIiwiVG9wIjowLCJMZWZ0IjowLCJSaWdodCI6MCwiQm90dG9tIjowfSwiQmFja2dyb3VuZCI6eyIkaWQiOiI5MyIsIkNvbG9yIjp7IiRyZWYiOiI0OSJ9fSwiSXNWaXNpYmxlIjp0cnVlLCJXaWR0aCI6MC4wLCJIZWlnaHQiOjAuMCwiQm9yZGVyU3R5bGUiOm51bGwsIlBhcmVudFN0eWxlIjpudWxsfSwiRHVyYXRpb25TdHlsZSI6eyIkaWQiOiI5NCIsIkZvbnRTZXR0aW5ncyI6eyIkaWQiOiI5NSIsIkZvbnRTaXplIjoxMCwiRm9udE5hbWUiOiJDYWxpYnJpIiwiSXNCb2xkIjpmYWxzZSwiSXNJdGFsaWMiOmZhbHNlLCJJc1VuZGVybGluZWQiOmZhbHNlLCJQYXJlbnRTdHlsZSI6bnVsbH0sIkF1dG9TaXplIjowLCJGb3JlZ3JvdW5kIjp7IiRpZCI6Ijk2IiwiQ29sb3IiOnsiJGlkIjoiOT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OCIsIlRvcCI6MCwiTGVmdCI6MCwiUmlnaHQiOjAsIkJvdHRvbSI6MH0sIlBhZGRpbmciOnsiJGlkIjoiOTkiLCJUb3AiOjAsIkxlZnQiOjAsIlJpZ2h0IjowLCJCb3R0b20iOjB9LCJCYWNrZ3JvdW5kIjp7IiRpZCI6IjEwMCIsIkNvbG9yIjp7IiRyZWYiOiI0OSJ9fSwiSXNWaXNpYmxlIjp0cnVlLCJXaWR0aCI6MC4wLCJIZWlnaHQiOjAuMCwiQm9yZGVyU3R5bGUiOm51bGwsIlBhcmVudFN0eWxlIjpudWxsfSwiSG9yaXpvbnRhbENvbm5lY3RvclN0eWxlIjp7IiRpZCI6IjEwMSIsIkxpbmVDb2xvciI6eyIkaWQiOiIxMDIiLCIkdHlwZSI6Ik5MUkUuQ29tbW9uLkRvbS5Tb2xpZENvbG9yQnJ1c2gsIE5MUkUuQ29tbW9uIiwiQ29sb3IiOnsiJGlkIjoiMTAzIiwiQSI6MjU1LCJSIjoyMDQsIkciOjIwNCwiQiI6MjA0fX0sIkxpbmVXZWlnaHQiOjEuMCwiTGluZVR5cGUiOjAsIlBhcmVudFN0eWxlIjpudWxsfSwiVmVydGljYWxDb25uZWN0b3JTdHlsZSI6eyIkaWQiOiIxMDQiLCJMaW5lQ29sb3IiOnsiJGlkIjoiMTA1IiwiJHR5cGUiOiJOTFJFLkNvbW1vbi5Eb20uU29saWRDb2xvckJydXNoLCBOTFJFLkNvbW1vbiIsIkNvbG9yIjp7IiRpZCI6IjEwNiIsIkEiOjI1NSwiUiI6MjA0LCJHIjoyMDQsIkIiOjIwNH19LCJMaW5lV2VpZ2h0IjowLjAsIkxpbmVUeXBlIjowLCJQYXJlbnRTdHlsZSI6bnVsbH0sIk1hcmdpbiI6bnVsbCwiU3RhcnREYXRlUG9zaXRpb24iOjQsIkVuZERhdGVQb3NpdGlvbiI6NCwiRGF0ZUlzVmlzaWJsZSI6dHJ1ZSwiVGl0bGVQb3NpdGlvbiI6NSwiRHVyYXRpb25Qb3NpdGlvbiI6NiwiUGVyY2VudGFnZUNvbXBsZXRlZFBvc2l0aW9uIjoyLCJTcGFjaW5nIjozLCJJc0JlbG93VGltZWJhbmQiOnRydWUsIlBlcmNlbnRhZ2VDb21wbGV0ZVNoYXBlT3BhY2l0eSI6MzUsIlNoYXBlU3R5bGUiOnsiJGlkIjoiMTA3IiwiTWFyZ2luIjp7IiRpZCI6IjEwOCIsIlRvcCI6MCwiTGVmdCI6NCwiUmlnaHQiOjQsIkJvdHRvbSI6MH0sIlBhZGRpbmciOnsiJGlkIjoiMTA5IiwiVG9wIjowLCJMZWZ0IjowLCJSaWdodCI6MCwiQm90dG9tIjowfSwiQmFja2dyb3VuZCI6eyIkaWQiOiIxMTAiLCJDb2xvciI6eyIkaWQiOiIxMTEiLCJBIjoyNTUsIlIiOjAsIkciOjExNCwiQiI6MTg4fX0sIklzVmlzaWJsZSI6dHJ1ZSwiV2lkdGgiOjAuMCwiSGVpZ2h0IjoxMC4wLCJCb3JkZXJTdHlsZSI6eyIkaWQiOiIxMTIiLCJMaW5lQ29sb3IiOnsiJGlkIjoiMTEzIiwiJHR5cGUiOiJOTFJFLkNvbW1vbi5Eb20uU29saWRDb2xvckJydXNoLCBOTFJFLkNvbW1vbiIsIkNvbG9yIjp7IiRpZCI6IjExNCIsIkEiOjI1NSwiUiI6MjU1LCJHIjowLCJCIjowfX0sIkxpbmVXZWlnaHQiOjAuMCwiTGluZVR5cGUiOjAsIlBhcmVudFN0eWxlIjpudWxsfSwiUGFyZW50U3R5bGUiOm51bGx9LCJUaXRsZVN0eWxlIjp7IiRpZCI6IjExNSIsIkZvbnRTZXR0aW5ncyI6eyIkaWQiOiIxMTYiLCJGb250U2l6ZSI6MTEsIkZvbnROYW1lIjoiQ2FsaWJyaSIsIklzQm9sZCI6dHJ1ZSwiSXNJdGFsaWMiOmZhbHNlLCJJc1VuZGVybGluZWQiOmZhbHNlLCJQYXJlbnRTdHlsZSI6bnVsbH0sIkF1dG9TaXplIjowLCJGb3JlZ3JvdW5kIjp7IiRpZCI6IjExNyIsIkNvbG9yIjp7IiRpZCI6IjExOC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MTkiLCJUb3AiOjAsIkxlZnQiOjAsIlJpZ2h0IjowLCJCb3R0b20iOjB9LCJQYWRkaW5nIjp7IiRpZCI6IjEyMCIsIlRvcCI6MCwiTGVmdCI6MCwiUmlnaHQiOjAsIkJvdHRvbSI6MH0sIkJhY2tncm91bmQiOnsiJGlkIjoiMTIxIiwiQ29sb3IiOnsiJHJlZiI6IjQ5In19LCJJc1Zpc2libGUiOnRydWUsIldpZHRoIjowLjAsIkhlaWdodCI6MC4wLCJCb3JkZXJTdHlsZSI6bnVsbCwiUGFyZW50U3R5bGUiOm51bGx9LCJEYXRlU3R5bGUiOnsiJGlkIjoiMTIyIiwiRm9udFNldHRpbmdzIjp7IiRpZCI6IjEyMyIsIkZvbnRTaXplIjoxMCwiRm9udE5hbWUiOiJDYWxpYnJpIiwiSXNCb2xkIjpmYWxzZSwiSXNJdGFsaWMiOmZhbHNlLCJJc1VuZGVybGluZWQiOmZhbHNlLCJQYXJlbnRTdHlsZSI6bnVsbH0sIkF1dG9TaXplIjowLCJGb3JlZ3JvdW5kIjp7IiRpZCI6IjEyNCIsIkNvbG9yIjp7IiRpZCI6IjEy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2IiwiVG9wIjowLCJMZWZ0IjowLCJSaWdodCI6MCwiQm90dG9tIjowfSwiUGFkZGluZyI6eyIkaWQiOiIxMjciLCJUb3AiOjAsIkxlZnQiOjAsIlJpZ2h0IjowLCJCb3R0b20iOjB9LCJCYWNrZ3JvdW5kIjp7IiRpZCI6IjEyOCIsIkNvbG9yIjp7IiRyZWYiOiI0OSJ9fSwiSXNWaXNpYmxlIjp0cnVlLCJXaWR0aCI6MC4wLCJIZWlnaHQiOjAuMCwiQm9yZGVyU3R5bGUiOm51bGwsIlBhcmVudFN0eWxlIjpudWxsfSwiRGF0ZUZvcm1hdCI6eyIkaWQiOiIxMjkiLCJGb3JtYXRTdHJpbmciOiJNTU0gZCIsIlNlcGFyYXRvciI6Ii8iLCJVc2VJbnRlcm5hdGlvbmFsRGF0ZUZvcm1hdCI6ZmFsc2UsIkRhdGVJc1Zpc2libGUiOnRydWUsIlRpbWVJc1Zpc2libGUiOmZhbHNlLCJIb3VyRGlnaXRzIjoxLCJBbVBtRGVzaWduYXRvciI6MiwiVHJpbTAwTWludXRlcyI6ZmFsc2UsIkxhc3RLbm93blZpc2liaWxpdHlTdGF0ZSI6eyIkaWQiOiIxMzAiLCJEYXRlUGFydElzVmlzaWJsZSI6ZmFsc2UsIlRpbWVQYXJ0SXNWaXNpYmxlIjpmYWxzZX19LCJJc1Zpc2libGUiOnRydWUsIlBhcmVudFN0eWxlIjpudWxsLCJfZXhwbGljaXRseVNldCI6eyIkaWQiOiIxMzE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SXNWaXNpYmxlIjpmYWxzZX19LCJHcmlkbGluZVBhbmVsU3R5bGUiOnsiJGlkIjoiMTMyIiwiR3JpZGxpbmVTdHlsZSI6eyIkaWQiOiIxMzMiLCJMaW5lQ29sb3IiOnsiJGlkIjoiMTM0IiwiJHR5cGUiOiJOTFJFLkNvbW1vbi5Eb20uU29saWRDb2xvckJydXNoLCBOTFJFLkNvbW1vbiIsIkNvbG9yIjp7IiRpZCI6IjEzNSIsIkEiOjM4LCJSIjo5MSwiRyI6MTU1LCJCIjoyMTN9fSwiTGluZVdlaWdodCI6MS4wLCJMaW5lVHlwZSI6MCwiUGFyZW50U3R5bGUiOm51bGx9LCJNYXJnaW4iOnsiJGlkIjoiMTM2IiwiVG9wIjowLCJMZWZ0IjowLCJSaWdodCI6MCwiQm90dG9tIjowfSwiUGFkZGluZyI6eyIkaWQiOiIxMzciLCJUb3AiOjAsIkxlZnQiOjAsIlJpZ2h0IjowLCJCb3R0b20iOjB9LCJCYWNrZ3JvdW5kIjpudWxsLCJJc1Zpc2libGUiOnRydWUsIldpZHRoIjowLjAsIkhlaWdodCI6MC4wLCJCb3JkZXJTdHlsZSI6bnVsbCwiUGFyZW50U3R5bGUiOm51bGx9LCJTaG93RWxhcHNlZFRpbWVHcmFkaWVudFN0eWxlIjpmYWxzZSwiRGVmYXVsdFN3aW1sYW5lU3R5bGUiOnsiJGlkIjoiMTM4IiwiSGVhZGVyU3R5bGUiOnsiJGlkIjoiMTM5IiwiVGV4dFN0eWxlIjp7IiRpZCI6IjE0MCIsIkZvbnRTZXR0aW5ncyI6eyIkaWQiOiIxNDEiLCJGb250U2l6ZSI6MTIsIkZvbnROYW1lIjoiQ2FsaWJyaSIsIklzQm9sZCI6ZmFsc2UsIklzSXRhbGljIjpmYWxzZSwiSXNVbmRlcmxpbmVkIjpmYWxzZSwiUGFyZW50U3R5bGUiOm51bGx9LCJBdXRvU2l6ZSI6MCwiRm9yZWdyb3VuZCI6eyIkaWQiOiIxNDIiLCJDb2xvciI6eyIkaWQiOiIxNDMiLCJBIjoyNTUsIlIiOjMyLCJHIjo1NiwiQiI6MTAwfX0sIk1heFdpZHRoIjoiSW5maW5pdHkiLCJNYXhIZWlnaHQiOiJJbmZpbml0eSIsIlNtYXJ0Rm9yZWdyb3VuZElzQWN0aXZlIjpmYWxzZSwiSG9yaXpvbnRhbEFsaWdubWVudCI6MCwiVmVydGljYWxBbGlnbm1lbnQiOjAsIlNtYXJ0Rm9yZWdyb3VuZCI6bnVsbCwiQmFja2dyb3VuZEZpbGxUeXBlIjowLCJNYXJnaW4iOnsiJGlkIjoiMTQ0IiwiVG9wIjowLCJMZWZ0IjowLCJSaWdodCI6MCwiQm90dG9tIjowfSwiUGFkZGluZyI6eyIkaWQiOiIxNDUiLCJUb3AiOjAsIkxlZnQiOjAsIlJpZ2h0IjowLCJCb3R0b20iOjB9LCJCYWNrZ3JvdW5kIjpudWxsLCJJc1Zpc2libGUiOnRydWUsIldpZHRoIjowLjAsIkhlaWdodCI6MC4wLCJCb3JkZXJTdHlsZSI6bnVsbCwiUGFyZW50U3R5bGUiOm51bGx9LCJSZWN0YW5nbGVTdHlsZSI6eyIkaWQiOiIxNDYiLCJNYXJnaW4iOnsiJGlkIjoiMTQ3IiwiVG9wIjowLCJMZWZ0IjowLCJSaWdodCI6MCwiQm90dG9tIjowfSwiUGFkZGluZyI6eyIkaWQiOiIxNDgiLCJUb3AiOjAsIkxlZnQiOjAsIlJpZ2h0IjowLCJCb3R0b20iOjB9LCJCYWNrZ3JvdW5kIjp7IiRpZCI6IjE0OSIsIkNvbG9yIjp7IiRpZCI6IjE1MCIsIkEiOjEyNywiUiI6OTEsIkciOjE1NSwiQiI6MjEzfX0sIklzVmlzaWJsZSI6dHJ1ZSwiV2lkdGgiOjAuMCwiSGVpZ2h0IjowLjAsIkJvcmRlclN0eWxlIjp7IiRpZCI6IjE1MSIsIkxpbmVDb2xvciI6eyIkaWQiOiIxNTIiLCIkdHlwZSI6Ik5MUkUuQ29tbW9uLkRvbS5Tb2xpZENvbG9yQnJ1c2gsIE5MUkUuQ29tbW9uIiwiQ29sb3IiOnsiJGlkIjoiMTUzIiwiQSI6MjU1LCJSIjoyNTUsIkciOjAsIkIiOjB9fSwiTGluZVdlaWdodCI6MC4wLCJMaW5lVHlwZSI6MCwiUGFyZW50U3R5bGUiOm51bGx9LCJQYXJlbnRTdHlsZSI6bnVsbH0sIk1hcmdpbiI6eyIkaWQiOiIxNTQiLCJUb3AiOjAsIkxlZnQiOjAsIlJpZ2h0IjowLCJCb3R0b20iOjB9LCJQYWRkaW5nIjp7IiRpZCI6IjE1NSIsIlRvcCI6MCwiTGVmdCI6MCwiUmlnaHQiOjAsIkJvdHRvbSI6MH0sIkJhY2tncm91bmQiOm51bGwsIklzVmlzaWJsZSI6dHJ1ZSwiV2lkdGgiOjAuMCwiSGVpZ2h0IjowLjAsIkJvcmRlclN0eWxlIjpudWxsLCJQYXJlbnRTdHlsZSI6bnVsbH0sIkJhY2tncm91bmRTdHlsZSI6eyIkaWQiOiIxNTYiLCJNYXJnaW4iOnsiJGlkIjoiMTU3IiwiVG9wIjowLCJMZWZ0IjowLCJSaWdodCI6MCwiQm90dG9tIjowfSwiUGFkZGluZyI6eyIkaWQiOiIxNTgiLCJUb3AiOjAsIkxlZnQiOjAsIlJpZ2h0IjowLCJCb3R0b20iOjB9LCJCYWNrZ3JvdW5kIjp7IiRpZCI6IjE1OSIsIkNvbG9yIjp7IiRpZCI6IjE2MCIsIkEiOjM4LCJSIjo5MSwiRyI6MTU1LCJCIjoyMTN9fSwiSXNWaXNpYmxlIjp0cnVlLCJXaWR0aCI6MC4wLCJIZWlnaHQiOjAuMCwiQm9yZGVyU3R5bGUiOnsiJGlkIjoiMTYxIiwiTGluZUNvbG9yIjp7IiRpZCI6IjE2MiIsIiR0eXBlIjoiTkxSRS5Db21tb24uRG9tLlNvbGlkQ29sb3JCcnVzaCwgTkxSRS5Db21tb24iLCJDb2xvciI6eyIkaWQiOiIxNjMiLCJBIjoyNTUsIlIiOjI1NSwiRyI6MCwiQiI6MH19LCJMaW5lV2VpZ2h0IjowLjAsIkxpbmVUeXBlIjowLCJQYXJlbnRTdHlsZSI6bnVsbH0sIlBhcmVudFN0eWxlIjpudWxsfSwiSXNBYm92ZVRpbWViYW5kIjpmYWxzZSwiTWFyZ2luIjp7IiRpZCI6IjE2NCIsIlRvcCI6MCwiTGVmdCI6MCwiUmlnaHQiOjAsIkJvdHRvbSI6MH0sIlBhZGRpbmciOnsiJGlkIjoiMTY1IiwiVG9wIjowLCJMZWZ0IjowLCJSaWdodCI6MCwiQm90dG9tIjowfSwiSXNWaXNpYmxlIjp0cnVlLCJXaWR0aCI6MC4wLCJIZWlnaHQiOjAuMCwiQm9yZGVyU3R5bGUiOm51bGwsIlBhcmVudFN0eWxlIjpudWxsfX0sIlNjYWxlIjp7IiRpZCI6IjE2NiIsIlN0YXJ0RGF0ZSI6IjAwMDEtMDEtMDFUMDA6MDA6MDAiLCJFbmREYXRlIjoiMjAyMS0xMS0yMlQwMDowMDowMCIsIkZvcm1hdCI6Ik1NTSIsIlR5cGUiOjIsIkF1dG9EYXRlUmFuZ2UiOnRydWUsIldvcmtpbmdEYXlzIjozMSwiVG9kYXlNYXJrZXJUZXh0IjoiVG9kYXkiLCJBdXRvU2NhbGVUeXBlIjp0cnVlfSwiTWlsZXN0b25lcyI6W3siJGlkIjoiMTY3IiwiRGF0ZSI6IjIwMjAtMDYtMjJUMDA6MDA6MDBaIiwiU3R5bGUiOnsiJGlkIjoiMTY4IiwiU2hhcGUiOjAsIkNvbm5lY3Rvck1hcmdpbiI6eyIkcmVmIjoiNTcifSwiQ29ubmVjdG9yU3R5bGUiOnsiJGlkIjoiMTY5IiwiTGluZUNvbG9yIjp7IiRpZCI6IjE3MCIsIiR0eXBlIjoiTkxSRS5Db21tb24uRG9tLlNvbGlkQ29sb3JCcnVzaCwgTkxSRS5Db21tb24iLCJDb2xvciI6eyIkaWQiOiIxNzEiLCJBIjoxMjcsIlIiOjMxLCJHIjo3MywiQiI6MTI2fX0sIkxpbmVXZWlnaHQiOjEuNSwiTGluZVR5cGUiOjAsIlBhcmVudFN0eWxlIjpudWxsfSwiSXNCZWxvd1RpbWViYW5kIjpmYWxzZSwiUG9zaXRpb25PblRhc2siOjAsIkhpZGVEYXRlIjpmYWxzZSwiU2hhcGVTaXplIjoxLCJTcGFjaW5nIjoxLjAsIlBhZGRpbmciOnsiJHJlZiI6IjYxIn0sIlNoYXBlU3R5bGUiOnsiJGlkIjoiMTcyIiwiTWFyZ2luIjp7IiRyZWYiOiI2MyJ9LCJQYWRkaW5nIjp7IiRyZWYiOiI2NCJ9LCJCYWNrZ3JvdW5kIjp7IiRpZCI6IjE3MyIsIkNvbG9yIjp7IiRpZCI6IjE3NCIsIkEiOjI1NSwiUiI6MjYsIkciOjE3MCwiQiI6NjZ9fSwiSXNWaXNpYmxlIjp0cnVlLCJXaWR0aCI6MTguMCwiSGVpZ2h0IjoyMC4wLCJCb3JkZXJTdHlsZSI6eyIkaWQiOiIxNzUiLCJMaW5lQ29sb3IiOnsiJHJlZiI6IjY4In0sIkxpbmVXZWlnaHQiOjAuMCwiTGluZVR5cGUiOjAsIlBhcmVudFN0eWxlIjpudWxsfSwiUGFyZW50U3R5bGUiOm51bGx9LCJUaXRsZVN0eWxlIjp7IiRpZCI6IjE3NiIsIkZvbnRTZXR0aW5ncyI6eyIkaWQiOiIxNzciLCJGb250U2l6ZSI6MTEsIkZvbnROYW1lIjoiQ2FsaWJyaSIsIklzQm9sZCI6dHJ1ZSwiSXNJdGFsaWMiOmZhbHNlLCJJc1VuZGVybGluZWQiOmZhbHNlLCJQYXJlbnRTdHlsZSI6bnVsbH0sIkF1dG9TaXplIjowLCJGb3JlZ3JvdW5kIjp7IiRpZCI6IjE3OCIsIkNvbG9yIjp7IiRpZCI6IjE3OSIsIkEiOjI1NSwiUiI6MCwiRyI6MCwiQiI6MH19LCJNYXhXaWR0aCI6MjAwLjAsIk1heEhlaWdodCI6IkluZmluaXR5IiwiU21hcnRGb3JlZ3JvdW5kSXNBY3RpdmUiOmZhbHNlLCJIb3Jpem9udGFsQWxpZ25tZW50IjoxLCJWZXJ0aWNhbEFsaWdubWVudCI6MCwiU21hcnRGb3JlZ3JvdW5kIjpudWxsLCJCYWNrZ3JvdW5kRmlsbFR5cGUiOjAsIk1hcmdpbiI6eyIkcmVmIjoiNzQifSwiUGFkZGluZyI6eyIkcmVmIjoiNzUifSwiQmFja2dyb3VuZCI6eyIkcmVmIjoiNzYifSwiSXNWaXNpYmxlIjp0cnVlLCJXaWR0aCI6MC4wLCJIZWlnaHQiOjAuMCwiQm9yZGVyU3R5bGUiOnsiJGlkIjoiMTgwIiwiTGluZUNvbG9yIjpudWxsLCJMaW5lV2VpZ2h0IjowLjAsIkxpbmVUeXBlIjowLCJQYXJlbnRTdHlsZSI6bnVsbH0sIlBhcmVudFN0eWxlIjpudWxsfSwiRGF0ZVN0eWxlIjp7IiRpZCI6IjE4MSIsIkZvbnRTZXR0aW5ncyI6eyIkaWQiOiIxODIiLCJGb250U2l6ZSI6MTAsIkZvbnROYW1lIjoiQ2FsaWJyaSIsIklzQm9sZCI6ZmFsc2UsIklzSXRhbGljIjpmYWxzZSwiSXNVbmRlcmxpbmVkIjpmYWxzZSwiUGFyZW50U3R5bGUiOm51bGx9LCJBdXRvU2l6ZSI6MCwiRm9yZWdyb3VuZCI6eyIkaWQiOiIxODMiLCJDb2xvciI6eyIkaWQiOiIxODQ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yZWYiOiI4MSJ9LCJQYWRkaW5nIjp7IiRyZWYiOiI4MiJ9LCJCYWNrZ3JvdW5kIjp7IiRyZWYiOiI4MyJ9LCJJc1Zpc2libGUiOnRydWUsIldpZHRoIjowLjAsIkhlaWdodCI6MC4wLCJCb3JkZXJTdHlsZSI6eyIkaWQiOiIxODUiLCJMaW5lQ29sb3IiOm51bGwsIkxpbmVXZWlnaHQiOjAuMCwiTGluZVR5cGUiOjAsIlBhcmVudFN0eWxlIjpudWxsfSwiUGFyZW50U3R5bGUiOm51bGx9LCJEYXRlRm9ybWF0Ijp7IiRyZWYiOiI4NCJ9LCJJc1Zpc2libGUiOnRydWUsIlBhcmVudFN0eWxlIjpudWxsfSwiSW5kZXgiOjUsIlBlcmNlbnRhZ2VDb21wbGV0ZSI6bnVsbCwiUG9zaXRpb24iOnsiUmF0aW8iOjAuMjI2NzQ2OTkwMDYyNTcyMzUsIklzQ3VzdG9tIjp0cnVlfSwiRGF0ZUZvcm1hdCI6eyIkcmVmIjoiODQifSwiUmVsYXRlZFRhc2tJZCI6IjAwMDAwMDAwLTAwMDAtMDAwMC0wMDAwLTAwMDAwMDAwMDAwMCIsIklkIjoiNWY1NTE4YTYtNzA2ZC00MDRmLWI0YzUtNjA1NmVhZmM4OGNjIiwiSW1wb3J0SWQiOm51bGwsIlRpdGxlIjoiTW90aXZlIEZyaWVuZHMgYW5kIEZhbWlseSBMYXVuY2giLCJOb3RlIjpudWxsLCJIeXBlcmxpbmsiOnsiJGlkIjoiMTg2IiwiQWRkcmVzcyI6IiIsIlN1YkFkZHJlc3MiOiIifSwiSXNDaGFuZ2VkIjpmYWxzZSwiSXNOZXciOmZhbHNlfSx7IiRpZCI6IjE4NyIsIkRhdGUiOiIyMDIwLTA3LTEzVDIzOjU5OjAwWiIsIlN0eWxlIjp7IiRpZCI6IjE4OCIsIlNoYXBlIjowLCJDb25uZWN0b3JNYXJnaW4iOnsiJHJlZiI6IjU3In0sIkNvbm5lY3RvclN0eWxlIjp7IiRpZCI6IjE4OSIsIkxpbmVDb2xvciI6eyIkcmVmIjoiNTkifSwiTGluZVdlaWdodCI6MS4wLCJMaW5lVHlwZSI6MCwiUGFyZW50U3R5bGUiOm51bGx9LCJJc0JlbG93VGltZWJhbmQiOmZhbHNlLCJQb3NpdGlvbk9uVGFzayI6MCwiSGlkZURhdGUiOmZhbHNlLCJTaGFwZVNpemUiOjEsIlNwYWNpbmciOjEuMCwiUGFkZGluZyI6eyIkcmVmIjoiNjEifSwiU2hhcGVTdHlsZSI6eyIkaWQiOiIxOTAiLCJNYXJnaW4iOnsiJHJlZiI6IjYzIn0sIlBhZGRpbmciOnsiJHJlZiI6IjY0In0sIkJhY2tncm91bmQiOnsiJGlkIjoiMTkxIiwiQ29sb3IiOnsiJGlkIjoiMTkyIiwiQSI6MjU1LCJSIjoyNiwiRyI6MTcwLCJCIjo2Nn19LCJJc1Zpc2libGUiOnRydWUsIldpZHRoIjoxOC4wLCJIZWlnaHQiOjIwLjAsIkJvcmRlclN0eWxlIjp7IiRpZCI6IjE5MyIsIkxpbmVDb2xvciI6eyIkcmVmIjoiNjgifSwiTGluZVdlaWdodCI6MC4wLCJMaW5lVHlwZSI6MCwiUGFyZW50U3R5bGUiOm51bGx9LCJQYXJlbnRTdHlsZSI6bnVsbH0sIlRpdGxlU3R5bGUiOnsiJGlkIjoiMTk0IiwiRm9udFNldHRpbmdzIjp7IiRpZCI6IjE5NSIsIkZvbnRTaXplIjoxMSwiRm9udE5hbWUiOiJDYWxpYnJpIiwiSXNCb2xkIjp0cnVlLCJJc0l0YWxpYyI6ZmFsc2UsIklzVW5kZXJsaW5lZCI6ZmFsc2UsIlBhcmVudFN0eWxlIjpudWxsfSwiQXV0b1NpemUiOjAsIkZvcmVncm91bmQiOnsiJGlkIjoiMTk2IiwiQ29sb3IiOnsiJGlkIjoiMTk3IiwiQSI6MjU1LCJSIjowLCJHIjowLCJCIjowfX0sIk1heFdpZHRoIjoyMDAuMCwiTWF4SGVpZ2h0IjoiSW5maW5pdHkiLCJTbWFydEZvcmVncm91bmRJc0FjdGl2ZSI6ZmFsc2UsIkhvcml6b250YWxBbGlnbm1lbnQiOjEsIlZlcnRpY2FsQWxpZ25tZW50IjowLCJTbWFydEZvcmVncm91bmQiOm51bGwsIkJhY2tncm91bmRGaWxsVHlwZSI6MCwiTWFyZ2luIjp7IiRyZWYiOiI3NCJ9LCJQYWRkaW5nIjp7IiRyZWYiOiI3NSJ9LCJCYWNrZ3JvdW5kIjp7IiRyZWYiOiI3NiJ9LCJJc1Zpc2libGUiOnRydWUsIldpZHRoIjowLjAsIkhlaWdodCI6MC4wLCJCb3JkZXJTdHlsZSI6eyIkaWQiOiIxOTgiLCJMaW5lQ29sb3IiOm51bGwsIkxpbmVXZWlnaHQiOjAuMCwiTGluZVR5cGUiOjAsIlBhcmVudFN0eWxlIjpudWxsfSwiUGFyZW50U3R5bGUiOm51bGx9LCJEYXRlU3R5bGUiOnsiJGlkIjoiMTk5IiwiRm9udFNldHRpbmdzIjp7IiRpZCI6IjIwMCIsIkZvbnRTaXplIjoxMCwiRm9udE5hbWUiOiJDYWxpYnJpIiwiSXNCb2xkIjpmYWxzZSwiSXNJdGFsaWMiOmZhbHNlLCJJc1VuZGVybGluZWQiOmZhbHNlLCJQYXJlbnRTdHlsZSI6bnVsbH0sIkF1dG9TaXplIjowLCJGb3JlZ3JvdW5kIjp7IiRpZCI6IjIwMSIsIkNvbG9yIjp7IiRpZCI6IjIwM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HJlZiI6IjgxIn0sIlBhZGRpbmciOnsiJHJlZiI6IjgyIn0sIkJhY2tncm91bmQiOnsiJHJlZiI6IjgzIn0sIklzVmlzaWJsZSI6dHJ1ZSwiV2lkdGgiOjAuMCwiSGVpZ2h0IjowLjAsIkJvcmRlclN0eWxlIjp7IiRpZCI6IjIwMyIsIkxpbmVDb2xvciI6bnVsbCwiTGluZVdlaWdodCI6MC4wLCJMaW5lVHlwZSI6MCwiUGFyZW50U3R5bGUiOm51bGx9LCJQYXJlbnRTdHlsZSI6bnVsbH0sIkRhdGVGb3JtYXQiOnsiJHJlZiI6Ijg0In0sIklzVmlzaWJsZSI6dHJ1ZSwiUGFyZW50U3R5bGUiOm51bGx9LCJJbmRleCI6NiwiUGVyY2VudGFnZUNvbXBsZXRlIjpudWxsLCJQb3NpdGlvbiI6eyJSYXRpbyI6MC4wLCJJc0N1c3RvbSI6ZmFsc2V9LCJEYXRlRm9ybWF0Ijp7IiRyZWYiOiI4NCJ9LCJSZWxhdGVkVGFza0lkIjoiMDAwMDAwMDAtMDAwMC0wMDAwLTAwMDAtMDAwMDAwMDAwMDAwIiwiSWQiOiI4MWJkY2ZhMS02NTU3LTQ0MGYtODc4ZS1mNjY2ZDEzOGUxNDMiLCJJbXBvcnRJZCI6bnVsbCwiVGl0bGUiOiJNb3RpdmUgTVZQIFB1YmxpYyBMYXVuY2giLCJOb3RlIjpudWxsLCJIeXBlcmxpbmsiOnsiJGlkIjoiMjA0IiwiQWRkcmVzcyI6IiIsIlN1YkFkZHJlc3MiOiIifSwiSXNDaGFuZ2VkIjpmYWxzZSwiSXNOZXciOmZhbHNlfSx7IiRpZCI6IjIwNSIsIkRhdGUiOiIyMDIwLTA4LTE3VDIzOjU5OjAwIiwiU3R5bGUiOnsiJGlkIjoiMjA2IiwiU2hhcGUiOjAsIkNvbm5lY3Rvck1hcmdpbiI6eyIkcmVmIjoiNTcifSwiQ29ubmVjdG9yU3R5bGUiOnsiJGlkIjoiMjA3IiwiTGluZUNvbG9yIjp7IiRyZWYiOiI1OSJ9LCJMaW5lV2VpZ2h0IjoxLjAsIkxpbmVUeXBlIjowLCJQYXJlbnRTdHlsZSI6bnVsbH0sIklzQmVsb3dUaW1lYmFuZCI6ZmFsc2UsIlBvc2l0aW9uT25UYXNrIjowLCJIaWRlRGF0ZSI6ZmFsc2UsIlNoYXBlU2l6ZSI6MSwiU3BhY2luZyI6MS4wLCJQYWRkaW5nIjp7IiRyZWYiOiI2MSJ9LCJTaGFwZVN0eWxlIjp7IiRpZCI6IjIwOCIsIk1hcmdpbiI6eyIkcmVmIjoiNjMifSwiUGFkZGluZyI6eyIkcmVmIjoiNjQifSwiQmFja2dyb3VuZCI6eyIkaWQiOiIyMDkiLCJDb2xvciI6eyIkaWQiOiIyMTAiLCJBIjoyNTUsIlIiOjI1NCwiRyI6MTg2LCJCIjoxMH19LCJJc1Zpc2libGUiOnRydWUsIldpZHRoIjoxOC4wLCJIZWlnaHQiOjIwLjAsIkJvcmRlclN0eWxlIjp7IiRpZCI6IjIxMSIsIkxpbmVDb2xvciI6eyIkcmVmIjoiNjgifSwiTGluZVdlaWdodCI6MC4wLCJMaW5lVHlwZSI6MCwiUGFyZW50U3R5bGUiOm51bGx9LCJQYXJlbnRTdHlsZSI6bnVsbH0sIlRpdGxlU3R5bGUiOnsiJGlkIjoiMjEyIiwiRm9udFNldHRpbmdzIjp7IiRpZCI6IjIxMyIsIkZvbnRTaXplIjoxMSwiRm9udE5hbWUiOiJDYWxpYnJpIiwiSXNCb2xkIjp0cnVlLCJJc0l0YWxpYyI6ZmFsc2UsIklzVW5kZXJsaW5lZCI6ZmFsc2UsIlBhcmVudFN0eWxlIjpudWxsfSwiQXV0b1NpemUiOjAsIkZvcmVncm91bmQiOnsiJHJlZiI6IjcyIn0sIk1heFdpZHRoIjoyMDAuMCwiTWF4SGVpZ2h0IjoiSW5maW5pdHkiLCJTbWFydEZvcmVncm91bmRJc0FjdGl2ZSI6ZmFsc2UsIkhvcml6b250YWxBbGlnbm1lbnQiOjEsIlZlcnRpY2FsQWxpZ25tZW50IjowLCJTbWFydEZvcmVncm91bmQiOm51bGwsIkJhY2tncm91bmRGaWxsVHlwZSI6MCwiTWFyZ2luIjp7IiRyZWYiOiI3NCJ9LCJQYWRkaW5nIjp7IiRyZWYiOiI3NSJ9LCJCYWNrZ3JvdW5kIjp7IiRyZWYiOiI3NiJ9LCJJc1Zpc2libGUiOnRydWUsIldpZHRoIjowLjAsIkhlaWdodCI6MC4wLCJCb3JkZXJTdHlsZSI6eyIkaWQiOiIyMTQiLCJMaW5lQ29sb3IiOm51bGwsIkxpbmVXZWlnaHQiOjAuMCwiTGluZVR5cGUiOjAsIlBhcmVudFN0eWxlIjpudWxsfSwiUGFyZW50U3R5bGUiOm51bGx9LCJEYXRlU3R5bGUiOnsiJGlkIjoiMjE1IiwiRm9udFNldHRpbmdzIjp7IiRpZCI6IjIxNiIsIkZvbnRTaXplIjoxMCwiRm9udE5hbWUiOiJDYWxpYnJpIiwiSXNCb2xkIjpmYWxzZSwiSXNJdGFsaWMiOmZhbHNlLCJJc1VuZGVybGluZWQiOmZhbHNlLCJQYXJlbnRTdHlsZSI6bnVsbH0sIkF1dG9TaXplIjowLCJGb3JlZ3JvdW5kIjp7IiRyZWYiOiI3OSJ9LCJNYXhXaWR0aCI6MjAwLjAsIk1heEhlaWdodCI6IkluZmluaXR5IiwiU21hcnRGb3JlZ3JvdW5kSXNBY3RpdmUiOmZhbHNlLCJIb3Jpem9udGFsQWxpZ25tZW50IjoxLCJWZXJ0aWNhbEFsaWdubWVudCI6MCwiU21hcnRGb3JlZ3JvdW5kIjpudWxsLCJCYWNrZ3JvdW5kRmlsbFR5cGUiOjAsIk1hcmdpbiI6eyIkcmVmIjoiODEifSwiUGFkZGluZyI6eyIkcmVmIjoiODIifSwiQmFja2dyb3VuZCI6eyIkcmVmIjoiODMifSwiSXNWaXNpYmxlIjp0cnVlLCJXaWR0aCI6MC4wLCJIZWlnaHQiOjAuMCwiQm9yZGVyU3R5bGUiOnsiJGlkIjoiMjE3IiwiTGluZUNvbG9yIjpudWxsLCJMaW5lV2VpZ2h0IjowLjAsIkxpbmVUeXBlIjowLCJQYXJlbnRTdHlsZSI6bnVsbH0sIlBhcmVudFN0eWxlIjpudWxsfSwiRGF0ZUZvcm1hdCI6eyIkcmVmIjoiODQifSwiSXNWaXNpYmxlIjp0cnVlLCJQYXJlbnRTdHlsZSI6bnVsbH0sIkluZGV4IjoxMiwiUGVyY2VudGFnZUNvbXBsZXRlIjpudWxsLCJQb3NpdGlvbiI6eyJSYXRpbyI6MC4wLCJJc0N1c3RvbSI6ZmFsc2V9LCJEYXRlRm9ybWF0Ijp7IiRyZWYiOiI4NCJ9LCJSZWxhdGVkVGFza0lkIjoiMDAwMDAwMDAtMDAwMC0wMDAwLTAwMDAtMDAwMDAwMDAwMDAwIiwiSWQiOiI0ODFjNmYwOS05ODgzLTQwZjUtYmUxYS04OWMzYTQzNzBkY2EiLCJJbXBvcnRJZCI6bnVsbCwiVGl0bGUiOiJNb3RpdmUgRnVsbCBMYXVuY2giLCJOb3RlIjpudWxsLCJIeXBlcmxpbmsiOnsiJGlkIjoiMjE4IiwiQWRkcmVzcyI6IiIsIlN1YkFkZHJlc3MiOiIifSwiSXNDaGFuZ2VkIjpmYWxzZSwiSXNOZXciOmZhbHNlfSx7IiRpZCI6IjIxOSIsIkRhdGUiOiIyMDIwLTA4LTE3VDAwOjAwOjAwWiIsIlN0eWxlIjp7IiRpZCI6IjIyMCIsIlNoYXBlIjowLCJDb25uZWN0b3JNYXJnaW4iOnsiJHJlZiI6IjU3In0sIkNvbm5lY3RvclN0eWxlIjp7IiRpZCI6IjIyMSIsIkxpbmVDb2xvciI6eyIkcmVmIjoiNTkifSwiTGluZVdlaWdodCI6MS4wLCJMaW5lVHlwZSI6MCwiUGFyZW50U3R5bGUiOm51bGx9LCJJc0JlbG93VGltZWJhbmQiOmZhbHNlLCJQb3NpdGlvbk9uVGFzayI6MCwiSGlkZURhdGUiOmZhbHNlLCJTaGFwZVNpemUiOjEsIlNwYWNpbmciOjEuMCwiUGFkZGluZyI6eyIkcmVmIjoiNjEifSwiU2hhcGVTdHlsZSI6eyIkaWQiOiIyMjIiLCJNYXJnaW4iOnsiJHJlZiI6IjYzIn0sIlBhZGRpbmciOnsiJHJlZiI6IjY0In0sIkJhY2tncm91bmQiOnsiJGlkIjoiMjIzIiwiQ29sb3IiOnsiJGlkIjoiMjI0IiwiQSI6MjU1LCJSIjoyNTQsIkciOjE4NiwiQiI6MTB9fSwiSXNWaXNpYmxlIjp0cnVlLCJXaWR0aCI6MTguMCwiSGVpZ2h0IjoyMC4wLCJCb3JkZXJTdHlsZSI6eyIkaWQiOiIyMjUiLCJMaW5lQ29sb3IiOnsiJHJlZiI6IjY4In0sIkxpbmVXZWlnaHQiOjAuMCwiTGluZVR5cGUiOjAsIlBhcmVudFN0eWxlIjpudWxsfSwiUGFyZW50U3R5bGUiOm51bGx9LCJUaXRsZVN0eWxlIjp7IiRpZCI6IjIyNiIsIkZvbnRTZXR0aW5ncyI6eyIkaWQiOiIyMjciLCJGb250U2l6ZSI6MTEsIkZvbnROYW1lIjoiQ2FsaWJyaSIsIklzQm9sZCI6dHJ1ZSwiSXNJdGFsaWMiOmZhbHNlLCJJc1VuZGVybGluZWQiOmZhbHNlLCJQYXJlbnRTdHlsZSI6bnVsbH0sIkF1dG9TaXplIjowLCJGb3JlZ3JvdW5kIjp7IiRpZCI6IjIyOCIsIkNvbG9yIjp7IiRpZCI6IjIyOSIsIkEiOjI1NSwiUiI6MCwiRyI6MCwiQiI6MH19LCJNYXhXaWR0aCI6MjAwLjAsIk1heEhlaWdodCI6IkluZmluaXR5IiwiU21hcnRGb3JlZ3JvdW5kSXNBY3RpdmUiOmZhbHNlLCJIb3Jpem9udGFsQWxpZ25tZW50IjoxLCJWZXJ0aWNhbEFsaWdubWVudCI6MCwiU21hcnRGb3JlZ3JvdW5kIjpudWxsLCJCYWNrZ3JvdW5kRmlsbFR5cGUiOjAsIk1hcmdpbiI6eyIkcmVmIjoiNzQifSwiUGFkZGluZyI6eyIkcmVmIjoiNzUifSwiQmFja2dyb3VuZCI6eyIkcmVmIjoiNzYifSwiSXNWaXNpYmxlIjp0cnVlLCJXaWR0aCI6MC4wLCJIZWlnaHQiOjAuMCwiQm9yZGVyU3R5bGUiOnsiJGlkIjoiMjMwIiwiTGluZUNvbG9yIjpudWxsLCJMaW5lV2VpZ2h0IjowLjAsIkxpbmVUeXBlIjowLCJQYXJlbnRTdHlsZSI6bnVsbH0sIlBhcmVudFN0eWxlIjpudWxsfSwiRGF0ZVN0eWxlIjp7IiRpZCI6IjIzMSIsIkZvbnRTZXR0aW5ncyI6eyIkaWQiOiIyMzIiLCJGb250U2l6ZSI6MTAsIkZvbnROYW1lIjoiQ2FsaWJyaSIsIklzQm9sZCI6ZmFsc2UsIklzSXRhbGljIjpmYWxzZSwiSXNVbmRlcmxpbmVkIjpmYWxzZSwiUGFyZW50U3R5bGUiOm51bGx9LCJBdXRvU2l6ZSI6MCwiRm9yZWdyb3VuZCI6eyIkaWQiOiIyMzMiLCJDb2xvciI6eyIkaWQiOiIyMzQ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yZWYiOiI4MSJ9LCJQYWRkaW5nIjp7IiRyZWYiOiI4MiJ9LCJCYWNrZ3JvdW5kIjp7IiRyZWYiOiI4MyJ9LCJJc1Zpc2libGUiOnRydWUsIldpZHRoIjowLjAsIkhlaWdodCI6MC4wLCJCb3JkZXJTdHlsZSI6eyIkaWQiOiIyMzUiLCJMaW5lQ29sb3IiOm51bGwsIkxpbmVXZWlnaHQiOjAuMCwiTGluZVR5cGUiOjAsIlBhcmVudFN0eWxlIjpudWxsfSwiUGFyZW50U3R5bGUiOm51bGx9LCJEYXRlRm9ybWF0Ijp7IiRyZWYiOiI4NCJ9LCJJc1Zpc2libGUiOnRydWUsIlBhcmVudFN0eWxlIjpudWxsfSwiSW5kZXgiOjEzLCJQZXJjZW50YWdlQ29tcGxldGUiOm51bGwsIlBvc2l0aW9uIjp7IlJhdGlvIjowLjE1NzU2MTY2MjQ2MjAyMjU4LCJJc0N1c3RvbSI6dHJ1ZX0sIkRhdGVGb3JtYXQiOnsiJHJlZiI6Ijg0In0sIlJlbGF0ZWRUYXNrSWQiOiIwMDAwMDAwMC0wMDAwLTAwMDAtMDAwMC0wMDAwMDAwMDAwMDAiLCJJZCI6IjI2ZmJjMjY3LTBjZDgtNDEyNS05OTQyLTg2MmU3NjQzMDUzMCIsIkltcG9ydElkIjpudWxsLCJUaXRsZSI6IlBlcnNvbmFsIFNvZnQgTGF1bmNoIiwiTm90ZSI6bnVsbCwiSHlwZXJsaW5rIjp7IiRpZCI6IjIzNiIsIkFkZHJlc3MiOiIiLCJTdWJBZGRyZXNzIjoiIn0sIklzQ2hhbmdlZCI6ZmFsc2UsIklzTmV3IjpmYWxzZX0seyIkaWQiOiIyMzciLCJEYXRlIjoiMjAyMC0wOS0xNFQyMzo1OTowMFoiLCJTdHlsZSI6eyIkaWQiOiIyMzgiLCJTaGFwZSI6MCwiQ29ubmVjdG9yTWFyZ2luIjp7IiRyZWYiOiI1NyJ9LCJDb25uZWN0b3JTdHlsZSI6eyIkaWQiOiIyMzkiLCJMaW5lQ29sb3IiOnsiJHJlZiI6IjU5In0sIkxpbmVXZWlnaHQiOjEuMCwiTGluZVR5cGUiOjAsIlBhcmVudFN0eWxlIjpudWxsfSwiSXNCZWxvd1RpbWViYW5kIjpmYWxzZSwiUG9zaXRpb25PblRhc2siOjAsIkhpZGVEYXRlIjpmYWxzZSwiU2hhcGVTaXplIjoxLCJTcGFjaW5nIjoxLjAsIlBhZGRpbmciOnsiJHJlZiI6IjYxIn0sIlNoYXBlU3R5bGUiOnsiJGlkIjoiMjQwIiwiTWFyZ2luIjp7IiRyZWYiOiI2MyJ9LCJQYWRkaW5nIjp7IiRyZWYiOiI2NCJ9LCJCYWNrZ3JvdW5kIjp7IiRpZCI6IjI0MSIsIkNvbG9yIjp7IiRpZCI6IjI0MiIsIkEiOjI1NSwiUiI6MjU0LCJHIjoxODYsIkIiOjEwfX0sIklzVmlzaWJsZSI6dHJ1ZSwiV2lkdGgiOjE4LjAsIkhlaWdodCI6MjAuMCwiQm9yZGVyU3R5bGUiOnsiJGlkIjoiMjQzIiwiTGluZUNvbG9yIjp7IiRyZWYiOiI2OCJ9LCJMaW5lV2VpZ2h0IjowLjAsIkxpbmVUeXBlIjowLCJQYXJlbnRTdHlsZSI6bnVsbH0sIlBhcmVudFN0eWxlIjpudWxsfSwiVGl0bGVTdHlsZSI6eyIkaWQiOiIyNDQiLCJGb250U2V0dGluZ3MiOnsiJGlkIjoiMjQ1IiwiRm9udFNpemUiOjExLCJGb250TmFtZSI6IkNhbGlicmkiLCJJc0JvbGQiOnRydWUsIklzSXRhbGljIjpmYWxzZSwiSXNVbmRlcmxpbmVkIjpmYWxzZSwiUGFyZW50U3R5bGUiOm51bGx9LCJBdXRvU2l6ZSI6MCwiRm9yZWdyb3VuZCI6eyIkaWQiOiIyNDYiLCJDb2xvciI6eyIkaWQiOiIyNDc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c0In0sIlBhZGRpbmciOnsiJHJlZiI6Ijc1In0sIkJhY2tncm91bmQiOnsiJHJlZiI6Ijc2In0sIklzVmlzaWJsZSI6dHJ1ZSwiV2lkdGgiOjAuMCwiSGVpZ2h0IjowLjAsIkJvcmRlclN0eWxlIjp7IiRpZCI6IjI0OCIsIkxpbmVDb2xvciI6bnVsbCwiTGluZVdlaWdodCI6MC4wLCJMaW5lVHlwZSI6MCwiUGFyZW50U3R5bGUiOm51bGx9LCJQYXJlbnRTdHlsZSI6bnVsbH0sIkRhdGVTdHlsZSI6eyIkaWQiOiIyNDkiLCJGb250U2V0dGluZ3MiOnsiJGlkIjoiMjUwIiwiRm9udFNpemUiOjEwLCJGb250TmFtZSI6IkNhbGlicmkiLCJJc0JvbGQiOmZhbHNlLCJJc0l0YWxpYyI6ZmFsc2UsIklzVW5kZXJsaW5lZCI6ZmFsc2UsIlBhcmVudFN0eWxlIjpudWxsfSwiQXV0b1NpemUiOjAsIkZvcmVncm91bmQiOnsiJGlkIjoiMjUxIiwiQ29sb3IiOnsiJGlkIjoiMjUy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cmVmIjoiODEifSwiUGFkZGluZyI6eyIkcmVmIjoiODIifSwiQmFja2dyb3VuZCI6eyIkcmVmIjoiODMifSwiSXNWaXNpYmxlIjp0cnVlLCJXaWR0aCI6MC4wLCJIZWlnaHQiOjAuMCwiQm9yZGVyU3R5bGUiOnsiJGlkIjoiMjUzIiwiTGluZUNvbG9yIjpudWxsLCJMaW5lV2VpZ2h0IjowLjAsIkxpbmVUeXBlIjowLCJQYXJlbnRTdHlsZSI6bnVsbH0sIlBhcmVudFN0eWxlIjpudWxsfSwiRGF0ZUZvcm1hdCI6eyIkcmVmIjoiODQifSwiSXNWaXNpYmxlIjp0cnVlLCJQYXJlbnRTdHlsZSI6bnVsbH0sIkluZGV4IjoxNCwiUGVyY2VudGFnZUNvbXBsZXRlIjpudWxsLCJQb3NpdGlvbiI6eyJSYXRpbyI6MC4yMDA2MTYwNDUzNTEzODE2NywiSXNDdXN0b20iOnRydWV9LCJEYXRlRm9ybWF0Ijp7IiRyZWYiOiI4NCJ9LCJSZWxhdGVkVGFza0lkIjoiMDAwMDAwMDAtMDAwMC0wMDAwLTAwMDAtMDAwMDAwMDAwMDAwIiwiSWQiOiI3YjE1NGZlMy1iMTA5LTQzNDQtODkzYS01Mjg3OWFmMjU0MjMiLCJJbXBvcnRJZCI6bnVsbCwiVGl0bGUiOiJQZXJzb25hbCBEQ08gTGF1bmNoIiwiTm90ZSI6bnVsbCwiSHlwZXJsaW5rIjp7IiRpZCI6IjI1NCIsIkFkZHJlc3MiOiIiLCJTdWJBZGRyZXNzIjoiIn0sIklzQ2hhbmdlZCI6ZmFsc2UsIklzTmV3IjpmYWxzZX0seyIkaWQiOiIyNTUiLCJEYXRlIjoiMjAyMC0xMC0xOVQyMzo1OTowMFoiLCJTdHlsZSI6eyIkaWQiOiIyNTYiLCJTaGFwZSI6MCwiQ29ubmVjdG9yTWFyZ2luIjp7IiRyZWYiOiI1NyJ9LCJDb25uZWN0b3JTdHlsZSI6eyIkaWQiOiIyNTciLCJMaW5lQ29sb3IiOnsiJHJlZiI6IjU5In0sIkxpbmVXZWlnaHQiOjEuMCwiTGluZVR5cGUiOjAsIlBhcmVudFN0eWxlIjpudWxsfSwiSXNCZWxvd1RpbWViYW5kIjpmYWxzZSwiUG9zaXRpb25PblRhc2siOjAsIkhpZGVEYXRlIjpmYWxzZSwiU2hhcGVTaXplIjoxLCJTcGFjaW5nIjoxLjAsIlBhZGRpbmciOnsiJHJlZiI6IjYxIn0sIlNoYXBlU3R5bGUiOnsiJGlkIjoiMjU4IiwiTWFyZ2luIjp7IiRyZWYiOiI2MyJ9LCJQYWRkaW5nIjp7IiRyZWYiOiI2NCJ9LCJCYWNrZ3JvdW5kIjp7IiRpZCI6IjI1OSIsIkNvbG9yIjp7IiRpZCI6IjI2MCIsIkEiOjI1NSwiUiI6MjU0LCJHIjoxODYsIkIiOjEwfX0sIklzVmlzaWJsZSI6dHJ1ZSwiV2lkdGgiOjE4LjAsIkhlaWdodCI6MjAuMCwiQm9yZGVyU3R5bGUiOnsiJGlkIjoiMjYxIiwiTGluZUNvbG9yIjp7IiRyZWYiOiI2OCJ9LCJMaW5lV2VpZ2h0IjowLjAsIkxpbmVUeXBlIjowLCJQYXJlbnRTdHlsZSI6bnVsbH0sIlBhcmVudFN0eWxlIjpudWxsfSwiVGl0bGVTdHlsZSI6eyIkaWQiOiIyNjIiLCJGb250U2V0dGluZ3MiOnsiJGlkIjoiMjYzIiwiRm9udFNpemUiOjExLCJGb250TmFtZSI6IkNhbGlicmkiLCJJc0JvbGQiOnRydWUsIklzSXRhbGljIjpmYWxzZSwiSXNVbmRlcmxpbmVkIjpmYWxzZSwiUGFyZW50U3R5bGUiOm51bGx9LCJBdXRvU2l6ZSI6MCwiRm9yZWdyb3VuZCI6eyIkaWQiOiIyNjQiLCJDb2xvciI6eyIkaWQiOiIyNjU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c0In0sIlBhZGRpbmciOnsiJHJlZiI6Ijc1In0sIkJhY2tncm91bmQiOnsiJHJlZiI6Ijc2In0sIklzVmlzaWJsZSI6dHJ1ZSwiV2lkdGgiOjAuMCwiSGVpZ2h0IjowLjAsIkJvcmRlclN0eWxlIjp7IiRpZCI6IjI2NiIsIkxpbmVDb2xvciI6bnVsbCwiTGluZVdlaWdodCI6MC4wLCJMaW5lVHlwZSI6MCwiUGFyZW50U3R5bGUiOm51bGx9LCJQYXJlbnRTdHlsZSI6bnVsbH0sIkRhdGVTdHlsZSI6eyIkaWQiOiIyNjciLCJGb250U2V0dGluZ3MiOnsiJGlkIjoiMjY4IiwiRm9udFNpemUiOjEwLCJGb250TmFtZSI6IkNhbGlicmkiLCJJc0JvbGQiOmZhbHNlLCJJc0l0YWxpYyI6ZmFsc2UsIklzVW5kZXJsaW5lZCI6ZmFsc2UsIlBhcmVudFN0eWxlIjpudWxsfSwiQXV0b1NpemUiOjAsIkZvcmVncm91bmQiOnsiJGlkIjoiMjY5IiwiQ29sb3IiOnsiJGlkIjoiMjcw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cmVmIjoiODEifSwiUGFkZGluZyI6eyIkcmVmIjoiODIifSwiQmFja2dyb3VuZCI6eyIkcmVmIjoiODMifSwiSXNWaXNpYmxlIjp0cnVlLCJXaWR0aCI6MC4wLCJIZWlnaHQiOjAuMCwiQm9yZGVyU3R5bGUiOnsiJGlkIjoiMjcxIiwiTGluZUNvbG9yIjpudWxsLCJMaW5lV2VpZ2h0IjowLjAsIkxpbmVUeXBlIjowLCJQYXJlbnRTdHlsZSI6bnVsbH0sIlBhcmVudFN0eWxlIjpudWxsfSwiRGF0ZUZvcm1hdCI6eyIkcmVmIjoiODQifSwiSXNWaXNpYmxlIjp0cnVlLCJQYXJlbnRTdHlsZSI6bnVsbH0sIkluZGV4IjoxNSwiUGVyY2VudGFnZUNvbXBsZXRlIjpudWxsLCJQb3NpdGlvbiI6eyJSYXRpbyI6MC4wLCJJc0N1c3RvbSI6ZmFsc2V9LCJEYXRlRm9ybWF0Ijp7IiRyZWYiOiI4NCJ9LCJSZWxhdGVkVGFza0lkIjoiMDAwMDAwMDAtMDAwMC0wMDAwLTAwMDAtMDAwMDAwMDAwMDAwIiwiSWQiOiJkZTI3ODI2ZS1mMDJlLTQwN2EtYmY3YS0yNDgyODhhM2Y1MTkiLCJJbXBvcnRJZCI6bnVsbCwiVGl0bGUiOiJQZXJzb25hbCBJbi1CcmFuY2ggTGF1bmNoIiwiTm90ZSI6bnVsbCwiSHlwZXJsaW5rIjp7IiRpZCI6IjI3MiIsIkFkZHJlc3MiOiIiLCJTdWJBZGRyZXNzIjoiIn0sIklzQ2hhbmdlZCI6ZmFsc2UsIklzTmV3IjpmYWxzZX0seyIkaWQiOiIyNzMiLCJEYXRlIjoiMjAyMC0xMS0yM1QwMDowMDowMFoiLCJTdHlsZSI6eyIkaWQiOiIyNzQiLCJTaGFwZSI6MCwiQ29ubmVjdG9yTWFyZ2luIjp7IiRyZWYiOiI1NyJ9LCJDb25uZWN0b3JTdHlsZSI6eyIkaWQiOiIyNzUiLCJMaW5lQ29sb3IiOnsiJHJlZiI6IjU5In0sIkxpbmVXZWlnaHQiOjEuMCwiTGluZVR5cGUiOjAsIlBhcmVudFN0eWxlIjpudWxsfSwiSXNCZWxvd1RpbWViYW5kIjpmYWxzZSwiUG9zaXRpb25PblRhc2siOjAsIkhpZGVEYXRlIjpmYWxzZSwiU2hhcGVTaXplIjoxLCJTcGFjaW5nIjoxLjAsIlBhZGRpbmciOnsiJHJlZiI6IjYxIn0sIlNoYXBlU3R5bGUiOnsiJGlkIjoiMjc2IiwiTWFyZ2luIjp7IiRyZWYiOiI2MyJ9LCJQYWRkaW5nIjp7IiRyZWYiOiI2NCJ9LCJCYWNrZ3JvdW5kIjp7IiRpZCI6IjI3NyIsIkNvbG9yIjp7IiRpZCI6IjI3OCIsIkEiOjI1NSwiUiI6NzksIkciOjEyOSwiQiI6MTg5fX0sIklzVmlzaWJsZSI6dHJ1ZSwiV2lkdGgiOjE4LjAsIkhlaWdodCI6MjAuMCwiQm9yZGVyU3R5bGUiOnsiJGlkIjoiMjc5IiwiTGluZUNvbG9yIjp7IiRyZWYiOiI2OCJ9LCJMaW5lV2VpZ2h0IjowLjAsIkxpbmVUeXBlIjowLCJQYXJlbnRTdHlsZSI6bnVsbH0sIlBhcmVudFN0eWxlIjpudWxsfSwiVGl0bGVTdHlsZSI6eyIkaWQiOiIyODAiLCJGb250U2V0dGluZ3MiOnsiJGlkIjoiMjgxIiwiRm9udFNpemUiOjExLCJGb250TmFtZSI6IkNhbGlicmkiLCJJc0JvbGQiOnRydWUsIklzSXRhbGljIjpmYWxzZSwiSXNVbmRlcmxpbmVkIjpmYWxzZSwiUGFyZW50U3R5bGUiOm51bGx9LCJBdXRvU2l6ZSI6MCwiRm9yZWdyb3VuZCI6eyIkaWQiOiIyODIiLCJDb2xvciI6eyIkaWQiOiIyODM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c0In0sIlBhZGRpbmciOnsiJHJlZiI6Ijc1In0sIkJhY2tncm91bmQiOnsiJHJlZiI6Ijc2In0sIklzVmlzaWJsZSI6dHJ1ZSwiV2lkdGgiOjAuMCwiSGVpZ2h0IjowLjAsIkJvcmRlclN0eWxlIjp7IiRpZCI6IjI4NCIsIkxpbmVDb2xvciI6bnVsbCwiTGluZVdlaWdodCI6MC4wLCJMaW5lVHlwZSI6MCwiUGFyZW50U3R5bGUiOm51bGx9LCJQYXJlbnRTdHlsZSI6bnVsbH0sIkRhdGVTdHlsZSI6eyIkaWQiOiIyODUiLCJGb250U2V0dGluZ3MiOnsiJGlkIjoiMjg2IiwiRm9udFNpemUiOjEwLCJGb250TmFtZSI6IkNhbGlicmkiLCJJc0JvbGQiOmZhbHNlLCJJc0l0YWxpYyI6ZmFsc2UsIklzVW5kZXJsaW5lZCI6ZmFsc2UsIlBhcmVudFN0eWxlIjpudWxsfSwiQXV0b1NpemUiOjAsIkZvcmVncm91bmQiOnsiJGlkIjoiMjg3IiwiQ29sb3IiOnsiJGlkIjoiMjg4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cmVmIjoiODEifSwiUGFkZGluZyI6eyIkcmVmIjoiODIifSwiQmFja2dyb3VuZCI6eyIkcmVmIjoiODMifSwiSXNWaXNpYmxlIjp0cnVlLCJXaWR0aCI6MC4wLCJIZWlnaHQiOjAuMCwiQm9yZGVyU3R5bGUiOnsiJGlkIjoiMjg5IiwiTGluZUNvbG9yIjpudWxsLCJMaW5lV2VpZ2h0IjowLjAsIkxpbmVUeXBlIjowLCJQYXJlbnRTdHlsZSI6bnVsbH0sIlBhcmVudFN0eWxlIjpudWxsfSwiRGF0ZUZvcm1hdCI6eyIkcmVmIjoiODQifSwiSXNWaXNpYmxlIjp0cnVlLCJQYXJlbnRTdHlsZSI6bnVsbH0sIkluZGV4IjoyMSwiUGVyY2VudGFnZUNvbXBsZXRlIjpudWxsLCJQb3NpdGlvbiI6eyJSYXRpbyI6MC4xNTYyMzE5NzIwMjMyOTI4NCwiSXNDdXN0b20iOmZhbHNlfSwiRGF0ZUZvcm1hdCI6eyIkcmVmIjoiODQifSwiUmVsYXRlZFRhc2tJZCI6IjAwMDAwMDAwLTAwMDAtMDAwMC0wMDAwLTAwMDAwMDAwMDAwMCIsIklkIjoiM2MwZWNjMDktNGUxMS00NDIzLTg1ZWMtNDgyMjhiYjNiMmRlIiwiSW1wb3J0SWQiOm51bGwsIlRpdGxlIjoiU21hbGwgQnVzaW5lc3MgR28gTGl2ZSBSZWFkeSIsIk5vdGUiOm51bGwsIkh5cGVybGluayI6eyIkaWQiOiIyOTAiLCJBZGRyZXNzIjoiIiwiU3ViQWRkcmVzcyI6IiJ9LCJJc0NoYW5nZWQiOmZhbHNlLCJJc05ldyI6ZmFsc2V9LHsiJGlkIjoiMjkxIiwiRGF0ZSI6IjIwMjEtMDEtMzFUMjM6NTk6MDAiLCJTdHlsZSI6eyIkaWQiOiIyOTIiLCJTaGFwZSI6MCwiQ29ubmVjdG9yTWFyZ2luIjp7IiRyZWYiOiI1NyJ9LCJDb25uZWN0b3JTdHlsZSI6eyIkaWQiOiIyOTMiLCJMaW5lQ29sb3IiOnsiJHJlZiI6IjU5In0sIkxpbmVXZWlnaHQiOjEuMCwiTGluZVR5cGUiOjAsIlBhcmVudFN0eWxlIjpudWxsfSwiSXNCZWxvd1RpbWViYW5kIjpmYWxzZSwiUG9zaXRpb25PblRhc2siOjAsIkhpZGVEYXRlIjpmYWxzZSwiU2hhcGVTaXplIjoxLCJTcGFjaW5nIjoxLjAsIlBhZGRpbmciOnsiJHJlZiI6IjYxIn0sIlNoYXBlU3R5bGUiOnsiJGlkIjoiMjk0IiwiTWFyZ2luIjp7IiRyZWYiOiI2MyJ9LCJQYWRkaW5nIjp7IiRyZWYiOiI2NCJ9LCJCYWNrZ3JvdW5kIjp7IiRpZCI6IjI5NSIsIkNvbG9yIjp7IiRpZCI6IjI5NiIsIkEiOjI1NSwiUiI6NzksIkciOjEyOSwiQiI6MTg5fX0sIklzVmlzaWJsZSI6dHJ1ZSwiV2lkdGgiOjE4LjAsIkhlaWdodCI6MjAuMCwiQm9yZGVyU3R5bGUiOnsiJGlkIjoiMjk3IiwiTGluZUNvbG9yIjp7IiRyZWYiOiI2OCJ9LCJMaW5lV2VpZ2h0IjowLjAsIkxpbmVUeXBlIjowLCJQYXJlbnRTdHlsZSI6bnVsbH0sIlBhcmVudFN0eWxlIjpudWxsfSwiVGl0bGVTdHlsZSI6eyIkaWQiOiIyOTgiLCJGb250U2V0dGluZ3MiOnsiJGlkIjoiMjk5IiwiRm9udFNpemUiOjExLCJGb250TmFtZSI6IkNhbGlicmkiLCJJc0JvbGQiOnRydWUsIklzSXRhbGljIjpmYWxzZSwiSXNVbmRlcmxpbmVkIjpmYWxzZSwiUGFyZW50U3R5bGUiOm51bGx9LCJBdXRvU2l6ZSI6MCwiRm9yZWdyb3VuZCI6eyIkaWQiOiIzMDAiLCJDb2xvciI6eyIkaWQiOiIzMDE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c0In0sIlBhZGRpbmciOnsiJHJlZiI6Ijc1In0sIkJhY2tncm91bmQiOnsiJHJlZiI6Ijc2In0sIklzVmlzaWJsZSI6dHJ1ZSwiV2lkdGgiOjAuMCwiSGVpZ2h0IjowLjAsIkJvcmRlclN0eWxlIjp7IiRpZCI6IjMwMiIsIkxpbmVDb2xvciI6bnVsbCwiTGluZVdlaWdodCI6MC4wLCJMaW5lVHlwZSI6MCwiUGFyZW50U3R5bGUiOm51bGx9LCJQYXJlbnRTdHlsZSI6bnVsbH0sIkRhdGVTdHlsZSI6eyIkaWQiOiIzMDMiLCJGb250U2V0dGluZ3MiOnsiJGlkIjoiMzA0IiwiRm9udFNpemUiOjEwLCJGb250TmFtZSI6IkNhbGlicmkiLCJJc0JvbGQiOmZhbHNlLCJJc0l0YWxpYyI6ZmFsc2UsIklzVW5kZXJsaW5lZCI6ZmFsc2UsIlBhcmVudFN0eWxlIjpudWxsfSwiQXV0b1NpemUiOjAsIkZvcmVncm91bmQiOnsiJGlkIjoiMzA1IiwiQ29sb3IiOnsiJGlkIjoiMzA2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cmVmIjoiODEifSwiUGFkZGluZyI6eyIkcmVmIjoiODIifSwiQmFja2dyb3VuZCI6eyIkcmVmIjoiODMifSwiSXNWaXNpYmxlIjp0cnVlLCJXaWR0aCI6MC4wLCJIZWlnaHQiOjAuMCwiQm9yZGVyU3R5bGUiOnsiJGlkIjoiMzA3IiwiTGluZUNvbG9yIjpudWxsLCJMaW5lV2VpZ2h0IjowLjAsIkxpbmVUeXBlIjowLCJQYXJlbnRTdHlsZSI6bnVsbH0sIlBhcmVudFN0eWxlIjpudWxsfSwiRGF0ZUZvcm1hdCI6eyIkcmVmIjoiODQifSwiSXNWaXNpYmxlIjp0cnVlLCJQYXJlbnRTdHlsZSI6bnVsbH0sIkluZGV4IjoyMiwiUGVyY2VudGFnZUNvbXBsZXRlIjpudWxsLCJQb3NpdGlvbiI6eyJSYXRpbyI6MC4yMTQ3MTQ3NjM3ODI2NDI1MSwiSXNDdXN0b20iOnRydWV9LCJEYXRlRm9ybWF0Ijp7IiRyZWYiOiI4NCJ9LCJSZWxhdGVkVGFza0lkIjoiMDAwMDAwMDAtMDAwMC0wMDAwLTAwMDAtMDAwMDAwMDAwMDAwIiwiSWQiOiIzNTZhNTdkOS04ZmViLTRmMWMtOWJlYy1jNjJhNWUxZTM1NTciLCJJbXBvcnRJZCI6bnVsbCwiVGl0bGUiOiJTbWFsbCBCdXNpbmVzcyBMYXVuY2giLCJOb3RlIjpudWxsLCJIeXBlcmxpbmsiOnsiJGlkIjoiMzA4IiwiQWRkcmVzcyI6IiIsIlN1YkFkZHJlc3MiOiIifSwiSXNDaGFuZ2VkIjpmYWxzZSwiSXNOZXciOmZhbHNlfSx7IiRpZCI6IjMwOSIsIkRhdGUiOiIyMDIxLTAzLTIyVDIzOjU5OjAwWiIsIlN0eWxlIjp7IiRpZCI6IjMxMCIsIlNoYXBlIjowLCJDb25uZWN0b3JNYXJnaW4iOnsiJHJlZiI6IjU3In0sIkNvbm5lY3RvclN0eWxlIjp7IiRpZCI6IjMxMSIsIkxpbmVDb2xvciI6eyIkcmVmIjoiNTkifSwiTGluZVdlaWdodCI6MS4wLCJMaW5lVHlwZSI6MCwiUGFyZW50U3R5bGUiOm51bGx9LCJJc0JlbG93VGltZWJhbmQiOmZhbHNlLCJQb3NpdGlvbk9uVGFzayI6MCwiSGlkZURhdGUiOmZhbHNlLCJTaGFwZVNpemUiOjEsIlNwYWNpbmciOjEuMCwiUGFkZGluZyI6eyIkcmVmIjoiNjEifSwiU2hhcGVTdHlsZSI6eyIkaWQiOiIzMTIiLCJNYXJnaW4iOnsiJHJlZiI6IjYzIn0sIlBhZGRpbmciOnsiJHJlZiI6IjY0In0sIkJhY2tncm91bmQiOnsiJGlkIjoiMzEzIiwiQ29sb3IiOnsiJGlkIjoiMzE0IiwiQSI6MjU1LCJSIjoxMTUsIkciOjExNSwiQiI6MTE1fX0sIklzVmlzaWJsZSI6dHJ1ZSwiV2lkdGgiOjE4LjAsIkhlaWdodCI6MjAuMCwiQm9yZGVyU3R5bGUiOnsiJGlkIjoiMzE1IiwiTGluZUNvbG9yIjp7IiRyZWYiOiI2OCJ9LCJMaW5lV2VpZ2h0IjowLjAsIkxpbmVUeXBlIjowLCJQYXJlbnRTdHlsZSI6bnVsbH0sIlBhcmVudFN0eWxlIjpudWxsfSwiVGl0bGVTdHlsZSI6eyIkaWQiOiIzMTYiLCJGb250U2V0dGluZ3MiOnsiJGlkIjoiMzE3IiwiRm9udFNpemUiOjExLCJGb250TmFtZSI6IkNhbGlicmkiLCJJc0JvbGQiOnRydWUsIklzSXRhbGljIjpmYWxzZSwiSXNVbmRlcmxpbmVkIjpmYWxzZSwiUGFyZW50U3R5bGUiOm51bGx9LCJBdXRvU2l6ZSI6MCwiRm9yZWdyb3VuZCI6eyIkaWQiOiIzMTgiLCJDb2xvciI6eyIkaWQiOiIzMTk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c0In0sIlBhZGRpbmciOnsiJHJlZiI6Ijc1In0sIkJhY2tncm91bmQiOnsiJHJlZiI6Ijc2In0sIklzVmlzaWJsZSI6dHJ1ZSwiV2lkdGgiOjAuMCwiSGVpZ2h0IjowLjAsIkJvcmRlclN0eWxlIjp7IiRpZCI6IjMyMCIsIkxpbmVDb2xvciI6bnVsbCwiTGluZVdlaWdodCI6MC4wLCJMaW5lVHlwZSI6MCwiUGFyZW50U3R5bGUiOm51bGx9LCJQYXJlbnRTdHlsZSI6bnVsbH0sIkRhdGVTdHlsZSI6eyIkaWQiOiIzMjEiLCJGb250U2V0dGluZ3MiOnsiJGlkIjoiMzIyIiwiRm9udFNpemUiOjEwLCJGb250TmFtZSI6IkNhbGlicmkiLCJJc0JvbGQiOmZhbHNlLCJJc0l0YWxpYyI6ZmFsc2UsIklzVW5kZXJsaW5lZCI6ZmFsc2UsIlBhcmVudFN0eWxlIjpudWxsfSwiQXV0b1NpemUiOjAsIkZvcmVncm91bmQiOnsiJGlkIjoiMzIzIiwiQ29sb3IiOnsiJGlkIjoiMzI0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cmVmIjoiODEifSwiUGFkZGluZyI6eyIkcmVmIjoiODIifSwiQmFja2dyb3VuZCI6eyIkcmVmIjoiODMifSwiSXNWaXNpYmxlIjp0cnVlLCJXaWR0aCI6MC4wLCJIZWlnaHQiOjAuMCwiQm9yZGVyU3R5bGUiOnsiJGlkIjoiMzI1IiwiTGluZUNvbG9yIjpudWxsLCJMaW5lV2VpZ2h0IjowLjAsIkxpbmVUeXBlIjowLCJQYXJlbnRTdHlsZSI6bnVsbH0sIlBhcmVudFN0eWxlIjpudWxsfSwiRGF0ZUZvcm1hdCI6eyIkcmVmIjoiODQifSwiSXNWaXNpYmxlIjp0cnVlLCJQYXJlbnRTdHlsZSI6bnVsbH0sIkluZGV4IjoyOCwiUGVyY2VudGFnZUNvbXBsZXRlIjpudWxsLCJQb3NpdGlvbiI6eyJSYXRpbyI6MC4wLCJJc0N1c3RvbSI6ZmFsc2V9LCJEYXRlRm9ybWF0Ijp7IiRyZWYiOiI4NCJ9LCJSZWxhdGVkVGFza0lkIjoiMDAwMDAwMDAtMDAwMC0wMDAwLTAwMDAtMDAwMDAwMDAwMDAwIiwiSWQiOiJhNjRmODg5Ny00M2JjLTQ5MDUtOTM4Zi0yZjY4ZDUyY2ZmNTkiLCJJbXBvcnRJZCI6bnVsbCwiVGl0bGUiOiJTbWFsbCBCdXNpbmVzcyBMZW5kaW5nIExhdW5jaCIsIk5vdGUiOm51bGwsIkh5cGVybGluayI6eyIkaWQiOiIzMjYiLCJBZGRyZXNzIjoiIiwiU3ViQWRkcmVzcyI6IiJ9LCJJc0NoYW5nZWQiOmZhbHNlLCJJc05ldyI6ZmFsc2V9XSwiVGFza3MiOlt7IiRpZCI6IjMyNyIsIkdyb3VwTmFtZSI6bnVsbCwiU3RhcnREYXRlIjoiMjAxOS0xMi0wOVQwMDowMDowMFoiLCJFbmREYXRlIjoiMjAyMC0wNy0yNFQyMzo1OTowMFoiLCJQZXJjZW50YWdlQ29tcGxldGUiOjAuMCwiU3R5bGUiOnsiJGlkIjoiMzI4IiwiU2hhcGUiOjMsIlNoYXBlVGhpY2tuZXNzIjowLCJEdXJhdGlvbkZvcm1hdCI6MCwiSW5jbHVkZU5vbldvcmtpbmdEYXlzSW5EdXJhdGlvbiI6ZmFsc2UsIlBlcmNlbnRhZ2VDb21wbGV0ZVN0eWxlIjp7IiRpZCI6IjMyOSIsIkZvbnRTZXR0aW5ncyI6eyIkaWQiOiIzMzAiLCJGb250U2l6ZSI6MTAsIkZvbnROYW1lIjoiQ2FsaWJyaSIsIklzQm9sZCI6ZmFsc2UsIklzSXRhbGljIjpmYWxzZSwiSXNVbmRlcmxpbmVkIjpmYWxzZSwiUGFyZW50U3R5bGUiOm51bGx9LCJBdXRvU2l6ZSI6MCwiRm9yZWdyb3VuZCI6eyIkaWQiOiIzMzEiLCJDb2xvciI6eyIkaWQiOiIzMzI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xIn0sIlBhZGRpbmciOnsiJHJlZiI6IjkyIn0sIkJhY2tncm91bmQiOnsiJHJlZiI6IjkzIn0sIklzVmlzaWJsZSI6dHJ1ZSwiV2lkdGgiOjAuMCwiSGVpZ2h0IjowLjAsIkJvcmRlclN0eWxlIjp7IiRpZCI6IjMzMyIsIkxpbmVDb2xvciI6bnVsbCwiTGluZVdlaWdodCI6MC4wLCJMaW5lVHlwZSI6MCwiUGFyZW50U3R5bGUiOm51bGx9LCJQYXJlbnRTdHlsZSI6bnVsbH0sIkR1cmF0aW9uU3R5bGUiOnsiJGlkIjoiMzM0IiwiRm9udFNldHRpbmdzIjp7IiRpZCI6IjMzNSIsIkZvbnRTaXplIjoxMCwiRm9udE5hbWUiOiJDYWxpYnJpIiwiSXNCb2xkIjpmYWxzZSwiSXNJdGFsaWMiOmZhbHNlLCJJc1VuZGVybGluZWQiOmZhbHNlLCJQYXJlbnRTdHlsZSI6bnVsbH0sIkF1dG9TaXplIjowLCJGb3JlZ3JvdW5kIjp7IiRyZWYiOiI5NiJ9LCJNYXhXaWR0aCI6MjAwLjAsIk1heEhlaWdodCI6IkluZmluaXR5IiwiU21hcnRGb3JlZ3JvdW5kSXNBY3RpdmUiOmZhbHNlLCJIb3Jpem9udGFsQWxpZ25tZW50IjowLCJWZXJ0aWNhbEFsaWdubWVudCI6MCwiU21hcnRGb3JlZ3JvdW5kIjpudWxsLCJCYWNrZ3JvdW5kRmlsbFR5cGUiOjAsIk1hcmdpbiI6eyIkcmVmIjoiOTgifSwiUGFkZGluZyI6eyIkcmVmIjoiOTkifSwiQmFja2dyb3VuZCI6eyIkcmVmIjoiMTAwIn0sIklzVmlzaWJsZSI6dHJ1ZSwiV2lkdGgiOjAuMCwiSGVpZ2h0IjowLjAsIkJvcmRlclN0eWxlIjp7IiRpZCI6IjMzNiIsIkxpbmVDb2xvciI6bnVsbCwiTGluZVdlaWdodCI6MC4wLCJMaW5lVHlwZSI6MCwiUGFyZW50U3R5bGUiOm51bGx9LCJQYXJlbnRTdHlsZSI6bnVsbH0sIkhvcml6b250YWxDb25uZWN0b3JTdHlsZSI6eyIkaWQiOiIzMzciLCJMaW5lQ29sb3IiOnsiJGlkIjoiMzM4IiwiJHR5cGUiOiJOTFJFLkNvbW1vbi5Eb20uU29saWRDb2xvckJydXNoLCBOTFJFLkNvbW1vbiIsIkNvbG9yIjp7IiRpZCI6IjMzOSIsIkEiOjI1NSwiUiI6MjA0LCJHIjoyMDQsIkIiOjIwNH19LCJMaW5lV2VpZ2h0IjoxLjAsIkxpbmVUeXBlIjowLCJQYXJlbnRTdHlsZSI6bnVsbH0sIlZlcnRpY2FsQ29ubmVjdG9yU3R5bGUiOnsiJGlkIjoiMzQwIiwiTGluZUNvbG9yIjp7IiRyZWYiOiIxMDUi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MywiSXNCZWxvd1RpbWViYW5kIjp0cnVlLCJQZXJjZW50YWdlQ29tcGxldGVTaGFwZU9wYWNpdHkiOjM1LCJTaGFwZVN0eWxlIjp7IiRpZCI6IjM0MSIsIk1hcmdpbiI6eyIkcmVmIjoiMTA4In0sIlBhZGRpbmciOnsiJHJlZiI6IjEwOSJ9LCJCYWNrZ3JvdW5kIjp7IiRpZCI6IjM0MiIsIkNvbG9yIjp7IiRpZCI6IjM0MyIsIkEiOjI1NSwiUiI6MjYsIkciOjE3MCwiQiI6NjZ9fSwiSXNWaXNpYmxlIjp0cnVlLCJXaWR0aCI6MC4wLCJIZWlnaHQiOjEwLjAsIkJvcmRlclN0eWxlIjp7IiRpZCI6IjM0NCIsIkxpbmVDb2xvciI6eyIkcmVmIjoiMTEzIn0sIkxpbmVXZWlnaHQiOjAuMCwiTGluZVR5cGUiOjAsIlBhcmVudFN0eWxlIjpudWxsfSwiUGFyZW50U3R5bGUiOm51bGx9LCJUaXRsZVN0eWxlIjp7IiRpZCI6IjM0NSIsIkZvbnRTZXR0aW5ncyI6eyIkaWQiOiIzNDYiLCJGb250U2l6ZSI6MTEsIkZvbnROYW1lIjoiQ2FsaWJyaSIsIklzQm9sZCI6dHJ1ZSwiSXNJdGFsaWMiOmZhbHNlLCJJc1VuZGVybGluZWQiOmZhbHNlLCJQYXJlbnRTdHlsZSI6bnVsbH0sIkF1dG9TaXplIjowLCJGb3JlZ3JvdW5kIjp7IiRpZCI6IjM0NyIsIkNvbG9yIjp7IiRpZCI6IjM0OCIsIkEiOjI1NSwiUiI6MjM0LCJHIjoyMiwiQiI6MzB9fSwiTWF4V2lkdGgiOjcy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cmVmIjoiMTIxIn0sIklzVmlzaWJsZSI6dHJ1ZSwiV2lkdGgiOjAuMCwiSGVpZ2h0IjowLjAsIkJvcmRlclN0eWxlIjp7IiRpZCI6IjM0OSIsIkxpbmVDb2xvciI6bnVsbCwiTGluZVdlaWdodCI6MC4wLCJMaW5lVHlwZSI6MCwiUGFyZW50U3R5bGUiOm51bGx9LCJQYXJlbnRTdHlsZSI6bnVsbH0sIkRhdGVTdHlsZSI6eyIkaWQiOiIzNTAiLCJGb250U2V0dGluZ3MiOnsiJGlkIjoiMzUxIiwiRm9udFNpemUiOjEwLCJGb250TmFtZSI6IkNhbGlicmkiLCJJc0JvbGQiOmZhbHNlLCJJc0l0YWxpYyI6ZmFsc2UsIklzVW5kZXJsaW5lZCI6ZmFsc2UsIlBhcmVudFN0eWxlIjpudWxsfSwiQXV0b1NpemUiOjAsIkZvcmVncm91bmQiOnsiJGlkIjoiMzUyIiwiQ29sb3IiOnsiJGlkIjoiMzU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2In0sIlBhZGRpbmciOnsiJHJlZiI6IjEyNyJ9LCJCYWNrZ3JvdW5kIjp7IiRyZWYiOiIxMjgifSwiSXNWaXNpYmxlIjp0cnVlLCJXaWR0aCI6MC4wLCJIZWlnaHQiOjAuMCwiQm9yZGVyU3R5bGUiOnsiJGlkIjoiMzU0IiwiTGluZUNvbG9yIjpudWxsLCJMaW5lV2VpZ2h0IjowLjAsIkxpbmVUeXBlIjowLCJQYXJlbnRTdHlsZSI6bnVsbH0sIlBhcmVudFN0eWxlIjpudWxsfSwiRGF0ZUZvcm1hdCI6eyIkcmVmIjoiMTI5In0sIklzVmlzaWJsZSI6dHJ1ZSwiUGFyZW50U3R5bGUiOm51bGx9LCJJbmRleCI6MCwiU21hcnREdXJhdGlvbkFjdGl2YXRlZCI6ZmFsc2UsIkRhdGVGb3JtYXQiOnsiJHJlZiI6IjEyOSJ9LCJJZCI6ImFlOTZiOGEwLTQ2NTktNGI4Yi1hMDgzLTJhNjg4MTEwODA0NSIsIkltcG9ydElkIjpudWxsLCJUaXRsZSI6Ik1vdGl2ZSBEQ08iLCJOb3RlIjpudWxsLCJIeXBlcmxpbmsiOnsiJGlkIjoiMzU1IiwiQWRkcmVzcyI6IiIsIlN1YkFkZHJlc3MiOiIifSwiSXNDaGFuZ2VkIjpmYWxzZSwiSXNOZXciOmZhbHNlfSx7IiRpZCI6IjM1NiIsIkdyb3VwTmFtZSI6bnVsbCwiU3RhcnREYXRlIjoiMjAxOS0xMi0xNlQwMDowMDowMFoiLCJFbmREYXRlIjoiMjAyMC0wNS0wOFQyMzo1OTowMFoiLCJQZXJjZW50YWdlQ29tcGxldGUiOjAuMCwiU3R5bGUiOnsiJGlkIjoiMzU3IiwiU2hhcGUiOjAsIlNoYXBlVGhpY2tuZXNzIjowLCJEdXJhdGlvbkZvcm1hdCI6MCwiSW5jbHVkZU5vbldvcmtpbmdEYXlzSW5EdXJhdGlvbiI6ZmFsc2UsIlBlcmNlbnRhZ2VDb21wbGV0ZVN0eWxlIjp7IiRpZCI6IjM1OCIsIkZvbnRTZXR0aW5ncyI6eyIkaWQiOiIzNTkiLCJGb250U2l6ZSI6MTAsIkZvbnROYW1lIjoiQ2FsaWJyaSIsIklzQm9sZCI6ZmFsc2UsIklzSXRhbGljIjpmYWxzZSwiSXNVbmRlcmxpbmVkIjpmYWxzZSwiUGFyZW50U3R5bGUiOm51bGx9LCJBdXRvU2l6ZSI6MCwiRm9yZWdyb3VuZCI6eyIkaWQiOiIzNjAiLCJDb2xvciI6eyIkaWQiOiIzNjE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xIn0sIlBhZGRpbmciOnsiJHJlZiI6IjkyIn0sIkJhY2tncm91bmQiOnsiJHJlZiI6IjkzIn0sIklzVmlzaWJsZSI6dHJ1ZSwiV2lkdGgiOjAuMCwiSGVpZ2h0IjowLjAsIkJvcmRlclN0eWxlIjp7IiRpZCI6IjM2MiIsIkxpbmVDb2xvciI6bnVsbCwiTGluZVdlaWdodCI6MC4wLCJMaW5lVHlwZSI6MCwiUGFyZW50U3R5bGUiOm51bGx9LCJQYXJlbnRTdHlsZSI6bnVsbH0sIkR1cmF0aW9uU3R5bGUiOnsiJGlkIjoiMzYzIiwiRm9udFNldHRpbmdzIjp7IiRpZCI6IjM2NCIsIkZvbnRTaXplIjoxMCwiRm9udE5hbWUiOiJDYWxpYnJpIiwiSXNCb2xkIjpmYWxzZSwiSXNJdGFsaWMiOmZhbHNlLCJJc1VuZGVybGluZWQiOmZhbHNlLCJQYXJlbnRTdHlsZSI6bnVsbH0sIkF1dG9TaXplIjowLCJGb3JlZ3JvdW5kIjp7IiRyZWYiOiI5NiJ9LCJNYXhXaWR0aCI6MjAwLjAsIk1heEhlaWdodCI6IkluZmluaXR5IiwiU21hcnRGb3JlZ3JvdW5kSXNBY3RpdmUiOmZhbHNlLCJIb3Jpem9udGFsQWxpZ25tZW50IjowLCJWZXJ0aWNhbEFsaWdubWVudCI6MCwiU21hcnRGb3JlZ3JvdW5kIjpudWxsLCJCYWNrZ3JvdW5kRmlsbFR5cGUiOjAsIk1hcmdpbiI6eyIkcmVmIjoiOTgifSwiUGFkZGluZyI6eyIkcmVmIjoiOTkifSwiQmFja2dyb3VuZCI6eyIkcmVmIjoiMTAwIn0sIklzVmlzaWJsZSI6dHJ1ZSwiV2lkdGgiOjAuMCwiSGVpZ2h0IjowLjAsIkJvcmRlclN0eWxlIjp7IiRpZCI6IjM2NSIsIkxpbmVDb2xvciI6bnVsbCwiTGluZVdlaWdodCI6MC4wLCJMaW5lVHlwZSI6MCwiUGFyZW50U3R5bGUiOm51bGx9LCJQYXJlbnRTdHlsZSI6bnVsbH0sIkhvcml6b250YWxDb25uZWN0b3JTdHlsZSI6eyIkaWQiOiIzNjYiLCJMaW5lQ29sb3IiOnsiJGlkIjoiMzY3IiwiJHR5cGUiOiJOTFJFLkNvbW1vbi5Eb20uU29saWRDb2xvckJydXNoLCBOTFJFLkNvbW1vbiIsIkNvbG9yIjp7IiRpZCI6IjM2OCIsIkEiOjI1NSwiUiI6MjA0LCJHIjoyMDQsIkIiOjIwNH19LCJMaW5lV2VpZ2h0IjowLjAsIkxpbmVUeXBlIjowLCJQYXJlbnRTdHlsZSI6bnVsbH0sIlZlcnRpY2FsQ29ubmVjdG9yU3R5bGUiOnsiJGlkIjoiMzY5IiwiTGluZUNvbG9yIjp7IiRyZWYiOiIxMDUi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MywiSXNCZWxvd1RpbWViYW5kIjp0cnVlLCJQZXJjZW50YWdlQ29tcGxldGVTaGFwZU9wYWNpdHkiOjM1LCJTaGFwZVN0eWxlIjp7IiRpZCI6IjM3MCIsIk1hcmdpbiI6eyIkcmVmIjoiMTA4In0sIlBhZGRpbmciOnsiJHJlZiI6IjEwOSJ9LCJCYWNrZ3JvdW5kIjp7IiRpZCI6IjM3MSIsIkNvbG9yIjp7IiRpZCI6IjM3MiIsIkEiOjI1NSwiUiI6MjYsIkciOjE3MCwiQiI6NjZ9fSwiSXNWaXNpYmxlIjp0cnVlLCJXaWR0aCI6MC4wLCJIZWlnaHQiOjEwLjAsIkJvcmRlclN0eWxlIjp7IiRpZCI6IjM3MyIsIkxpbmVDb2xvciI6eyIkcmVmIjoiMTEzIn0sIkxpbmVXZWlnaHQiOjAuMCwiTGluZVR5cGUiOjAsIlBhcmVudFN0eWxlIjpudWxsfSwiUGFyZW50U3R5bGUiOm51bGx9LCJUaXRsZVN0eWxlIjp7IiRpZCI6IjM3NCIsIkZvbnRTZXR0aW5ncyI6eyIkaWQiOiIzNzUiLCJGb250U2l6ZSI6MTEsIkZvbnROYW1lIjoiQ2FsaWJyaSIsIklzQm9sZCI6dHJ1ZSwiSXNJdGFsaWMiOmZhbHNlLCJJc1VuZGVybGluZWQiOmZhbHNlLCJQYXJlbnRTdHlsZSI6bnVsbH0sIkF1dG9TaXplIjowLCJGb3JlZ3JvdW5kIjp7IiRpZCI6IjM3NiIsIkNvbG9yIjp7IiRpZCI6IjM3Ny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xMjEifSwiSXNWaXNpYmxlIjp0cnVlLCJXaWR0aCI6MC4wLCJIZWlnaHQiOjAuMCwiQm9yZGVyU3R5bGUiOnsiJGlkIjoiMzc4IiwiTGluZUNvbG9yIjpudWxsLCJMaW5lV2VpZ2h0IjowLjAsIkxpbmVUeXBlIjowLCJQYXJlbnRTdHlsZSI6bnVsbH0sIlBhcmVudFN0eWxlIjpudWxsfSwiRGF0ZVN0eWxlIjp7IiRpZCI6IjM3OSIsIkZvbnRTZXR0aW5ncyI6eyIkaWQiOiIzODAiLCJGb250U2l6ZSI6MTAsIkZvbnROYW1lIjoiQ2FsaWJyaSIsIklzQm9sZCI6ZmFsc2UsIklzSXRhbGljIjpmYWxzZSwiSXNVbmRlcmxpbmVkIjpmYWxzZSwiUGFyZW50U3R5bGUiOm51bGx9LCJBdXRvU2l6ZSI6MCwiRm9yZWdyb3VuZCI6eyIkaWQiOiIzODEiLCJDb2xvciI6eyIkaWQiOiIzOD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jYifSwiUGFkZGluZyI6eyIkcmVmIjoiMTI3In0sIkJhY2tncm91bmQiOnsiJHJlZiI6IjEyOCJ9LCJJc1Zpc2libGUiOnRydWUsIldpZHRoIjowLjAsIkhlaWdodCI6MC4wLCJCb3JkZXJTdHlsZSI6eyIkaWQiOiIzODMiLCJMaW5lQ29sb3IiOm51bGwsIkxpbmVXZWlnaHQiOjAuMCwiTGluZVR5cGUiOjAsIlBhcmVudFN0eWxlIjpudWxsfSwiUGFyZW50U3R5bGUiOm51bGx9LCJEYXRlRm9ybWF0Ijp7IiRyZWYiOiIxMjkifSwiSXNWaXNpYmxlIjp0cnVlLCJQYXJlbnRTdHlsZSI6bnVsbH0sIkluZGV4IjoxLCJTbWFydER1cmF0aW9uQWN0aXZhdGVkIjpmYWxzZSwiRGF0ZUZvcm1hdCI6eyIkcmVmIjoiMTI5In0sIklkIjoiNGY2ZjViYTYtY2QwNi00ZTdmLTk1NjQtOTNjNzlmNTJjZmRhIiwiSW1wb3J0SWQiOm51bGwsIlRpdGxlIjoiU3ByaW50IFBsYW5uaW5nIiwiTm90ZSI6bnVsbCwiSHlwZXJsaW5rIjp7IiRpZCI6IjM4NCIsIkFkZHJlc3MiOiIiLCJTdWJBZGRyZXNzIjoiIn0sIklzQ2hhbmdlZCI6ZmFsc2UsIklzTmV3IjpmYWxzZX0seyIkaWQiOiIzODUiLCJHcm91cE5hbWUiOm51bGwsIlN0YXJ0RGF0ZSI6IjIwMjAtMDEtMDZUMDA6MDA6MDBaIiwiRW5kRGF0ZSI6IjIwMjAtMDUtMjJUMjM6NTk6MDBaIiwiUGVyY2VudGFnZUNvbXBsZXRlIjowLjAsIlN0eWxlIjp7IiRpZCI6IjM4NiIsIlNoYXBlIjoyLCJTaGFwZVRoaWNrbmVzcyI6MCwiRHVyYXRpb25Gb3JtYXQiOjAsIkluY2x1ZGVOb25Xb3JraW5nRGF5c0luRHVyYXRpb24iOmZhbHNlLCJQZXJjZW50YWdlQ29tcGxldGVTdHlsZSI6eyIkaWQiOiIzODciLCJGb250U2V0dGluZ3MiOnsiJGlkIjoiMzg4IiwiRm9udFNpemUiOjEwLCJGb250TmFtZSI6IkNhbGlicmkiLCJJc0JvbGQiOmZhbHNlLCJJc0l0YWxpYyI6ZmFsc2UsIklzVW5kZXJsaW5lZCI6ZmFsc2UsIlBhcmVudFN0eWxlIjpudWxsfSwiQXV0b1NpemUiOjAsIkZvcmVncm91bmQiOnsiJGlkIjoiMzg5IiwiQ29sb3IiOnsiJGlkIjoiMzkw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yZWYiOiI5MSJ9LCJQYWRkaW5nIjp7IiRyZWYiOiI5MiJ9LCJCYWNrZ3JvdW5kIjp7IiRyZWYiOiI5MyJ9LCJJc1Zpc2libGUiOnRydWUsIldpZHRoIjowLjAsIkhlaWdodCI6MC4wLCJCb3JkZXJTdHlsZSI6eyIkaWQiOiIzOTEiLCJMaW5lQ29sb3IiOm51bGwsIkxpbmVXZWlnaHQiOjAuMCwiTGluZVR5cGUiOjAsIlBhcmVudFN0eWxlIjpudWxsfSwiUGFyZW50U3R5bGUiOm51bGx9LCJEdXJhdGlvblN0eWxlIjp7IiRpZCI6IjM5MiIsIkZvbnRTZXR0aW5ncyI6eyIkaWQiOiIzOTMiLCJGb250U2l6ZSI6MTAsIkZvbnROYW1lIjoiQ2FsaWJyaSIsIklzQm9sZCI6ZmFsc2UsIklzSXRhbGljIjpmYWxzZSwiSXNVbmRlcmxpbmVkIjpmYWxzZSwiUGFyZW50U3R5bGUiOm51bGx9LCJBdXRvU2l6ZSI6MCwiRm9yZWdyb3VuZCI6eyIkcmVmIjoiOTYifSwiTWF4V2lkdGgiOjIwMC4wLCJNYXhIZWlnaHQiOiJJbmZpbml0eSIsIlNtYXJ0Rm9yZWdyb3VuZElzQWN0aXZlIjpmYWxzZSwiSG9yaXpvbnRhbEFsaWdubWVudCI6MCwiVmVydGljYWxBbGlnbm1lbnQiOjAsIlNtYXJ0Rm9yZWdyb3VuZCI6bnVsbCwiQmFja2dyb3VuZEZpbGxUeXBlIjowLCJNYXJnaW4iOnsiJHJlZiI6Ijk4In0sIlBhZGRpbmciOnsiJHJlZiI6Ijk5In0sIkJhY2tncm91bmQiOnsiJHJlZiI6IjEwMCJ9LCJJc1Zpc2libGUiOnRydWUsIldpZHRoIjowLjAsIkhlaWdodCI6MC4wLCJCb3JkZXJTdHlsZSI6eyIkaWQiOiIzOTQiLCJMaW5lQ29sb3IiOm51bGwsIkxpbmVXZWlnaHQiOjAuMCwiTGluZVR5cGUiOjAsIlBhcmVudFN0eWxlIjpudWxsfSwiUGFyZW50U3R5bGUiOm51bGx9LCJIb3Jpem9udGFsQ29ubmVjdG9yU3R5bGUiOnsiJGlkIjoiMzk1IiwiTGluZUNvbG9yIjp7IiRpZCI6IjM5NiIsIiR0eXBlIjoiTkxSRS5Db21tb24uRG9tLlNvbGlkQ29sb3JCcnVzaCwgTkxSRS5Db21tb24iLCJDb2xvciI6eyIkaWQiOiIzOTciLCJBIjoyNTUsIlIiOjIwNCwiRyI6MjA0LCJCIjoyMDR9fSwiTGluZVdlaWdodCI6MS41LCJMaW5lVHlwZSI6MCwiUGFyZW50U3R5bGUiOm51bGx9LCJWZXJ0aWNhbENvbm5lY3RvclN0eWxlIjp7IiRpZCI6IjM5OCIsIkxpbmVDb2xvciI6eyIkcmVmIjoiMTA1In0sIkxpbmVXZWlnaHQiOjAuMCwiTGluZVR5cGUiOjAsIlBhcmVudFN0eWxlIjpudWxsfSwiTWFyZ2luIjpudWxsLCJTdGFydERhdGVQb3NpdGlvbiI6NCwiRW5kRGF0ZVBvc2l0aW9uIjo0LCJEYXRlSXNWaXNpYmxlIjp0cnVlLCJUaXRsZVBvc2l0aW9uIjo1LCJEdXJhdGlvblBvc2l0aW9uIjo2LCJQZXJjZW50YWdlQ29tcGxldGVkUG9zaXRpb24iOjYsIlNwYWNpbmciOjMsIklzQmVsb3dUaW1lYmFuZCI6dHJ1ZSwiUGVyY2VudGFnZUNvbXBsZXRlU2hhcGVPcGFjaXR5IjozNSwiU2hhcGVTdHlsZSI6eyIkaWQiOiIzOTkiLCJNYXJnaW4iOnsiJHJlZiI6IjEwOCJ9LCJQYWRkaW5nIjp7IiRyZWYiOiIxMDkifSwiQmFja2dyb3VuZCI6eyIkaWQiOiI0MDAiLCJDb2xvciI6eyIkaWQiOiI0MDEiLCJBIjoyNTUsIlIiOjI2LCJHIjoxNzAsIkIiOjY2fX0sIklzVmlzaWJsZSI6dHJ1ZSwiV2lkdGgiOjAuMCwiSGVpZ2h0IjoxMC4wLCJCb3JkZXJTdHlsZSI6eyIkaWQiOiI0MDIiLCJMaW5lQ29sb3IiOnsiJHJlZiI6IjExMyJ9LCJMaW5lV2VpZ2h0IjowLjAsIkxpbmVUeXBlIjowLCJQYXJlbnRTdHlsZSI6bnVsbH0sIlBhcmVudFN0eWxlIjpudWxsfSwiVGl0bGVTdHlsZSI6eyIkaWQiOiI0MDMiLCJGb250U2V0dGluZ3MiOnsiJGlkIjoiNDA0IiwiRm9udFNpemUiOjExLCJGb250TmFtZSI6IkNhbGlicmkiLCJJc0JvbGQiOnRydWUsIklzSXRhbGljIjpmYWxzZSwiSXNVbmRlcmxpbmVkIjpmYWxzZSwiUGFyZW50U3R5bGUiOm51bGx9LCJBdXRvU2l6ZSI6MCwiRm9yZWdyb3VuZCI6eyIkaWQiOiI0MDUiLCJDb2xvciI6eyIkaWQiOiI0MDY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cmVmIjoiMTIxIn0sIklzVmlzaWJsZSI6dHJ1ZSwiV2lkdGgiOjAuMCwiSGVpZ2h0IjowLjAsIkJvcmRlclN0eWxlIjp7IiRpZCI6IjQwNyIsIkxpbmVDb2xvciI6bnVsbCwiTGluZVdlaWdodCI6MC4wLCJMaW5lVHlwZSI6MCwiUGFyZW50U3R5bGUiOm51bGx9LCJQYXJlbnRTdHlsZSI6bnVsbH0sIkRhdGVTdHlsZSI6eyIkaWQiOiI0MDgiLCJGb250U2V0dGluZ3MiOnsiJGlkIjoiNDA5IiwiRm9udFNpemUiOjEwLCJGb250TmFtZSI6IkNhbGlicmkiLCJJc0JvbGQiOmZhbHNlLCJJc0l0YWxpYyI6ZmFsc2UsIklzVW5kZXJsaW5lZCI6ZmFsc2UsIlBhcmVudFN0eWxlIjpudWxsfSwiQXV0b1NpemUiOjAsIkZvcmVncm91bmQiOnsiJGlkIjoiNDEwIiwiQ29sb3IiOnsiJGlkIjoiNDE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2In0sIlBhZGRpbmciOnsiJHJlZiI6IjEyNyJ9LCJCYWNrZ3JvdW5kIjp7IiRyZWYiOiIxMjgifSwiSXNWaXNpYmxlIjp0cnVlLCJXaWR0aCI6MC4wLCJIZWlnaHQiOjAuMCwiQm9yZGVyU3R5bGUiOnsiJGlkIjoiNDEyIiwiTGluZUNvbG9yIjpudWxsLCJMaW5lV2VpZ2h0IjowLjAsIkxpbmVUeXBlIjowLCJQYXJlbnRTdHlsZSI6bnVsbH0sIlBhcmVudFN0eWxlIjpudWxsfSwiRGF0ZUZvcm1hdCI6eyIkcmVmIjoiMTI5In0sIklzVmlzaWJsZSI6dHJ1ZSwiUGFyZW50U3R5bGUiOm51bGx9LCJJbmRleCI6MiwiU21hcnREdXJhdGlvbkFjdGl2YXRlZCI6ZmFsc2UsIkRhdGVGb3JtYXQiOnsiJHJlZiI6IjEyOSJ9LCJJZCI6IjE1NTA4YzdiLWIxOTctNDU5NC1hMTFjLTFiNDRiZmJmYjEyZSIsIkltcG9ydElkIjpudWxsLCJUaXRsZSI6IlNwcmludCBCdWlsZHMvVGVzdGluZyIsIk5vdGUiOm51bGwsIkh5cGVybGluayI6eyIkaWQiOiI0MTMiLCJBZGRyZXNzIjoiIiwiU3ViQWRkcmVzcyI6IiJ9LCJJc0NoYW5nZWQiOmZhbHNlLCJJc05ldyI6ZmFsc2V9LHsiJGlkIjoiNDE0IiwiR3JvdXBOYW1lIjpudWxsLCJTdGFydERhdGUiOiIyMDIwLTA2LTA4VDAwOjAwOjAwWiIsIkVuZERhdGUiOiIyMDIwLTA2LTEyVDIzOjU5OjAwWiIsIlBlcmNlbnRhZ2VDb21wbGV0ZSI6bnVsbCwiU3R5bGUiOnsiJGlkIjoiNDE1IiwiU2hhcGUiOjAsIlNoYXBlVGhpY2tuZXNzIjowLCJEdXJhdGlvbkZvcm1hdCI6MCwiSW5jbHVkZU5vbldvcmtpbmdEYXlzSW5EdXJhdGlvbiI6ZmFsc2UsIlBlcmNlbnRhZ2VDb21wbGV0ZVN0eWxlIjp7IiRpZCI6IjQxNiIsIkZvbnRTZXR0aW5ncyI6eyIkaWQiOiI0MTciLCJGb250U2l6ZSI6MTAsIkZvbnROYW1lIjoiQ2FsaWJyaSIsIklzQm9sZCI6ZmFsc2UsIklzSXRhbGljIjpmYWxzZSwiSXNVbmRlcmxpbmVkIjpmYWxzZSwiUGFyZW50U3R5bGUiOm51bGx9LCJBdXRvU2l6ZSI6MCwiRm9yZWdyb3VuZCI6eyIkcmVmIjoiODkifSwiTWF4V2lkdGgiOjIwMC4wLCJNYXhIZWlnaHQiOiJJbmZpbml0eSIsIlNtYXJ0Rm9yZWdyb3VuZElzQWN0aXZlIjpmYWxzZSwiSG9yaXpvbnRhbEFsaWdubWVudCI6MCwiVmVydGljYWxBbGlnbm1lbnQiOjAsIlNtYXJ0Rm9yZWdyb3VuZCI6bnVsbCwiQmFja2dyb3VuZEZpbGxUeXBlIjowLCJNYXJnaW4iOnsiJHJlZiI6IjkxIn0sIlBhZGRpbmciOnsiJHJlZiI6IjkyIn0sIkJhY2tncm91bmQiOnsiJHJlZiI6IjkzIn0sIklzVmlzaWJsZSI6dHJ1ZSwiV2lkdGgiOjAuMCwiSGVpZ2h0IjowLjAsIkJvcmRlclN0eWxlIjp7IiRpZCI6IjQxOCIsIkxpbmVDb2xvciI6bnVsbCwiTGluZVdlaWdodCI6MC4wLCJMaW5lVHlwZSI6MCwiUGFyZW50U3R5bGUiOm51bGx9LCJQYXJlbnRTdHlsZSI6bnVsbH0sIkR1cmF0aW9uU3R5bGUiOnsiJGlkIjoiNDE5IiwiRm9udFNldHRpbmdzIjp7IiRpZCI6IjQyMCIsIkZvbnRTaXplIjoxMCwiRm9udE5hbWUiOiJDYWxpYnJpIiwiSXNCb2xkIjpmYWxzZSwiSXNJdGFsaWMiOmZhbHNlLCJJc1VuZGVybGluZWQiOmZhbHNlLCJQYXJlbnRTdHlsZSI6bnVsbH0sIkF1dG9TaXplIjowLCJGb3JlZ3JvdW5kIjp7IiRyZWYiOiI5NiJ9LCJNYXhXaWR0aCI6MjAwLjAsIk1heEhlaWdodCI6IkluZmluaXR5IiwiU21hcnRGb3JlZ3JvdW5kSXNBY3RpdmUiOmZhbHNlLCJIb3Jpem9udGFsQWxpZ25tZW50IjowLCJWZXJ0aWNhbEFsaWdubWVudCI6MCwiU21hcnRGb3JlZ3JvdW5kIjpudWxsLCJCYWNrZ3JvdW5kRmlsbFR5cGUiOjAsIk1hcmdpbiI6eyIkcmVmIjoiOTgifSwiUGFkZGluZyI6eyIkcmVmIjoiOTkifSwiQmFja2dyb3VuZCI6eyIkcmVmIjoiMTAwIn0sIklzVmlzaWJsZSI6dHJ1ZSwiV2lkdGgiOjAuMCwiSGVpZ2h0IjowLjAsIkJvcmRlclN0eWxlIjp7IiRpZCI6IjQyMSIsIkxpbmVDb2xvciI6bnVsbCwiTGluZVdlaWdodCI6MC4wLCJMaW5lVHlwZSI6MCwiUGFyZW50U3R5bGUiOm51bGx9LCJQYXJlbnRTdHlsZSI6bnVsbH0sIkhvcml6b250YWxDb25uZWN0b3JTdHlsZSI6eyIkaWQiOiI0MjIiLCJMaW5lQ29sb3IiOnsiJHJlZiI6IjEwMiJ9LCJMaW5lV2VpZ2h0IjoxLjAsIkxpbmVUeXBlIjowLCJQYXJlbnRTdHlsZSI6bnVsbH0sIlZlcnRpY2FsQ29ubmVjdG9yU3R5bGUiOnsiJGlkIjoiNDIzIiwiTGluZUNvbG9yIjp7IiRyZWYiOiIxMDUifSwiTGluZVdlaWdodCI6MC4wLCJMaW5lVHlwZSI6MCwiUGFyZW50U3R5bGUiOm51bGx9LCJNYXJnaW4iOm51bGwsIlN0YXJ0RGF0ZVBvc2l0aW9uIjo0LCJFbmREYXRlUG9zaXRpb24iOjQsIkRhdGVJc1Zpc2libGUiOnRydWUsIlRpdGxlUG9zaXRpb24iOjUsIkR1cmF0aW9uUG9zaXRpb24iOjYsIlBlcmNlbnRhZ2VDb21wbGV0ZWRQb3NpdGlvbiI6MiwiU3BhY2luZyI6MywiSXNCZWxvd1RpbWViYW5kIjp0cnVlLCJQZXJjZW50YWdlQ29tcGxldGVTaGFwZU9wYWNpdHkiOjM1LCJTaGFwZVN0eWxlIjp7IiRpZCI6IjQyNCIsIk1hcmdpbiI6eyIkcmVmIjoiMTA4In0sIlBhZGRpbmciOnsiJHJlZiI6IjEwOSJ9LCJCYWNrZ3JvdW5kIjp7IiRpZCI6IjQyNSIsIkNvbG9yIjp7IiRpZCI6IjQyNiIsIkEiOjI1NSwiUiI6MjYsIkciOjE3MCwiQiI6NjZ9fSwiSXNWaXNpYmxlIjp0cnVlLCJXaWR0aCI6MC4wLCJIZWlnaHQiOjEwLjAsIkJvcmRlclN0eWxlIjp7IiRpZCI6IjQyNyIsIkxpbmVDb2xvciI6eyIkcmVmIjoiMTEzIn0sIkxpbmVXZWlnaHQiOjAuMCwiTGluZVR5cGUiOjAsIlBhcmVudFN0eWxlIjpudWxsfSwiUGFyZW50U3R5bGUiOm51bGx9LCJUaXRsZVN0eWxlIjp7IiRpZCI6IjQyOCIsIkZvbnRTZXR0aW5ncyI6eyIkaWQiOiI0MjkiLCJGb250U2l6ZSI6MTEsIkZvbnROYW1lIjoiQ2FsaWJyaSIsIklzQm9sZCI6dHJ1ZSwiSXNJdGFsaWMiOmZhbHNlLCJJc1VuZGVybGluZWQiOmZhbHNlLCJQYXJlbnRTdHlsZSI6bnVsbH0sIkF1dG9TaXplIjowLCJGb3JlZ3JvdW5kIjp7IiRpZCI6IjQzMCIsIkNvbG9yIjp7IiRpZCI6IjQzM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xMjEifSwiSXNWaXNpYmxlIjp0cnVlLCJXaWR0aCI6MC4wLCJIZWlnaHQiOjAuMCwiQm9yZGVyU3R5bGUiOnsiJGlkIjoiNDMyIiwiTGluZUNvbG9yIjpudWxsLCJMaW5lV2VpZ2h0IjowLjAsIkxpbmVUeXBlIjowLCJQYXJlbnRTdHlsZSI6bnVsbH0sIlBhcmVudFN0eWxlIjpudWxsfSwiRGF0ZVN0eWxlIjp7IiRpZCI6IjQzMyIsIkZvbnRTZXR0aW5ncyI6eyIkaWQiOiI0MzQiLCJGb250U2l6ZSI6MTAsIkZvbnROYW1lIjoiQ2FsaWJyaSIsIklzQm9sZCI6ZmFsc2UsIklzSXRhbGljIjpmYWxzZSwiSXNVbmRlcmxpbmVkIjpmYWxzZSwiUGFyZW50U3R5bGUiOm51bGx9LCJBdXRvU2l6ZSI6MCwiRm9yZWdyb3VuZCI6eyIkaWQiOiI0MzUiLCJDb2xvciI6eyIkaWQiOiI0MzY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jYifSwiUGFkZGluZyI6eyIkcmVmIjoiMTI3In0sIkJhY2tncm91bmQiOnsiJHJlZiI6IjEyOCJ9LCJJc1Zpc2libGUiOnRydWUsIldpZHRoIjowLjAsIkhlaWdodCI6MC4wLCJCb3JkZXJTdHlsZSI6eyIkaWQiOiI0MzciLCJMaW5lQ29sb3IiOm51bGwsIkxpbmVXZWlnaHQiOjAuMCwiTGluZVR5cGUiOjAsIlBhcmVudFN0eWxlIjpudWxsfSwiUGFyZW50U3R5bGUiOm51bGx9LCJEYXRlRm9ybWF0Ijp7IiRyZWYiOiIxMjkifSwiSXNWaXNpYmxlIjp0cnVlLCJQYXJlbnRTdHlsZSI6bnVsbH0sIkluZGV4IjozLCJTbWFydER1cmF0aW9uQWN0aXZhdGVkIjpmYWxzZSwiRGF0ZUZvcm1hdCI6eyIkcmVmIjoiMTI5In0sIklkIjoiZjZkY2ViMzktODc4YS00MzY5LTllZTgtNGRhYTU3ZGU2Y2YyIiwiSW1wb3J0SWQiOm51bGwsIlRpdGxlIjoiQkFUIFRlc3RpbmciLCJOb3RlIjpudWxsLCJIeXBlcmxpbmsiOnsiJGlkIjoiNDM4IiwiQWRkcmVzcyI6IiIsIlN1YkFkZHJlc3MiOiIifSwiSXNDaGFuZ2VkIjpmYWxzZSwiSXNOZXciOmZhbHNlfSx7IiRpZCI6IjQzOSIsIkdyb3VwTmFtZSI6bnVsbCwiU3RhcnREYXRlIjoiMjAyMC0wNS0xN1QyMzo1OTowMFoiLCJFbmREYXRlIjoiMjAyMC0wNy0yNFQyMzo1OTowMFoiLCJQZXJjZW50YWdlQ29tcGxldGUiOjAuMCwiU3R5bGUiOnsiJGlkIjoiNDQwIiwiU2hhcGUiOjAsIlNoYXBlVGhpY2tuZXNzIjowLCJEdXJhdGlvbkZvcm1hdCI6MCwiSW5jbHVkZU5vbldvcmtpbmdEYXlzSW5EdXJhdGlvbiI6ZmFsc2UsIlBlcmNlbnRhZ2VDb21wbGV0ZVN0eWxlIjp7IiRpZCI6IjQ0MSIsIkZvbnRTZXR0aW5ncyI6eyIkaWQiOiI0NDIiLCJGb250U2l6ZSI6MTAsIkZvbnROYW1lIjoiQ2FsaWJyaSIsIklzQm9sZCI6dHJ1ZSwiSXNJdGFsaWMiOmZhbHNlLCJJc1VuZGVybGluZWQiOmZhbHNlLCJQYXJlbnRTdHlsZSI6bnVsbH0sIkF1dG9TaXplIjowLCJGb3JlZ3JvdW5kIjp7IiRpZCI6IjQ0MyIsIkNvbG9yIjp7IiRpZCI6IjQ0NC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TEifSwiUGFkZGluZyI6eyIkcmVmIjoiOTIifSwiQmFja2dyb3VuZCI6eyIkcmVmIjoiOTMifSwiSXNWaXNpYmxlIjp0cnVlLCJXaWR0aCI6MC4wLCJIZWlnaHQiOjAuMCwiQm9yZGVyU3R5bGUiOnsiJGlkIjoiNDQ1IiwiTGluZUNvbG9yIjpudWxsLCJMaW5lV2VpZ2h0IjowLjAsIkxpbmVUeXBlIjowLCJQYXJlbnRTdHlsZSI6bnVsbH0sIlBhcmVudFN0eWxlIjpudWxsfSwiRHVyYXRpb25TdHlsZSI6eyIkaWQiOiI0NDYiLCJGb250U2V0dGluZ3MiOnsiJGlkIjoiNDQ3IiwiRm9udFNpemUiOjEwLCJGb250TmFtZSI6IkNhbGlicmkiLCJJc0JvbGQiOmZhbHNlLCJJc0l0YWxpYyI6ZmFsc2UsIklzVW5kZXJsaW5lZCI6ZmFsc2UsIlBhcmVudFN0eWxlIjpudWxsfSwiQXV0b1NpemUiOjAsIkZvcmVncm91bmQiOnsiJHJlZiI6Ijk2In0sIk1heFdpZHRoIjoyMDAuMCwiTWF4SGVpZ2h0IjoiSW5maW5pdHkiLCJTbWFydEZvcmVncm91bmRJc0FjdGl2ZSI6ZmFsc2UsIkhvcml6b250YWxBbGlnbm1lbnQiOjAsIlZlcnRpY2FsQWxpZ25tZW50IjowLCJTbWFydEZvcmVncm91bmQiOm51bGwsIkJhY2tncm91bmRGaWxsVHlwZSI6MCwiTWFyZ2luIjp7IiRyZWYiOiI5OCJ9LCJQYWRkaW5nIjp7IiRyZWYiOiI5OSJ9LCJCYWNrZ3JvdW5kIjp7IiRyZWYiOiIxMDAifSwiSXNWaXNpYmxlIjp0cnVlLCJXaWR0aCI6MC4wLCJIZWlnaHQiOjAuMCwiQm9yZGVyU3R5bGUiOnsiJGlkIjoiNDQ4IiwiTGluZUNvbG9yIjpudWxsLCJMaW5lV2VpZ2h0IjowLjAsIkxpbmVUeXBlIjowLCJQYXJlbnRTdHlsZSI6bnVsbH0sIlBhcmVudFN0eWxlIjpudWxsfSwiSG9yaXpvbnRhbENvbm5lY3RvclN0eWxlIjp7IiRpZCI6IjQ0OSIsIkxpbmVDb2xvciI6eyIkcmVmIjoiMTAyIn0sIkxpbmVXZWlnaHQiOjAuMCwiTGluZVR5cGUiOjAsIlBhcmVudFN0eWxlIjpudWxsfSwiVmVydGljYWxDb25uZWN0b3JTdHlsZSI6eyIkaWQiOiI0NTAiLCJMaW5lQ29sb3IiOnsiJHJlZiI6IjEwNS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zLCJJc0JlbG93VGltZWJhbmQiOnRydWUsIlBlcmNlbnRhZ2VDb21wbGV0ZVNoYXBlT3BhY2l0eSI6MzUsIlNoYXBlU3R5bGUiOnsiJGlkIjoiNDUxIiwiTWFyZ2luIjp7IiRyZWYiOiIxMDgifSwiUGFkZGluZyI6eyIkcmVmIjoiMTA5In0sIkJhY2tncm91bmQiOnsiJGlkIjoiNDUyIiwiQ29sb3IiOnsiJGlkIjoiNDUzIiwiQSI6MjU1LCJSIjoyNiwiRyI6MTcwLCJCIjo2Nn19LCJJc1Zpc2libGUiOnRydWUsIldpZHRoIjowLjAsIkhlaWdodCI6MTAuMCwiQm9yZGVyU3R5bGUiOnsiJGlkIjoiNDU0IiwiTGluZUNvbG9yIjp7IiRyZWYiOiIxMTMifSwiTGluZVdlaWdodCI6MC4wLCJMaW5lVHlwZSI6MCwiUGFyZW50U3R5bGUiOm51bGx9LCJQYXJlbnRTdHlsZSI6bnVsbH0sIlRpdGxlU3R5bGUiOnsiJGlkIjoiNDU1IiwiRm9udFNldHRpbmdzIjp7IiRpZCI6IjQ1NiIsIkZvbnRTaXplIjoxMSwiRm9udE5hbWUiOiJDYWxpYnJpIiwiSXNCb2xkIjp0cnVlLCJJc0l0YWxpYyI6ZmFsc2UsIklzVW5kZXJsaW5lZCI6ZmFsc2UsIlBhcmVudFN0eWxlIjpudWxsfSwiQXV0b1NpemUiOjAsIkZvcmVncm91bmQiOnsiJGlkIjoiNDU3IiwiQ29sb3IiOnsiJGlkIjoiNDU4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EyMSJ9LCJJc1Zpc2libGUiOnRydWUsIldpZHRoIjowLjAsIkhlaWdodCI6MC4wLCJCb3JkZXJTdHlsZSI6eyIkaWQiOiI0NTkiLCJMaW5lQ29sb3IiOm51bGwsIkxpbmVXZWlnaHQiOjAuMCwiTGluZVR5cGUiOjAsIlBhcmVudFN0eWxlIjpudWxsfSwiUGFyZW50U3R5bGUiOm51bGx9LCJEYXRlU3R5bGUiOnsiJGlkIjoiNDYwIiwiRm9udFNldHRpbmdzIjp7IiRpZCI6IjQ2MSIsIkZvbnRTaXplIjoxMCwiRm9udE5hbWUiOiJDYWxpYnJpIiwiSXNCb2xkIjpmYWxzZSwiSXNJdGFsaWMiOmZhbHNlLCJJc1VuZGVybGluZWQiOmZhbHNlLCJQYXJlbnRTdHlsZSI6bnVsbH0sIkF1dG9TaXplIjowLCJGb3JlZ3JvdW5kIjp7IiRpZCI6IjQ2MiIsIkNvbG9yIjp7IiRpZCI6IjQ2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Q2NCIsIkxpbmVDb2xvciI6bnVsbCwiTGluZVdlaWdodCI6MC4wLCJMaW5lVHlwZSI6MCwiUGFyZW50U3R5bGUiOm51bGx9LCJQYXJlbnRTdHlsZSI6bnVsbH0sIkRhdGVGb3JtYXQiOnsiJHJlZiI6IjEyOSJ9LCJJc1Zpc2libGUiOnRydWUsIlBhcmVudFN0eWxlIjpudWxsfSwiSW5kZXgiOjQsIlNtYXJ0RHVyYXRpb25BY3RpdmF0ZWQiOmZhbHNlLCJEYXRlRm9ybWF0Ijp7IiRyZWYiOiIxMjkifSwiSWQiOiIwZDY2MjJhNC0zNzYxLTRjOTQtODI2ZS1mMjUzZGJjMjVkMDIiLCJJbXBvcnRJZCI6bnVsbCwiVGl0bGUiOiJEZXBsb3kiLCJOb3RlIjpudWxsLCJIeXBlcmxpbmsiOnsiJGlkIjoiNDY1IiwiQWRkcmVzcyI6IiIsIlN1YkFkZHJlc3MiOiIifSwiSXNDaGFuZ2VkIjpmYWxzZSwiSXNOZXciOmZhbHNlfSx7IiRpZCI6IjQ2NiIsIkdyb3VwTmFtZSI6bnVsbCwiU3RhcnREYXRlIjoiMjAyMC0wMy0wM1QwMDowMDowMFoiLCJFbmREYXRlIjoiMjAyMC0xMC0yNlQyMzo1OTowMFoiLCJQZXJjZW50YWdlQ29tcGxldGUiOjAuMCwiU3R5bGUiOnsiJGlkIjoiNDY3IiwiU2hhcGUiOjMsIlNoYXBlVGhpY2tuZXNzIjowLCJEdXJhdGlvbkZvcm1hdCI6MCwiSW5jbHVkZU5vbldvcmtpbmdEYXlzSW5EdXJhdGlvbiI6ZmFsc2UsIlBlcmNlbnRhZ2VDb21wbGV0ZVN0eWxlIjp7IiRpZCI6IjQ2OCIsIkZvbnRTZXR0aW5ncyI6eyIkaWQiOiI0NjkiLCJGb250U2l6ZSI6MTAsIkZvbnROYW1lIjoiQ2FsaWJyaSIsIklzQm9sZCI6ZmFsc2UsIklzSXRhbGljIjpmYWxzZSwiSXNVbmRlcmxpbmVkIjpmYWxzZSwiUGFyZW50U3R5bGUiOm51bGx9LCJBdXRvU2l6ZSI6MCwiRm9yZWdyb3VuZCI6eyIkaWQiOiI0NzAiLCJDb2xvciI6eyIkaWQiOiI0NzE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xIn0sIlBhZGRpbmciOnsiJHJlZiI6IjkyIn0sIkJhY2tncm91bmQiOnsiJHJlZiI6IjkzIn0sIklzVmlzaWJsZSI6dHJ1ZSwiV2lkdGgiOjAuMCwiSGVpZ2h0IjowLjAsIkJvcmRlclN0eWxlIjp7IiRpZCI6IjQ3MiIsIkxpbmVDb2xvciI6bnVsbCwiTGluZVdlaWdodCI6MC4wLCJMaW5lVHlwZSI6MCwiUGFyZW50U3R5bGUiOm51bGx9LCJQYXJlbnRTdHlsZSI6bnVsbH0sIkR1cmF0aW9uU3R5bGUiOnsiJGlkIjoiNDczIiwiRm9udFNldHRpbmdzIjp7IiRpZCI6IjQ3NCIsIkZvbnRTaXplIjoxMCwiRm9udE5hbWUiOiJDYWxpYnJpIiwiSXNCb2xkIjpmYWxzZSwiSXNJdGFsaWMiOmZhbHNlLCJJc1VuZGVybGluZWQiOmZhbHNlLCJQYXJlbnRTdHlsZSI6bnVsbH0sIkF1dG9TaXplIjowLCJGb3JlZ3JvdW5kIjp7IiRyZWYiOiI5NiJ9LCJNYXhXaWR0aCI6MjAwLjAsIk1heEhlaWdodCI6IkluZmluaXR5IiwiU21hcnRGb3JlZ3JvdW5kSXNBY3RpdmUiOmZhbHNlLCJIb3Jpem9udGFsQWxpZ25tZW50IjowLCJWZXJ0aWNhbEFsaWdubWVudCI6MCwiU21hcnRGb3JlZ3JvdW5kIjpudWxsLCJCYWNrZ3JvdW5kRmlsbFR5cGUiOjAsIk1hcmdpbiI6eyIkcmVmIjoiOTgifSwiUGFkZGluZyI6eyIkcmVmIjoiOTkifSwiQmFja2dyb3VuZCI6eyIkcmVmIjoiMTAwIn0sIklzVmlzaWJsZSI6dHJ1ZSwiV2lkdGgiOjAuMCwiSGVpZ2h0IjowLjAsIkJvcmRlclN0eWxlIjp7IiRpZCI6IjQ3NSIsIkxpbmVDb2xvciI6bnVsbCwiTGluZVdlaWdodCI6MC4wLCJMaW5lVHlwZSI6MCwiUGFyZW50U3R5bGUiOm51bGx9LCJQYXJlbnRTdHlsZSI6bnVsbH0sIkhvcml6b250YWxDb25uZWN0b3JTdHlsZSI6eyIkaWQiOiI0NzYiLCJMaW5lQ29sb3IiOnsiJGlkIjoiNDc3IiwiJHR5cGUiOiJOTFJFLkNvbW1vbi5Eb20uU29saWRDb2xvckJydXNoLCBOTFJFLkNvbW1vbiIsIkNvbG9yIjp7IiRpZCI6IjQ3OCIsIkEiOjI1NSwiUiI6MjA0LCJHIjoyMDQsIkIiOjIwNH19LCJMaW5lV2VpZ2h0IjoxLjAsIkxpbmVUeXBlIjowLCJQYXJlbnRTdHlsZSI6bnVsbH0sIlZlcnRpY2FsQ29ubmVjdG9yU3R5bGUiOnsiJGlkIjoiNDc5IiwiTGluZUNvbG9yIjp7IiRyZWYiOiIxMDUi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MywiSXNCZWxvd1RpbWViYW5kIjp0cnVlLCJQZXJjZW50YWdlQ29tcGxldGVTaGFwZU9wYWNpdHkiOjM1LCJTaGFwZVN0eWxlIjp7IiRpZCI6IjQ4MCIsIk1hcmdpbiI6eyIkcmVmIjoiMTA4In0sIlBhZGRpbmciOnsiJHJlZiI6IjEwOSJ9LCJCYWNrZ3JvdW5kIjp7IiRpZCI6IjQ4MSIsIkNvbG9yIjp7IiRpZCI6IjQ4MiIsIkEiOjI1NSwiUiI6MjU0LCJHIjoxODYsIkIiOjEwfX0sIklzVmlzaWJsZSI6dHJ1ZSwiV2lkdGgiOjAuMCwiSGVpZ2h0IjoxMC4wLCJCb3JkZXJTdHlsZSI6eyIkaWQiOiI0ODMiLCJMaW5lQ29sb3IiOnsiJHJlZiI6IjExMyJ9LCJMaW5lV2VpZ2h0IjowLjAsIkxpbmVUeXBlIjowLCJQYXJlbnRTdHlsZSI6bnVsbH0sIlBhcmVudFN0eWxlIjpudWxsfSwiVGl0bGVTdHlsZSI6eyIkaWQiOiI0ODQiLCJGb250U2V0dGluZ3MiOnsiJGlkIjoiNDg1IiwiRm9udFNpemUiOjExLCJGb250TmFtZSI6IkNhbGlicmkiLCJJc0JvbGQiOnRydWUsIklzSXRhbGljIjpmYWxzZSwiSXNVbmRlcmxpbmVkIjpmYWxzZSwiUGFyZW50U3R5bGUiOm51bGx9LCJBdXRvU2l6ZSI6MCwiRm9yZWdyb3VuZCI6eyIkaWQiOiI0ODYiLCJDb2xvciI6eyIkaWQiOiI0ODciLCJBIjoyNTUsIlIiOjIzNCwiRyI6MjIsIkIiOjMwfX0sIk1heFdpZHRoIjo3Mj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EyMSJ9LCJJc1Zpc2libGUiOnRydWUsIldpZHRoIjowLjAsIkhlaWdodCI6MC4wLCJCb3JkZXJTdHlsZSI6eyIkaWQiOiI0ODgiLCJMaW5lQ29sb3IiOm51bGwsIkxpbmVXZWlnaHQiOjAuMCwiTGluZVR5cGUiOjAsIlBhcmVudFN0eWxlIjpudWxsfSwiUGFyZW50U3R5bGUiOm51bGx9LCJEYXRlU3R5bGUiOnsiJGlkIjoiNDg5IiwiRm9udFNldHRpbmdzIjp7IiRpZCI6IjQ5MCIsIkZvbnRTaXplIjoxMCwiRm9udE5hbWUiOiJDYWxpYnJpIiwiSXNCb2xkIjpmYWxzZSwiSXNJdGFsaWMiOmZhbHNlLCJJc1VuZGVybGluZWQiOmZhbHNlLCJQYXJlbnRTdHlsZSI6bnVsbH0sIkF1dG9TaXplIjowLCJGb3JlZ3JvdW5kIjp7IiRpZCI6IjQ5MSIsIkNvbG9yIjp7IiRpZCI6IjQ5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Q5MyIsIkxpbmVDb2xvciI6bnVsbCwiTGluZVdlaWdodCI6MC4wLCJMaW5lVHlwZSI6MCwiUGFyZW50U3R5bGUiOm51bGx9LCJQYXJlbnRTdHlsZSI6bnVsbH0sIkRhdGVGb3JtYXQiOnsiJHJlZiI6IjEyOSJ9LCJJc1Zpc2libGUiOnRydWUsIlBhcmVudFN0eWxlIjpudWxsfSwiSW5kZXgiOjcsIlNtYXJ0RHVyYXRpb25BY3RpdmF0ZWQiOmZhbHNlLCJEYXRlRm9ybWF0Ijp7IiRyZWYiOiIxMjkifSwiSWQiOiI4Mzg5ZjVlOS02OGRkLTQ3YTUtOTlhZS03MzA4M2YyNWJiYTQiLCJJbXBvcnRJZCI6bnVsbCwiVGl0bGUiOiJQZXJzb25hbC9Nb3RpdmUgRnVsbC9JbiBCcmFuY2ggRENPIiwiTm90ZSI6bnVsbCwiSHlwZXJsaW5rIjp7IiRpZCI6IjQ5NCIsIkFkZHJlc3MiOiIiLCJTdWJBZGRyZXNzIjoiIn0sIklzQ2hhbmdlZCI6ZmFsc2UsIklzTmV3IjpmYWxzZX0seyIkaWQiOiI0OTUiLCJHcm91cE5hbWUiOm51bGwsIlN0YXJ0RGF0ZSI6IjIwMjAtMDMtMDNUMDA6MDA6MDBaIiwiRW5kRGF0ZSI6IjIwMjAtMDQtMjBUMjM6NTk6MDBaIiwiUGVyY2VudGFnZUNvbXBsZXRlIjowLjAsIlN0eWxlIjp7IiRpZCI6IjQ5NiIsIlNoYXBlIjowLCJTaGFwZVRoaWNrbmVzcyI6MCwiRHVyYXRpb25Gb3JtYXQiOjAsIkluY2x1ZGVOb25Xb3JraW5nRGF5c0luRHVyYXRpb24iOmZhbHNlLCJQZXJjZW50YWdlQ29tcGxldGVTdHlsZSI6eyIkaWQiOiI0OTciLCJGb250U2V0dGluZ3MiOnsiJGlkIjoiNDk4IiwiRm9udFNpemUiOjEwLCJGb250TmFtZSI6IkNhbGlicmkiLCJJc0JvbGQiOmZhbHNlLCJJc0l0YWxpYyI6ZmFsc2UsIklzVW5kZXJsaW5lZCI6ZmFsc2UsIlBhcmVudFN0eWxlIjpudWxsfSwiQXV0b1NpemUiOjAsIkZvcmVncm91bmQiOnsiJGlkIjoiNDk5IiwiQ29sb3IiOnsiJGlkIjoiNTAw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yZWYiOiI5MSJ9LCJQYWRkaW5nIjp7IiRyZWYiOiI5MiJ9LCJCYWNrZ3JvdW5kIjp7IiRyZWYiOiI5MyJ9LCJJc1Zpc2libGUiOnRydWUsIldpZHRoIjowLjAsIkhlaWdodCI6MC4wLCJCb3JkZXJTdHlsZSI6eyIkaWQiOiI1MDEiLCJMaW5lQ29sb3IiOm51bGwsIkxpbmVXZWlnaHQiOjAuMCwiTGluZVR5cGUiOjAsIlBhcmVudFN0eWxlIjpudWxsfSwiUGFyZW50U3R5bGUiOm51bGx9LCJEdXJhdGlvblN0eWxlIjp7IiRpZCI6IjUwMiIsIkZvbnRTZXR0aW5ncyI6eyIkaWQiOiI1MDMiLCJGb250U2l6ZSI6MTAsIkZvbnROYW1lIjoiQ2FsaWJyaSIsIklzQm9sZCI6ZmFsc2UsIklzSXRhbGljIjpmYWxzZSwiSXNVbmRlcmxpbmVkIjpmYWxzZSwiUGFyZW50U3R5bGUiOm51bGx9LCJBdXRvU2l6ZSI6MCwiRm9yZWdyb3VuZCI6eyIkcmVmIjoiOTYifSwiTWF4V2lkdGgiOjIwMC4wLCJNYXhIZWlnaHQiOiJJbmZpbml0eSIsIlNtYXJ0Rm9yZWdyb3VuZElzQWN0aXZlIjpmYWxzZSwiSG9yaXpvbnRhbEFsaWdubWVudCI6MCwiVmVydGljYWxBbGlnbm1lbnQiOjAsIlNtYXJ0Rm9yZWdyb3VuZCI6bnVsbCwiQmFja2dyb3VuZEZpbGxUeXBlIjowLCJNYXJnaW4iOnsiJHJlZiI6Ijk4In0sIlBhZGRpbmciOnsiJHJlZiI6Ijk5In0sIkJhY2tncm91bmQiOnsiJHJlZiI6IjEwMCJ9LCJJc1Zpc2libGUiOnRydWUsIldpZHRoIjowLjAsIkhlaWdodCI6MC4wLCJCb3JkZXJTdHlsZSI6eyIkaWQiOiI1MDQiLCJMaW5lQ29sb3IiOm51bGwsIkxpbmVXZWlnaHQiOjAuMCwiTGluZVR5cGUiOjAsIlBhcmVudFN0eWxlIjpudWxsfSwiUGFyZW50U3R5bGUiOm51bGx9LCJIb3Jpem9udGFsQ29ubmVjdG9yU3R5bGUiOnsiJGlkIjoiNTA1IiwiTGluZUNvbG9yIjp7IiRpZCI6IjUwNiIsIiR0eXBlIjoiTkxSRS5Db21tb24uRG9tLlNvbGlkQ29sb3JCcnVzaCwgTkxSRS5Db21tb24iLCJDb2xvciI6eyIkaWQiOiI1MDciLCJBIjoyNTUsIlIiOjIwNCwiRyI6MjA0LCJCIjoyMDR9fSwiTGluZVdlaWdodCI6MS4wLCJMaW5lVHlwZSI6MCwiUGFyZW50U3R5bGUiOm51bGx9LCJWZXJ0aWNhbENvbm5lY3RvclN0eWxlIjp7IiRpZCI6IjUwOCIsIkxpbmVDb2xvciI6eyIkcmVmIjoiMTA1In0sIkxpbmVXZWlnaHQiOjAuMCwiTGluZVR5cGUiOjAsIlBhcmVudFN0eWxlIjpudWxsfSwiTWFyZ2luIjpudWxsLCJTdGFydERhdGVQb3NpdGlvbiI6NCwiRW5kRGF0ZVBvc2l0aW9uIjo0LCJEYXRlSXNWaXNpYmxlIjp0cnVlLCJUaXRsZVBvc2l0aW9uIjo1LCJEdXJhdGlvblBvc2l0aW9uIjo2LCJQZXJjZW50YWdlQ29tcGxldGVkUG9zaXRpb24iOjYsIlNwYWNpbmciOjMsIklzQmVsb3dUaW1lYmFuZCI6dHJ1ZSwiUGVyY2VudGFnZUNvbXBsZXRlU2hhcGVPcGFjaXR5IjozNSwiU2hhcGVTdHlsZSI6eyIkaWQiOiI1MDkiLCJNYXJnaW4iOnsiJHJlZiI6IjEwOCJ9LCJQYWRkaW5nIjp7IiRyZWYiOiIxMDkifSwiQmFja2dyb3VuZCI6eyIkaWQiOiI1MTAiLCJDb2xvciI6eyIkaWQiOiI1MTEiLCJBIjoyNTUsIlIiOjI1NCwiRyI6MTg2LCJCIjoxMH19LCJJc1Zpc2libGUiOnRydWUsIldpZHRoIjowLjAsIkhlaWdodCI6MTAuMCwiQm9yZGVyU3R5bGUiOnsiJGlkIjoiNTEyIiwiTGluZUNvbG9yIjp7IiRyZWYiOiIxMTMifSwiTGluZVdlaWdodCI6MC4wLCJMaW5lVHlwZSI6MCwiUGFyZW50U3R5bGUiOm51bGx9LCJQYXJlbnRTdHlsZSI6bnVsbH0sIlRpdGxlU3R5bGUiOnsiJGlkIjoiNTEzIiwiRm9udFNldHRpbmdzIjp7IiRpZCI6IjUxNCIsIkZvbnRTaXplIjoxMSwiRm9udE5hbWUiOiJDYWxpYnJpIiwiSXNCb2xkIjp0cnVlLCJJc0l0YWxpYyI6ZmFsc2UsIklzVW5kZXJsaW5lZCI6ZmFsc2UsIlBhcmVudFN0eWxlIjpudWxsfSwiQXV0b1NpemUiOjAsIkZvcmVncm91bmQiOnsiJGlkIjoiNTE1IiwiQ29sb3IiOnsiJGlkIjoiNTE2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EyMSJ9LCJJc1Zpc2libGUiOnRydWUsIldpZHRoIjowLjAsIkhlaWdodCI6MC4wLCJCb3JkZXJTdHlsZSI6eyIkaWQiOiI1MTciLCJMaW5lQ29sb3IiOm51bGwsIkxpbmVXZWlnaHQiOjAuMCwiTGluZVR5cGUiOjAsIlBhcmVudFN0eWxlIjpudWxsfSwiUGFyZW50U3R5bGUiOm51bGx9LCJEYXRlU3R5bGUiOnsiJGlkIjoiNTE4IiwiRm9udFNldHRpbmdzIjp7IiRpZCI6IjUxOSIsIkZvbnRTaXplIjoxMCwiRm9udE5hbWUiOiJDYWxpYnJpIiwiSXNCb2xkIjpmYWxzZSwiSXNJdGFsaWMiOmZhbHNlLCJJc1VuZGVybGluZWQiOmZhbHNlLCJQYXJlbnRTdHlsZSI6bnVsbH0sIkF1dG9TaXplIjowLCJGb3JlZ3JvdW5kIjp7IiRpZCI6IjUyMCIsIkNvbG9yIjp7IiRpZCI6IjUy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UyMiIsIkxpbmVDb2xvciI6bnVsbCwiTGluZVdlaWdodCI6MC4wLCJMaW5lVHlwZSI6MCwiUGFyZW50U3R5bGUiOm51bGx9LCJQYXJlbnRTdHlsZSI6bnVsbH0sIkRhdGVGb3JtYXQiOnsiJHJlZiI6IjEyOSJ9LCJJc1Zpc2libGUiOnRydWUsIlBhcmVudFN0eWxlIjpudWxsfSwiSW5kZXgiOjgsIlNtYXJ0RHVyYXRpb25BY3RpdmF0ZWQiOmZhbHNlLCJEYXRlRm9ybWF0Ijp7IiRyZWYiOiIxMjkifSwiSWQiOiJiYTBiYTY3Zi1hYmM4LTQ3ZGUtYjFjOC1mODlhNDk1ZDIyYjAiLCJJbXBvcnRJZCI6bnVsbCwiVGl0bGUiOiJTcHJpbnQgUGxhbm5pbmciLCJOb3RlIjpudWxsLCJIeXBlcmxpbmsiOnsiJGlkIjoiNTIzIiwiQWRkcmVzcyI6IiIsIlN1YkFkZHJlc3MiOiIifSwiSXNDaGFuZ2VkIjpmYWxzZSwiSXNOZXciOmZhbHNlfSx7IiRpZCI6IjUyNCIsIkdyb3VwTmFtZSI6bnVsbCwiU3RhcnREYXRlIjoiMjAyMC0wNC0yN1QwMDowMDowMFoiLCJFbmREYXRlIjoiMjAyMC0wNy0xM1QyMzo1OTowMFoiLCJQZXJjZW50YWdlQ29tcGxldGUiOjAuMCwiU3R5bGUiOnsiJGlkIjoiNTI1IiwiU2hhcGUiOjIsIlNoYXBlVGhpY2tuZXNzIjowLCJEdXJhdGlvbkZvcm1hdCI6MCwiSW5jbHVkZU5vbldvcmtpbmdEYXlzSW5EdXJhdGlvbiI6ZmFsc2UsIlBlcmNlbnRhZ2VDb21wbGV0ZVN0eWxlIjp7IiRpZCI6IjUyNiIsIkZvbnRTZXR0aW5ncyI6eyIkaWQiOiI1MjciLCJGb250U2l6ZSI6MTAsIkZvbnROYW1lIjoiQ2FsaWJyaSIsIklzQm9sZCI6dHJ1ZSwiSXNJdGFsaWMiOmZhbHNlLCJJc1VuZGVybGluZWQiOmZhbHNlLCJQYXJlbnRTdHlsZSI6bnVsbH0sIkF1dG9TaXplIjowLCJGb3JlZ3JvdW5kIjp7IiRpZCI6IjUyOCIsIkNvbG9yIjp7IiRpZCI6IjUyOS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TEifSwiUGFkZGluZyI6eyIkcmVmIjoiOTIifSwiQmFja2dyb3VuZCI6eyIkaWQiOiI1MzAiLCJDb2xvciI6eyIkaWQiOiI1MzEiLCJBIjo4OSwiUiI6MCwiRyI6MCwiQiI6MH19LCJJc1Zpc2libGUiOnRydWUsIldpZHRoIjowLjAsIkhlaWdodCI6MC4wLCJCb3JkZXJTdHlsZSI6eyIkaWQiOiI1MzIiLCJMaW5lQ29sb3IiOm51bGwsIkxpbmVXZWlnaHQiOjAuMCwiTGluZVR5cGUiOjAsIlBhcmVudFN0eWxlIjpudWxsfSwiUGFyZW50U3R5bGUiOm51bGx9LCJEdXJhdGlvblN0eWxlIjp7IiRpZCI6IjUzMyIsIkZvbnRTZXR0aW5ncyI6eyIkaWQiOiI1MzQiLCJGb250U2l6ZSI6MTAsIkZvbnROYW1lIjoiQ2FsaWJyaSIsIklzQm9sZCI6ZmFsc2UsIklzSXRhbGljIjpmYWxzZSwiSXNVbmRlcmxpbmVkIjpmYWxzZSwiUGFyZW50U3R5bGUiOm51bGx9LCJBdXRvU2l6ZSI6MCwiRm9yZWdyb3VuZCI6eyIkcmVmIjoiOTYifSwiTWF4V2lkdGgiOjIwMC4wLCJNYXhIZWlnaHQiOiJJbmZpbml0eSIsIlNtYXJ0Rm9yZWdyb3VuZElzQWN0aXZlIjpmYWxzZSwiSG9yaXpvbnRhbEFsaWdubWVudCI6MCwiVmVydGljYWxBbGlnbm1lbnQiOjAsIlNtYXJ0Rm9yZWdyb3VuZCI6bnVsbCwiQmFja2dyb3VuZEZpbGxUeXBlIjowLCJNYXJnaW4iOnsiJHJlZiI6Ijk4In0sIlBhZGRpbmciOnsiJHJlZiI6Ijk5In0sIkJhY2tncm91bmQiOnsiJHJlZiI6IjEwMCJ9LCJJc1Zpc2libGUiOnRydWUsIldpZHRoIjowLjAsIkhlaWdodCI6MC4wLCJCb3JkZXJTdHlsZSI6eyIkaWQiOiI1MzUiLCJMaW5lQ29sb3IiOm51bGwsIkxpbmVXZWlnaHQiOjAuMCwiTGluZVR5cGUiOjAsIlBhcmVudFN0eWxlIjpudWxsfSwiUGFyZW50U3R5bGUiOm51bGx9LCJIb3Jpem9udGFsQ29ubmVjdG9yU3R5bGUiOnsiJGlkIjoiNTM2IiwiTGluZUNvbG9yIjp7IiRpZCI6IjUzNyIsIiR0eXBlIjoiTkxSRS5Db21tb24uRG9tLlNvbGlkQ29sb3JCcnVzaCwgTkxSRS5Db21tb24iLCJDb2xvciI6eyIkaWQiOiI1MzgiLCJBIjoyNTUsIlIiOjIwNCwiRyI6MjA0LCJCIjoyMDR9fSwiTGluZVdlaWdodCI6MS41LCJMaW5lVHlwZSI6MCwiUGFyZW50U3R5bGUiOm51bGx9LCJWZXJ0aWNhbENvbm5lY3RvclN0eWxlIjp7IiRpZCI6IjUzOSIsIkxpbmVDb2xvciI6eyIkcmVmIjoiMTA1In0sIkxpbmVXZWlnaHQiOjAuMCwiTGluZVR5cGUiOjAsIlBhcmVudFN0eWxlIjpudWxsfSwiTWFyZ2luIjpudWxsLCJTdGFydERhdGVQb3NpdGlvbiI6NCwiRW5kRGF0ZVBvc2l0aW9uIjo0LCJEYXRlSXNWaXNpYmxlIjp0cnVlLCJUaXRsZVBvc2l0aW9uIjo1LCJEdXJhdGlvblBvc2l0aW9uIjo2LCJQZXJjZW50YWdlQ29tcGxldGVkUG9zaXRpb24iOjYsIlNwYWNpbmciOjMsIklzQmVsb3dUaW1lYmFuZCI6dHJ1ZSwiUGVyY2VudGFnZUNvbXBsZXRlU2hhcGVPcGFjaXR5IjozNSwiU2hhcGVTdHlsZSI6eyIkaWQiOiI1NDAiLCJNYXJnaW4iOnsiJHJlZiI6IjEwOCJ9LCJQYWRkaW5nIjp7IiRyZWYiOiIxMDkifSwiQmFja2dyb3VuZCI6eyIkaWQiOiI1NDEiLCJDb2xvciI6eyIkaWQiOiI1NDIiLCJBIjoyNTUsIlIiOjI1NCwiRyI6MTg2LCJCIjoxMH19LCJJc1Zpc2libGUiOnRydWUsIldpZHRoIjowLjAsIkhlaWdodCI6MTAuMCwiQm9yZGVyU3R5bGUiOnsiJGlkIjoiNTQzIiwiTGluZUNvbG9yIjp7IiRyZWYiOiIxMTMifSwiTGluZVdlaWdodCI6MC4wLCJMaW5lVHlwZSI6MCwiUGFyZW50U3R5bGUiOm51bGx9LCJQYXJlbnRTdHlsZSI6bnVsbH0sIlRpdGxlU3R5bGUiOnsiJGlkIjoiNTQ0IiwiRm9udFNldHRpbmdzIjp7IiRpZCI6IjU0NSIsIkZvbnRTaXplIjoxMSwiRm9udE5hbWUiOiJDYWxpYnJpIiwiSXNCb2xkIjp0cnVlLCJJc0l0YWxpYyI6ZmFsc2UsIklzVW5kZXJsaW5lZCI6ZmFsc2UsIlBhcmVudFN0eWxlIjpudWxsfSwiQXV0b1NpemUiOjAsIkZvcmVncm91bmQiOnsiJGlkIjoiNTQ2IiwiQ29sb3IiOnsiJGlkIjoiNTQ3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EyMSJ9LCJJc1Zpc2libGUiOnRydWUsIldpZHRoIjowLjAsIkhlaWdodCI6MC4wLCJCb3JkZXJTdHlsZSI6eyIkaWQiOiI1NDgiLCJMaW5lQ29sb3IiOm51bGwsIkxpbmVXZWlnaHQiOjAuMCwiTGluZVR5cGUiOjAsIlBhcmVudFN0eWxlIjpudWxsfSwiUGFyZW50U3R5bGUiOm51bGx9LCJEYXRlU3R5bGUiOnsiJGlkIjoiNTQ5IiwiRm9udFNldHRpbmdzIjp7IiRpZCI6IjU1MCIsIkZvbnRTaXplIjoxMCwiRm9udE5hbWUiOiJDYWxpYnJpIiwiSXNCb2xkIjpmYWxzZSwiSXNJdGFsaWMiOmZhbHNlLCJJc1VuZGVybGluZWQiOmZhbHNlLCJQYXJlbnRTdHlsZSI6bnVsbH0sIkF1dG9TaXplIjowLCJGb3JlZ3JvdW5kIjp7IiRpZCI6IjU1MSIsIkNvbG9yIjp7IiRpZCI6IjU1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U1MyIsIkxpbmVDb2xvciI6bnVsbCwiTGluZVdlaWdodCI6MC4wLCJMaW5lVHlwZSI6MCwiUGFyZW50U3R5bGUiOm51bGx9LCJQYXJlbnRTdHlsZSI6bnVsbH0sIkRhdGVGb3JtYXQiOnsiJHJlZiI6IjEyOSJ9LCJJc1Zpc2libGUiOnRydWUsIlBhcmVudFN0eWxlIjpudWxsfSwiSW5kZXgiOjksIlNtYXJ0RHVyYXRpb25BY3RpdmF0ZWQiOmZhbHNlLCJEYXRlRm9ybWF0Ijp7IiRyZWYiOiIxMjkifSwiSWQiOiJlODJiMjRhMS0zZjFjLTRlMjQtOGRhNS02NTBjOTI5ZDRkMjciLCJJbXBvcnRJZCI6bnVsbCwiVGl0bGUiOiJTcHJpbnQgQnVpbGRzL1Rlc3RpbmciLCJOb3RlIjpudWxsLCJIeXBlcmxpbmsiOnsiJGlkIjoiNTU0IiwiQWRkcmVzcyI6IiIsIlN1YkFkZHJlc3MiOiIifSwiSXNDaGFuZ2VkIjpmYWxzZSwiSXNOZXciOmZhbHNlfSx7IiRpZCI6IjU1NSIsIkdyb3VwTmFtZSI6bnVsbCwiU3RhcnREYXRlIjoiMjAyMC0wNy0yMFQwMDowMDowMFoiLCJFbmREYXRlIjoiMjAyMC0wNy0zMVQyMzo1OTowMFoiLCJQZXJjZW50YWdlQ29tcGxldGUiOm51bGwsIlN0eWxlIjp7IiRpZCI6IjU1NiIsIlNoYXBlIjowLCJTaGFwZVRoaWNrbmVzcyI6MCwiRHVyYXRpb25Gb3JtYXQiOjAsIkluY2x1ZGVOb25Xb3JraW5nRGF5c0luRHVyYXRpb24iOmZhbHNlLCJQZXJjZW50YWdlQ29tcGxldGVTdHlsZSI6eyIkaWQiOiI1NTciLCJGb250U2V0dGluZ3MiOnsiJGlkIjoiNTU4IiwiRm9udFNpemUiOjEwLCJGb250TmFtZSI6IkNhbGlicmkiLCJJc0JvbGQiOmZhbHNlLCJJc0l0YWxpYyI6ZmFsc2UsIklzVW5kZXJsaW5lZCI6ZmFsc2UsIlBhcmVudFN0eWxlIjpudWxsfSwiQXV0b1NpemUiOjAsIkZvcmVncm91bmQiOnsiJHJlZiI6Ijg5In0sIk1heFdpZHRoIjoyMDAuMCwiTWF4SGVpZ2h0IjoiSW5maW5pdHkiLCJTbWFydEZvcmVncm91bmRJc0FjdGl2ZSI6ZmFsc2UsIkhvcml6b250YWxBbGlnbm1lbnQiOjAsIlZlcnRpY2FsQWxpZ25tZW50IjowLCJTbWFydEZvcmVncm91bmQiOm51bGwsIkJhY2tncm91bmRGaWxsVHlwZSI6MCwiTWFyZ2luIjp7IiRyZWYiOiI5MSJ9LCJQYWRkaW5nIjp7IiRyZWYiOiI5MiJ9LCJCYWNrZ3JvdW5kIjp7IiRyZWYiOiI5MyJ9LCJJc1Zpc2libGUiOnRydWUsIldpZHRoIjowLjAsIkhlaWdodCI6MC4wLCJCb3JkZXJTdHlsZSI6eyIkaWQiOiI1NTkiLCJMaW5lQ29sb3IiOm51bGwsIkxpbmVXZWlnaHQiOjAuMCwiTGluZVR5cGUiOjAsIlBhcmVudFN0eWxlIjpudWxsfSwiUGFyZW50U3R5bGUiOm51bGx9LCJEdXJhdGlvblN0eWxlIjp7IiRpZCI6IjU2MCIsIkZvbnRTZXR0aW5ncyI6eyIkaWQiOiI1NjEiLCJGb250U2l6ZSI6MTAsIkZvbnROYW1lIjoiQ2FsaWJyaSIsIklzQm9sZCI6ZmFsc2UsIklzSXRhbGljIjpmYWxzZSwiSXNVbmRlcmxpbmVkIjpmYWxzZSwiUGFyZW50U3R5bGUiOm51bGx9LCJBdXRvU2l6ZSI6MCwiRm9yZWdyb3VuZCI6eyIkcmVmIjoiOTYifSwiTWF4V2lkdGgiOjIwMC4wLCJNYXhIZWlnaHQiOiJJbmZpbml0eSIsIlNtYXJ0Rm9yZWdyb3VuZElzQWN0aXZlIjpmYWxzZSwiSG9yaXpvbnRhbEFsaWdubWVudCI6MCwiVmVydGljYWxBbGlnbm1lbnQiOjAsIlNtYXJ0Rm9yZWdyb3VuZCI6bnVsbCwiQmFja2dyb3VuZEZpbGxUeXBlIjowLCJNYXJnaW4iOnsiJHJlZiI6Ijk4In0sIlBhZGRpbmciOnsiJHJlZiI6Ijk5In0sIkJhY2tncm91bmQiOnsiJHJlZiI6IjEwMCJ9LCJJc1Zpc2libGUiOnRydWUsIldpZHRoIjowLjAsIkhlaWdodCI6MC4wLCJCb3JkZXJTdHlsZSI6eyIkaWQiOiI1NjIiLCJMaW5lQ29sb3IiOm51bGwsIkxpbmVXZWlnaHQiOjAuMCwiTGluZVR5cGUiOjAsIlBhcmVudFN0eWxlIjpudWxsfSwiUGFyZW50U3R5bGUiOm51bGx9LCJIb3Jpem9udGFsQ29ubmVjdG9yU3R5bGUiOnsiJGlkIjoiNTYzIiwiTGluZUNvbG9yIjp7IiRyZWYiOiIxMDIifSwiTGluZVdlaWdodCI6MS4wLCJMaW5lVHlwZSI6MCwiUGFyZW50U3R5bGUiOm51bGx9LCJWZXJ0aWNhbENvbm5lY3RvclN0eWxlIjp7IiRpZCI6IjU2NCIsIkxpbmVDb2xvciI6eyIkcmVmIjoiMTA1In0sIkxpbmVXZWlnaHQiOjAuMCwiTGluZVR5cGUiOjAsIlBhcmVudFN0eWxlIjpudWxsfSwiTWFyZ2luIjpudWxsLCJTdGFydERhdGVQb3NpdGlvbiI6NCwiRW5kRGF0ZVBvc2l0aW9uIjo0LCJEYXRlSXNWaXNpYmxlIjp0cnVlLCJUaXRsZVBvc2l0aW9uIjo1LCJEdXJhdGlvblBvc2l0aW9uIjo2LCJQZXJjZW50YWdlQ29tcGxldGVkUG9zaXRpb24iOjIsIlNwYWNpbmciOjMsIklzQmVsb3dUaW1lYmFuZCI6dHJ1ZSwiUGVyY2VudGFnZUNvbXBsZXRlU2hhcGVPcGFjaXR5IjozNSwiU2hhcGVTdHlsZSI6eyIkaWQiOiI1NjUiLCJNYXJnaW4iOnsiJHJlZiI6IjEwOCJ9LCJQYWRkaW5nIjp7IiRyZWYiOiIxMDkifSwiQmFja2dyb3VuZCI6eyIkaWQiOiI1NjYiLCJDb2xvciI6eyIkaWQiOiI1NjciLCJBIjoyNTUsIlIiOjI1NCwiRyI6MTg2LCJCIjoxMH19LCJJc1Zpc2libGUiOnRydWUsIldpZHRoIjowLjAsIkhlaWdodCI6MTAuMCwiQm9yZGVyU3R5bGUiOnsiJGlkIjoiNTY4IiwiTGluZUNvbG9yIjp7IiRyZWYiOiIxMTMifSwiTGluZVdlaWdodCI6MC4wLCJMaW5lVHlwZSI6MCwiUGFyZW50U3R5bGUiOm51bGx9LCJQYXJlbnRTdHlsZSI6bnVsbH0sIlRpdGxlU3R5bGUiOnsiJGlkIjoiNTY5IiwiRm9udFNldHRpbmdzIjp7IiRpZCI6IjU3MCIsIkZvbnRTaXplIjoxMSwiRm9udE5hbWUiOiJDYWxpYnJpIiwiSXNCb2xkIjp0cnVlLCJJc0l0YWxpYyI6ZmFsc2UsIklzVW5kZXJsaW5lZCI6ZmFsc2UsIlBhcmVudFN0eWxlIjpudWxsfSwiQXV0b1NpemUiOjAsIkZvcmVncm91bmQiOnsiJGlkIjoiNTcxIiwiQ29sb3IiOnsiJGlkIjoiNTcy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EyMSJ9LCJJc1Zpc2libGUiOnRydWUsIldpZHRoIjowLjAsIkhlaWdodCI6MC4wLCJCb3JkZXJTdHlsZSI6eyIkaWQiOiI1NzMiLCJMaW5lQ29sb3IiOm51bGwsIkxpbmVXZWlnaHQiOjAuMCwiTGluZVR5cGUiOjAsIlBhcmVudFN0eWxlIjpudWxsfSwiUGFyZW50U3R5bGUiOm51bGx9LCJEYXRlU3R5bGUiOnsiJGlkIjoiNTc0IiwiRm9udFNldHRpbmdzIjp7IiRpZCI6IjU3NSIsIkZvbnRTaXplIjoxMCwiRm9udE5hbWUiOiJDYWxpYnJpIiwiSXNCb2xkIjpmYWxzZSwiSXNJdGFsaWMiOmZhbHNlLCJJc1VuZGVybGluZWQiOmZhbHNlLCJQYXJlbnRTdHlsZSI6bnVsbH0sIkF1dG9TaXplIjowLCJGb3JlZ3JvdW5kIjp7IiRpZCI6IjU3NiIsIkNvbG9yIjp7IiRpZCI6IjU3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U3OCIsIkxpbmVDb2xvciI6bnVsbCwiTGluZVdlaWdodCI6MC4wLCJMaW5lVHlwZSI6MCwiUGFyZW50U3R5bGUiOm51bGx9LCJQYXJlbnRTdHlsZSI6bnVsbH0sIkRhdGVGb3JtYXQiOnsiJHJlZiI6IjEyOSJ9LCJJc1Zpc2libGUiOnRydWUsIlBhcmVudFN0eWxlIjpudWxsfSwiSW5kZXgiOjEwLCJTbWFydER1cmF0aW9uQWN0aXZhdGVkIjpmYWxzZSwiRGF0ZUZvcm1hdCI6eyIkcmVmIjoiMTI5In0sIklkIjoiMGY0NTNlYmMtOGZmMy00OWUzLThlOTEtYjJiNGQwMzVhMzc0IiwiSW1wb3J0SWQiOm51bGwsIlRpdGxlIjoiQkFUIFRlc3RpbmciLCJOb3RlIjpudWxsLCJIeXBlcmxpbmsiOnsiJGlkIjoiNTc5IiwiQWRkcmVzcyI6IiIsIlN1YkFkZHJlc3MiOiIifSwiSXNDaGFuZ2VkIjpmYWxzZSwiSXNOZXciOmZhbHNlfSx7IiRpZCI6IjU4MCIsIkdyb3VwTmFtZSI6bnVsbCwiU3RhcnREYXRlIjoiMjAyMC0wOC0xMFQwMDowMDowMFoiLCJFbmREYXRlIjoiMjAyMC0xMC0yNlQyMzo1OTowMFoiLCJQZXJjZW50YWdlQ29tcGxldGUiOm51bGwsIlN0eWxlIjp7IiRpZCI6IjU4MSIsIlNoYXBlIjowLCJTaGFwZVRoaWNrbmVzcyI6MCwiRHVyYXRpb25Gb3JtYXQiOjAsIkluY2x1ZGVOb25Xb3JraW5nRGF5c0luRHVyYXRpb24iOmZhbHNlLCJQZXJjZW50YWdlQ29tcGxldGVTdHlsZSI6eyIkaWQiOiI1ODIiLCJGb250U2V0dGluZ3MiOnsiJGlkIjoiNTgzIiwiRm9udFNpemUiOjEwLCJGb250TmFtZSI6IkNhbGlicmkiLCJJc0JvbGQiOmZhbHNlLCJJc0l0YWxpYyI6ZmFsc2UsIklzVW5kZXJsaW5lZCI6ZmFsc2UsIlBhcmVudFN0eWxlIjpudWxsfSwiQXV0b1NpemUiOjAsIkZvcmVncm91bmQiOnsiJHJlZiI6Ijg5In0sIk1heFdpZHRoIjoyMDAuMCwiTWF4SGVpZ2h0IjoiSW5maW5pdHkiLCJTbWFydEZvcmVncm91bmRJc0FjdGl2ZSI6ZmFsc2UsIkhvcml6b250YWxBbGlnbm1lbnQiOjAsIlZlcnRpY2FsQWxpZ25tZW50IjowLCJTbWFydEZvcmVncm91bmQiOm51bGwsIkJhY2tncm91bmRGaWxsVHlwZSI6MCwiTWFyZ2luIjp7IiRyZWYiOiI5MSJ9LCJQYWRkaW5nIjp7IiRyZWYiOiI5MiJ9LCJCYWNrZ3JvdW5kIjp7IiRyZWYiOiI5MyJ9LCJJc1Zpc2libGUiOnRydWUsIldpZHRoIjowLjAsIkhlaWdodCI6MC4wLCJCb3JkZXJTdHlsZSI6eyIkaWQiOiI1ODQiLCJMaW5lQ29sb3IiOm51bGwsIkxpbmVXZWlnaHQiOjAuMCwiTGluZVR5cGUiOjAsIlBhcmVudFN0eWxlIjpudWxsfSwiUGFyZW50U3R5bGUiOm51bGx9LCJEdXJhdGlvblN0eWxlIjp7IiRpZCI6IjU4NSIsIkZvbnRTZXR0aW5ncyI6eyIkaWQiOiI1ODYiLCJGb250U2l6ZSI6MTAsIkZvbnROYW1lIjoiQ2FsaWJyaSIsIklzQm9sZCI6ZmFsc2UsIklzSXRhbGljIjpmYWxzZSwiSXNVbmRlcmxpbmVkIjpmYWxzZSwiUGFyZW50U3R5bGUiOm51bGx9LCJBdXRvU2l6ZSI6MCwiRm9yZWdyb3VuZCI6eyIkcmVmIjoiOTYifSwiTWF4V2lkdGgiOjIwMC4wLCJNYXhIZWlnaHQiOiJJbmZpbml0eSIsIlNtYXJ0Rm9yZWdyb3VuZElzQWN0aXZlIjpmYWxzZSwiSG9yaXpvbnRhbEFsaWdubWVudCI6MCwiVmVydGljYWxBbGlnbm1lbnQiOjAsIlNtYXJ0Rm9yZWdyb3VuZCI6bnVsbCwiQmFja2dyb3VuZEZpbGxUeXBlIjowLCJNYXJnaW4iOnsiJHJlZiI6Ijk4In0sIlBhZGRpbmciOnsiJHJlZiI6Ijk5In0sIkJhY2tncm91bmQiOnsiJHJlZiI6IjEwMCJ9LCJJc1Zpc2libGUiOnRydWUsIldpZHRoIjowLjAsIkhlaWdodCI6MC4wLCJCb3JkZXJTdHlsZSI6eyIkaWQiOiI1ODciLCJMaW5lQ29sb3IiOm51bGwsIkxpbmVXZWlnaHQiOjAuMCwiTGluZVR5cGUiOjAsIlBhcmVudFN0eWxlIjpudWxsfSwiUGFyZW50U3R5bGUiOm51bGx9LCJIb3Jpem9udGFsQ29ubmVjdG9yU3R5bGUiOnsiJGlkIjoiNTg4IiwiTGluZUNvbG9yIjp7IiRyZWYiOiIxMDIifSwiTGluZVdlaWdodCI6MS4wLCJMaW5lVHlwZSI6MCwiUGFyZW50U3R5bGUiOm51bGx9LCJWZXJ0aWNhbENvbm5lY3RvclN0eWxlIjp7IiRpZCI6IjU4OSIsIkxpbmVDb2xvciI6eyIkcmVmIjoiMTA1In0sIkxpbmVXZWlnaHQiOjAuMCwiTGluZVR5cGUiOjAsIlBhcmVudFN0eWxlIjpudWxsfSwiTWFyZ2luIjpudWxsLCJTdGFydERhdGVQb3NpdGlvbiI6NCwiRW5kRGF0ZVBvc2l0aW9uIjo0LCJEYXRlSXNWaXNpYmxlIjp0cnVlLCJUaXRsZVBvc2l0aW9uIjo1LCJEdXJhdGlvblBvc2l0aW9uIjo2LCJQZXJjZW50YWdlQ29tcGxldGVkUG9zaXRpb24iOjIsIlNwYWNpbmciOjMsIklzQmVsb3dUaW1lYmFuZCI6dHJ1ZSwiUGVyY2VudGFnZUNvbXBsZXRlU2hhcGVPcGFjaXR5IjozNSwiU2hhcGVTdHlsZSI6eyIkaWQiOiI1OTAiLCJNYXJnaW4iOnsiJHJlZiI6IjEwOCJ9LCJQYWRkaW5nIjp7IiRyZWYiOiIxMDkifSwiQmFja2dyb3VuZCI6eyIkaWQiOiI1OTEiLCJDb2xvciI6eyIkaWQiOiI1OTIiLCJBIjoyNTUsIlIiOjI1NCwiRyI6MTg2LCJCIjoxMH19LCJJc1Zpc2libGUiOnRydWUsIldpZHRoIjowLjAsIkhlaWdodCI6MTAuMCwiQm9yZGVyU3R5bGUiOnsiJGlkIjoiNTkzIiwiTGluZUNvbG9yIjp7IiRyZWYiOiIxMTMifSwiTGluZVdlaWdodCI6MC4wLCJMaW5lVHlwZSI6MCwiUGFyZW50U3R5bGUiOm51bGx9LCJQYXJlbnRTdHlsZSI6bnVsbH0sIlRpdGxlU3R5bGUiOnsiJGlkIjoiNTk0IiwiRm9udFNldHRpbmdzIjp7IiRpZCI6IjU5NSIsIkZvbnRTaXplIjoxMSwiRm9udE5hbWUiOiJDYWxpYnJpIiwiSXNCb2xkIjp0cnVlLCJJc0l0YWxpYyI6ZmFsc2UsIklzVW5kZXJsaW5lZCI6ZmFsc2UsIlBhcmVudFN0eWxlIjpudWxsfSwiQXV0b1NpemUiOjAsIkZvcmVncm91bmQiOnsiJGlkIjoiNTk2IiwiQ29sb3IiOnsiJGlkIjoiNTk3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EyMSJ9LCJJc1Zpc2libGUiOnRydWUsIldpZHRoIjowLjAsIkhlaWdodCI6MC4wLCJCb3JkZXJTdHlsZSI6eyIkaWQiOiI1OTgiLCJMaW5lQ29sb3IiOm51bGwsIkxpbmVXZWlnaHQiOjAuMCwiTGluZVR5cGUiOjAsIlBhcmVudFN0eWxlIjpudWxsfSwiUGFyZW50U3R5bGUiOm51bGx9LCJEYXRlU3R5bGUiOnsiJGlkIjoiNTk5IiwiRm9udFNldHRpbmdzIjp7IiRpZCI6IjYwMCIsIkZvbnRTaXplIjoxMCwiRm9udE5hbWUiOiJDYWxpYnJpIiwiSXNCb2xkIjpmYWxzZSwiSXNJdGFsaWMiOmZhbHNlLCJJc1VuZGVybGluZWQiOmZhbHNlLCJQYXJlbnRTdHlsZSI6bnVsbH0sIkF1dG9TaXplIjowLCJGb3JlZ3JvdW5kIjp7IiRpZCI6IjYwMSIsIkNvbG9yIjp7IiRpZCI6IjYw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YwMyIsIkxpbmVDb2xvciI6bnVsbCwiTGluZVdlaWdodCI6MC4wLCJMaW5lVHlwZSI6MCwiUGFyZW50U3R5bGUiOm51bGx9LCJQYXJlbnRTdHlsZSI6bnVsbH0sIkRhdGVGb3JtYXQiOnsiJHJlZiI6IjEyOSJ9LCJJc1Zpc2libGUiOnRydWUsIlBhcmVudFN0eWxlIjpudWxsfSwiSW5kZXgiOjExLCJTbWFydER1cmF0aW9uQWN0aXZhdGVkIjpmYWxzZSwiRGF0ZUZvcm1hdCI6eyIkcmVmIjoiMTI5In0sIklkIjoiODhiZjZjYTYtNjg4Ni00MzZiLTk4YTAtZTY3ZTAzODdmOWQwIiwiSW1wb3J0SWQiOm51bGwsIlRpdGxlIjoiRGVwbG95IiwiTm90ZSI6bnVsbCwiSHlwZXJsaW5rIjp7IiRpZCI6IjYwNCIsIkFkZHJlc3MiOiIiLCJTdWJBZGRyZXNzIjoiIn0sIklzQ2hhbmdlZCI6ZmFsc2UsIklzTmV3IjpmYWxzZX0seyIkaWQiOiI2MDUiLCJHcm91cE5hbWUiOm51bGwsIlN0YXJ0RGF0ZSI6IjIwMjAtMDUtMTFUMDA6MDA6MDBaIiwiRW5kRGF0ZSI6IjIwMjAtMTItMTFUMjM6NTk6MDBaIiwiUGVyY2VudGFnZUNvbXBsZXRlIjowLjAsIlN0eWxlIjp7IiRpZCI6IjYwNiIsIlNoYXBlIjozLCJTaGFwZVRoaWNrbmVzcyI6MCwiRHVyYXRpb25Gb3JtYXQiOjAsIkluY2x1ZGVOb25Xb3JraW5nRGF5c0luRHVyYXRpb24iOmZhbHNlLCJQZXJjZW50YWdlQ29tcGxldGVTdHlsZSI6eyIkaWQiOiI2MDciLCJGb250U2V0dGluZ3MiOnsiJGlkIjoiNjA4IiwiRm9udFNpemUiOjEwLCJGb250TmFtZSI6IkNhbGlicmkiLCJJc0JvbGQiOnRydWUsIklzSXRhbGljIjpmYWxzZSwiSXNVbmRlcmxpbmVkIjpmYWxzZSwiUGFyZW50U3R5bGUiOm51bGx9LCJBdXRvU2l6ZSI6MCwiRm9yZWdyb3VuZCI6eyIkaWQiOiI2MDkiLCJDb2xvciI6eyIkaWQiOiI2MTA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xIn0sIlBhZGRpbmciOnsiJHJlZiI6IjkyIn0sIkJhY2tncm91bmQiOnsiJHJlZiI6IjkzIn0sIklzVmlzaWJsZSI6dHJ1ZSwiV2lkdGgiOjAuMCwiSGVpZ2h0IjowLjAsIkJvcmRlclN0eWxlIjp7IiRpZCI6IjYxMSIsIkxpbmVDb2xvciI6bnVsbCwiTGluZVdlaWdodCI6MC4wLCJMaW5lVHlwZSI6MCwiUGFyZW50U3R5bGUiOm51bGx9LCJQYXJlbnRTdHlsZSI6bnVsbH0sIkR1cmF0aW9uU3R5bGUiOnsiJGlkIjoiNjEyIiwiRm9udFNldHRpbmdzIjp7IiRpZCI6IjYxMyIsIkZvbnRTaXplIjoxMCwiRm9udE5hbWUiOiJDYWxpYnJpIiwiSXNCb2xkIjpmYWxzZSwiSXNJdGFsaWMiOmZhbHNlLCJJc1VuZGVybGluZWQiOmZhbHNlLCJQYXJlbnRTdHlsZSI6bnVsbH0sIkF1dG9TaXplIjowLCJGb3JlZ3JvdW5kIjp7IiRyZWYiOiI5NiJ9LCJNYXhXaWR0aCI6MjAwLjAsIk1heEhlaWdodCI6IkluZmluaXR5IiwiU21hcnRGb3JlZ3JvdW5kSXNBY3RpdmUiOmZhbHNlLCJIb3Jpem9udGFsQWxpZ25tZW50IjowLCJWZXJ0aWNhbEFsaWdubWVudCI6MCwiU21hcnRGb3JlZ3JvdW5kIjpudWxsLCJCYWNrZ3JvdW5kRmlsbFR5cGUiOjAsIk1hcmdpbiI6eyIkcmVmIjoiOTgifSwiUGFkZGluZyI6eyIkcmVmIjoiOTkifSwiQmFja2dyb3VuZCI6eyIkcmVmIjoiMTAwIn0sIklzVmlzaWJsZSI6dHJ1ZSwiV2lkdGgiOjAuMCwiSGVpZ2h0IjowLjAsIkJvcmRlclN0eWxlIjp7IiRpZCI6IjYxNCIsIkxpbmVDb2xvciI6bnVsbCwiTGluZVdlaWdodCI6MC4wLCJMaW5lVHlwZSI6MCwiUGFyZW50U3R5bGUiOm51bGx9LCJQYXJlbnRTdHlsZSI6bnVsbH0sIkhvcml6b250YWxDb25uZWN0b3JTdHlsZSI6eyIkaWQiOiI2MTUiLCJMaW5lQ29sb3IiOnsiJGlkIjoiNjE2IiwiJHR5cGUiOiJOTFJFLkNvbW1vbi5Eb20uU29saWRDb2xvckJydXNoLCBOTFJFLkNvbW1vbiIsIkNvbG9yIjp7IiRpZCI6IjYxNyIsIkEiOjI1NSwiUiI6MjA0LCJHIjoyMDQsIkIiOjIwNH19LCJMaW5lV2VpZ2h0IjoxLjUsIkxpbmVUeXBlIjowLCJQYXJlbnRTdHlsZSI6bnVsbH0sIlZlcnRpY2FsQ29ubmVjdG9yU3R5bGUiOnsiJGlkIjoiNjE4IiwiTGluZUNvbG9yIjp7IiRyZWYiOiIxMDUi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MywiSXNCZWxvd1RpbWViYW5kIjp0cnVlLCJQZXJjZW50YWdlQ29tcGxldGVTaGFwZU9wYWNpdHkiOjM1LCJTaGFwZVN0eWxlIjp7IiRpZCI6IjYxOSIsIk1hcmdpbiI6eyIkcmVmIjoiMTA4In0sIlBhZGRpbmciOnsiJHJlZiI6IjEwOSJ9LCJCYWNrZ3JvdW5kIjp7IiRpZCI6IjYyMCIsIkNvbG9yIjp7IiRpZCI6IjYyMSIsIkEiOjI1NSwiUiI6MCwiRyI6MTE0LCJCIjoxODh9fSwiSXNWaXNpYmxlIjp0cnVlLCJXaWR0aCI6MC4wLCJIZWlnaHQiOjEwLjAsIkJvcmRlclN0eWxlIjp7IiRpZCI6IjYyMiIsIkxpbmVDb2xvciI6eyIkcmVmIjoiMTEzIn0sIkxpbmVXZWlnaHQiOjAuMCwiTGluZVR5cGUiOjAsIlBhcmVudFN0eWxlIjpudWxsfSwiUGFyZW50U3R5bGUiOm51bGx9LCJUaXRsZVN0eWxlIjp7IiRpZCI6IjYyMyIsIkZvbnRTZXR0aW5ncyI6eyIkaWQiOiI2MjQiLCJGb250U2l6ZSI6MTEsIkZvbnROYW1lIjoiQ2FsaWJyaSIsIklzQm9sZCI6dHJ1ZSwiSXNJdGFsaWMiOmZhbHNlLCJJc1VuZGVybGluZWQiOmZhbHNlLCJQYXJlbnRTdHlsZSI6bnVsbH0sIkF1dG9TaXplIjowLCJGb3JlZ3JvdW5kIjp7IiRpZCI6IjYyNSIsIkNvbG9yIjp7IiRpZCI6IjYyNiIsIkEiOjI1NSwiUiI6MjM0LCJHIjoyMiwiQiI6MzB9fSwiTWF4V2lkdGgiOjcy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cmVmIjoiMTIxIn0sIklzVmlzaWJsZSI6dHJ1ZSwiV2lkdGgiOjAuMCwiSGVpZ2h0IjowLjAsIkJvcmRlclN0eWxlIjp7IiRpZCI6IjYyNyIsIkxpbmVDb2xvciI6bnVsbCwiTGluZVdlaWdodCI6MC4wLCJMaW5lVHlwZSI6MCwiUGFyZW50U3R5bGUiOm51bGx9LCJQYXJlbnRTdHlsZSI6bnVsbH0sIkRhdGVTdHlsZSI6eyIkaWQiOiI2MjgiLCJGb250U2V0dGluZ3MiOnsiJGlkIjoiNjI5IiwiRm9udFNpemUiOjEwLCJGb250TmFtZSI6IkNhbGlicmkiLCJJc0JvbGQiOmZhbHNlLCJJc0l0YWxpYyI6ZmFsc2UsIklzVW5kZXJsaW5lZCI6ZmFsc2UsIlBhcmVudFN0eWxlIjpudWxsfSwiQXV0b1NpemUiOjAsIkZvcmVncm91bmQiOnsiJGlkIjoiNjMwIiwiQ29sb3IiOnsiJGlkIjoiNjM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2In0sIlBhZGRpbmciOnsiJHJlZiI6IjEyNyJ9LCJCYWNrZ3JvdW5kIjp7IiRyZWYiOiIxMjgifSwiSXNWaXNpYmxlIjp0cnVlLCJXaWR0aCI6MC4wLCJIZWlnaHQiOjAuMCwiQm9yZGVyU3R5bGUiOnsiJGlkIjoiNjMyIiwiTGluZUNvbG9yIjpudWxsLCJMaW5lV2VpZ2h0IjowLjAsIkxpbmVUeXBlIjowLCJQYXJlbnRTdHlsZSI6bnVsbH0sIlBhcmVudFN0eWxlIjpudWxsfSwiRGF0ZUZvcm1hdCI6eyIkcmVmIjoiMTI5In0sIklzVmlzaWJsZSI6dHJ1ZSwiUGFyZW50U3R5bGUiOm51bGx9LCJJbmRleCI6MTYsIlNtYXJ0RHVyYXRpb25BY3RpdmF0ZWQiOmZhbHNlLCJEYXRlRm9ybWF0Ijp7IiRyZWYiOiIxMjkifSwiSWQiOiI5ODgyYjE3Zi00MGQ1LTQ1ZGYtOGEyNy00Y2MwOGU3NDUyYTIiLCJJbXBvcnRJZCI6bnVsbCwiVGl0bGUiOiJTbWFsbCBCdXNpbmVzcyBEQ08iLCJOb3RlIjpudWxsLCJIeXBlcmxpbmsiOnsiJGlkIjoiNjMzIiwiQWRkcmVzcyI6IiIsIlN1YkFkZHJlc3MiOiIifSwiSXNDaGFuZ2VkIjpmYWxzZSwiSXNOZXciOmZhbHNlfSx7IiRpZCI6IjYzNCIsIkdyb3VwTmFtZSI6bnVsbCwiU3RhcnREYXRlIjoiMjAyMC0wNS0xMVQwMDowMDowMFoiLCJFbmREYXRlIjoiMjAyMC0wNi0xNVQyMzo1OTowMFoiLCJQZXJjZW50YWdlQ29tcGxldGUiOjAuMCwiU3R5bGUiOnsiJGlkIjoiNjM1IiwiU2hhcGUiOjAsIlNoYXBlVGhpY2tuZXNzIjowLCJEdXJhdGlvbkZvcm1hdCI6MCwiSW5jbHVkZU5vbldvcmtpbmdEYXlzSW5EdXJhdGlvbiI6ZmFsc2UsIlBlcmNlbnRhZ2VDb21wbGV0ZVN0eWxlIjp7IiRpZCI6IjYzNiIsIkZvbnRTZXR0aW5ncyI6eyIkaWQiOiI2MzciLCJGb250U2l6ZSI6MTAsIkZvbnROYW1lIjoiQ2FsaWJyaSIsIklzQm9sZCI6ZmFsc2UsIklzSXRhbGljIjpmYWxzZSwiSXNVbmRlcmxpbmVkIjpmYWxzZSwiUGFyZW50U3R5bGUiOm51bGx9LCJBdXRvU2l6ZSI6MCwiRm9yZWdyb3VuZCI6eyIkaWQiOiI2MzgiLCJDb2xvciI6eyIkaWQiOiI2Mzk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xIn0sIlBhZGRpbmciOnsiJHJlZiI6IjkyIn0sIkJhY2tncm91bmQiOnsiJHJlZiI6IjkzIn0sIklzVmlzaWJsZSI6dHJ1ZSwiV2lkdGgiOjAuMCwiSGVpZ2h0IjowLjAsIkJvcmRlclN0eWxlIjp7IiRpZCI6IjY0MCIsIkxpbmVDb2xvciI6bnVsbCwiTGluZVdlaWdodCI6MC4wLCJMaW5lVHlwZSI6MCwiUGFyZW50U3R5bGUiOm51bGx9LCJQYXJlbnRTdHlsZSI6bnVsbH0sIkR1cmF0aW9uU3R5bGUiOnsiJGlkIjoiNjQxIiwiRm9udFNldHRpbmdzIjp7IiRpZCI6IjY0MiIsIkZvbnRTaXplIjoxMCwiRm9udE5hbWUiOiJDYWxpYnJpIiwiSXNCb2xkIjpmYWxzZSwiSXNJdGFsaWMiOmZhbHNlLCJJc1VuZGVybGluZWQiOmZhbHNlLCJQYXJlbnRTdHlsZSI6bnVsbH0sIkF1dG9TaXplIjowLCJGb3JlZ3JvdW5kIjp7IiRyZWYiOiI5NiJ9LCJNYXhXaWR0aCI6MjAwLjAsIk1heEhlaWdodCI6IkluZmluaXR5IiwiU21hcnRGb3JlZ3JvdW5kSXNBY3RpdmUiOmZhbHNlLCJIb3Jpem9udGFsQWxpZ25tZW50IjowLCJWZXJ0aWNhbEFsaWdubWVudCI6MCwiU21hcnRGb3JlZ3JvdW5kIjpudWxsLCJCYWNrZ3JvdW5kRmlsbFR5cGUiOjAsIk1hcmdpbiI6eyIkcmVmIjoiOTgifSwiUGFkZGluZyI6eyIkcmVmIjoiOTkifSwiQmFja2dyb3VuZCI6eyIkcmVmIjoiMTAwIn0sIklzVmlzaWJsZSI6dHJ1ZSwiV2lkdGgiOjAuMCwiSGVpZ2h0IjowLjAsIkJvcmRlclN0eWxlIjp7IiRpZCI6IjY0MyIsIkxpbmVDb2xvciI6bnVsbCwiTGluZVdlaWdodCI6MC4wLCJMaW5lVHlwZSI6MCwiUGFyZW50U3R5bGUiOm51bGx9LCJQYXJlbnRTdHlsZSI6bnVsbH0sIkhvcml6b250YWxDb25uZWN0b3JTdHlsZSI6eyIkaWQiOiI2NDQiLCJMaW5lQ29sb3IiOnsiJGlkIjoiNjQ1IiwiJHR5cGUiOiJOTFJFLkNvbW1vbi5Eb20uU29saWRDb2xvckJydXNoLCBOTFJFLkNvbW1vbiIsIkNvbG9yIjp7IiRpZCI6IjY0NiIsIkEiOjI1NSwiUiI6MjA0LCJHIjoyMDQsIkIiOjIwNH19LCJMaW5lV2VpZ2h0IjoxLjUsIkxpbmVUeXBlIjowLCJQYXJlbnRTdHlsZSI6bnVsbH0sIlZlcnRpY2FsQ29ubmVjdG9yU3R5bGUiOnsiJGlkIjoiNjQ3IiwiTGluZUNvbG9yIjp7IiRyZWYiOiIxMDUi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MywiSXNCZWxvd1RpbWViYW5kIjp0cnVlLCJQZXJjZW50YWdlQ29tcGxldGVTaGFwZU9wYWNpdHkiOjM1LCJTaGFwZVN0eWxlIjp7IiRpZCI6IjY0OCIsIk1hcmdpbiI6eyIkcmVmIjoiMTA4In0sIlBhZGRpbmciOnsiJHJlZiI6IjEwOSJ9LCJCYWNrZ3JvdW5kIjp7IiRpZCI6IjY0OSIsIkNvbG9yIjp7IiRpZCI6IjY1MCIsIkEiOjI1NSwiUiI6MCwiRyI6MTE0LCJCIjoxODh9fSwiSXNWaXNpYmxlIjp0cnVlLCJXaWR0aCI6MC4wLCJIZWlnaHQiOjEwLjAsIkJvcmRlclN0eWxlIjp7IiRpZCI6IjY1MSIsIkxpbmVDb2xvciI6eyIkcmVmIjoiMTEzIn0sIkxpbmVXZWlnaHQiOjAuMCwiTGluZVR5cGUiOjAsIlBhcmVudFN0eWxlIjpudWxsfSwiUGFyZW50U3R5bGUiOm51bGx9LCJUaXRsZVN0eWxlIjp7IiRpZCI6IjY1MiIsIkZvbnRTZXR0aW5ncyI6eyIkaWQiOiI2NTMiLCJGb250U2l6ZSI6MTEsIkZvbnROYW1lIjoiQ2FsaWJyaSIsIklzQm9sZCI6dHJ1ZSwiSXNJdGFsaWMiOmZhbHNlLCJJc1VuZGVybGluZWQiOmZhbHNlLCJQYXJlbnRTdHlsZSI6bnVsbH0sIkF1dG9TaXplIjowLCJGb3JlZ3JvdW5kIjp7IiRpZCI6IjY1NCIsIkNvbG9yIjp7IiRpZCI6IjY1N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xMjEifSwiSXNWaXNpYmxlIjp0cnVlLCJXaWR0aCI6MC4wLCJIZWlnaHQiOjAuMCwiQm9yZGVyU3R5bGUiOnsiJGlkIjoiNjU2IiwiTGluZUNvbG9yIjpudWxsLCJMaW5lV2VpZ2h0IjowLjAsIkxpbmVUeXBlIjowLCJQYXJlbnRTdHlsZSI6bnVsbH0sIlBhcmVudFN0eWxlIjpudWxsfSwiRGF0ZVN0eWxlIjp7IiRpZCI6IjY1NyIsIkZvbnRTZXR0aW5ncyI6eyIkaWQiOiI2NTgiLCJGb250U2l6ZSI6MTAsIkZvbnROYW1lIjoiQ2FsaWJyaSIsIklzQm9sZCI6ZmFsc2UsIklzSXRhbGljIjpmYWxzZSwiSXNVbmRlcmxpbmVkIjpmYWxzZSwiUGFyZW50U3R5bGUiOm51bGx9LCJBdXRvU2l6ZSI6MCwiRm9yZWdyb3VuZCI6eyIkaWQiOiI2NTkiLCJDb2xvciI6eyIkaWQiOiI2Nj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jYifSwiUGFkZGluZyI6eyIkcmVmIjoiMTI3In0sIkJhY2tncm91bmQiOnsiJHJlZiI6IjEyOCJ9LCJJc1Zpc2libGUiOnRydWUsIldpZHRoIjowLjAsIkhlaWdodCI6MC4wLCJCb3JkZXJTdHlsZSI6eyIkaWQiOiI2NjEiLCJMaW5lQ29sb3IiOm51bGwsIkxpbmVXZWlnaHQiOjAuMCwiTGluZVR5cGUiOjAsIlBhcmVudFN0eWxlIjpudWxsfSwiUGFyZW50U3R5bGUiOm51bGx9LCJEYXRlRm9ybWF0Ijp7IiRyZWYiOiIxMjkifSwiSXNWaXNpYmxlIjp0cnVlLCJQYXJlbnRTdHlsZSI6bnVsbH0sIkluZGV4IjoxNywiU21hcnREdXJhdGlvbkFjdGl2YXRlZCI6ZmFsc2UsIkRhdGVGb3JtYXQiOnsiJHJlZiI6IjEyOSJ9LCJJZCI6ImNhYTM1NTQ3LTYwOGItNDk1Zi1iOTYwLWI1NjMzMjk5NWFhMyIsIkltcG9ydElkIjpudWxsLCJUaXRsZSI6IlNwcmludCBQbGFubmluZyIsIk5vdGUiOm51bGwsIkh5cGVybGluayI6eyIkaWQiOiI2NjIiLCJBZGRyZXNzIjoiIiwiU3ViQWRkcmVzcyI6IiJ9LCJJc0NoYW5nZWQiOmZhbHNlLCJJc05ldyI6ZmFsc2V9LHsiJGlkIjoiNjYzIiwiR3JvdXBOYW1lIjpudWxsLCJTdGFydERhdGUiOiIyMDIwLTA2LTIyVDAwOjAwOjAwWiIsIkVuZERhdGUiOiIyMDIwLTEwLTE5VDIzOjU5OjAwWiIsIlBlcmNlbnRhZ2VDb21wbGV0ZSI6MC4wLCJTdHlsZSI6eyIkaWQiOiI2NjQiLCJTaGFwZSI6MiwiU2hhcGVUaGlja25lc3MiOjAsIkR1cmF0aW9uRm9ybWF0IjowLCJJbmNsdWRlTm9uV29ya2luZ0RheXNJbkR1cmF0aW9uIjpmYWxzZSwiUGVyY2VudGFnZUNvbXBsZXRlU3R5bGUiOnsiJGlkIjoiNjY1IiwiRm9udFNldHRpbmdzIjp7IiRpZCI6IjY2NiIsIkZvbnRTaXplIjoxMCwiRm9udE5hbWUiOiJDYWxpYnJpIiwiSXNCb2xkIjpmYWxzZSwiSXNJdGFsaWMiOmZhbHNlLCJJc1VuZGVybGluZWQiOmZhbHNlLCJQYXJlbnRTdHlsZSI6bnVsbH0sIkF1dG9TaXplIjowLCJGb3JlZ3JvdW5kIjp7IiRpZCI6IjY2NyIsIkNvbG9yIjp7IiRpZCI6IjY2OC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OTEifSwiUGFkZGluZyI6eyIkcmVmIjoiOTIifSwiQmFja2dyb3VuZCI6eyIkcmVmIjoiOTMifSwiSXNWaXNpYmxlIjp0cnVlLCJXaWR0aCI6MC4wLCJIZWlnaHQiOjAuMCwiQm9yZGVyU3R5bGUiOnsiJGlkIjoiNjY5IiwiTGluZUNvbG9yIjpudWxsLCJMaW5lV2VpZ2h0IjowLjAsIkxpbmVUeXBlIjowLCJQYXJlbnRTdHlsZSI6bnVsbH0sIlBhcmVudFN0eWxlIjpudWxsfSwiRHVyYXRpb25TdHlsZSI6eyIkaWQiOiI2NzAiLCJGb250U2V0dGluZ3MiOnsiJGlkIjoiNjcxIiwiRm9udFNpemUiOjEwLCJGb250TmFtZSI6IkNhbGlicmkiLCJJc0JvbGQiOmZhbHNlLCJJc0l0YWxpYyI6ZmFsc2UsIklzVW5kZXJsaW5lZCI6ZmFsc2UsIlBhcmVudFN0eWxlIjpudWxsfSwiQXV0b1NpemUiOjAsIkZvcmVncm91bmQiOnsiJHJlZiI6Ijk2In0sIk1heFdpZHRoIjoyMDAuMCwiTWF4SGVpZ2h0IjoiSW5maW5pdHkiLCJTbWFydEZvcmVncm91bmRJc0FjdGl2ZSI6ZmFsc2UsIkhvcml6b250YWxBbGlnbm1lbnQiOjAsIlZlcnRpY2FsQWxpZ25tZW50IjowLCJTbWFydEZvcmVncm91bmQiOm51bGwsIkJhY2tncm91bmRGaWxsVHlwZSI6MCwiTWFyZ2luIjp7IiRyZWYiOiI5OCJ9LCJQYWRkaW5nIjp7IiRyZWYiOiI5OSJ9LCJCYWNrZ3JvdW5kIjp7IiRyZWYiOiIxMDAifSwiSXNWaXNpYmxlIjp0cnVlLCJXaWR0aCI6MC4wLCJIZWlnaHQiOjAuMCwiQm9yZGVyU3R5bGUiOnsiJGlkIjoiNjcyIiwiTGluZUNvbG9yIjpudWxsLCJMaW5lV2VpZ2h0IjowLjAsIkxpbmVUeXBlIjowLCJQYXJlbnRTdHlsZSI6bnVsbH0sIlBhcmVudFN0eWxlIjpudWxsfSwiSG9yaXpvbnRhbENvbm5lY3RvclN0eWxlIjp7IiRpZCI6IjY3MyIsIkxpbmVDb2xvciI6eyIkaWQiOiI2NzQiLCIkdHlwZSI6Ik5MUkUuQ29tbW9uLkRvbS5Tb2xpZENvbG9yQnJ1c2gsIE5MUkUuQ29tbW9uIiwiQ29sb3IiOnsiJGlkIjoiNjc1IiwiQSI6MjU1LCJSIjoyMDQsIkciOjIwNCwiQiI6MjA0fX0sIkxpbmVXZWlnaHQiOjEuMCwiTGluZVR5cGUiOjAsIlBhcmVudFN0eWxlIjpudWxsfSwiVmVydGljYWxDb25uZWN0b3JTdHlsZSI6eyIkaWQiOiI2NzYiLCJMaW5lQ29sb3IiOnsiJHJlZiI6IjEwNS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zLCJJc0JlbG93VGltZWJhbmQiOnRydWUsIlBlcmNlbnRhZ2VDb21wbGV0ZVNoYXBlT3BhY2l0eSI6MzUsIlNoYXBlU3R5bGUiOnsiJGlkIjoiNjc3IiwiTWFyZ2luIjp7IiRyZWYiOiIxMDgifSwiUGFkZGluZyI6eyIkcmVmIjoiMTA5In0sIkJhY2tncm91bmQiOnsiJGlkIjoiNjc4IiwiQ29sb3IiOnsiJGlkIjoiNjc5IiwiQSI6MjU1LCJSIjowLCJHIjoxMTQsIkIiOjE4OH19LCJJc1Zpc2libGUiOnRydWUsIldpZHRoIjowLjAsIkhlaWdodCI6MTAuMCwiQm9yZGVyU3R5bGUiOnsiJGlkIjoiNjgwIiwiTGluZUNvbG9yIjp7IiRyZWYiOiIxMTMifSwiTGluZVdlaWdodCI6MC4wLCJMaW5lVHlwZSI6MCwiUGFyZW50U3R5bGUiOm51bGx9LCJQYXJlbnRTdHlsZSI6bnVsbH0sIlRpdGxlU3R5bGUiOnsiJGlkIjoiNjgxIiwiRm9udFNldHRpbmdzIjp7IiRpZCI6IjY4MiIsIkZvbnRTaXplIjoxMSwiRm9udE5hbWUiOiJDYWxpYnJpIiwiSXNCb2xkIjp0cnVlLCJJc0l0YWxpYyI6ZmFsc2UsIklzVW5kZXJsaW5lZCI6ZmFsc2UsIlBhcmVudFN0eWxlIjpudWxsfSwiQXV0b1NpemUiOjAsIkZvcmVncm91bmQiOnsiJGlkIjoiNjgzIiwiQ29sb3IiOnsiJGlkIjoiNjg0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EyMSJ9LCJJc1Zpc2libGUiOnRydWUsIldpZHRoIjowLjAsIkhlaWdodCI6MC4wLCJCb3JkZXJTdHlsZSI6eyIkaWQiOiI2ODUiLCJMaW5lQ29sb3IiOm51bGwsIkxpbmVXZWlnaHQiOjAuMCwiTGluZVR5cGUiOjAsIlBhcmVudFN0eWxlIjpudWxsfSwiUGFyZW50U3R5bGUiOm51bGx9LCJEYXRlU3R5bGUiOnsiJGlkIjoiNjg2IiwiRm9udFNldHRpbmdzIjp7IiRpZCI6IjY4NyIsIkZvbnRTaXplIjoxMCwiRm9udE5hbWUiOiJDYWxpYnJpIiwiSXNCb2xkIjpmYWxzZSwiSXNJdGFsaWMiOmZhbHNlLCJJc1VuZGVybGluZWQiOmZhbHNlLCJQYXJlbnRTdHlsZSI6bnVsbH0sIkF1dG9TaXplIjowLCJGb3JlZ3JvdW5kIjp7IiRpZCI6IjY4OCIsIkNvbG9yIjp7IiRpZCI6IjY4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Y5MCIsIkxpbmVDb2xvciI6bnVsbCwiTGluZVdlaWdodCI6MC4wLCJMaW5lVHlwZSI6MCwiUGFyZW50U3R5bGUiOm51bGx9LCJQYXJlbnRTdHlsZSI6bnVsbH0sIkRhdGVGb3JtYXQiOnsiJHJlZiI6IjEyOSJ9LCJJc1Zpc2libGUiOnRydWUsIlBhcmVudFN0eWxlIjpudWxsfSwiSW5kZXgiOjE4LCJTbWFydER1cmF0aW9uQWN0aXZhdGVkIjpmYWxzZSwiRGF0ZUZvcm1hdCI6eyIkcmVmIjoiMTI5In0sIklkIjoiYjU5MTE5MWItZjc4My00ODIzLWEwMWMtNzU3YjNlZTE4YjRkIiwiSW1wb3J0SWQiOm51bGwsIlRpdGxlIjoiU3ByaW50IEJ1aWxkcy9UZXN0aW5nIiwiTm90ZSI6bnVsbCwiSHlwZXJsaW5rIjp7IiRpZCI6IjY5MSIsIkFkZHJlc3MiOiIiLCJTdWJBZGRyZXNzIjoiIn0sIklzQ2hhbmdlZCI6ZmFsc2UsIklzTmV3IjpmYWxzZX0seyIkaWQiOiI2OTIiLCJHcm91cE5hbWUiOm51bGwsIlN0YXJ0RGF0ZSI6IjIwMjAtMTAtMjZUMDA6MDA6MDBaIiwiRW5kRGF0ZSI6IjIwMjAtMTEtMDZUMjM6NTk6MDBaIiwiUGVyY2VudGFnZUNvbXBsZXRlIjpudWxsLCJTdHlsZSI6eyIkaWQiOiI2OTMiLCJTaGFwZSI6MCwiU2hhcGVUaGlja25lc3MiOjAsIkR1cmF0aW9uRm9ybWF0IjowLCJJbmNsdWRlTm9uV29ya2luZ0RheXNJbkR1cmF0aW9uIjpmYWxzZSwiUGVyY2VudGFnZUNvbXBsZXRlU3R5bGUiOnsiJGlkIjoiNjk0IiwiRm9udFNldHRpbmdzIjp7IiRpZCI6IjY5NSIsIkZvbnRTaXplIjoxMCwiRm9udE5hbWUiOiJDYWxpYnJpIiwiSXNCb2xkIjpmYWxzZSwiSXNJdGFsaWMiOmZhbHNlLCJJc1VuZGVybGluZWQiOmZhbHNlLCJQYXJlbnRTdHlsZSI6bnVsbH0sIkF1dG9TaXplIjowLCJGb3JlZ3JvdW5kIjp7IiRyZWYiOiI4OSJ9LCJNYXhXaWR0aCI6MjAwLjAsIk1heEhlaWdodCI6IkluZmluaXR5IiwiU21hcnRGb3JlZ3JvdW5kSXNBY3RpdmUiOmZhbHNlLCJIb3Jpem9udGFsQWxpZ25tZW50IjowLCJWZXJ0aWNhbEFsaWdubWVudCI6MCwiU21hcnRGb3JlZ3JvdW5kIjpudWxsLCJCYWNrZ3JvdW5kRmlsbFR5cGUiOjAsIk1hcmdpbiI6eyIkcmVmIjoiOTEifSwiUGFkZGluZyI6eyIkcmVmIjoiOTIifSwiQmFja2dyb3VuZCI6eyIkcmVmIjoiOTMifSwiSXNWaXNpYmxlIjp0cnVlLCJXaWR0aCI6MC4wLCJIZWlnaHQiOjAuMCwiQm9yZGVyU3R5bGUiOnsiJGlkIjoiNjk2IiwiTGluZUNvbG9yIjpudWxsLCJMaW5lV2VpZ2h0IjowLjAsIkxpbmVUeXBlIjowLCJQYXJlbnRTdHlsZSI6bnVsbH0sIlBhcmVudFN0eWxlIjpudWxsfSwiRHVyYXRpb25TdHlsZSI6eyIkaWQiOiI2OTciLCJGb250U2V0dGluZ3MiOnsiJGlkIjoiNjk4IiwiRm9udFNpemUiOjEwLCJGb250TmFtZSI6IkNhbGlicmkiLCJJc0JvbGQiOmZhbHNlLCJJc0l0YWxpYyI6ZmFsc2UsIklzVW5kZXJsaW5lZCI6ZmFsc2UsIlBhcmVudFN0eWxlIjpudWxsfSwiQXV0b1NpemUiOjAsIkZvcmVncm91bmQiOnsiJHJlZiI6Ijk2In0sIk1heFdpZHRoIjoyMDAuMCwiTWF4SGVpZ2h0IjoiSW5maW5pdHkiLCJTbWFydEZvcmVncm91bmRJc0FjdGl2ZSI6ZmFsc2UsIkhvcml6b250YWxBbGlnbm1lbnQiOjAsIlZlcnRpY2FsQWxpZ25tZW50IjowLCJTbWFydEZvcmVncm91bmQiOm51bGwsIkJhY2tncm91bmRGaWxsVHlwZSI6MCwiTWFyZ2luIjp7IiRyZWYiOiI5OCJ9LCJQYWRkaW5nIjp7IiRyZWYiOiI5OSJ9LCJCYWNrZ3JvdW5kIjp7IiRyZWYiOiIxMDAifSwiSXNWaXNpYmxlIjp0cnVlLCJXaWR0aCI6MC4wLCJIZWlnaHQiOjAuMCwiQm9yZGVyU3R5bGUiOnsiJGlkIjoiNjk5IiwiTGluZUNvbG9yIjpudWxsLCJMaW5lV2VpZ2h0IjowLjAsIkxpbmVUeXBlIjowLCJQYXJlbnRTdHlsZSI6bnVsbH0sIlBhcmVudFN0eWxlIjpudWxsfSwiSG9yaXpvbnRhbENvbm5lY3RvclN0eWxlIjp7IiRpZCI6IjcwMCIsIkxpbmVDb2xvciI6eyIkcmVmIjoiMTAyIn0sIkxpbmVXZWlnaHQiOjEuMCwiTGluZVR5cGUiOjAsIlBhcmVudFN0eWxlIjpudWxsfSwiVmVydGljYWxDb25uZWN0b3JTdHlsZSI6eyIkaWQiOiI3MDEiLCJMaW5lQ29sb3IiOnsiJHJlZiI6IjEwNSJ9LCJMaW5lV2VpZ2h0IjowLjAsIkxpbmVUeXBlIjowLCJQYXJlbnRTdHlsZSI6bnVsbH0sIk1hcmdpbiI6bnVsbCwiU3RhcnREYXRlUG9zaXRpb24iOjQsIkVuZERhdGVQb3NpdGlvbiI6NCwiRGF0ZUlzVmlzaWJsZSI6dHJ1ZSwiVGl0bGVQb3NpdGlvbiI6NSwiRHVyYXRpb25Qb3NpdGlvbiI6NiwiUGVyY2VudGFnZUNvbXBsZXRlZFBvc2l0aW9uIjoyLCJTcGFjaW5nIjozLCJJc0JlbG93VGltZWJhbmQiOnRydWUsIlBlcmNlbnRhZ2VDb21wbGV0ZVNoYXBlT3BhY2l0eSI6MzUsIlNoYXBlU3R5bGUiOnsiJGlkIjoiNzAyIiwiTWFyZ2luIjp7IiRyZWYiOiIxMDgifSwiUGFkZGluZyI6eyIkcmVmIjoiMTA5In0sIkJhY2tncm91bmQiOnsiJGlkIjoiNzAzIiwiQ29sb3IiOnsiJGlkIjoiNzA0IiwiQSI6MjU1LCJSIjowLCJHIjoxMTQsIkIiOjE4OH19LCJJc1Zpc2libGUiOnRydWUsIldpZHRoIjowLjAsIkhlaWdodCI6MTAuMCwiQm9yZGVyU3R5bGUiOnsiJGlkIjoiNzA1IiwiTGluZUNvbG9yIjp7IiRyZWYiOiIxMTMifSwiTGluZVdlaWdodCI6MC4wLCJMaW5lVHlwZSI6MCwiUGFyZW50U3R5bGUiOm51bGx9LCJQYXJlbnRTdHlsZSI6bnVsbH0sIlRpdGxlU3R5bGUiOnsiJGlkIjoiNzA2IiwiRm9udFNldHRpbmdzIjp7IiRpZCI6IjcwNyIsIkZvbnRTaXplIjoxMSwiRm9udE5hbWUiOiJDYWxpYnJpIiwiSXNCb2xkIjp0cnVlLCJJc0l0YWxpYyI6ZmFsc2UsIklzVW5kZXJsaW5lZCI6ZmFsc2UsIlBhcmVudFN0eWxlIjpudWxsfSwiQXV0b1NpemUiOjAsIkZvcmVncm91bmQiOnsiJGlkIjoiNzA4IiwiQ29sb3IiOnsiJGlkIjoiNzA5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EyMSJ9LCJJc1Zpc2libGUiOnRydWUsIldpZHRoIjowLjAsIkhlaWdodCI6MC4wLCJCb3JkZXJTdHlsZSI6eyIkaWQiOiI3MTAiLCJMaW5lQ29sb3IiOm51bGwsIkxpbmVXZWlnaHQiOjAuMCwiTGluZVR5cGUiOjAsIlBhcmVudFN0eWxlIjpudWxsfSwiUGFyZW50U3R5bGUiOm51bGx9LCJEYXRlU3R5bGUiOnsiJGlkIjoiNzExIiwiRm9udFNldHRpbmdzIjp7IiRpZCI6IjcxMiIsIkZvbnRTaXplIjoxMCwiRm9udE5hbWUiOiJDYWxpYnJpIiwiSXNCb2xkIjpmYWxzZSwiSXNJdGFsaWMiOmZhbHNlLCJJc1VuZGVybGluZWQiOmZhbHNlLCJQYXJlbnRTdHlsZSI6bnVsbH0sIkF1dG9TaXplIjowLCJGb3JlZ3JvdW5kIjp7IiRpZCI6IjcxMyIsIkNvbG9yIjp7IiRpZCI6Ijcx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cxNSIsIkxpbmVDb2xvciI6bnVsbCwiTGluZVdlaWdodCI6MC4wLCJMaW5lVHlwZSI6MCwiUGFyZW50U3R5bGUiOm51bGx9LCJQYXJlbnRTdHlsZSI6bnVsbH0sIkRhdGVGb3JtYXQiOnsiJHJlZiI6IjEyOSJ9LCJJc1Zpc2libGUiOnRydWUsIlBhcmVudFN0eWxlIjpudWxsfSwiSW5kZXgiOjE5LCJTbWFydER1cmF0aW9uQWN0aXZhdGVkIjpmYWxzZSwiRGF0ZUZvcm1hdCI6eyIkcmVmIjoiMTI5In0sIklkIjoiYTBkNTk5ZTgtYjMyYi00YzI1LWFhNDAtYWMwNzFjNjc2MGNlIiwiSW1wb3J0SWQiOm51bGwsIlRpdGxlIjoiQkFUIFRlc3RpbmciLCJOb3RlIjpudWxsLCJIeXBlcmxpbmsiOnsiJGlkIjoiNzE2IiwiQWRkcmVzcyI6IiIsIlN1YkFkZHJlc3MiOiIifSwiSXNDaGFuZ2VkIjpmYWxzZSwiSXNOZXciOmZhbHNlfSx7IiRpZCI6IjcxNyIsIkdyb3VwTmFtZSI6bnVsbCwiU3RhcnREYXRlIjoiMjAyMC0xMS0wMlQwMDowMDowMFoiLCJFbmREYXRlIjoiMjAyMC0xMi0xMVQyMzo1OTowMFoiLCJQZXJjZW50YWdlQ29tcGxldGUiOjAuMCwiU3R5bGUiOnsiJGlkIjoiNzE4IiwiU2hhcGUiOjAsIlNoYXBlVGhpY2tuZXNzIjowLCJEdXJhdGlvbkZvcm1hdCI6MCwiSW5jbHVkZU5vbldvcmtpbmdEYXlzSW5EdXJhdGlvbiI6ZmFsc2UsIlBlcmNlbnRhZ2VDb21wbGV0ZVN0eWxlIjp7IiRpZCI6IjcxOSIsIkZvbnRTZXR0aW5ncyI6eyIkaWQiOiI3MjAiLCJGb250U2l6ZSI6MTAsIkZvbnROYW1lIjoiQ2FsaWJyaSIsIklzQm9sZCI6ZmFsc2UsIklzSXRhbGljIjpmYWxzZSwiSXNVbmRlcmxpbmVkIjpmYWxzZSwiUGFyZW50U3R5bGUiOm51bGx9LCJBdXRvU2l6ZSI6MCwiRm9yZWdyb3VuZCI6eyIkaWQiOiI3MjEiLCJDb2xvciI6eyIkaWQiOiI3MjI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HJlZiI6IjkxIn0sIlBhZGRpbmciOnsiJHJlZiI6IjkyIn0sIkJhY2tncm91bmQiOnsiJHJlZiI6IjkzIn0sIklzVmlzaWJsZSI6dHJ1ZSwiV2lkdGgiOjAuMCwiSGVpZ2h0IjowLjAsIkJvcmRlclN0eWxlIjp7IiRpZCI6IjcyMyIsIkxpbmVDb2xvciI6bnVsbCwiTGluZVdlaWdodCI6MC4wLCJMaW5lVHlwZSI6MCwiUGFyZW50U3R5bGUiOm51bGx9LCJQYXJlbnRTdHlsZSI6bnVsbH0sIkR1cmF0aW9uU3R5bGUiOnsiJGlkIjoiNzI0IiwiRm9udFNldHRpbmdzIjp7IiRpZCI6IjcyNSIsIkZvbnRTaXplIjoxMCwiRm9udE5hbWUiOiJDYWxpYnJpIiwiSXNCb2xkIjpmYWxzZSwiSXNJdGFsaWMiOmZhbHNlLCJJc1VuZGVybGluZWQiOmZhbHNlLCJQYXJlbnRTdHlsZSI6bnVsbH0sIkF1dG9TaXplIjowLCJGb3JlZ3JvdW5kIjp7IiRyZWYiOiI5NiJ9LCJNYXhXaWR0aCI6MjAwLjAsIk1heEhlaWdodCI6IkluZmluaXR5IiwiU21hcnRGb3JlZ3JvdW5kSXNBY3RpdmUiOmZhbHNlLCJIb3Jpem9udGFsQWxpZ25tZW50IjowLCJWZXJ0aWNhbEFsaWdubWVudCI6MCwiU21hcnRGb3JlZ3JvdW5kIjpudWxsLCJCYWNrZ3JvdW5kRmlsbFR5cGUiOjAsIk1hcmdpbiI6eyIkcmVmIjoiOTgifSwiUGFkZGluZyI6eyIkcmVmIjoiOTkifSwiQmFja2dyb3VuZCI6eyIkcmVmIjoiMTAwIn0sIklzVmlzaWJsZSI6dHJ1ZSwiV2lkdGgiOjAuMCwiSGVpZ2h0IjowLjAsIkJvcmRlclN0eWxlIjp7IiRpZCI6IjcyNiIsIkxpbmVDb2xvciI6bnVsbCwiTGluZVdlaWdodCI6MC4wLCJMaW5lVHlwZSI6MCwiUGFyZW50U3R5bGUiOm51bGx9LCJQYXJlbnRTdHlsZSI6bnVsbH0sIkhvcml6b250YWxDb25uZWN0b3JTdHlsZSI6eyIkaWQiOiI3MjciLCJMaW5lQ29sb3IiOnsiJGlkIjoiNzI4IiwiJHR5cGUiOiJOTFJFLkNvbW1vbi5Eb20uU29saWRDb2xvckJydXNoLCBOTFJFLkNvbW1vbiIsIkNvbG9yIjp7IiRpZCI6IjcyOSIsIkEiOjI1NSwiUiI6MjA0LCJHIjoyMDQsIkIiOjIwNH19LCJMaW5lV2VpZ2h0IjoxLjAsIkxpbmVUeXBlIjowLCJQYXJlbnRTdHlsZSI6bnVsbH0sIlZlcnRpY2FsQ29ubmVjdG9yU3R5bGUiOnsiJGlkIjoiNzMwIiwiTGluZUNvbG9yIjp7IiRyZWYiOiIxMDUifSwiTGluZVdlaWdodCI6MC4wLCJMaW5lVHlwZSI6MCwiUGFyZW50U3R5bGUiOm51bGx9LCJNYXJnaW4iOm51bGwsIlN0YXJ0RGF0ZVBvc2l0aW9uIjo0LCJFbmREYXRlUG9zaXRpb24iOjQsIkRhdGVJc1Zpc2libGUiOnRydWUsIlRpdGxlUG9zaXRpb24iOjUsIkR1cmF0aW9uUG9zaXRpb24iOjYsIlBlcmNlbnRhZ2VDb21wbGV0ZWRQb3NpdGlvbiI6NiwiU3BhY2luZyI6MywiSXNCZWxvd1RpbWViYW5kIjp0cnVlLCJQZXJjZW50YWdlQ29tcGxldGVTaGFwZU9wYWNpdHkiOjM1LCJTaGFwZVN0eWxlIjp7IiRpZCI6IjczMSIsIk1hcmdpbiI6eyIkcmVmIjoiMTA4In0sIlBhZGRpbmciOnsiJHJlZiI6IjEwOSJ9LCJCYWNrZ3JvdW5kIjp7IiRpZCI6IjczMiIsIkNvbG9yIjp7IiRpZCI6IjczMyIsIkEiOjI1NSwiUiI6NzksIkciOjEyOSwiQiI6MTg5fX0sIklzVmlzaWJsZSI6dHJ1ZSwiV2lkdGgiOjAuMCwiSGVpZ2h0IjoxMC4wLCJCb3JkZXJTdHlsZSI6eyIkaWQiOiI3MzQiLCJMaW5lQ29sb3IiOnsiJHJlZiI6IjExMyJ9LCJMaW5lV2VpZ2h0IjowLjAsIkxpbmVUeXBlIjowLCJQYXJlbnRTdHlsZSI6bnVsbH0sIlBhcmVudFN0eWxlIjpudWxsfSwiVGl0bGVTdHlsZSI6eyIkaWQiOiI3MzUiLCJGb250U2V0dGluZ3MiOnsiJGlkIjoiNzM2IiwiRm9udFNpemUiOjExLCJGb250TmFtZSI6IkNhbGlicmkiLCJJc0JvbGQiOnRydWUsIklzSXRhbGljIjpmYWxzZSwiSXNVbmRlcmxpbmVkIjpmYWxzZSwiUGFyZW50U3R5bGUiOm51bGx9LCJBdXRvU2l6ZSI6MCwiRm9yZWdyb3VuZCI6eyIkaWQiOiI3MzciLCJDb2xvciI6eyIkaWQiOiI3Mzg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cmVmIjoiMTIxIn0sIklzVmlzaWJsZSI6dHJ1ZSwiV2lkdGgiOjAuMCwiSGVpZ2h0IjowLjAsIkJvcmRlclN0eWxlIjp7IiRpZCI6IjczOSIsIkxpbmVDb2xvciI6bnVsbCwiTGluZVdlaWdodCI6MC4wLCJMaW5lVHlwZSI6MCwiUGFyZW50U3R5bGUiOm51bGx9LCJQYXJlbnRTdHlsZSI6bnVsbH0sIkRhdGVTdHlsZSI6eyIkaWQiOiI3NDAiLCJGb250U2V0dGluZ3MiOnsiJGlkIjoiNzQxIiwiRm9udFNpemUiOjEwLCJGb250TmFtZSI6IkNhbGlicmkiLCJJc0JvbGQiOmZhbHNlLCJJc0l0YWxpYyI6ZmFsc2UsIklzVW5kZXJsaW5lZCI6ZmFsc2UsIlBhcmVudFN0eWxlIjpudWxsfSwiQXV0b1NpemUiOjAsIkZvcmVncm91bmQiOnsiJGlkIjoiNzQyIiwiQ29sb3IiOnsiJGlkIjoiNzQ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2In0sIlBhZGRpbmciOnsiJHJlZiI6IjEyNyJ9LCJCYWNrZ3JvdW5kIjp7IiRyZWYiOiIxMjgifSwiSXNWaXNpYmxlIjp0cnVlLCJXaWR0aCI6MC4wLCJIZWlnaHQiOjAuMCwiQm9yZGVyU3R5bGUiOnsiJGlkIjoiNzQ0IiwiTGluZUNvbG9yIjpudWxsLCJMaW5lV2VpZ2h0IjowLjAsIkxpbmVUeXBlIjowLCJQYXJlbnRTdHlsZSI6bnVsbH0sIlBhcmVudFN0eWxlIjpudWxsfSwiRGF0ZUZvcm1hdCI6eyIkcmVmIjoiMTI5In0sIklzVmlzaWJsZSI6dHJ1ZSwiUGFyZW50U3R5bGUiOm51bGx9LCJJbmRleCI6MjAsIlNtYXJ0RHVyYXRpb25BY3RpdmF0ZWQiOmZhbHNlLCJEYXRlRm9ybWF0Ijp7IiRyZWYiOiIxMjkifSwiSWQiOiI0NjBlZWQ2YS0xOTYzLTQwOWEtYjE1NS1iNjQwNzFjM2Y0NDUiLCJJbXBvcnRJZCI6bnVsbCwiVGl0bGUiOiJEZXBsb3kiLCJOb3RlIjpudWxsLCJIeXBlcmxpbmsiOnsiJGlkIjoiNzQ1IiwiQWRkcmVzcyI6IiIsIlN1YkFkZHJlc3MiOiIifSwiSXNDaGFuZ2VkIjpmYWxzZSwiSXNOZXciOmZhbHNlfSx7IiRpZCI6Ijc0NiIsIkdyb3VwTmFtZSI6bnVsbCwiU3RhcnREYXRlIjoiMjAyMC0wOC0xMFQyMzo1OTowMFoiLCJFbmREYXRlIjoiMjAyMS0wMy0zMVQyMzo1OTowMFoiLCJQZXJjZW50YWdlQ29tcGxldGUiOm51bGwsIlN0eWxlIjp7IiRpZCI6Ijc0NyIsIlNoYXBlIjozLCJTaGFwZVRoaWNrbmVzcyI6MCwiRHVyYXRpb25Gb3JtYXQiOjAsIkluY2x1ZGVOb25Xb3JraW5nRGF5c0luRHVyYXRpb24iOmZhbHNlLCJQZXJjZW50YWdlQ29tcGxldGVTdHlsZSI6eyIkaWQiOiI3NDgiLCJGb250U2V0dGluZ3MiOnsiJGlkIjoiNzQ5IiwiRm9udFNpemUiOjEwLCJGb250TmFtZSI6IkNhbGlicmkiLCJJc0JvbGQiOmZhbHNlLCJJc0l0YWxpYyI6ZmFsc2UsIklzVW5kZXJsaW5lZCI6ZmFsc2UsIlBhcmVudFN0eWxlIjpudWxsfSwiQXV0b1NpemUiOjAsIkZvcmVncm91bmQiOnsiJHJlZiI6Ijg5In0sIk1heFdpZHRoIjoyMDAuMCwiTWF4SGVpZ2h0IjoiSW5maW5pdHkiLCJTbWFydEZvcmVncm91bmRJc0FjdGl2ZSI6ZmFsc2UsIkhvcml6b250YWxBbGlnbm1lbnQiOjAsIlZlcnRpY2FsQWxpZ25tZW50IjowLCJTbWFydEZvcmVncm91bmQiOm51bGwsIkJhY2tncm91bmRGaWxsVHlwZSI6MCwiTWFyZ2luIjp7IiRyZWYiOiI5MSJ9LCJQYWRkaW5nIjp7IiRyZWYiOiI5MiJ9LCJCYWNrZ3JvdW5kIjp7IiRyZWYiOiI5MyJ9LCJJc1Zpc2libGUiOnRydWUsIldpZHRoIjowLjAsIkhlaWdodCI6MC4wLCJCb3JkZXJTdHlsZSI6eyIkaWQiOiI3NTAiLCJMaW5lQ29sb3IiOm51bGwsIkxpbmVXZWlnaHQiOjAuMCwiTGluZVR5cGUiOjAsIlBhcmVudFN0eWxlIjpudWxsfSwiUGFyZW50U3R5bGUiOm51bGx9LCJEdXJhdGlvblN0eWxlIjp7IiRpZCI6Ijc1MSIsIkZvbnRTZXR0aW5ncyI6eyIkaWQiOiI3NTIiLCJGb250U2l6ZSI6MTAsIkZvbnROYW1lIjoiQ2FsaWJyaSIsIklzQm9sZCI6ZmFsc2UsIklzSXRhbGljIjpmYWxzZSwiSXNVbmRlcmxpbmVkIjpmYWxzZSwiUGFyZW50U3R5bGUiOm51bGx9LCJBdXRvU2l6ZSI6MCwiRm9yZWdyb3VuZCI6eyIkcmVmIjoiOTYifSwiTWF4V2lkdGgiOjIwMC4wLCJNYXhIZWlnaHQiOiJJbmZpbml0eSIsIlNtYXJ0Rm9yZWdyb3VuZElzQWN0aXZlIjpmYWxzZSwiSG9yaXpvbnRhbEFsaWdubWVudCI6MCwiVmVydGljYWxBbGlnbm1lbnQiOjAsIlNtYXJ0Rm9yZWdyb3VuZCI6bnVsbCwiQmFja2dyb3VuZEZpbGxUeXBlIjowLCJNYXJnaW4iOnsiJHJlZiI6Ijk4In0sIlBhZGRpbmciOnsiJHJlZiI6Ijk5In0sIkJhY2tncm91bmQiOnsiJHJlZiI6IjEwMCJ9LCJJc1Zpc2libGUiOnRydWUsIldpZHRoIjowLjAsIkhlaWdodCI6MC4wLCJCb3JkZXJTdHlsZSI6eyIkaWQiOiI3NTMiLCJMaW5lQ29sb3IiOm51bGwsIkxpbmVXZWlnaHQiOjAuMCwiTGluZVR5cGUiOjAsIlBhcmVudFN0eWxlIjpudWxsfSwiUGFyZW50U3R5bGUiOm51bGx9LCJIb3Jpem9udGFsQ29ubmVjdG9yU3R5bGUiOnsiJGlkIjoiNzU0IiwiTGluZUNvbG9yIjp7IiRyZWYiOiIxMDIifSwiTGluZVdlaWdodCI6MS4wLCJMaW5lVHlwZSI6MCwiUGFyZW50U3R5bGUiOm51bGx9LCJWZXJ0aWNhbENvbm5lY3RvclN0eWxlIjp7IiRpZCI6Ijc1NSIsIkxpbmVDb2xvciI6eyIkcmVmIjoiMTA1In0sIkxpbmVXZWlnaHQiOjAuMCwiTGluZVR5cGUiOjAsIlBhcmVudFN0eWxlIjpudWxsfSwiTWFyZ2luIjpudWxsLCJTdGFydERhdGVQb3NpdGlvbiI6NCwiRW5kRGF0ZVBvc2l0aW9uIjo0LCJEYXRlSXNWaXNpYmxlIjp0cnVlLCJUaXRsZVBvc2l0aW9uIjo1LCJEdXJhdGlvblBvc2l0aW9uIjo2LCJQZXJjZW50YWdlQ29tcGxldGVkUG9zaXRpb24iOjIsIlNwYWNpbmciOjMsIklzQmVsb3dUaW1lYmFuZCI6dHJ1ZSwiUGVyY2VudGFnZUNvbXBsZXRlU2hhcGVPcGFjaXR5IjozNSwiU2hhcGVTdHlsZSI6eyIkaWQiOiI3NTYiLCJNYXJnaW4iOnsiJHJlZiI6IjEwOCJ9LCJQYWRkaW5nIjp7IiRyZWYiOiIxMDkifSwiQmFja2dyb3VuZCI6eyIkaWQiOiI3NTciLCJDb2xvciI6eyIkaWQiOiI3NTgiLCJBIjoyNTUsIlIiOjExNSwiRyI6MTE1LCJCIjoxMTV9fSwiSXNWaXNpYmxlIjp0cnVlLCJXaWR0aCI6MC4wLCJIZWlnaHQiOjEwLjAsIkJvcmRlclN0eWxlIjp7IiRpZCI6Ijc1OSIsIkxpbmVDb2xvciI6eyIkcmVmIjoiMTEzIn0sIkxpbmVXZWlnaHQiOjAuMCwiTGluZVR5cGUiOjAsIlBhcmVudFN0eWxlIjpudWxsfSwiUGFyZW50U3R5bGUiOm51bGx9LCJUaXRsZVN0eWxlIjp7IiRpZCI6Ijc2MCIsIkZvbnRTZXR0aW5ncyI6eyIkaWQiOiI3NjEiLCJGb250U2l6ZSI6MTEsIkZvbnROYW1lIjoiQ2FsaWJyaSIsIklzQm9sZCI6dHJ1ZSwiSXNJdGFsaWMiOmZhbHNlLCJJc1VuZGVybGluZWQiOmZhbHNlLCJQYXJlbnRTdHlsZSI6bnVsbH0sIkF1dG9TaXplIjowLCJGb3JlZ3JvdW5kIjp7IiRpZCI6Ijc2MiIsIkNvbG9yIjp7IiRpZCI6Ijc2MyIsIkEiOjI1NSwiUiI6MjM0LCJHIjoyMiwiQiI6MzB9fSwiTWF4V2lkdGgiOjcy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cmVmIjoiMTIxIn0sIklzVmlzaWJsZSI6dHJ1ZSwiV2lkdGgiOjAuMCwiSGVpZ2h0IjowLjAsIkJvcmRlclN0eWxlIjp7IiRpZCI6Ijc2NCIsIkxpbmVDb2xvciI6bnVsbCwiTGluZVdlaWdodCI6MC4wLCJMaW5lVHlwZSI6MCwiUGFyZW50U3R5bGUiOm51bGx9LCJQYXJlbnRTdHlsZSI6bnVsbH0sIkRhdGVTdHlsZSI6eyIkaWQiOiI3NjUiLCJGb250U2V0dGluZ3MiOnsiJGlkIjoiNzY2IiwiRm9udFNpemUiOjEwLCJGb250TmFtZSI6IkNhbGlicmkiLCJJc0JvbGQiOmZhbHNlLCJJc0l0YWxpYyI6ZmFsc2UsIklzVW5kZXJsaW5lZCI6ZmFsc2UsIlBhcmVudFN0eWxlIjpudWxsfSwiQXV0b1NpemUiOjAsIkZvcmVncm91bmQiOnsiJGlkIjoiNzY3IiwiQ29sb3IiOnsiJGlkIjoiNzY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2In0sIlBhZGRpbmciOnsiJHJlZiI6IjEyNyJ9LCJCYWNrZ3JvdW5kIjp7IiRyZWYiOiIxMjgifSwiSXNWaXNpYmxlIjp0cnVlLCJXaWR0aCI6MC4wLCJIZWlnaHQiOjAuMCwiQm9yZGVyU3R5bGUiOnsiJGlkIjoiNzY5IiwiTGluZUNvbG9yIjpudWxsLCJMaW5lV2VpZ2h0IjowLjAsIkxpbmVUeXBlIjowLCJQYXJlbnRTdHlsZSI6bnVsbH0sIlBhcmVudFN0eWxlIjpudWxsfSwiRGF0ZUZvcm1hdCI6eyIkcmVmIjoiMTI5In0sIklzVmlzaWJsZSI6dHJ1ZSwiUGFyZW50U3R5bGUiOm51bGx9LCJJbmRleCI6MjMsIlNtYXJ0RHVyYXRpb25BY3RpdmF0ZWQiOmZhbHNlLCJEYXRlRm9ybWF0Ijp7IiRyZWYiOiIxMjkifSwiSWQiOiI5ODBjMmI0ZS0zYThhLTRiZjgtYWNiOS0zZDNmYWFiMGVjZjciLCJJbXBvcnRJZCI6bnVsbCwiVGl0bGUiOiJTbWFsbCBCdXNpbmVzcyBMZW5kaW5nIiwiTm90ZSI6bnVsbCwiSHlwZXJsaW5rIjp7IiRpZCI6Ijc3MCIsIkFkZHJlc3MiOiIiLCJTdWJBZGRyZXNzIjoiIn0sIklzQ2hhbmdlZCI6ZmFsc2UsIklzTmV3IjpmYWxzZX0seyIkaWQiOiI3NzEiLCJHcm91cE5hbWUiOm51bGwsIlN0YXJ0RGF0ZSI6IjIwMjAtMDgtMTBUMjM6NTk6MDBaIiwiRW5kRGF0ZSI6IjIwMjAtMDktMTRUMjM6NTk6MDBaIiwiUGVyY2VudGFnZUNvbXBsZXRlIjpudWxsLCJTdHlsZSI6eyIkaWQiOiI3NzIiLCJTaGFwZSI6MCwiU2hhcGVUaGlja25lc3MiOjAsIkR1cmF0aW9uRm9ybWF0IjowLCJJbmNsdWRlTm9uV29ya2luZ0RheXNJbkR1cmF0aW9uIjpmYWxzZSwiUGVyY2VudGFnZUNvbXBsZXRlU3R5bGUiOnsiJGlkIjoiNzczIiwiRm9udFNldHRpbmdzIjp7IiRpZCI6Ijc3NCIsIkZvbnRTaXplIjoxMCwiRm9udE5hbWUiOiJDYWxpYnJpIiwiSXNCb2xkIjpmYWxzZSwiSXNJdGFsaWMiOmZhbHNlLCJJc1VuZGVybGluZWQiOmZhbHNlLCJQYXJlbnRTdHlsZSI6bnVsbH0sIkF1dG9TaXplIjowLCJGb3JlZ3JvdW5kIjp7IiRyZWYiOiI4OSJ9LCJNYXhXaWR0aCI6MjAwLjAsIk1heEhlaWdodCI6IkluZmluaXR5IiwiU21hcnRGb3JlZ3JvdW5kSXNBY3RpdmUiOmZhbHNlLCJIb3Jpem9udGFsQWxpZ25tZW50IjowLCJWZXJ0aWNhbEFsaWdubWVudCI6MCwiU21hcnRGb3JlZ3JvdW5kIjpudWxsLCJCYWNrZ3JvdW5kRmlsbFR5cGUiOjAsIk1hcmdpbiI6eyIkcmVmIjoiOTEifSwiUGFkZGluZyI6eyIkcmVmIjoiOTIifSwiQmFja2dyb3VuZCI6eyIkcmVmIjoiOTMifSwiSXNWaXNpYmxlIjp0cnVlLCJXaWR0aCI6MC4wLCJIZWlnaHQiOjAuMCwiQm9yZGVyU3R5bGUiOnsiJGlkIjoiNzc1IiwiTGluZUNvbG9yIjpudWxsLCJMaW5lV2VpZ2h0IjowLjAsIkxpbmVUeXBlIjowLCJQYXJlbnRTdHlsZSI6bnVsbH0sIlBhcmVudFN0eWxlIjpudWxsfSwiRHVyYXRpb25TdHlsZSI6eyIkaWQiOiI3NzYiLCJGb250U2V0dGluZ3MiOnsiJGlkIjoiNzc3IiwiRm9udFNpemUiOjEwLCJGb250TmFtZSI6IkNhbGlicmkiLCJJc0JvbGQiOmZhbHNlLCJJc0l0YWxpYyI6ZmFsc2UsIklzVW5kZXJsaW5lZCI6ZmFsc2UsIlBhcmVudFN0eWxlIjpudWxsfSwiQXV0b1NpemUiOjAsIkZvcmVncm91bmQiOnsiJHJlZiI6Ijk2In0sIk1heFdpZHRoIjoyMDAuMCwiTWF4SGVpZ2h0IjoiSW5maW5pdHkiLCJTbWFydEZvcmVncm91bmRJc0FjdGl2ZSI6ZmFsc2UsIkhvcml6b250YWxBbGlnbm1lbnQiOjAsIlZlcnRpY2FsQWxpZ25tZW50IjowLCJTbWFydEZvcmVncm91bmQiOm51bGwsIkJhY2tncm91bmRGaWxsVHlwZSI6MCwiTWFyZ2luIjp7IiRyZWYiOiI5OCJ9LCJQYWRkaW5nIjp7IiRyZWYiOiI5OSJ9LCJCYWNrZ3JvdW5kIjp7IiRyZWYiOiIxMDAifSwiSXNWaXNpYmxlIjp0cnVlLCJXaWR0aCI6MC4wLCJIZWlnaHQiOjAuMCwiQm9yZGVyU3R5bGUiOnsiJGlkIjoiNzc4IiwiTGluZUNvbG9yIjpudWxsLCJMaW5lV2VpZ2h0IjowLjAsIkxpbmVUeXBlIjowLCJQYXJlbnRTdHlsZSI6bnVsbH0sIlBhcmVudFN0eWxlIjpudWxsfSwiSG9yaXpvbnRhbENvbm5lY3RvclN0eWxlIjp7IiRpZCI6Ijc3OSIsIkxpbmVDb2xvciI6eyIkcmVmIjoiMTAyIn0sIkxpbmVXZWlnaHQiOjEuMCwiTGluZVR5cGUiOjAsIlBhcmVudFN0eWxlIjpudWxsfSwiVmVydGljYWxDb25uZWN0b3JTdHlsZSI6eyIkaWQiOiI3ODAiLCJMaW5lQ29sb3IiOnsiJHJlZiI6IjEwNSJ9LCJMaW5lV2VpZ2h0IjowLjAsIkxpbmVUeXBlIjowLCJQYXJlbnRTdHlsZSI6bnVsbH0sIk1hcmdpbiI6bnVsbCwiU3RhcnREYXRlUG9zaXRpb24iOjQsIkVuZERhdGVQb3NpdGlvbiI6NCwiRGF0ZUlzVmlzaWJsZSI6dHJ1ZSwiVGl0bGVQb3NpdGlvbiI6NSwiRHVyYXRpb25Qb3NpdGlvbiI6NiwiUGVyY2VudGFnZUNvbXBsZXRlZFBvc2l0aW9uIjoyLCJTcGFjaW5nIjozLCJJc0JlbG93VGltZWJhbmQiOnRydWUsIlBlcmNlbnRhZ2VDb21wbGV0ZVNoYXBlT3BhY2l0eSI6MzUsIlNoYXBlU3R5bGUiOnsiJGlkIjoiNzgxIiwiTWFyZ2luIjp7IiRyZWYiOiIxMDgifSwiUGFkZGluZyI6eyIkcmVmIjoiMTA5In0sIkJhY2tncm91bmQiOnsiJGlkIjoiNzgyIiwiQ29sb3IiOnsiJGlkIjoiNzgzIiwiQSI6MjU1LCJSIjoxMTUsIkciOjExNSwiQiI6MTE1fX0sIklzVmlzaWJsZSI6dHJ1ZSwiV2lkdGgiOjAuMCwiSGVpZ2h0IjoxMC4wLCJCb3JkZXJTdHlsZSI6eyIkaWQiOiI3ODQiLCJMaW5lQ29sb3IiOnsiJHJlZiI6IjExMyJ9LCJMaW5lV2VpZ2h0IjowLjAsIkxpbmVUeXBlIjowLCJQYXJlbnRTdHlsZSI6bnVsbH0sIlBhcmVudFN0eWxlIjpudWxsfSwiVGl0bGVTdHlsZSI6eyIkaWQiOiI3ODUiLCJGb250U2V0dGluZ3MiOnsiJGlkIjoiNzg2IiwiRm9udFNpemUiOjExLCJGb250TmFtZSI6IkNhbGlicmkiLCJJc0JvbGQiOnRydWUsIklzSXRhbGljIjpmYWxzZSwiSXNVbmRlcmxpbmVkIjpmYWxzZSwiUGFyZW50U3R5bGUiOm51bGx9LCJBdXRvU2l6ZSI6MCwiRm9yZWdyb3VuZCI6eyIkaWQiOiI3ODciLCJDb2xvciI6eyIkaWQiOiI3ODg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cmVmIjoiMTIxIn0sIklzVmlzaWJsZSI6dHJ1ZSwiV2lkdGgiOjAuMCwiSGVpZ2h0IjowLjAsIkJvcmRlclN0eWxlIjp7IiRpZCI6Ijc4OSIsIkxpbmVDb2xvciI6bnVsbCwiTGluZVdlaWdodCI6MC4wLCJMaW5lVHlwZSI6MCwiUGFyZW50U3R5bGUiOm51bGx9LCJQYXJlbnRTdHlsZSI6bnVsbH0sIkRhdGVTdHlsZSI6eyIkaWQiOiI3OTAiLCJGb250U2V0dGluZ3MiOnsiJGlkIjoiNzkxIiwiRm9udFNpemUiOjEwLCJGb250TmFtZSI6IkNhbGlicmkiLCJJc0JvbGQiOmZhbHNlLCJJc0l0YWxpYyI6ZmFsc2UsIklzVW5kZXJsaW5lZCI6ZmFsc2UsIlBhcmVudFN0eWxlIjpudWxsfSwiQXV0b1NpemUiOjAsIkZvcmVncm91bmQiOnsiJGlkIjoiNzkyIiwiQ29sb3IiOnsiJGlkIjoiNzk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I2In0sIlBhZGRpbmciOnsiJHJlZiI6IjEyNyJ9LCJCYWNrZ3JvdW5kIjp7IiRyZWYiOiIxMjgifSwiSXNWaXNpYmxlIjp0cnVlLCJXaWR0aCI6MC4wLCJIZWlnaHQiOjAuMCwiQm9yZGVyU3R5bGUiOnsiJGlkIjoiNzk0IiwiTGluZUNvbG9yIjpudWxsLCJMaW5lV2VpZ2h0IjowLjAsIkxpbmVUeXBlIjowLCJQYXJlbnRTdHlsZSI6bnVsbH0sIlBhcmVudFN0eWxlIjpudWxsfSwiRGF0ZUZvcm1hdCI6eyIkcmVmIjoiMTI5In0sIklzVmlzaWJsZSI6dHJ1ZSwiUGFyZW50U3R5bGUiOm51bGx9LCJJbmRleCI6MjQsIlNtYXJ0RHVyYXRpb25BY3RpdmF0ZWQiOmZhbHNlLCJEYXRlRm9ybWF0Ijp7IiRyZWYiOiIxMjkifSwiSWQiOiJjZGIyZjcxYy1lODM4LTQ2ODctYTYwYy0yZWMyZDIxOGM0ZTgiLCJJbXBvcnRJZCI6bnVsbCwiVGl0bGUiOiJTcHJpbnQgUGxhbm5pbmciLCJOb3RlIjpudWxsLCJIeXBlcmxpbmsiOnsiJGlkIjoiNzk1IiwiQWRkcmVzcyI6IiIsIlN1YkFkZHJlc3MiOiIifSwiSXNDaGFuZ2VkIjpmYWxzZSwiSXNOZXciOmZhbHNlfSx7IiRpZCI6Ijc5NiIsIkdyb3VwTmFtZSI6bnVsbCwiU3RhcnREYXRlIjoiMjAyMC0wOS0yMVQyMzo1OTowMFoiLCJFbmREYXRlIjoiMjAyMS0wMi0xNVQyMzo1OTowMFoiLCJQZXJjZW50YWdlQ29tcGxldGUiOm51bGwsIlN0eWxlIjp7IiRpZCI6Ijc5NyIsIlNoYXBlIjoyLCJTaGFwZVRoaWNrbmVzcyI6MCwiRHVyYXRpb25Gb3JtYXQiOjAsIkluY2x1ZGVOb25Xb3JraW5nRGF5c0luRHVyYXRpb24iOmZhbHNlLCJQZXJjZW50YWdlQ29tcGxldGVTdHlsZSI6eyIkaWQiOiI3OTgiLCJGb250U2V0dGluZ3MiOnsiJGlkIjoiNzk5IiwiRm9udFNpemUiOjEwLCJGb250TmFtZSI6IkNhbGlicmkiLCJJc0JvbGQiOmZhbHNlLCJJc0l0YWxpYyI6ZmFsc2UsIklzVW5kZXJsaW5lZCI6ZmFsc2UsIlBhcmVudFN0eWxlIjpudWxsfSwiQXV0b1NpemUiOjAsIkZvcmVncm91bmQiOnsiJHJlZiI6Ijg5In0sIk1heFdpZHRoIjoyMDAuMCwiTWF4SGVpZ2h0IjoiSW5maW5pdHkiLCJTbWFydEZvcmVncm91bmRJc0FjdGl2ZSI6ZmFsc2UsIkhvcml6b250YWxBbGlnbm1lbnQiOjAsIlZlcnRpY2FsQWxpZ25tZW50IjowLCJTbWFydEZvcmVncm91bmQiOm51bGwsIkJhY2tncm91bmRGaWxsVHlwZSI6MCwiTWFyZ2luIjp7IiRyZWYiOiI5MSJ9LCJQYWRkaW5nIjp7IiRyZWYiOiI5MiJ9LCJCYWNrZ3JvdW5kIjp7IiRyZWYiOiI5MyJ9LCJJc1Zpc2libGUiOnRydWUsIldpZHRoIjowLjAsIkhlaWdodCI6MC4wLCJCb3JkZXJTdHlsZSI6eyIkaWQiOiI4MDAiLCJMaW5lQ29sb3IiOm51bGwsIkxpbmVXZWlnaHQiOjAuMCwiTGluZVR5cGUiOjAsIlBhcmVudFN0eWxlIjpudWxsfSwiUGFyZW50U3R5bGUiOm51bGx9LCJEdXJhdGlvblN0eWxlIjp7IiRpZCI6IjgwMSIsIkZvbnRTZXR0aW5ncyI6eyIkaWQiOiI4MDIiLCJGb250U2l6ZSI6MTAsIkZvbnROYW1lIjoiQ2FsaWJyaSIsIklzQm9sZCI6ZmFsc2UsIklzSXRhbGljIjpmYWxzZSwiSXNVbmRlcmxpbmVkIjpmYWxzZSwiUGFyZW50U3R5bGUiOm51bGx9LCJBdXRvU2l6ZSI6MCwiRm9yZWdyb3VuZCI6eyIkcmVmIjoiOTYifSwiTWF4V2lkdGgiOjIwMC4wLCJNYXhIZWlnaHQiOiJJbmZpbml0eSIsIlNtYXJ0Rm9yZWdyb3VuZElzQWN0aXZlIjpmYWxzZSwiSG9yaXpvbnRhbEFsaWdubWVudCI6MCwiVmVydGljYWxBbGlnbm1lbnQiOjAsIlNtYXJ0Rm9yZWdyb3VuZCI6bnVsbCwiQmFja2dyb3VuZEZpbGxUeXBlIjowLCJNYXJnaW4iOnsiJHJlZiI6Ijk4In0sIlBhZGRpbmciOnsiJHJlZiI6Ijk5In0sIkJhY2tncm91bmQiOnsiJHJlZiI6IjEwMCJ9LCJJc1Zpc2libGUiOnRydWUsIldpZHRoIjowLjAsIkhlaWdodCI6MC4wLCJCb3JkZXJTdHlsZSI6eyIkaWQiOiI4MDMiLCJMaW5lQ29sb3IiOm51bGwsIkxpbmVXZWlnaHQiOjAuMCwiTGluZVR5cGUiOjAsIlBhcmVudFN0eWxlIjpudWxsfSwiUGFyZW50U3R5bGUiOm51bGx9LCJIb3Jpem9udGFsQ29ubmVjdG9yU3R5bGUiOnsiJGlkIjoiODA0IiwiTGluZUNvbG9yIjp7IiRyZWYiOiIxMDIifSwiTGluZVdlaWdodCI6MS4wLCJMaW5lVHlwZSI6MCwiUGFyZW50U3R5bGUiOm51bGx9LCJWZXJ0aWNhbENvbm5lY3RvclN0eWxlIjp7IiRpZCI6IjgwNSIsIkxpbmVDb2xvciI6eyIkcmVmIjoiMTA1In0sIkxpbmVXZWlnaHQiOjAuMCwiTGluZVR5cGUiOjAsIlBhcmVudFN0eWxlIjpudWxsfSwiTWFyZ2luIjpudWxsLCJTdGFydERhdGVQb3NpdGlvbiI6NCwiRW5kRGF0ZVBvc2l0aW9uIjo0LCJEYXRlSXNWaXNpYmxlIjp0cnVlLCJUaXRsZVBvc2l0aW9uIjo1LCJEdXJhdGlvblBvc2l0aW9uIjo2LCJQZXJjZW50YWdlQ29tcGxldGVkUG9zaXRpb24iOjIsIlNwYWNpbmciOjMsIklzQmVsb3dUaW1lYmFuZCI6dHJ1ZSwiUGVyY2VudGFnZUNvbXBsZXRlU2hhcGVPcGFjaXR5IjozNSwiU2hhcGVTdHlsZSI6eyIkaWQiOiI4MDYiLCJNYXJnaW4iOnsiJHJlZiI6IjEwOCJ9LCJQYWRkaW5nIjp7IiRyZWYiOiIxMDkifSwiQmFja2dyb3VuZCI6eyIkaWQiOiI4MDciLCJDb2xvciI6eyIkaWQiOiI4MDgiLCJBIjoyNTUsIlIiOjExNSwiRyI6MTE1LCJCIjoxMTV9fSwiSXNWaXNpYmxlIjp0cnVlLCJXaWR0aCI6MC4wLCJIZWlnaHQiOjEwLjAsIkJvcmRlclN0eWxlIjp7IiRpZCI6IjgwOSIsIkxpbmVDb2xvciI6eyIkcmVmIjoiMTEzIn0sIkxpbmVXZWlnaHQiOjAuMCwiTGluZVR5cGUiOjAsIlBhcmVudFN0eWxlIjpudWxsfSwiUGFyZW50U3R5bGUiOm51bGx9LCJUaXRsZVN0eWxlIjp7IiRpZCI6IjgxMCIsIkZvbnRTZXR0aW5ncyI6eyIkaWQiOiI4MTEiLCJGb250U2l6ZSI6MTEsIkZvbnROYW1lIjoiQ2FsaWJyaSIsIklzQm9sZCI6dHJ1ZSwiSXNJdGFsaWMiOmZhbHNlLCJJc1VuZGVybGluZWQiOmZhbHNlLCJQYXJlbnRTdHlsZSI6bnVsbH0sIkF1dG9TaXplIjowLCJGb3JlZ3JvdW5kIjp7IiRpZCI6IjgxMiIsIkNvbG9yIjp7IiRpZCI6IjgxMy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xMjEifSwiSXNWaXNpYmxlIjp0cnVlLCJXaWR0aCI6MC4wLCJIZWlnaHQiOjAuMCwiQm9yZGVyU3R5bGUiOnsiJGlkIjoiODE0IiwiTGluZUNvbG9yIjpudWxsLCJMaW5lV2VpZ2h0IjowLjAsIkxpbmVUeXBlIjowLCJQYXJlbnRTdHlsZSI6bnVsbH0sIlBhcmVudFN0eWxlIjpudWxsfSwiRGF0ZVN0eWxlIjp7IiRpZCI6IjgxNSIsIkZvbnRTZXR0aW5ncyI6eyIkaWQiOiI4MTYiLCJGb250U2l6ZSI6MTAsIkZvbnROYW1lIjoiQ2FsaWJyaSIsIklzQm9sZCI6ZmFsc2UsIklzSXRhbGljIjpmYWxzZSwiSXNVbmRlcmxpbmVkIjpmYWxzZSwiUGFyZW50U3R5bGUiOm51bGx9LCJBdXRvU2l6ZSI6MCwiRm9yZWdyb3VuZCI6eyIkaWQiOiI4MTciLCJDb2xvciI6eyIkaWQiOiI4MT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jYifSwiUGFkZGluZyI6eyIkcmVmIjoiMTI3In0sIkJhY2tncm91bmQiOnsiJHJlZiI6IjEyOCJ9LCJJc1Zpc2libGUiOnRydWUsIldpZHRoIjowLjAsIkhlaWdodCI6MC4wLCJCb3JkZXJTdHlsZSI6eyIkaWQiOiI4MTkiLCJMaW5lQ29sb3IiOm51bGwsIkxpbmVXZWlnaHQiOjAuMCwiTGluZVR5cGUiOjAsIlBhcmVudFN0eWxlIjpudWxsfSwiUGFyZW50U3R5bGUiOm51bGx9LCJEYXRlRm9ybWF0Ijp7IiRyZWYiOiIxMjkifSwiSXNWaXNpYmxlIjp0cnVlLCJQYXJlbnRTdHlsZSI6bnVsbH0sIkluZGV4IjoyNSwiU21hcnREdXJhdGlvbkFjdGl2YXRlZCI6ZmFsc2UsIkRhdGVGb3JtYXQiOnsiJHJlZiI6IjEyOSJ9LCJJZCI6Ijk5Nzc0NjM5LTExY2QtNDI1MC05Y2QyLTU0YjU1MjUzMTliZSIsIkltcG9ydElkIjpudWxsLCJUaXRsZSI6IlNwcmludCBCdWlsZHMvVGVzdGluZyIsIk5vdGUiOm51bGwsIkh5cGVybGluayI6eyIkaWQiOiI4MjAiLCJBZGRyZXNzIjoiIiwiU3ViQWRkcmVzcyI6IiJ9LCJJc0NoYW5nZWQiOmZhbHNlLCJJc05ldyI6ZmFsc2V9LHsiJGlkIjoiODIxIiwiR3JvdXBOYW1lIjpudWxsLCJTdGFydERhdGUiOiIyMDIxLTAyLTIyVDAwOjAwOjAwWiIsIkVuZERhdGUiOiIyMDIxLTAzLTA1VDIzOjU5OjAwWiIsIlBlcmNlbnRhZ2VDb21wbGV0ZSI6bnVsbCwiU3R5bGUiOnsiJGlkIjoiODIyIiwiU2hhcGUiOjAsIlNoYXBlVGhpY2tuZXNzIjowLCJEdXJhdGlvbkZvcm1hdCI6MCwiSW5jbHVkZU5vbldvcmtpbmdEYXlzSW5EdXJhdGlvbiI6ZmFsc2UsIlBlcmNlbnRhZ2VDb21wbGV0ZVN0eWxlIjp7IiRpZCI6IjgyMyIsIkZvbnRTZXR0aW5ncyI6eyIkaWQiOiI4MjQiLCJGb250U2l6ZSI6MTAsIkZvbnROYW1lIjoiQ2FsaWJyaSIsIklzQm9sZCI6ZmFsc2UsIklzSXRhbGljIjpmYWxzZSwiSXNVbmRlcmxpbmVkIjpmYWxzZSwiUGFyZW50U3R5bGUiOm51bGx9LCJBdXRvU2l6ZSI6MCwiRm9yZWdyb3VuZCI6eyIkcmVmIjoiODkifSwiTWF4V2lkdGgiOjIwMC4wLCJNYXhIZWlnaHQiOiJJbmZpbml0eSIsIlNtYXJ0Rm9yZWdyb3VuZElzQWN0aXZlIjpmYWxzZSwiSG9yaXpvbnRhbEFsaWdubWVudCI6MCwiVmVydGljYWxBbGlnbm1lbnQiOjAsIlNtYXJ0Rm9yZWdyb3VuZCI6bnVsbCwiQmFja2dyb3VuZEZpbGxUeXBlIjowLCJNYXJnaW4iOnsiJHJlZiI6IjkxIn0sIlBhZGRpbmciOnsiJHJlZiI6IjkyIn0sIkJhY2tncm91bmQiOnsiJHJlZiI6IjkzIn0sIklzVmlzaWJsZSI6dHJ1ZSwiV2lkdGgiOjAuMCwiSGVpZ2h0IjowLjAsIkJvcmRlclN0eWxlIjp7IiRpZCI6IjgyNSIsIkxpbmVDb2xvciI6bnVsbCwiTGluZVdlaWdodCI6MC4wLCJMaW5lVHlwZSI6MCwiUGFyZW50U3R5bGUiOm51bGx9LCJQYXJlbnRTdHlsZSI6bnVsbH0sIkR1cmF0aW9uU3R5bGUiOnsiJGlkIjoiODI2IiwiRm9udFNldHRpbmdzIjp7IiRpZCI6IjgyNyIsIkZvbnRTaXplIjoxMCwiRm9udE5hbWUiOiJDYWxpYnJpIiwiSXNCb2xkIjpmYWxzZSwiSXNJdGFsaWMiOmZhbHNlLCJJc1VuZGVybGluZWQiOmZhbHNlLCJQYXJlbnRTdHlsZSI6bnVsbH0sIkF1dG9TaXplIjowLCJGb3JlZ3JvdW5kIjp7IiRyZWYiOiI5NiJ9LCJNYXhXaWR0aCI6MjAwLjAsIk1heEhlaWdodCI6IkluZmluaXR5IiwiU21hcnRGb3JlZ3JvdW5kSXNBY3RpdmUiOmZhbHNlLCJIb3Jpem9udGFsQWxpZ25tZW50IjowLCJWZXJ0aWNhbEFsaWdubWVudCI6MCwiU21hcnRGb3JlZ3JvdW5kIjpudWxsLCJCYWNrZ3JvdW5kRmlsbFR5cGUiOjAsIk1hcmdpbiI6eyIkcmVmIjoiOTgifSwiUGFkZGluZyI6eyIkcmVmIjoiOTkifSwiQmFja2dyb3VuZCI6eyIkcmVmIjoiMTAwIn0sIklzVmlzaWJsZSI6dHJ1ZSwiV2lkdGgiOjAuMCwiSGVpZ2h0IjowLjAsIkJvcmRlclN0eWxlIjp7IiRpZCI6IjgyOCIsIkxpbmVDb2xvciI6bnVsbCwiTGluZVdlaWdodCI6MC4wLCJMaW5lVHlwZSI6MCwiUGFyZW50U3R5bGUiOm51bGx9LCJQYXJlbnRTdHlsZSI6bnVsbH0sIkhvcml6b250YWxDb25uZWN0b3JTdHlsZSI6eyIkaWQiOiI4MjkiLCJMaW5lQ29sb3IiOnsiJHJlZiI6IjEwMiJ9LCJMaW5lV2VpZ2h0IjoxLjAsIkxpbmVUeXBlIjowLCJQYXJlbnRTdHlsZSI6bnVsbH0sIlZlcnRpY2FsQ29ubmVjdG9yU3R5bGUiOnsiJGlkIjoiODMwIiwiTGluZUNvbG9yIjp7IiRyZWYiOiIxMDUifSwiTGluZVdlaWdodCI6MC4wLCJMaW5lVHlwZSI6MCwiUGFyZW50U3R5bGUiOm51bGx9LCJNYXJnaW4iOm51bGwsIlN0YXJ0RGF0ZVBvc2l0aW9uIjo0LCJFbmREYXRlUG9zaXRpb24iOjQsIkRhdGVJc1Zpc2libGUiOnRydWUsIlRpdGxlUG9zaXRpb24iOjUsIkR1cmF0aW9uUG9zaXRpb24iOjYsIlBlcmNlbnRhZ2VDb21wbGV0ZWRQb3NpdGlvbiI6MiwiU3BhY2luZyI6MywiSXNCZWxvd1RpbWViYW5kIjp0cnVlLCJQZXJjZW50YWdlQ29tcGxldGVTaGFwZU9wYWNpdHkiOjM1LCJTaGFwZVN0eWxlIjp7IiRpZCI6IjgzMSIsIk1hcmdpbiI6eyIkcmVmIjoiMTA4In0sIlBhZGRpbmciOnsiJHJlZiI6IjEwOSJ9LCJCYWNrZ3JvdW5kIjp7IiRpZCI6IjgzMiIsIkNvbG9yIjp7IiRpZCI6IjgzMyIsIkEiOjI1NSwiUiI6MTE1LCJHIjoxMTUsIkIiOjExNX19LCJJc1Zpc2libGUiOnRydWUsIldpZHRoIjowLjAsIkhlaWdodCI6MTAuMCwiQm9yZGVyU3R5bGUiOnsiJGlkIjoiODM0IiwiTGluZUNvbG9yIjp7IiRyZWYiOiIxMTMifSwiTGluZVdlaWdodCI6MC4wLCJMaW5lVHlwZSI6MCwiUGFyZW50U3R5bGUiOm51bGx9LCJQYXJlbnRTdHlsZSI6bnVsbH0sIlRpdGxlU3R5bGUiOnsiJGlkIjoiODM1IiwiRm9udFNldHRpbmdzIjp7IiRpZCI6IjgzNiIsIkZvbnRTaXplIjoxMSwiRm9udE5hbWUiOiJDYWxpYnJpIiwiSXNCb2xkIjp0cnVlLCJJc0l0YWxpYyI6ZmFsc2UsIklzVW5kZXJsaW5lZCI6ZmFsc2UsIlBhcmVudFN0eWxlIjpudWxsfSwiQXV0b1NpemUiOjAsIkZvcmVncm91bmQiOnsiJGlkIjoiODM3IiwiQ29sb3IiOnsiJGlkIjoiODM4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EyMSJ9LCJJc1Zpc2libGUiOnRydWUsIldpZHRoIjowLjAsIkhlaWdodCI6MC4wLCJCb3JkZXJTdHlsZSI6eyIkaWQiOiI4MzkiLCJMaW5lQ29sb3IiOm51bGwsIkxpbmVXZWlnaHQiOjAuMCwiTGluZVR5cGUiOjAsIlBhcmVudFN0eWxlIjpudWxsfSwiUGFyZW50U3R5bGUiOm51bGx9LCJEYXRlU3R5bGUiOnsiJGlkIjoiODQwIiwiRm9udFNldHRpbmdzIjp7IiRpZCI6Ijg0MSIsIkZvbnRTaXplIjoxMCwiRm9udE5hbWUiOiJDYWxpYnJpIiwiSXNCb2xkIjpmYWxzZSwiSXNJdGFsaWMiOmZhbHNlLCJJc1VuZGVybGluZWQiOmZhbHNlLCJQYXJlbnRTdHlsZSI6bnVsbH0sIkF1dG9TaXplIjowLCJGb3JlZ3JvdW5kIjp7IiRpZCI6Ijg0MiIsIkNvbG9yIjp7IiRpZCI6Ijg0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g0NCIsIkxpbmVDb2xvciI6bnVsbCwiTGluZVdlaWdodCI6MC4wLCJMaW5lVHlwZSI6MCwiUGFyZW50U3R5bGUiOm51bGx9LCJQYXJlbnRTdHlsZSI6bnVsbH0sIkRhdGVGb3JtYXQiOnsiJHJlZiI6IjEyOSJ9LCJJc1Zpc2libGUiOnRydWUsIlBhcmVudFN0eWxlIjpudWxsfSwiSW5kZXgiOjI2LCJTbWFydER1cmF0aW9uQWN0aXZhdGVkIjpmYWxzZSwiRGF0ZUZvcm1hdCI6eyIkcmVmIjoiMTI5In0sIklkIjoiOTk0MjAxMzctYjQzOS00ZmYxLWI0NjktYTkzYTI1NDQ4YTQyIiwiSW1wb3J0SWQiOm51bGwsIlRpdGxlIjoiQkFUIFRlc3RpbmciLCJOb3RlIjpudWxsLCJIeXBlcmxpbmsiOnsiJGlkIjoiODQ1IiwiQWRkcmVzcyI6IiIsIlN1YkFkZHJlc3MiOiIifSwiSXNDaGFuZ2VkIjpmYWxzZSwiSXNOZXciOmZhbHNlfSx7IiRpZCI6Ijg0NiIsIkdyb3VwTmFtZSI6bnVsbCwiU3RhcnREYXRlIjoiMjAyMS0wMy0wOFQyMzo1OTowMFoiLCJFbmREYXRlIjoiMjAyMS0wMy0zMVQyMzo1OTowMFoiLCJQZXJjZW50YWdlQ29tcGxldGUiOm51bGwsIlN0eWxlIjp7IiRpZCI6Ijg0NyIsIlNoYXBlIjowLCJTaGFwZVRoaWNrbmVzcyI6MCwiRHVyYXRpb25Gb3JtYXQiOjAsIkluY2x1ZGVOb25Xb3JraW5nRGF5c0luRHVyYXRpb24iOmZhbHNlLCJQZXJjZW50YWdlQ29tcGxldGVTdHlsZSI6eyIkaWQiOiI4NDgiLCJGb250U2V0dGluZ3MiOnsiJGlkIjoiODQ5IiwiRm9udFNpemUiOjEwLCJGb250TmFtZSI6IkNhbGlicmkiLCJJc0JvbGQiOmZhbHNlLCJJc0l0YWxpYyI6ZmFsc2UsIklzVW5kZXJsaW5lZCI6ZmFsc2UsIlBhcmVudFN0eWxlIjpudWxsfSwiQXV0b1NpemUiOjAsIkZvcmVncm91bmQiOnsiJHJlZiI6Ijg5In0sIk1heFdpZHRoIjoyMDAuMCwiTWF4SGVpZ2h0IjoiSW5maW5pdHkiLCJTbWFydEZvcmVncm91bmRJc0FjdGl2ZSI6ZmFsc2UsIkhvcml6b250YWxBbGlnbm1lbnQiOjAsIlZlcnRpY2FsQWxpZ25tZW50IjowLCJTbWFydEZvcmVncm91bmQiOm51bGwsIkJhY2tncm91bmRGaWxsVHlwZSI6MCwiTWFyZ2luIjp7IiRyZWYiOiI5MSJ9LCJQYWRkaW5nIjp7IiRyZWYiOiI5MiJ9LCJCYWNrZ3JvdW5kIjp7IiRyZWYiOiI5MyJ9LCJJc1Zpc2libGUiOnRydWUsIldpZHRoIjowLjAsIkhlaWdodCI6MC4wLCJCb3JkZXJTdHlsZSI6eyIkaWQiOiI4NTAiLCJMaW5lQ29sb3IiOm51bGwsIkxpbmVXZWlnaHQiOjAuMCwiTGluZVR5cGUiOjAsIlBhcmVudFN0eWxlIjpudWxsfSwiUGFyZW50U3R5bGUiOm51bGx9LCJEdXJhdGlvblN0eWxlIjp7IiRpZCI6Ijg1MSIsIkZvbnRTZXR0aW5ncyI6eyIkaWQiOiI4NTIiLCJGb250U2l6ZSI6MTAsIkZvbnROYW1lIjoiQ2FsaWJyaSIsIklzQm9sZCI6ZmFsc2UsIklzSXRhbGljIjpmYWxzZSwiSXNVbmRlcmxpbmVkIjpmYWxzZSwiUGFyZW50U3R5bGUiOm51bGx9LCJBdXRvU2l6ZSI6MCwiRm9yZWdyb3VuZCI6eyIkcmVmIjoiOTYifSwiTWF4V2lkdGgiOjIwMC4wLCJNYXhIZWlnaHQiOiJJbmZpbml0eSIsIlNtYXJ0Rm9yZWdyb3VuZElzQWN0aXZlIjpmYWxzZSwiSG9yaXpvbnRhbEFsaWdubWVudCI6MCwiVmVydGljYWxBbGlnbm1lbnQiOjAsIlNtYXJ0Rm9yZWdyb3VuZCI6bnVsbCwiQmFja2dyb3VuZEZpbGxUeXBlIjowLCJNYXJnaW4iOnsiJHJlZiI6Ijk4In0sIlBhZGRpbmciOnsiJHJlZiI6Ijk5In0sIkJhY2tncm91bmQiOnsiJHJlZiI6IjEwMCJ9LCJJc1Zpc2libGUiOnRydWUsIldpZHRoIjowLjAsIkhlaWdodCI6MC4wLCJCb3JkZXJTdHlsZSI6eyIkaWQiOiI4NTMiLCJMaW5lQ29sb3IiOm51bGwsIkxpbmVXZWlnaHQiOjAuMCwiTGluZVR5cGUiOjAsIlBhcmVudFN0eWxlIjpudWxsfSwiUGFyZW50U3R5bGUiOm51bGx9LCJIb3Jpem9udGFsQ29ubmVjdG9yU3R5bGUiOnsiJGlkIjoiODU0IiwiTGluZUNvbG9yIjp7IiRyZWYiOiIxMDIifSwiTGluZVdlaWdodCI6MS4wLCJMaW5lVHlwZSI6MCwiUGFyZW50U3R5bGUiOm51bGx9LCJWZXJ0aWNhbENvbm5lY3RvclN0eWxlIjp7IiRpZCI6Ijg1NSIsIkxpbmVDb2xvciI6eyIkcmVmIjoiMTA1In0sIkxpbmVXZWlnaHQiOjAuMCwiTGluZVR5cGUiOjAsIlBhcmVudFN0eWxlIjpudWxsfSwiTWFyZ2luIjpudWxsLCJTdGFydERhdGVQb3NpdGlvbiI6NCwiRW5kRGF0ZVBvc2l0aW9uIjo0LCJEYXRlSXNWaXNpYmxlIjp0cnVlLCJUaXRsZVBvc2l0aW9uIjo1LCJEdXJhdGlvblBvc2l0aW9uIjo2LCJQZXJjZW50YWdlQ29tcGxldGVkUG9zaXRpb24iOjIsIlNwYWNpbmciOjMsIklzQmVsb3dUaW1lYmFuZCI6dHJ1ZSwiUGVyY2VudGFnZUNvbXBsZXRlU2hhcGVPcGFjaXR5IjozNSwiU2hhcGVTdHlsZSI6eyIkaWQiOiI4NTYiLCJNYXJnaW4iOnsiJHJlZiI6IjEwOCJ9LCJQYWRkaW5nIjp7IiRyZWYiOiIxMDkifSwiQmFja2dyb3VuZCI6eyIkaWQiOiI4NTciLCJDb2xvciI6eyIkaWQiOiI4NTgiLCJBIjoyNTUsIlIiOjExNSwiRyI6MTE1LCJCIjoxMTV9fSwiSXNWaXNpYmxlIjp0cnVlLCJXaWR0aCI6MC4wLCJIZWlnaHQiOjEwLjAsIkJvcmRlclN0eWxlIjp7IiRpZCI6Ijg1OSIsIkxpbmVDb2xvciI6eyIkcmVmIjoiMTEzIn0sIkxpbmVXZWlnaHQiOjAuMCwiTGluZVR5cGUiOjAsIlBhcmVudFN0eWxlIjpudWxsfSwiUGFyZW50U3R5bGUiOm51bGx9LCJUaXRsZVN0eWxlIjp7IiRpZCI6Ijg2MCIsIkZvbnRTZXR0aW5ncyI6eyIkaWQiOiI4NjEiLCJGb250U2l6ZSI6MTEsIkZvbnROYW1lIjoiQ2FsaWJyaSIsIklzQm9sZCI6dHJ1ZSwiSXNJdGFsaWMiOmZhbHNlLCJJc1VuZGVybGluZWQiOmZhbHNlLCJQYXJlbnRTdHlsZSI6bnVsbH0sIkF1dG9TaXplIjowLCJGb3JlZ3JvdW5kIjp7IiRpZCI6Ijg2MiIsIkNvbG9yIjp7IiRpZCI6Ijg2My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xMjEifSwiSXNWaXNpYmxlIjp0cnVlLCJXaWR0aCI6MC4wLCJIZWlnaHQiOjAuMCwiQm9yZGVyU3R5bGUiOnsiJGlkIjoiODY0IiwiTGluZUNvbG9yIjpudWxsLCJMaW5lV2VpZ2h0IjowLjAsIkxpbmVUeXBlIjowLCJQYXJlbnRTdHlsZSI6bnVsbH0sIlBhcmVudFN0eWxlIjpudWxsfSwiRGF0ZVN0eWxlIjp7IiRpZCI6Ijg2NSIsIkZvbnRTZXR0aW5ncyI6eyIkaWQiOiI4NjYiLCJGb250U2l6ZSI6MTAsIkZvbnROYW1lIjoiQ2FsaWJyaSIsIklzQm9sZCI6ZmFsc2UsIklzSXRhbGljIjpmYWxzZSwiSXNVbmRlcmxpbmVkIjpmYWxzZSwiUGFyZW50U3R5bGUiOm51bGx9LCJBdXRvU2l6ZSI6MCwiRm9yZWdyb3VuZCI6eyIkaWQiOiI4NjciLCJDb2xvciI6eyIkaWQiOiI4Nj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jYifSwiUGFkZGluZyI6eyIkcmVmIjoiMTI3In0sIkJhY2tncm91bmQiOnsiJHJlZiI6IjEyOCJ9LCJJc1Zpc2libGUiOnRydWUsIldpZHRoIjowLjAsIkhlaWdodCI6MC4wLCJCb3JkZXJTdHlsZSI6eyIkaWQiOiI4NjkiLCJMaW5lQ29sb3IiOm51bGwsIkxpbmVXZWlnaHQiOjAuMCwiTGluZVR5cGUiOjAsIlBhcmVudFN0eWxlIjpudWxsfSwiUGFyZW50U3R5bGUiOm51bGx9LCJEYXRlRm9ybWF0Ijp7IiRyZWYiOiIxMjkifSwiSXNWaXNpYmxlIjp0cnVlLCJQYXJlbnRTdHlsZSI6bnVsbH0sIkluZGV4IjoyNywiU21hcnREdXJhdGlvbkFjdGl2YXRlZCI6ZmFsc2UsIkRhdGVGb3JtYXQiOnsiJHJlZiI6IjEyOSJ9LCJJZCI6IjJhOGU3MGQxLWQxY2EtNDk0Mi04MTA2LTgyOTFkYmU3OThjNSIsIkltcG9ydElkIjpudWxsLCJUaXRsZSI6IkRlcGxveSIsIk5vdGUiOm51bGwsIkh5cGVybGluayI6eyIkaWQiOiI4NzAiLCJBZGRyZXNzIjoiIiwiU3ViQWRkcmVzcyI6IiJ9LCJJc0NoYW5nZWQiOmZhbHNlLCJJc05ldyI6ZmFsc2V9LHsiJGlkIjoiODcxIiwiR3JvdXBOYW1lIjpudWxsLCJTdGFydERhdGUiOiIyMDIxLTA0LTAxVDAwOjAwOjAwWiIsIkVuZERhdGUiOiIyMDIxLTA0LTE0VDIzOjU5OjAwWiIsIlBlcmNlbnRhZ2VDb21wbGV0ZSI6MC4wLCJTdHlsZSI6eyIkaWQiOiI4NzIiLCJTaGFwZSI6MCwiU2hhcGVUaGlja25lc3MiOjAsIkR1cmF0aW9uRm9ybWF0IjowLCJJbmNsdWRlTm9uV29ya2luZ0RheXNJbkR1cmF0aW9uIjpmYWxzZSwiUGVyY2VudGFnZUNvbXBsZXRlU3R5bGUiOnsiJGlkIjoiODczIiwiRm9udFNldHRpbmdzIjp7IiRpZCI6Ijg3NCIsIkZvbnRTaXplIjoxMCwiRm9udE5hbWUiOiJDYWxpYnJpIiwiSXNCb2xkIjpmYWxzZSwiSXNJdGFsaWMiOmZhbHNlLCJJc1VuZGVybGluZWQiOmZhbHNlLCJQYXJlbnRTdHlsZSI6bnVsbH0sIkF1dG9TaXplIjowLCJGb3JlZ3JvdW5kIjp7IiRyZWYiOiI4OSJ9LCJNYXhXaWR0aCI6MjAwLjAsIk1heEhlaWdodCI6IkluZmluaXR5IiwiU21hcnRGb3JlZ3JvdW5kSXNBY3RpdmUiOmZhbHNlLCJIb3Jpem9udGFsQWxpZ25tZW50IjowLCJWZXJ0aWNhbEFsaWdubWVudCI6MCwiU21hcnRGb3JlZ3JvdW5kIjpudWxsLCJCYWNrZ3JvdW5kRmlsbFR5cGUiOjAsIk1hcmdpbiI6eyIkcmVmIjoiOTEifSwiUGFkZGluZyI6eyIkcmVmIjoiOTIifSwiQmFja2dyb3VuZCI6eyIkcmVmIjoiOTMifSwiSXNWaXNpYmxlIjp0cnVlLCJXaWR0aCI6MC4wLCJIZWlnaHQiOjAuMCwiQm9yZGVyU3R5bGUiOnsiJGlkIjoiODc1IiwiTGluZUNvbG9yIjpudWxsLCJMaW5lV2VpZ2h0IjowLjAsIkxpbmVUeXBlIjowLCJQYXJlbnRTdHlsZSI6bnVsbH0sIlBhcmVudFN0eWxlIjpudWxsfSwiRHVyYXRpb25TdHlsZSI6eyIkaWQiOiI4NzYiLCJGb250U2V0dGluZ3MiOnsiJGlkIjoiODc3IiwiRm9udFNpemUiOjEwLCJGb250TmFtZSI6IkNhbGlicmkiLCJJc0JvbGQiOmZhbHNlLCJJc0l0YWxpYyI6ZmFsc2UsIklzVW5kZXJsaW5lZCI6ZmFsc2UsIlBhcmVudFN0eWxlIjpudWxsfSwiQXV0b1NpemUiOjAsIkZvcmVncm91bmQiOnsiJHJlZiI6Ijk2In0sIk1heFdpZHRoIjoyMDAuMCwiTWF4SGVpZ2h0IjoiSW5maW5pdHkiLCJTbWFydEZvcmVncm91bmRJc0FjdGl2ZSI6ZmFsc2UsIkhvcml6b250YWxBbGlnbm1lbnQiOjAsIlZlcnRpY2FsQWxpZ25tZW50IjowLCJTbWFydEZvcmVncm91bmQiOm51bGwsIkJhY2tncm91bmRGaWxsVHlwZSI6MCwiTWFyZ2luIjp7IiRyZWYiOiI5OCJ9LCJQYWRkaW5nIjp7IiRyZWYiOiI5OSJ9LCJCYWNrZ3JvdW5kIjp7IiRyZWYiOiIxMDAifSwiSXNWaXNpYmxlIjp0cnVlLCJXaWR0aCI6MC4wLCJIZWlnaHQiOjAuMCwiQm9yZGVyU3R5bGUiOnsiJGlkIjoiODc4IiwiTGluZUNvbG9yIjpudWxsLCJMaW5lV2VpZ2h0IjowLjAsIkxpbmVUeXBlIjowLCJQYXJlbnRTdHlsZSI6bnVsbH0sIlBhcmVudFN0eWxlIjpudWxsfSwiSG9yaXpvbnRhbENvbm5lY3RvclN0eWxlIjp7IiRpZCI6Ijg3OSIsIkxpbmVDb2xvciI6eyIkaWQiOiI4ODAiLCIkdHlwZSI6Ik5MUkUuQ29tbW9uLkRvbS5Tb2xpZENvbG9yQnJ1c2gsIE5MUkUuQ29tbW9uIiwiQ29sb3IiOnsiJGlkIjoiODgxIiwiQSI6MjU1LCJSIjoyMDQsIkciOjIwNCwiQiI6MjA0fX0sIkxpbmVXZWlnaHQiOjEuMCwiTGluZVR5cGUiOjAsIlBhcmVudFN0eWxlIjpudWxsfSwiVmVydGljYWxDb25uZWN0b3JTdHlsZSI6eyIkaWQiOiI4ODIiLCJMaW5lQ29sb3IiOnsiJHJlZiI6IjEwNSJ9LCJMaW5lV2VpZ2h0IjowLjAsIkxpbmVUeXBlIjowLCJQYXJlbnRTdHlsZSI6bnVsbH0sIk1hcmdpbiI6bnVsbCwiU3RhcnREYXRlUG9zaXRpb24iOjQsIkVuZERhdGVQb3NpdGlvbiI6NCwiRGF0ZUlzVmlzaWJsZSI6dHJ1ZSwiVGl0bGVQb3NpdGlvbiI6NSwiRHVyYXRpb25Qb3NpdGlvbiI6NiwiUGVyY2VudGFnZUNvbXBsZXRlZFBvc2l0aW9uIjo2LCJTcGFjaW5nIjozLCJJc0JlbG93VGltZWJhbmQiOnRydWUsIlBlcmNlbnRhZ2VDb21wbGV0ZVNoYXBlT3BhY2l0eSI6MzUsIlNoYXBlU3R5bGUiOnsiJGlkIjoiODgzIiwiTWFyZ2luIjp7IiRyZWYiOiIxMDgifSwiUGFkZGluZyI6eyIkcmVmIjoiMTA5In0sIkJhY2tncm91bmQiOnsiJGlkIjoiODg0IiwiQ29sb3IiOnsiJGlkIjoiODg1IiwiQSI6MjU1LCJSIjoxNzgsIkciOjE0LCJCIjoxOH19LCJJc1Zpc2libGUiOnRydWUsIldpZHRoIjowLjAsIkhlaWdodCI6MTAuMCwiQm9yZGVyU3R5bGUiOnsiJGlkIjoiODg2IiwiTGluZUNvbG9yIjp7IiRyZWYiOiIxMTMifSwiTGluZVdlaWdodCI6MC4wLCJMaW5lVHlwZSI6MCwiUGFyZW50U3R5bGUiOm51bGx9LCJQYXJlbnRTdHlsZSI6bnVsbH0sIlRpdGxlU3R5bGUiOnsiJGlkIjoiODg3IiwiRm9udFNldHRpbmdzIjp7IiRpZCI6Ijg4OCIsIkZvbnRTaXplIjoxMSwiRm9udE5hbWUiOiJDYWxpYnJpIiwiSXNCb2xkIjp0cnVlLCJJc0l0YWxpYyI6ZmFsc2UsIklzVW5kZXJsaW5lZCI6ZmFsc2UsIlBhcmVudFN0eWxlIjpudWxsfSwiQXV0b1NpemUiOjAsIkZvcmVncm91bmQiOnsiJGlkIjoiODg5IiwiQ29sb3IiOnsiJGlkIjoiODkwIiwiQSI6MjU1LCJSIjo0MiwiRyI6NjMsIkIiOjkwfX0sIk1heFdpZHRoIjo3Mj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EyMSJ9LCJJc1Zpc2libGUiOnRydWUsIldpZHRoIjowLjAsIkhlaWdodCI6MC4wLCJCb3JkZXJTdHlsZSI6eyIkaWQiOiI4OTEiLCJMaW5lQ29sb3IiOm51bGwsIkxpbmVXZWlnaHQiOjAuMCwiTGluZVR5cGUiOjAsIlBhcmVudFN0eWxlIjpudWxsfSwiUGFyZW50U3R5bGUiOm51bGx9LCJEYXRlU3R5bGUiOnsiJGlkIjoiODkyIiwiRm9udFNldHRpbmdzIjp7IiRpZCI6Ijg5MyIsIkZvbnRTaXplIjoxMCwiRm9udE5hbWUiOiJDYWxpYnJpIiwiSXNCb2xkIjpmYWxzZSwiSXNJdGFsaWMiOmZhbHNlLCJJc1VuZGVybGluZWQiOmZhbHNlLCJQYXJlbnRTdHlsZSI6bnVsbH0sIkF1dG9TaXplIjowLCJGb3JlZ3JvdW5kIjp7IiRpZCI6Ijg5NCIsIkNvbG9yIjp7IiRpZCI6Ijg5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g5NiIsIkxpbmVDb2xvciI6bnVsbCwiTGluZVdlaWdodCI6MC4wLCJMaW5lVHlwZSI6MCwiUGFyZW50U3R5bGUiOm51bGx9LCJQYXJlbnRTdHlsZSI6bnVsbH0sIkRhdGVGb3JtYXQiOnsiJHJlZiI6IjEyOSJ9LCJJc1Zpc2libGUiOnRydWUsIlBhcmVudFN0eWxlIjpudWxsfSwiSW5kZXgiOjI5LCJTbWFydER1cmF0aW9uQWN0aXZhdGVkIjpmYWxzZSwiRGF0ZUZvcm1hdCI6eyIkcmVmIjoiMTI5In0sIklkIjoiOTVlODZlMDktOGNkMS00MWYyLWFkMTAtMGViMzYwYmI4YmQ4IiwiSW1wb3J0SWQiOm51bGwsIlRpdGxlIjoiQ2xvc3VyZSIsIk5vdGUiOm51bGwsIkh5cGVybGluayI6eyIkaWQiOiI4OTciLCJBZGRyZXNzIjoiIiwiU3ViQWRkcmVzcyI6IiJ9LCJJc0NoYW5nZWQiOmZhbHNlLCJJc05ldyI6ZmFsc2V9XSwiU3dpbWxhbmVzIjpbXSwiTXNQcm9qZWN0SXRlbXNUcmVlIjp7IiRpZCI6Ijg5OCIsIlJvb3QiOnsiSW1wb3J0SWQiOm51bGwsIklzSW1wb3J0ZWQiOmZhbHNlLCJDaGlsZHJlbiI6W119fSwiTWV0YWRhdGEiOnsiJGlkIjoiODk5IiwiUmVjZW50Q29sb3JzQ29sbGVjdGlvbiI6IltcIiNGRkIyMEUxMlwiLFwiI0ZGNzM3MzczXCIsXCIjRkY2RjMxOThcIixcIiNGRkZFQkEwQVwiLFwiI0ZGRUExNjFFXCIsXCIjRkYxQUFBNDJcIixcIiNGRjAwNzJCQ1wiLFwiI0ZGRjc5NjQ2XCJdIn0sIlNldHRpbmdzIjp7IiRpZCI6IjkwMCIsIkltcGFPcHRpb25zIjp7IiRpZCI6IjkwMSIsIkxlZnRUb1JpZ2h0IjpmYWxzZSwiUGF5bG9hZE9wdGlvbnMiOjJ9LCJVc2VDb21wcmVzc2lvbiI6ZmFsc2UsIkNvbXByZXNpb25QZXJjZW50YWdlIjo1MC4wLCJJbmFjdGl2ZUludGVydmFsV2lkdGhUaHJlc2hvbGQiOjMwLjAsIkluYWN0aXZlSW50ZXJ2YWxXaWR0aCI6MS4wLCJTcGxpdFRhc2tzIjpmYWxzZSwiVXNlQ2x1c3RlciI6ZmFsc2UsIkVwc2lsb24iOjAuMCwiTWluUG9pbnRzVG9Gb3JtQUNsdXN0ZXIiOjIsIkdlbmVyYXRlSW52aXNpYmxlU2hhcGVzIjpmYWxzZSwiU21hcnRUaW1lbGluZVRhc2tQZXJjZW50YWdlRml0IjpmYWxzZX0sIklzTmV3IjpmYWxzZSwiSW1wb3J0VHlwZSI6MCwiRmlsZVBhdGgiOm51bGwsIlRpbWVDb25maWd1cmF0aW9uIjp7IiRpZCI6IjkwMiIsIlVzZVRpbWUiOmZhbHNlLCJXb3JrRGF5U3RhcnQiOiIwMDowMDowMCIsIldvcmtEYXlFbmQiOiIyMzo1OTowMCJ9LCJMYXN0VXNlZFRlbXBsYXRlSWQiOiI3MzU1YjYzMy1hYzY2LTQ1MjgtOGI0ZC0yOTlmYWVkYzllZTki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E2191C135504F9351B7DBCB2BE606" ma:contentTypeVersion="19" ma:contentTypeDescription="Create a new document." ma:contentTypeScope="" ma:versionID="144ddb5c3dec5e6553fff6a9e46bb08f">
  <xsd:schema xmlns:xsd="http://www.w3.org/2001/XMLSchema" xmlns:xs="http://www.w3.org/2001/XMLSchema" xmlns:p="http://schemas.microsoft.com/office/2006/metadata/properties" xmlns:ns2="6d778449-ff75-428e-914f-0c7c3a330bda" xmlns:ns3="9685b3f0-18b8-4ac0-8917-75cacc3928c8" xmlns:ns4="http://schemas.microsoft.com/sharepoint/v4" targetNamespace="http://schemas.microsoft.com/office/2006/metadata/properties" ma:root="true" ma:fieldsID="20e32d3dfd06a5d03c1eec57e40fefd4" ns2:_="" ns3:_="" ns4:_="">
    <xsd:import namespace="6d778449-ff75-428e-914f-0c7c3a330bda"/>
    <xsd:import namespace="9685b3f0-18b8-4ac0-8917-75cacc3928c8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4:IconOverlay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778449-ff75-428e-914f-0c7c3a330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04f31a-2814-4102-809d-73f760290a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85b3f0-18b8-4ac0-8917-75cacc3928c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fdc0967b-2da2-44e6-873a-f241ab05c942}" ma:internalName="TaxCatchAll" ma:showField="CatchAllData" ma:web="9685b3f0-18b8-4ac0-8917-75cacc392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9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778449-ff75-428e-914f-0c7c3a330bda">
      <Terms xmlns="http://schemas.microsoft.com/office/infopath/2007/PartnerControls"/>
    </lcf76f155ced4ddcb4097134ff3c332f>
    <TaxCatchAll xmlns="9685b3f0-18b8-4ac0-8917-75cacc3928c8" xsi:nil="true"/>
    <IconOverlay xmlns="http://schemas.microsoft.com/sharepoint/v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E6B5D6-5943-4F41-93A6-4A8C84DC62C1}"/>
</file>

<file path=customXml/itemProps2.xml><?xml version="1.0" encoding="utf-8"?>
<ds:datastoreItem xmlns:ds="http://schemas.openxmlformats.org/officeDocument/2006/customXml" ds:itemID="{15E7B0C5-31DF-48C5-987D-99D6546647B6}">
  <ds:schemaRefs>
    <ds:schemaRef ds:uri="http://schemas.microsoft.com/sharepoint/v4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CAF07B5-E196-4ED1-BE0B-248CF6908FF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e1dbe9c-67f7-4be6-a2b7-0951d57be59d}" enabled="1" method="Standard" siteId="{bbf04c3f-b0e3-4b50-bd1b-10ce0b7438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4441</TotalTime>
  <Words>279</Words>
  <Application>Microsoft Office PowerPoint</Application>
  <PresentationFormat>On-screen Show (4:3)</PresentationFormat>
  <Paragraphs>106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Digital Client Onboarding Timeline </vt:lpstr>
    </vt:vector>
  </TitlesOfParts>
  <Company>Canadian Western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Baltzahar General</dc:title>
  <dc:creator>Kate Jekabson</dc:creator>
  <cp:lastModifiedBy>Kate Jekabson</cp:lastModifiedBy>
  <cp:revision>131</cp:revision>
  <cp:lastPrinted>2019-04-24T15:14:27Z</cp:lastPrinted>
  <dcterms:created xsi:type="dcterms:W3CDTF">2018-08-02T16:28:58Z</dcterms:created>
  <dcterms:modified xsi:type="dcterms:W3CDTF">2020-06-28T04:04:53Z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0x010100CA6E2191C135504F9351B7DBCB2BE606</vt:lpwstr>
  </property>
  <property fmtid="{D5CDD505-2E9C-101B-9397-08002B2CF9AE}" pid="3" name="URL">
    <vt:lpwstr/>
  </property>
</Properties>
</file>