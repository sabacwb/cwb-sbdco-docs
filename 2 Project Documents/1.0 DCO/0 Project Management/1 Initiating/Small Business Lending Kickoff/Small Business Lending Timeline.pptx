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7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7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9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29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67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52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84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13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5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0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030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25A12-86F7-4FAE-B16B-9CB25AB638DC}" type="datetimeFigureOut">
              <a:rPr lang="en-CA" smtClean="0"/>
              <a:t>08/17/2020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53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56"/>
          <p:cNvSpPr>
            <a:spLocks noGrp="1"/>
          </p:cNvSpPr>
          <p:nvPr>
            <p:ph type="title"/>
          </p:nvPr>
        </p:nvSpPr>
        <p:spPr>
          <a:xfrm>
            <a:off x="267471" y="545905"/>
            <a:ext cx="8621588" cy="274351"/>
          </a:xfrm>
        </p:spPr>
        <p:txBody>
          <a:bodyPr>
            <a:noAutofit/>
          </a:bodyPr>
          <a:lstStyle/>
          <a:p>
            <a:r>
              <a:rPr lang="en-US" sz="2000" dirty="0" smtClean="0"/>
              <a:t>Small Business Lending Timeline </a:t>
            </a:r>
            <a:endParaRPr lang="en-CA" sz="2000" dirty="0"/>
          </a:p>
        </p:txBody>
      </p:sp>
      <p:sp>
        <p:nvSpPr>
          <p:cNvPr id="25679" name="OTLSHAPE_TB_00000000000000000000000000000000_LeftEndCaps"/>
          <p:cNvSpPr txBox="1"/>
          <p:nvPr>
            <p:custDataLst>
              <p:tags r:id="rId2"/>
            </p:custDataLst>
          </p:nvPr>
        </p:nvSpPr>
        <p:spPr>
          <a:xfrm>
            <a:off x="317500" y="20491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680" name="OTLSHAPE_TB_00000000000000000000000000000000_RightEndCaps"/>
          <p:cNvSpPr txBox="1"/>
          <p:nvPr>
            <p:custDataLst>
              <p:tags r:id="rId3"/>
            </p:custDataLst>
          </p:nvPr>
        </p:nvSpPr>
        <p:spPr>
          <a:xfrm>
            <a:off x="8363034" y="20491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2020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cxnSp>
        <p:nvCxnSpPr>
          <p:cNvPr id="25748" name="OTLSHAPE_T_a0d599e8b32b4c25aa40ac071c6760ce_HorizontalConnector1"/>
          <p:cNvCxnSpPr/>
          <p:nvPr>
            <p:custDataLst>
              <p:tags r:id="rId4"/>
            </p:custDataLst>
          </p:nvPr>
        </p:nvCxnSpPr>
        <p:spPr>
          <a:xfrm>
            <a:off x="854117" y="4358533"/>
            <a:ext cx="5834474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7" name="OTLSHAPE_T_b591191bf7834823a01c757b3ee18b4d_HorizontalConnector1"/>
          <p:cNvCxnSpPr/>
          <p:nvPr>
            <p:custDataLst>
              <p:tags r:id="rId5"/>
            </p:custDataLst>
          </p:nvPr>
        </p:nvCxnSpPr>
        <p:spPr>
          <a:xfrm>
            <a:off x="1431585" y="3952133"/>
            <a:ext cx="1927536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6" name="OTLSHAPE_T_caa35547608b495fb960b56332995aa3_HorizontalConnector1"/>
          <p:cNvCxnSpPr/>
          <p:nvPr>
            <p:custDataLst>
              <p:tags r:id="rId6"/>
            </p:custDataLst>
          </p:nvPr>
        </p:nvCxnSpPr>
        <p:spPr>
          <a:xfrm>
            <a:off x="1281727" y="3128496"/>
            <a:ext cx="412661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4" name="OTLSHAPE_M_ef297b71e37549b0b8f867c8c34f3305_Connector1"/>
          <p:cNvCxnSpPr/>
          <p:nvPr>
            <p:custDataLst>
              <p:tags r:id="rId7"/>
            </p:custDataLst>
          </p:nvPr>
        </p:nvCxnSpPr>
        <p:spPr>
          <a:xfrm>
            <a:off x="1700737" y="1642609"/>
            <a:ext cx="0" cy="355586"/>
          </a:xfrm>
          <a:prstGeom prst="line">
            <a:avLst/>
          </a:prstGeom>
          <a:ln w="6350" cap="flat" cmpd="sng" algn="ctr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OTLSHAPE_T_f52cf373c7484d03bedff54a192b7a1b_HorizontalConnector1"/>
          <p:cNvCxnSpPr/>
          <p:nvPr>
            <p:custDataLst>
              <p:tags r:id="rId8"/>
            </p:custDataLst>
          </p:nvPr>
        </p:nvCxnSpPr>
        <p:spPr>
          <a:xfrm>
            <a:off x="1694387" y="3480455"/>
            <a:ext cx="92207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OTLSHAPE_T_f7fed453650047d5b88cf9fd5fd9b599_HorizontalConnector1"/>
          <p:cNvCxnSpPr/>
          <p:nvPr>
            <p:custDataLst>
              <p:tags r:id="rId9"/>
            </p:custDataLst>
          </p:nvPr>
        </p:nvCxnSpPr>
        <p:spPr>
          <a:xfrm>
            <a:off x="1545463" y="3689074"/>
            <a:ext cx="481871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81" name="OTLSHAPE_TB_00000000000000000000000000000000_ScaleContainer"/>
          <p:cNvSpPr/>
          <p:nvPr>
            <p:custDataLst>
              <p:tags r:id="rId10"/>
            </p:custDataLst>
          </p:nvPr>
        </p:nvSpPr>
        <p:spPr>
          <a:xfrm>
            <a:off x="933365" y="1998196"/>
            <a:ext cx="7289800" cy="381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100000">
                <a:srgbClr val="44546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82" name="OTLSHAPE_TB_00000000000000000000000000000000_ElapsedTime" hidden="1"/>
          <p:cNvSpPr/>
          <p:nvPr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83" name="OTLSHAPE_TB_00000000000000000000000000000000_TodayMarkerShape" hidden="1"/>
          <p:cNvSpPr/>
          <p:nvPr>
            <p:custDataLst>
              <p:tags r:id="rId12"/>
            </p:custDataLst>
          </p:nvPr>
        </p:nvSpPr>
        <p:spPr>
          <a:xfrm>
            <a:off x="5416024" y="2379196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684" name="OTLSHAPE_TB_00000000000000000000000000000000_TodayMarkerText" hidden="1"/>
          <p:cNvSpPr txBox="1"/>
          <p:nvPr>
            <p:custDataLst>
              <p:tags r:id="rId13"/>
            </p:custDataLst>
          </p:nvPr>
        </p:nvSpPr>
        <p:spPr>
          <a:xfrm>
            <a:off x="5470453" y="250619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685" name="OTLSHAPE_TB_00000000000000000000000000000000_TimescaleInterval1"/>
          <p:cNvSpPr txBox="1"/>
          <p:nvPr>
            <p:custDataLst>
              <p:tags r:id="rId14"/>
            </p:custDataLst>
          </p:nvPr>
        </p:nvSpPr>
        <p:spPr>
          <a:xfrm>
            <a:off x="996865" y="2095668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687" name="OTLSHAPE_TB_00000000000000000000000000000000_TimescaleInterval2"/>
          <p:cNvSpPr txBox="1"/>
          <p:nvPr>
            <p:custDataLst>
              <p:tags r:id="rId15"/>
            </p:custDataLst>
          </p:nvPr>
        </p:nvSpPr>
        <p:spPr>
          <a:xfrm>
            <a:off x="2471345" y="2095668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689" name="OTLSHAPE_TB_00000000000000000000000000000000_TimescaleInterval3"/>
          <p:cNvSpPr txBox="1"/>
          <p:nvPr>
            <p:custDataLst>
              <p:tags r:id="rId16"/>
            </p:custDataLst>
          </p:nvPr>
        </p:nvSpPr>
        <p:spPr>
          <a:xfrm>
            <a:off x="3898261" y="2095668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691" name="OTLSHAPE_TB_00000000000000000000000000000000_TimescaleInterval4"/>
          <p:cNvSpPr txBox="1"/>
          <p:nvPr>
            <p:custDataLst>
              <p:tags r:id="rId17"/>
            </p:custDataLst>
          </p:nvPr>
        </p:nvSpPr>
        <p:spPr>
          <a:xfrm>
            <a:off x="5372740" y="2095668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OTLSHAPE_TB_00000000000000000000000000000000_TimescaleInterval5"/>
          <p:cNvSpPr txBox="1"/>
          <p:nvPr>
            <p:custDataLst>
              <p:tags r:id="rId18"/>
            </p:custDataLst>
          </p:nvPr>
        </p:nvSpPr>
        <p:spPr>
          <a:xfrm>
            <a:off x="6799655" y="2095668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5686" name="OTLSHAPE_TB_00000000000000000000000000000000_Separator1"/>
          <p:cNvCxnSpPr/>
          <p:nvPr>
            <p:custDataLst>
              <p:tags r:id="rId19"/>
            </p:custDataLst>
          </p:nvPr>
        </p:nvCxnSpPr>
        <p:spPr>
          <a:xfrm>
            <a:off x="2407844" y="20870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88" name="OTLSHAPE_TB_00000000000000000000000000000000_Separator2"/>
          <p:cNvCxnSpPr/>
          <p:nvPr>
            <p:custDataLst>
              <p:tags r:id="rId20"/>
            </p:custDataLst>
          </p:nvPr>
        </p:nvCxnSpPr>
        <p:spPr>
          <a:xfrm>
            <a:off x="3834760" y="20870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90" name="OTLSHAPE_TB_00000000000000000000000000000000_Separator3"/>
          <p:cNvCxnSpPr/>
          <p:nvPr>
            <p:custDataLst>
              <p:tags r:id="rId21"/>
            </p:custDataLst>
          </p:nvPr>
        </p:nvCxnSpPr>
        <p:spPr>
          <a:xfrm>
            <a:off x="5309239" y="20870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OTLSHAPE_TB_00000000000000000000000000000000_Separator4"/>
          <p:cNvCxnSpPr/>
          <p:nvPr>
            <p:custDataLst>
              <p:tags r:id="rId22"/>
            </p:custDataLst>
          </p:nvPr>
        </p:nvCxnSpPr>
        <p:spPr>
          <a:xfrm>
            <a:off x="6736155" y="20870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59" name="OTLSHAPE_T_9882b17f40d545df8a274cc08e7452a2_Shape"/>
          <p:cNvSpPr/>
          <p:nvPr>
            <p:custDataLst>
              <p:tags r:id="rId23"/>
            </p:custDataLst>
          </p:nvPr>
        </p:nvSpPr>
        <p:spPr>
          <a:xfrm>
            <a:off x="1694387" y="2582396"/>
            <a:ext cx="5041900" cy="279400"/>
          </a:xfrm>
          <a:prstGeom prst="homePlat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7" name="OTLSHAPE_T_caa35547608b495fb960b56332995aa3_Shape"/>
          <p:cNvSpPr/>
          <p:nvPr>
            <p:custDataLst>
              <p:tags r:id="rId24"/>
            </p:custDataLst>
          </p:nvPr>
        </p:nvSpPr>
        <p:spPr>
          <a:xfrm>
            <a:off x="1694387" y="2988796"/>
            <a:ext cx="1193800" cy="2794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75" name="OTLSHAPE_T_b591191bf7834823a01c757b3ee18b4d_Shape"/>
          <p:cNvSpPr/>
          <p:nvPr>
            <p:custDataLst>
              <p:tags r:id="rId25"/>
            </p:custDataLst>
          </p:nvPr>
        </p:nvSpPr>
        <p:spPr>
          <a:xfrm>
            <a:off x="3359122" y="3812433"/>
            <a:ext cx="3378200" cy="279400"/>
          </a:xfrm>
          <a:prstGeom prst="roundRect">
            <a:avLst>
              <a:gd name="adj" fmla="val 100000"/>
            </a:avLst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83" name="OTLSHAPE_T_a0d599e8b32b4c25aa40ac071c6760ce_Shape"/>
          <p:cNvSpPr/>
          <p:nvPr>
            <p:custDataLst>
              <p:tags r:id="rId26"/>
            </p:custDataLst>
          </p:nvPr>
        </p:nvSpPr>
        <p:spPr>
          <a:xfrm>
            <a:off x="6688592" y="4218833"/>
            <a:ext cx="723900" cy="279400"/>
          </a:xfrm>
          <a:prstGeom prst="rect">
            <a:avLst/>
          </a:prstGeom>
          <a:solidFill>
            <a:srgbClr val="6F3198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TLSHAPE_T_f52cf373c7484d03bedff54a192b7a1b_Shape"/>
          <p:cNvSpPr/>
          <p:nvPr>
            <p:custDataLst>
              <p:tags r:id="rId27"/>
            </p:custDataLst>
          </p:nvPr>
        </p:nvSpPr>
        <p:spPr>
          <a:xfrm>
            <a:off x="1694387" y="3416955"/>
            <a:ext cx="723900" cy="127000"/>
          </a:xfrm>
          <a:prstGeom prst="roundRect">
            <a:avLst>
              <a:gd name="adj" fmla="val 100000"/>
            </a:avLst>
          </a:prstGeom>
          <a:solidFill>
            <a:srgbClr val="AEC1D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TLSHAPE_T_f7fed453650047d5b88cf9fd5fd9b599_Shape"/>
          <p:cNvSpPr/>
          <p:nvPr>
            <p:custDataLst>
              <p:tags r:id="rId28"/>
            </p:custDataLst>
          </p:nvPr>
        </p:nvSpPr>
        <p:spPr>
          <a:xfrm>
            <a:off x="2027334" y="3625574"/>
            <a:ext cx="1816100" cy="127000"/>
          </a:xfrm>
          <a:prstGeom prst="roundRect">
            <a:avLst>
              <a:gd name="adj" fmla="val 100000"/>
            </a:avLst>
          </a:prstGeom>
          <a:solidFill>
            <a:srgbClr val="AEC1D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0" name="OTLSHAPE_T_9882b17f40d545df8a274cc08e7452a2_ShapePercentage" hidden="1"/>
          <p:cNvSpPr/>
          <p:nvPr>
            <p:custDataLst>
              <p:tags r:id="rId29"/>
            </p:custDataLst>
          </p:nvPr>
        </p:nvSpPr>
        <p:spPr>
          <a:xfrm>
            <a:off x="2281008" y="2582396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8" name="OTLSHAPE_T_caa35547608b495fb960b56332995aa3_ShapePercentage" hidden="1"/>
          <p:cNvSpPr/>
          <p:nvPr>
            <p:custDataLst>
              <p:tags r:id="rId30"/>
            </p:custDataLst>
          </p:nvPr>
        </p:nvSpPr>
        <p:spPr>
          <a:xfrm>
            <a:off x="2281008" y="2988796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76" name="OTLSHAPE_T_b591191bf7834823a01c757b3ee18b4d_ShapePercentage" hidden="1"/>
          <p:cNvSpPr/>
          <p:nvPr>
            <p:custDataLst>
              <p:tags r:id="rId31"/>
            </p:custDataLst>
          </p:nvPr>
        </p:nvSpPr>
        <p:spPr>
          <a:xfrm>
            <a:off x="2909908" y="3395196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84" name="OTLSHAPE_T_a0d599e8b32b4c25aa40ac071c6760ce_ShapePercentage" hidden="1"/>
          <p:cNvSpPr/>
          <p:nvPr>
            <p:custDataLst>
              <p:tags r:id="rId32"/>
            </p:custDataLst>
          </p:nvPr>
        </p:nvSpPr>
        <p:spPr>
          <a:xfrm>
            <a:off x="6054407" y="3801596"/>
            <a:ext cx="0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TLSHAPE_T_f52cf373c7484d03bedff54a192b7a1b_ShapePercentage" hidden="1"/>
          <p:cNvSpPr/>
          <p:nvPr>
            <p:custDataLst>
              <p:tags r:id="rId33"/>
            </p:custDataLst>
          </p:nvPr>
        </p:nvSpPr>
        <p:spPr>
          <a:xfrm>
            <a:off x="12700" y="1270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TLSHAPE_T_f7fed453650047d5b88cf9fd5fd9b599_ShapePercentage" hidden="1"/>
          <p:cNvSpPr/>
          <p:nvPr>
            <p:custDataLst>
              <p:tags r:id="rId34"/>
            </p:custDataLst>
          </p:nvPr>
        </p:nvSpPr>
        <p:spPr>
          <a:xfrm>
            <a:off x="12700" y="1270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61" name="OTLSHAPE_T_9882b17f40d545df8a274cc08e7452a2_Duration" hidden="1"/>
          <p:cNvSpPr txBox="1"/>
          <p:nvPr>
            <p:custDataLst>
              <p:tags r:id="rId35"/>
            </p:custDataLst>
          </p:nvPr>
        </p:nvSpPr>
        <p:spPr>
          <a:xfrm>
            <a:off x="0" y="258239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135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62" name="OTLSHAPE_T_9882b17f40d545df8a274cc08e7452a2_TextPercentage" hidden="1"/>
          <p:cNvSpPr txBox="1"/>
          <p:nvPr>
            <p:custDataLst>
              <p:tags r:id="rId36"/>
            </p:custDataLst>
          </p:nvPr>
        </p:nvSpPr>
        <p:spPr>
          <a:xfrm>
            <a:off x="0" y="27374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63" name="OTLSHAPE_T_9882b17f40d545df8a274cc08e7452a2_StartDate" hidden="1"/>
          <p:cNvSpPr txBox="1"/>
          <p:nvPr>
            <p:custDataLst>
              <p:tags r:id="rId37"/>
            </p:custDataLst>
          </p:nvPr>
        </p:nvSpPr>
        <p:spPr>
          <a:xfrm>
            <a:off x="0" y="30474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64" name="OTLSHAPE_T_9882b17f40d545df8a274cc08e7452a2_EndDate" hidden="1"/>
          <p:cNvSpPr txBox="1"/>
          <p:nvPr>
            <p:custDataLst>
              <p:tags r:id="rId38"/>
            </p:custDataLst>
          </p:nvPr>
        </p:nvSpPr>
        <p:spPr>
          <a:xfrm>
            <a:off x="0" y="30474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65" name="OTLSHAPE_T_9882b17f40d545df8a274cc08e7452a2_JoinedDate" hidden="1"/>
          <p:cNvSpPr txBox="1"/>
          <p:nvPr>
            <p:custDataLst>
              <p:tags r:id="rId39"/>
            </p:custDataLst>
          </p:nvPr>
        </p:nvSpPr>
        <p:spPr>
          <a:xfrm>
            <a:off x="0" y="2892445"/>
            <a:ext cx="787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Dec 16 - Jun 19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66" name="OTLSHAPE_T_9882b17f40d545df8a274cc08e7452a2_Title"/>
          <p:cNvSpPr txBox="1"/>
          <p:nvPr>
            <p:custDataLst>
              <p:tags r:id="rId40"/>
            </p:custDataLst>
          </p:nvPr>
        </p:nvSpPr>
        <p:spPr>
          <a:xfrm>
            <a:off x="127000" y="2629068"/>
            <a:ext cx="1460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rgbClr val="EA161E"/>
                </a:solidFill>
                <a:latin typeface="Calibri" panose="020F0502020204030204" pitchFamily="34" charset="0"/>
              </a:rPr>
              <a:t>Small Business Lending</a:t>
            </a:r>
            <a:endParaRPr lang="en-CA" sz="1200" b="1" spc="-6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5769" name="OTLSHAPE_T_caa35547608b495fb960b56332995aa3_Duration" hidden="1"/>
          <p:cNvSpPr txBox="1"/>
          <p:nvPr>
            <p:custDataLst>
              <p:tags r:id="rId41"/>
            </p:custDataLst>
          </p:nvPr>
        </p:nvSpPr>
        <p:spPr>
          <a:xfrm>
            <a:off x="0" y="29887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70" name="OTLSHAPE_T_caa35547608b495fb960b56332995aa3_TextPercentage" hidden="1"/>
          <p:cNvSpPr txBox="1"/>
          <p:nvPr>
            <p:custDataLst>
              <p:tags r:id="rId42"/>
            </p:custDataLst>
          </p:nvPr>
        </p:nvSpPr>
        <p:spPr>
          <a:xfrm>
            <a:off x="0" y="31438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71" name="OTLSHAPE_T_caa35547608b495fb960b56332995aa3_StartDate" hidden="1"/>
          <p:cNvSpPr txBox="1"/>
          <p:nvPr>
            <p:custDataLst>
              <p:tags r:id="rId43"/>
            </p:custDataLst>
          </p:nvPr>
        </p:nvSpPr>
        <p:spPr>
          <a:xfrm>
            <a:off x="0" y="34538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72" name="OTLSHAPE_T_caa35547608b495fb960b56332995aa3_EndDate" hidden="1"/>
          <p:cNvSpPr txBox="1"/>
          <p:nvPr>
            <p:custDataLst>
              <p:tags r:id="rId44"/>
            </p:custDataLst>
          </p:nvPr>
        </p:nvSpPr>
        <p:spPr>
          <a:xfrm>
            <a:off x="0" y="34538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73" name="OTLSHAPE_T_caa35547608b495fb960b56332995aa3_JoinedDate" hidden="1"/>
          <p:cNvSpPr txBox="1"/>
          <p:nvPr>
            <p:custDataLst>
              <p:tags r:id="rId45"/>
            </p:custDataLst>
          </p:nvPr>
        </p:nvSpPr>
        <p:spPr>
          <a:xfrm>
            <a:off x="0" y="3298845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Dec 16 - Jan 3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74" name="OTLSHAPE_T_caa35547608b495fb960b56332995aa3_Title"/>
          <p:cNvSpPr txBox="1"/>
          <p:nvPr>
            <p:custDataLst>
              <p:tags r:id="rId46"/>
            </p:custDataLst>
          </p:nvPr>
        </p:nvSpPr>
        <p:spPr>
          <a:xfrm>
            <a:off x="127000" y="3035468"/>
            <a:ext cx="1155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Sprint 0 - Planning</a:t>
            </a:r>
            <a:endParaRPr lang="en-CA" sz="12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77" name="OTLSHAPE_T_b591191bf7834823a01c757b3ee18b4d_Duration" hidden="1"/>
          <p:cNvSpPr txBox="1"/>
          <p:nvPr>
            <p:custDataLst>
              <p:tags r:id="rId47"/>
            </p:custDataLst>
          </p:nvPr>
        </p:nvSpPr>
        <p:spPr>
          <a:xfrm>
            <a:off x="0" y="33951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75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78" name="OTLSHAPE_T_b591191bf7834823a01c757b3ee18b4d_TextPercentage" hidden="1"/>
          <p:cNvSpPr txBox="1"/>
          <p:nvPr>
            <p:custDataLst>
              <p:tags r:id="rId48"/>
            </p:custDataLst>
          </p:nvPr>
        </p:nvSpPr>
        <p:spPr>
          <a:xfrm>
            <a:off x="0" y="35502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79" name="OTLSHAPE_T_b591191bf7834823a01c757b3ee18b4d_StartDate" hidden="1"/>
          <p:cNvSpPr txBox="1"/>
          <p:nvPr>
            <p:custDataLst>
              <p:tags r:id="rId49"/>
            </p:custDataLst>
          </p:nvPr>
        </p:nvSpPr>
        <p:spPr>
          <a:xfrm>
            <a:off x="0" y="38602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0" name="OTLSHAPE_T_b591191bf7834823a01c757b3ee18b4d_EndDate" hidden="1"/>
          <p:cNvSpPr txBox="1"/>
          <p:nvPr>
            <p:custDataLst>
              <p:tags r:id="rId50"/>
            </p:custDataLst>
          </p:nvPr>
        </p:nvSpPr>
        <p:spPr>
          <a:xfrm>
            <a:off x="0" y="38602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1" name="OTLSHAPE_T_b591191bf7834823a01c757b3ee18b4d_JoinedDate" hidden="1"/>
          <p:cNvSpPr txBox="1"/>
          <p:nvPr>
            <p:custDataLst>
              <p:tags r:id="rId51"/>
            </p:custDataLst>
          </p:nvPr>
        </p:nvSpPr>
        <p:spPr>
          <a:xfrm>
            <a:off x="0" y="3705245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Jan 6 - Apr 17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2" name="OTLSHAPE_T_b591191bf7834823a01c757b3ee18b4d_Title"/>
          <p:cNvSpPr txBox="1"/>
          <p:nvPr>
            <p:custDataLst>
              <p:tags r:id="rId52"/>
            </p:custDataLst>
          </p:nvPr>
        </p:nvSpPr>
        <p:spPr>
          <a:xfrm>
            <a:off x="127000" y="3859106"/>
            <a:ext cx="13081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2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85" name="OTLSHAPE_T_a0d599e8b32b4c25aa40ac071c6760ce_Duration" hidden="1"/>
          <p:cNvSpPr txBox="1"/>
          <p:nvPr>
            <p:custDataLst>
              <p:tags r:id="rId53"/>
            </p:custDataLst>
          </p:nvPr>
        </p:nvSpPr>
        <p:spPr>
          <a:xfrm>
            <a:off x="0" y="380159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786" name="OTLSHAPE_T_a0d599e8b32b4c25aa40ac071c6760ce_StartDate" hidden="1"/>
          <p:cNvSpPr txBox="1"/>
          <p:nvPr>
            <p:custDataLst>
              <p:tags r:id="rId54"/>
            </p:custDataLst>
          </p:nvPr>
        </p:nvSpPr>
        <p:spPr>
          <a:xfrm>
            <a:off x="0" y="41116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7" name="OTLSHAPE_T_a0d599e8b32b4c25aa40ac071c6760ce_EndDate" hidden="1"/>
          <p:cNvSpPr txBox="1"/>
          <p:nvPr>
            <p:custDataLst>
              <p:tags r:id="rId55"/>
            </p:custDataLst>
          </p:nvPr>
        </p:nvSpPr>
        <p:spPr>
          <a:xfrm>
            <a:off x="0" y="41116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8" name="OTLSHAPE_T_a0d599e8b32b4c25aa40ac071c6760ce_JoinedDate" hidden="1"/>
          <p:cNvSpPr txBox="1"/>
          <p:nvPr>
            <p:custDataLst>
              <p:tags r:id="rId56"/>
            </p:custDataLst>
          </p:nvPr>
        </p:nvSpPr>
        <p:spPr>
          <a:xfrm>
            <a:off x="0" y="3956621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dirty="0" smtClean="0">
                <a:solidFill>
                  <a:srgbClr val="111111"/>
                </a:solidFill>
                <a:latin typeface="Calibri" panose="020F0502020204030204" pitchFamily="34" charset="0"/>
              </a:rPr>
              <a:t>Apr 20 - May 8</a:t>
            </a:r>
            <a:endParaRPr lang="en-CA" sz="1000" spc="-4" dirty="0">
              <a:solidFill>
                <a:srgbClr val="111111"/>
              </a:solidFill>
              <a:latin typeface="Calibri" panose="020F0502020204030204" pitchFamily="34" charset="0"/>
            </a:endParaRPr>
          </a:p>
        </p:txBody>
      </p:sp>
      <p:sp>
        <p:nvSpPr>
          <p:cNvPr id="25789" name="OTLSHAPE_T_a0d599e8b32b4c25aa40ac071c6760ce_TextPercentage" hidden="1"/>
          <p:cNvSpPr txBox="1"/>
          <p:nvPr>
            <p:custDataLst>
              <p:tags r:id="rId57"/>
            </p:custDataLst>
          </p:nvPr>
        </p:nvSpPr>
        <p:spPr>
          <a:xfrm>
            <a:off x="6054407" y="394129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790" name="OTLSHAPE_T_a0d599e8b32b4c25aa40ac071c6760ce_Title"/>
          <p:cNvSpPr txBox="1"/>
          <p:nvPr>
            <p:custDataLst>
              <p:tags r:id="rId58"/>
            </p:custDataLst>
          </p:nvPr>
        </p:nvSpPr>
        <p:spPr>
          <a:xfrm>
            <a:off x="127000" y="4265506"/>
            <a:ext cx="7366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2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UAT Testing</a:t>
            </a:r>
            <a:endParaRPr lang="en-CA" sz="12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OTLSHAPE_T_f52cf373c7484d03bedff54a192b7a1b_Duration" hidden="1"/>
          <p:cNvSpPr txBox="1"/>
          <p:nvPr>
            <p:custDataLst>
              <p:tags r:id="rId59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16" name="OTLSHAPE_T_f52cf373c7484d03bedff54a192b7a1b_StartDate" hidden="1"/>
          <p:cNvSpPr txBox="1"/>
          <p:nvPr>
            <p:custDataLst>
              <p:tags r:id="rId60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17" name="OTLSHAPE_T_f52cf373c7484d03bedff54a192b7a1b_EndDate" hidden="1"/>
          <p:cNvSpPr txBox="1"/>
          <p:nvPr>
            <p:custDataLst>
              <p:tags r:id="rId61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18" name="OTLSHAPE_T_f52cf373c7484d03bedff54a192b7a1b_JoinedDate"/>
          <p:cNvSpPr txBox="1"/>
          <p:nvPr>
            <p:custDataLst>
              <p:tags r:id="rId62"/>
            </p:custDataLst>
          </p:nvPr>
        </p:nvSpPr>
        <p:spPr>
          <a:xfrm>
            <a:off x="2458612" y="3402943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Aug 17 - Aug 31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T_f52cf373c7484d03bedff54a192b7a1b_TextPercentage" hidden="1"/>
          <p:cNvSpPr txBox="1"/>
          <p:nvPr>
            <p:custDataLst>
              <p:tags r:id="rId63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20" name="OTLSHAPE_T_f52cf373c7484d03bedff54a192b7a1b_Title"/>
          <p:cNvSpPr txBox="1"/>
          <p:nvPr>
            <p:custDataLst>
              <p:tags r:id="rId64"/>
            </p:custDataLst>
          </p:nvPr>
        </p:nvSpPr>
        <p:spPr>
          <a:xfrm>
            <a:off x="127000" y="3395196"/>
            <a:ext cx="1663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RFP Process for Loan Partner</a:t>
            </a:r>
            <a:endParaRPr lang="en-CA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T_f7fed453650047d5b88cf9fd5fd9b599_Duration" hidden="1"/>
          <p:cNvSpPr txBox="1"/>
          <p:nvPr>
            <p:custDataLst>
              <p:tags r:id="rId65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24" name="OTLSHAPE_T_f7fed453650047d5b88cf9fd5fd9b599_StartDate" hidden="1"/>
          <p:cNvSpPr txBox="1"/>
          <p:nvPr>
            <p:custDataLst>
              <p:tags r:id="rId66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25" name="OTLSHAPE_T_f7fed453650047d5b88cf9fd5fd9b599_EndDate" hidden="1"/>
          <p:cNvSpPr txBox="1"/>
          <p:nvPr>
            <p:custDataLst>
              <p:tags r:id="rId67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26" name="OTLSHAPE_T_f7fed453650047d5b88cf9fd5fd9b599_JoinedDate"/>
          <p:cNvSpPr txBox="1"/>
          <p:nvPr>
            <p:custDataLst>
              <p:tags r:id="rId68"/>
            </p:custDataLst>
          </p:nvPr>
        </p:nvSpPr>
        <p:spPr>
          <a:xfrm>
            <a:off x="3885528" y="3611561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Aug 24 - Sep 30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OTLSHAPE_T_f7fed453650047d5b88cf9fd5fd9b599_TextPercentage" hidden="1"/>
          <p:cNvSpPr txBox="1"/>
          <p:nvPr>
            <p:custDataLst>
              <p:tags r:id="rId69"/>
            </p:custDataLst>
          </p:nvPr>
        </p:nvSpPr>
        <p:spPr>
          <a:xfrm>
            <a:off x="12700" y="12700"/>
            <a:ext cx="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/>
          </a:p>
        </p:txBody>
      </p:sp>
      <p:sp>
        <p:nvSpPr>
          <p:cNvPr id="28" name="OTLSHAPE_T_f7fed453650047d5b88cf9fd5fd9b599_Title"/>
          <p:cNvSpPr txBox="1"/>
          <p:nvPr>
            <p:custDataLst>
              <p:tags r:id="rId70"/>
            </p:custDataLst>
          </p:nvPr>
        </p:nvSpPr>
        <p:spPr>
          <a:xfrm>
            <a:off x="127000" y="3603815"/>
            <a:ext cx="142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Requirements Gathering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752" name="OTLSHAPE_M_ef297b71e37549b0b8f867c8c34f3305_Shape" hidden="1"/>
          <p:cNvSpPr/>
          <p:nvPr>
            <p:custDataLst>
              <p:tags r:id="rId71"/>
            </p:custDataLst>
          </p:nvPr>
        </p:nvSpPr>
        <p:spPr>
          <a:xfrm>
            <a:off x="952415" y="1722437"/>
            <a:ext cx="0" cy="0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TLSHAPE_M_86ea0452879d4fd6b035c6b8af8fbdf0_Shape"/>
          <p:cNvSpPr/>
          <p:nvPr>
            <p:custDataLst>
              <p:tags r:id="rId72"/>
            </p:custDataLst>
          </p:nvPr>
        </p:nvSpPr>
        <p:spPr>
          <a:xfrm flipV="1">
            <a:off x="3815555" y="1807696"/>
            <a:ext cx="228600" cy="254000"/>
          </a:xfrm>
          <a:prstGeom prst="triangle">
            <a:avLst/>
          </a:prstGeom>
          <a:solidFill>
            <a:srgbClr val="AEC1D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TLSHAPE_M_460eed6a1963409ab155b64071c3f445_Shape"/>
          <p:cNvSpPr/>
          <p:nvPr>
            <p:custDataLst>
              <p:tags r:id="rId73"/>
            </p:custDataLst>
          </p:nvPr>
        </p:nvSpPr>
        <p:spPr>
          <a:xfrm flipV="1">
            <a:off x="8096302" y="1807696"/>
            <a:ext cx="228600" cy="254000"/>
          </a:xfrm>
          <a:prstGeom prst="triangl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750" name="OTLSHAPE_M_ef297b71e37549b0b8f867c8c34f3305_Title"/>
          <p:cNvSpPr txBox="1"/>
          <p:nvPr>
            <p:custDataLst>
              <p:tags r:id="rId74"/>
            </p:custDataLst>
          </p:nvPr>
        </p:nvSpPr>
        <p:spPr>
          <a:xfrm>
            <a:off x="1745187" y="1611777"/>
            <a:ext cx="29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2" smtClean="0">
                <a:solidFill>
                  <a:schemeClr val="lt1"/>
                </a:solidFill>
                <a:latin typeface="Calibri" panose="020F0502020204030204" pitchFamily="34" charset="0"/>
              </a:rPr>
              <a:t>Start</a:t>
            </a:r>
            <a:endParaRPr lang="en-CA" sz="1100" b="1" spc="-1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5751" name="OTLSHAPE_M_ef297b71e37549b0b8f867c8c34f3305_Date" hidden="1"/>
          <p:cNvSpPr txBox="1"/>
          <p:nvPr>
            <p:custDataLst>
              <p:tags r:id="rId75"/>
            </p:custDataLst>
          </p:nvPr>
        </p:nvSpPr>
        <p:spPr>
          <a:xfrm>
            <a:off x="984165" y="1794996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mtClean="0">
                <a:solidFill>
                  <a:srgbClr val="44546A"/>
                </a:solidFill>
                <a:latin typeface="Calibri" panose="020F0502020204030204" pitchFamily="34" charset="0"/>
              </a:rPr>
              <a:t>Nov 1</a:t>
            </a:r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OTLSHAPE_M_86ea0452879d4fd6b035c6b8af8fbdf0_Title"/>
          <p:cNvSpPr txBox="1"/>
          <p:nvPr>
            <p:custDataLst>
              <p:tags r:id="rId76"/>
            </p:custDataLst>
          </p:nvPr>
        </p:nvSpPr>
        <p:spPr>
          <a:xfrm>
            <a:off x="3301777" y="1444053"/>
            <a:ext cx="1244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Requirements Signoff</a:t>
            </a:r>
            <a:endParaRPr lang="en-CA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TLSHAPE_M_86ea0452879d4fd6b035c6b8af8fbdf0_Date"/>
          <p:cNvSpPr txBox="1"/>
          <p:nvPr>
            <p:custDataLst>
              <p:tags r:id="rId77"/>
            </p:custDataLst>
          </p:nvPr>
        </p:nvSpPr>
        <p:spPr>
          <a:xfrm>
            <a:off x="3786790" y="1627271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Oct 2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TLSHAPE_M_460eed6a1963409ab155b64071c3f445_Title"/>
          <p:cNvSpPr txBox="1"/>
          <p:nvPr>
            <p:custDataLst>
              <p:tags r:id="rId78"/>
            </p:custDataLst>
          </p:nvPr>
        </p:nvSpPr>
        <p:spPr>
          <a:xfrm>
            <a:off x="7553674" y="1444053"/>
            <a:ext cx="1308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Ready for Deployment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OTLSHAPE_M_460eed6a1963409ab155b64071c3f445_Date"/>
          <p:cNvSpPr txBox="1"/>
          <p:nvPr>
            <p:custDataLst>
              <p:tags r:id="rId79"/>
            </p:custDataLst>
          </p:nvPr>
        </p:nvSpPr>
        <p:spPr>
          <a:xfrm>
            <a:off x="8027976" y="1627271"/>
            <a:ext cx="355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Dec 31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510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IuMCIsIk9yaWdpbmFsQXNzZW1ibHlWZXJzaW9uIjoiMy4yMy4wMC4wMCIsIkVkaXRpb24iOiJQcm8iLCJJc1BsdXNFZGl0aW9uIjp0cnVlLCJJc1Byb0VkaXRpb24iOnRydWV9LCJFZmZlY3QiOjEsIlN0eWxlIjp7IiRpZCI6IjMiLCJUaW1lYmFuZFN0eWxlIjp7IiRpZCI6IjQiLCJTY2FsZU1hcmtpbmciOjAsIlNoYXBlIjowLCJTaGFwZVN0eWxlIjp7IiRpZCI6IjUiLCJNYXJnaW4iOnsiJGlkIjoiNiIsIlRvcCI6MCwiTGVmdCI6MTIsIlJpZ2h0IjoxMiwiQm90dG9tIjowfSwiUGFkZGluZyI6eyIkaWQiOiI3IiwiVG9wIjo3LCJMZWZ0IjowLCJSaWdodCI6MCwiQm90dG9tIjo3fSwiQmFja2dyb3VuZCI6eyIkaWQiOiI4IiwiQ29sb3IiOnsiJGlkIjoiOSIsIkEiOjI1NSwiUiI6NjgsIkciOjg0LCJCIjoxMDZ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3IiwiVG9wIjowLCJMZWZ0IjowLCJSaWdodCI6MjUsIkJvdHRvbSI6MH0sIlBhZGRpbmciOnsiJGlkIjoiMTgiLCJUb3AiOjAsIkxlZnQiOjAsIlJpZ2h0IjowLCJCb3R0b20iOjB9LCJCYWNrZ3JvdW5kIjp7IiRpZCI6IjE5IiwiQ29sb3IiOnsiJGlkIjoiMjAiLCJBIjoyNTUsIlIiOjI1NSwiRyI6MjU1LCJCIjoyNTV9fSwiSXNWaXNpYmxlIjp0cnVlLCJXaWR0aCI6MC4wLCJIZWlnaHQiOjAuMCwiQm9yZGVyU3R5bGUiOm51bGwsIlBhcmVudFN0eWxlIjpudWxsfSwiTGVmdEVuZENhcHNTdHlsZSI6eyIkaWQiOiIyMSIsIkZvbnRTZXR0aW5ncyI6eyIkaWQiOiIyMiIsIkZvbnRTaXplIjoxOCwiRm9udE5hbWUiOiJDYWxpYnJpIiwiSXNCb2xkIjp0cnVlLCJJc0l0YWxpYyI6ZmFsc2UsIklzVW5kZXJsaW5lZCI6ZmFsc2UsIlBhcmVudFN0eWxlIjpudWxsfSwiQXV0b1NpemUiOjAsIkZvcmVncm91bmQiOnsiJGlkIjoiMjMiLCJDb2xvciI6eyIkaWQiOiIy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UiLCJUb3AiOjAsIkxlZnQiOjI1LCJSaWdodCI6MCwiQm90dG9tIjowfSwiUGFkZGluZyI6eyIkaWQiOiIyNiIsIlRvcCI6MCwiTGVmdCI6MCwiUmlnaHQiOjAsIkJvdHRvbSI6MH0sIkJhY2tncm91bmQiOnsiJGlkIjoiMjciLCJDb2xvciI6eyIkaWQiOiIyOCIsIkEiOjI1NSwiUiI6MjU1LCJHIjoyNTUsIkIiOjI1NX19LCJJc1Zpc2libGUiOnRydWUsIldpZHRoIjowLjAsIkhlaWdodCI6MC4wLCJCb3JkZXJTdHlsZSI6bnVsbCwiUGFyZW50U3R5bGUiOm51bGx9LCJUb2RheVRleHRTdHlsZSI6eyIkaWQiOiIyOSIsIkZvbnRTZXR0aW5ncyI6eyIkaWQiOiIzMCIsIkZvbnRTaXplIjoxMiwiRm9udE5hbWUiOiJDYWxpYnJpIiwiSXNCb2xkIjpmYWxzZSwiSXNJdGFsaWMiOmZhbHNlLCJJc1VuZGVybGluZWQiOmZhbHNlLCJQYXJlbnRTdHlsZSI6bnVsbH0sIkF1dG9TaXplIjowLCJGb3JlZ3JvdW5kIjp7IiRpZCI6IjMxIiwiQ29sb3IiOnsiJGlkIjoiMz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MiLCJUb3AiOjAsIkxlZnQiOjAsIlJpZ2h0IjowLCJCb3R0b20iOjB9LCJQYWRkaW5nIjp7IiRpZCI6IjM0IiwiVG9wIjowLCJMZWZ0IjowLCJSaWdodCI6MCwiQm90dG9tIjowfSwiQmFja2dyb3VuZCI6eyIkaWQiOiIzNSIsIkNvbG9yIjp7IiRpZCI6IjM2IiwiQSI6MjU1LCJSIjoyNTUsIkciOjI1NSwiQiI6MjU1fX0sIklzVmlzaWJsZSI6dHJ1ZSwiV2lkdGgiOjAuMCwiSGVpZ2h0IjowLjAsIkJvcmRlclN0eWxlIjpudWxsLCJQYXJlbnRTdHlsZSI6bnVsbH0sIlRvZGF5TWFya2VyU3R5bGUiOnsiJGlkIjoiMzciLCJNYXJnaW4iOnsiJGlkIjoiMzgiLCJUb3AiOjAsIkxlZnQiOjAsIlJpZ2h0IjowLCJCb3R0b20iOjB9LCJQYWRkaW5nIjp7IiRpZCI6IjM5IiwiVG9wIjowLCJMZWZ0IjowLCJSaWdodCI6MCwiQm90dG9tIjowfSwiQmFja2dyb3VuZCI6eyIkaWQiOiI0MCIsIkNvbG9yIjp7IiRpZCI6IjQxIiwiQSI6MjU1LCJSIjoyNTUsIkciOjAsIkIiOjB9fSwiSXNWaXNpYmxlIjp0cnVlLCJXaWR0aCI6MC4wLCJIZWlnaHQiOjAuMCwiQm9yZGVyU3R5bGUiOm51bGwsIlBhcmVudFN0eWxlIjpudWxsfSwiU2NhbGVTdHlsZSI6eyIkaWQiOiI0MiIsIlNob3dTZWdtZW50U2VwYXJhdG9ycyI6dHJ1ZSwiU2VnbWVudFNlcGFyYXRvck9wYWNpdHkiOjMwLCJGb250U2V0dGluZ3MiOnsiJGlkIjoiNDMiLCJGb250U2l6ZSI6MTIsIkZvbnROYW1lIjoiQ2FsaWJyaSIsIklzQm9sZCI6ZmFsc2UsIklzSXRhbGljIjpmYWxzZSwiSXNVbmRlcmxpbmVkIjpmYWxzZSwiUGFyZW50U3R5bGUiOm51bGx9LCJBdXRvU2l6ZSI6MCwiRm9yZWdyb3VuZCI6eyIkaWQiOiI0NCIsIkNvbG9yIjp7IiRpZCI6IjQ1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2IiwiVG9wIjowLCJMZWZ0Ijo1LCJSaWdodCI6MCwiQm90dG9tIjowfSwiUGFkZGluZyI6eyIkaWQiOiI0NyIsIlRvcCI6MCwiTGVmdCI6MCwiUmlnaHQiOjAsIkJvdHRvbSI6MH0sIkJhY2tncm91bmQiOnsiJGlkIjoiNDgiLCJDb2xvciI6eyIkaWQiOiI0OSIsIkEiOjg5LCJSIjowLCJHIjowLCJCIjowfX0sIklzVmlzaWJsZSI6dHJ1ZSwiV2lkdGgiOjAuMCwiSGVpZ2h0IjowLjAsIkJvcmRlclN0eWxlIjpudWxsLCJQYXJlbnRTdHlsZSI6bnVsbH0sIkVsYXBzZWRUaW1lQmFja2dyb3VuZCI6eyIkaWQiOiI1MCIsIkNvbG9yIjp7IiRpZCI6IjUxIiwiQSI6MTkxLCJSIjoyNTUsIkciOjAsIkIiOjB9fSwiQXBwZW5kWWVhck9uWWVhckNoYW5nZSI6dHJ1ZSwiRWxhcHNlZFRpbWVGb3JtYXQiOjAsIlRvZGF5TWFya2VyUG9zaXRpb24iOjAsIlF1aWNrUG9zaXRpb24iOjMsIkFic29sdXRlUG9zaXRpb24iOjE1Ny4zMzgyNTcsIk1hcmdpbiI6eyIkaWQiOiI1MiIsIlRvcCI6MCwiTGVmdCI6MTAsIlJpZ2h0IjoxMCwiQm90dG9tIjowfSwiUGFkZGluZyI6eyIkaWQiOiI1MyIsIlRvcCI6MCwiTGVmdCI6MCwiUmlnaHQiOjAsIkJvdHRvbSI6MH0sIkJhY2tncm91bmQiOnsiJGlkIjoiNTQiLCJDb2xvciI6eyIkaWQiOiI1NSIsIkEiOjI1NSwiUiI6MzEsIkciOjczLCJCIjoxMjV9fSwiSXNWaXNpYmxlIjp0cnVlLCJXaWR0aCI6MC4wLCJIZWlnaHQiOjAuMCwiQm9yZGVyU3R5bGUiOm51bGwsIlBhcmVudFN0eWxlIjpudWxsfSwiRGVmYXVsdE1pbGVzdG9uZVN0eWxlIjp7IiRpZCI6IjU2IiwiU2hhcGUiOjAsIkNvbm5lY3Rvck1hcmdpbiI6eyIkaWQiOiI1NyIsIlRvcCI6MCwiTGVmdCI6MiwiUmlnaHQiOjIsIkJvdHRvbSI6MH0sIkNvbm5lY3RvclN0eWxlIjp7IiRpZCI6IjU4IiwiTGluZUNvbG9yIjp7IiRpZCI6IjU5IiwiJHR5cGUiOiJOTFJFLkNvbW1vbi5Eb20uU29saWRDb2xvckJydXNoLCBOTFJFLkNvbW1vbiIsIkNvbG9yIjp7IiRpZCI6IjYwIiwiQSI6MTI3LCJSIjozMSwiRyI6NzMsIkIiOjEyNn19LCJMaW5lV2VpZ2h0IjoxLjAsIkxpbmVUeXBlIjowLCJQYXJlbnRTdHlsZSI6bnVsbH0sIklzQmVsb3dUaW1lYmFuZCI6ZmFsc2UsIlBvc2l0aW9uT25UYXNrIjowLCJIaWRlRGF0ZSI6ZmFsc2UsIlNoYXBlU2l6ZSI6MSwiU3BhY2luZyI6MS4wLCJQYWRkaW5nIjp7IiRpZCI6IjYxIiwiVG9wIjo3LCJMZWZ0IjozLCJSaWdodCI6MCwiQm90dG9tIjoyfSwiU2hhcGVTdHlsZSI6eyIkaWQiOiI2MiIsIk1hcmdpbiI6eyIkaWQiOiI2MyIsIlRvcCI6MCwiTGVmdCI6MCwiUmlnaHQiOjAsIkJvdHRvbSI6MH0sIlBhZGRpbmciOnsiJGlkIjoiNjQiLCJUb3AiOjAsIkxlZnQiOjAsIlJpZ2h0IjowLCJCb3R0b20iOjB9LCJCYWNrZ3JvdW5kIjp7IiRpZCI6IjY1IiwiQ29sb3IiOnsiJGlkIjoiNjYiLCJBIjoyNTUsIlIiOjAsIkciOjExNCwiQiI6MTg4fX0sIklzVmlzaWJsZSI6dHJ1ZSwiV2lkdGgiOjE4LjAsIkhlaWdodCI6MjAuMCwiQm9yZGVyU3R5bGUiOnsiJGlkIjoiNjciLCJMaW5lQ29sb3IiOnsiJGlkIjoiNjgiLCIkdHlwZSI6Ik5MUkUuQ29tbW9uLkRvbS5Tb2xpZENvbG9yQnJ1c2gsIE5MUkUuQ29tbW9uIiwiQ29sb3IiOnsiJGlkIjoiNjkiLCJBIjoyNTUsIlIiOjI1NSwiRyI6MCwiQiI6MH19LCJMaW5lV2VpZ2h0IjowLjAsIkxpbmVUeXBlIjowLCJQYXJlbnRTdHlsZSI6bnVsbH0sIlBhcmVudFN0eWxlIjpudWxsfSwiVGl0bGVTdHlsZSI6eyIkaWQiOiI3MCIsIkZvbnRTZXR0aW5ncyI6eyIkaWQiOiI3MSIsIkZvbnRTaXplIjoxMSwiRm9udE5hbWUiOiJDYWxpYnJpIiwiSXNCb2xkIjp0cnVlLCJJc0l0YWxpYyI6ZmFsc2UsIklzVW5kZXJsaW5lZCI6ZmFsc2UsIlBhcmVudFN0eWxlIjpudWxsfSwiQXV0b1NpemUiOjAsIkZvcmVncm91bmQiOnsiJGlkIjoiNzIiLCJDb2xvciI6eyIkaWQiOiI3M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3NCIsIlRvcCI6MCwiTGVmdCI6MCwiUmlnaHQiOjAsIkJvdHRvbSI6MH0sIlBhZGRpbmciOnsiJGlkIjoiNzUiLCJUb3AiOjAsIkxlZnQiOjAsIlJpZ2h0IjowLCJCb3R0b20iOjB9LCJCYWNrZ3JvdW5kIjp7IiRpZCI6Ijc2IiwiQ29sb3IiOnsiJHJlZiI6IjQ5In19LCJJc1Zpc2libGUiOnRydWUsIldpZHRoIjowLjAsIkhlaWdodCI6MC4wLCJCb3JkZXJTdHlsZSI6bnVsbCwiUGFyZW50U3R5bGUiOm51bGx9LCJEYXRlU3R5bGUiOnsiJGlkIjoiNzciLCJGb250U2V0dGluZ3MiOnsiJGlkIjoiNzgiLCJGb250U2l6ZSI6MTAsIkZvbnROYW1lIjoiQ2FsaWJyaSIsIklzQm9sZCI6ZmFsc2UsIklzSXRhbGljIjpmYWxzZSwiSXNVbmRlcmxpbmVkIjpmYWxzZSwiUGFyZW50U3R5bGUiOm51bGx9LCJBdXRvU2l6ZSI6MCwiRm9yZWdyb3VuZCI6eyIkaWQiOiI3OSIsIkNvbG9yIjp7IiRpZCI6Ijg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MSIsIlRvcCI6MCwiTGVmdCI6MCwiUmlnaHQiOjAsIkJvdHRvbSI6MH0sIlBhZGRpbmciOnsiJGlkIjoiODIiLCJUb3AiOjAsIkxlZnQiOjAsIlJpZ2h0IjowLCJCb3R0b20iOjB9LCJCYWNrZ3JvdW5kIjp7IiRpZCI6IjgzIiwiQ29sb3IiOnsiJHJlZiI6IjQ5In19LCJJc1Zpc2libGUiOnRydWUsIldpZHRoIjowLjAsIkhlaWdodCI6MC4wLCJCb3JkZXJTdHlsZSI6bnVsbCwiUGFyZW50U3R5bGUiOm51bGx9LCJEYXRlRm9ybWF0Ijp7IiRpZCI6Ijg0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ODUiLCJEYXRlUGFydElzVmlzaWJsZSI6ZmFsc2UsIlRpbWVQYXJ0SXNWaXNpYmxlIjpmYWxzZX19LCJJc1Zpc2libGUiOnRydWUsIlBhcmVudFN0eWxlIjpudWxsfSwiRGVmYXVsdFRhc2tTdHlsZSI6eyIkaWQiOiI4NiIsIlNoYXBlIjowLCJTaGFwZVRoaWNrbmVzcyI6MCwiRHVyYXRpb25Gb3JtYXQiOjAsIkluY2x1ZGVOb25Xb3JraW5nRGF5c0luRHVyYXRpb24iOmZhbHNlLCJQZXJjZW50YWdlQ29tcGxldGVTdHlsZSI6eyIkaWQiOiI4NyIsIkZvbnRTZXR0aW5ncyI6eyIkaWQiOiI4OCIsIkZvbnRTaXplIjoxMCwiRm9udE5hbWUiOiJDYWxpYnJpIiwiSXNCb2xkIjpmYWxzZSwiSXNJdGFsaWMiOmZhbHNlLCJJc1VuZGVybGluZWQiOmZhbHNlLCJQYXJlbnRTdHlsZSI6bnVsbH0sIkF1dG9TaXplIjowLCJGb3JlZ3JvdW5kIjp7IiRpZCI6Ijg5IiwiQ29sb3IiOnsiJGlkIjoiOTA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GlkIjoiOTEiLCJUb3AiOjAsIkxlZnQiOjAsIlJpZ2h0IjowLCJCb3R0b20iOjB9LCJQYWRkaW5nIjp7IiRpZCI6IjkyIiwiVG9wIjowLCJMZWZ0IjowLCJSaWdodCI6MCwiQm90dG9tIjowfSwiQmFja2dyb3VuZCI6eyIkaWQiOiI5MyIsIkNvbG9yIjp7IiRyZWYiOiI0OSJ9fSwiSXNWaXNpYmxlIjp0cnVlLCJXaWR0aCI6MC4wLCJIZWlnaHQiOjAuMCwiQm9yZGVyU3R5bGUiOm51bGwsIlBhcmVudFN0eWxlIjpudWxsfSwiRHVyYXRpb25TdHlsZSI6eyIkaWQiOiI5NCIsIkZvbnRTZXR0aW5ncyI6eyIkaWQiOiI5NSIsIkZvbnRTaXplIjoxMCwiRm9udE5hbWUiOiJDYWxpYnJpIiwiSXNCb2xkIjpmYWxzZSwiSXNJdGFsaWMiOmZhbHNlLCJJc1VuZGVybGluZWQiOmZhbHNlLCJQYXJlbnRTdHlsZSI6bnVsbH0sIkF1dG9TaXplIjowLCJGb3JlZ3JvdW5kIjp7IiRpZCI6Ijk2IiwiQ29sb3IiOnsiJGlkIjoiOT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OCIsIlRvcCI6MCwiTGVmdCI6MCwiUmlnaHQiOjAsIkJvdHRvbSI6MH0sIlBhZGRpbmciOnsiJGlkIjoiOTkiLCJUb3AiOjAsIkxlZnQiOjAsIlJpZ2h0IjowLCJCb3R0b20iOjB9LCJCYWNrZ3JvdW5kIjp7IiRpZCI6IjEwMCIsIkNvbG9yIjp7IiRyZWYiOiI0OSJ9fSwiSXNWaXNpYmxlIjp0cnVlLCJXaWR0aCI6MC4wLCJIZWlnaHQiOjAuMCwiQm9yZGVyU3R5bGUiOm51bGwsIlBhcmVudFN0eWxlIjpudWxsfSwiSG9yaXpvbnRhbENvbm5lY3RvclN0eWxlIjp7IiRpZCI6IjEwMSIsIkxpbmVDb2xvciI6eyIkaWQiOiIxMDIiLCIkdHlwZSI6Ik5MUkUuQ29tbW9uLkRvbS5Tb2xpZENvbG9yQnJ1c2gsIE5MUkUuQ29tbW9uIiwiQ29sb3IiOnsiJGlkIjoiMTAzIiwiQSI6MjU1LCJSIjoyMDQsIkciOjIwNCwiQiI6MjA0fX0sIkxpbmVXZWlnaHQiOjEuMCwiTGluZVR5cGUiOjAsIlBhcmVudFN0eWxlIjpudWxsfSwiVmVydGljYWxDb25uZWN0b3JTdHlsZSI6eyIkaWQiOiIxMDQiLCJMaW5lQ29sb3IiOnsiJGlkIjoiMTA1IiwiJHR5cGUiOiJOTFJFLkNvbW1vbi5Eb20uU29saWRDb2xvckJydXNoLCBOTFJFLkNvbW1vbiIsIkNvbG9yIjp7IiRpZCI6IjEwNi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MTA3IiwiTWFyZ2luIjp7IiRpZCI6IjEwOCIsIlRvcCI6MCwiTGVmdCI6NCwiUmlnaHQiOjQsIkJvdHRvbSI6MH0sIlBhZGRpbmciOnsiJGlkIjoiMTA5IiwiVG9wIjowLCJMZWZ0IjowLCJSaWdodCI6MCwiQm90dG9tIjowfSwiQmFja2dyb3VuZCI6eyIkaWQiOiIxMTAiLCJDb2xvciI6eyIkaWQiOiIxMTEiLCJBIjoyNTUsIlIiOjAsIkciOjExNCwiQiI6MTg4fX0sIklzVmlzaWJsZSI6dHJ1ZSwiV2lkdGgiOjAuMCwiSGVpZ2h0IjoxMC4wLCJCb3JkZXJTdHlsZSI6eyIkaWQiOiIxMTIiLCJMaW5lQ29sb3IiOnsiJGlkIjoiMTEzIiwiJHR5cGUiOiJOTFJFLkNvbW1vbi5Eb20uU29saWRDb2xvckJydXNoLCBOTFJFLkNvbW1vbiIsIkNvbG9yIjp7IiRpZCI6IjExNCIsIkEiOjI1NSwiUiI6MjU1LCJHIjowLCJCIjowfX0sIkxpbmVXZWlnaHQiOjAuMCwiTGluZVR5cGUiOjAsIlBhcmVudFN0eWxlIjpudWxsfSwiUGFyZW50U3R5bGUiOm51bGx9LCJUaXRsZVN0eWxlIjp7IiRpZCI6IjExNSIsIkZvbnRTZXR0aW5ncyI6eyIkaWQiOiIxMTYiLCJGb250U2l6ZSI6MTEsIkZvbnROYW1lIjoiQ2FsaWJyaSIsIklzQm9sZCI6dHJ1ZSwiSXNJdGFsaWMiOmZhbHNlLCJJc1VuZGVybGluZWQiOmZhbHNlLCJQYXJlbnRTdHlsZSI6bnVsbH0sIkF1dG9TaXplIjowLCJGb3JlZ3JvdW5kIjp7IiRpZCI6IjExNyIsIkNvbG9yIjp7IiRpZCI6IjExOC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kiLCJUb3AiOjAsIkxlZnQiOjAsIlJpZ2h0IjowLCJCb3R0b20iOjB9LCJQYWRkaW5nIjp7IiRpZCI6IjEyMCIsIlRvcCI6MCwiTGVmdCI6MCwiUmlnaHQiOjAsIkJvdHRvbSI6MH0sIkJhY2tncm91bmQiOnsiJGlkIjoiMTIxIiwiQ29sb3IiOnsiJHJlZiI6IjQ5In19LCJJc1Zpc2libGUiOnRydWUsIldpZHRoIjowLjAsIkhlaWdodCI6MC4wLCJCb3JkZXJTdHlsZSI6bnVsbCwiUGFyZW50U3R5bGUiOm51bGx9LCJEYXRlU3R5bGUiOnsiJGlkIjoiMTIyIiwiRm9udFNldHRpbmdzIjp7IiRpZCI6IjEyMyIsIkZvbnRTaXplIjoxMCwiRm9udE5hbWUiOiJDYWxpYnJpIiwiSXNCb2xkIjpmYWxzZSwiSXNJdGFsaWMiOmZhbHNlLCJJc1VuZGVybGluZWQiOmZhbHNlLCJQYXJlbnRTdHlsZSI6bnVsbH0sIkF1dG9TaXplIjowLCJGb3JlZ3JvdW5kIjp7IiRpZCI6IjEyNCIsIkNvbG9yIjp7IiRpZCI6IjEy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2IiwiVG9wIjowLCJMZWZ0IjowLCJSaWdodCI6MCwiQm90dG9tIjowfSwiUGFkZGluZyI6eyIkaWQiOiIxMjciLCJUb3AiOjAsIkxlZnQiOjAsIlJpZ2h0IjowLCJCb3R0b20iOjB9LCJCYWNrZ3JvdW5kIjp7IiRpZCI6IjEyOCIsIkNvbG9yIjp7IiRyZWYiOiI0OSJ9fSwiSXNWaXNpYmxlIjp0cnVlLCJXaWR0aCI6MC4wLCJIZWlnaHQiOjAuMCwiQm9yZGVyU3R5bGUiOm51bGwsIlBhcmVudFN0eWxlIjpudWxsfSwiRGF0ZUZvcm1hdCI6eyIkaWQiOiIxMjkiLCJGb3JtYXRTdHJpbmciOiJNTU0gZCIsIlNlcGFyYXRvciI6Ii8iLCJVc2VJbnRlcm5hdGlvbmFsRGF0ZUZvcm1hdCI6ZmFsc2UsIkRhdGVJc1Zpc2libGUiOnRydWUsIlRpbWVJc1Zpc2libGUiOmZhbHNlLCJIb3VyRGlnaXRzIjoxLCJBbVBtRGVzaWduYXRvciI6MiwiVHJpbTAwTWludXRlcyI6ZmFsc2UsIkxhc3RLbm93blZpc2liaWxpdHlTdGF0ZSI6eyIkaWQiOiIxMzAiLCJEYXRlUGFydElzVmlzaWJsZSI6ZmFsc2UsIlRpbWVQYXJ0SXNWaXNpYmxlIjpmYWxzZX19LCJJc1Zpc2libGUiOnRydWUsIlBhcmVudFN0eWxlIjpudWxsLCJfZXhwbGljaXRseVNldCI6eyIkaWQiOiIxMzE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SXNWaXNpYmxlIjpmYWxzZX19LCJHcmlkbGluZVBhbmVsU3R5bGUiOnsiJGlkIjoiMTMyIiwiR3JpZGxpbmVTdHlsZSI6eyIkaWQiOiIxMzMiLCJMaW5lQ29sb3IiOnsiJGlkIjoiMTM0IiwiJHR5cGUiOiJOTFJFLkNvbW1vbi5Eb20uU29saWRDb2xvckJydXNoLCBOTFJFLkNvbW1vbiIsIkNvbG9yIjp7IiRpZCI6IjEzNSIsIkEiOjM4LCJSIjo5MSwiRyI6MTU1LCJCIjoyMTN9fSwiTGluZVdlaWdodCI6MS4wLCJMaW5lVHlwZSI6MCwiUGFyZW50U3R5bGUiOm51bGx9LCJNYXJnaW4iOnsiJGlkIjoiMTM2IiwiVG9wIjowLCJMZWZ0IjowLCJSaWdodCI6MCwiQm90dG9tIjowfSwiUGFkZGluZyI6eyIkaWQiOiIxMzciLCJUb3AiOjAsIkxlZnQiOjAsIlJpZ2h0IjowLCJCb3R0b20iOjB9LCJCYWNrZ3JvdW5kIjpudWxsLCJJc1Zpc2libGUiOnRydWUsIldpZHRoIjowLjAsIkhlaWdodCI6MC4wLCJCb3JkZXJTdHlsZSI6bnVsbCwiUGFyZW50U3R5bGUiOm51bGx9LCJTaG93RWxhcHNlZFRpbWVHcmFkaWVudFN0eWxlIjpmYWxzZSwiRGVmYXVsdFN3aW1sYW5lU3R5bGUiOnsiJGlkIjoiMTM4IiwiSGVhZGVyU3R5bGUiOnsiJGlkIjoiMTM5IiwiVGV4dFN0eWxlIjp7IiRpZCI6IjE0MCIsIkZvbnRTZXR0aW5ncyI6eyIkaWQiOiIxNDEiLCJGb250U2l6ZSI6MTIsIkZvbnROYW1lIjoiQ2FsaWJyaSIsIklzQm9sZCI6ZmFsc2UsIklzSXRhbGljIjpmYWxzZSwiSXNVbmRlcmxpbmVkIjpmYWxzZSwiUGFyZW50U3R5bGUiOm51bGx9LCJBdXRvU2l6ZSI6MCwiRm9yZWdyb3VuZCI6eyIkaWQiOiIxNDIiLCJDb2xvciI6eyIkaWQiOiIxNDMiLCJBIjoyNTUsIlIiOjMyLCJHIjo1NiwiQiI6MTAwfX0sIk1heFdpZHRoIjoiSW5maW5pdHkiLCJNYXhIZWlnaHQiOiJJbmZpbml0eSIsIlNtYXJ0Rm9yZWdyb3VuZElzQWN0aXZlIjpmYWxzZSwiSG9yaXpvbnRhbEFsaWdubWVudCI6MCwiVmVydGljYWxBbGlnbm1lbnQiOjAsIlNtYXJ0Rm9yZWdyb3VuZCI6bnVsbCwiQmFja2dyb3VuZEZpbGxUeXBlIjowLCJNYXJnaW4iOnsiJGlkIjoiMTQ0IiwiVG9wIjowLCJMZWZ0IjowLCJSaWdodCI6MCwiQm90dG9tIjowfSwiUGFkZGluZyI6eyIkaWQiOiIxNDUiLCJUb3AiOjAsIkxlZnQiOjAsIlJpZ2h0IjowLCJCb3R0b20iOjB9LCJCYWNrZ3JvdW5kIjpudWxsLCJJc1Zpc2libGUiOnRydWUsIldpZHRoIjowLjAsIkhlaWdodCI6MC4wLCJCb3JkZXJTdHlsZSI6bnVsbCwiUGFyZW50U3R5bGUiOm51bGx9LCJSZWN0YW5nbGVTdHlsZSI6eyIkaWQiOiIxNDYiLCJNYXJnaW4iOnsiJGlkIjoiMTQ3IiwiVG9wIjowLCJMZWZ0IjowLCJSaWdodCI6MCwiQm90dG9tIjowfSwiUGFkZGluZyI6eyIkaWQiOiIxNDgiLCJUb3AiOjAsIkxlZnQiOjAsIlJpZ2h0IjowLCJCb3R0b20iOjB9LCJCYWNrZ3JvdW5kIjp7IiRpZCI6IjE0OSIsIkNvbG9yIjp7IiRpZCI6IjE1MCIsIkEiOjEyNywiUiI6OTEsIkciOjE1NSwiQiI6MjEzfX0sIklzVmlzaWJsZSI6dHJ1ZSwiV2lkdGgiOjAuMCwiSGVpZ2h0IjowLjAsIkJvcmRlclN0eWxlIjp7IiRpZCI6IjE1MSIsIkxpbmVDb2xvciI6eyIkaWQiOiIxNTIiLCIkdHlwZSI6Ik5MUkUuQ29tbW9uLkRvbS5Tb2xpZENvbG9yQnJ1c2gsIE5MUkUuQ29tbW9uIiwiQ29sb3IiOnsiJGlkIjoiMTUzIiwiQSI6MjU1LCJSIjoyNTUsIkciOjAsIkIiOjB9fSwiTGluZVdlaWdodCI6MC4wLCJMaW5lVHlwZSI6MCwiUGFyZW50U3R5bGUiOm51bGx9LCJQYXJlbnRTdHlsZSI6bnVsbH0sIk1hcmdpbiI6eyIkaWQiOiIxNTQiLCJUb3AiOjAsIkxlZnQiOjAsIlJpZ2h0IjowLCJCb3R0b20iOjB9LCJQYWRkaW5nIjp7IiRpZCI6IjE1NSIsIlRvcCI6MCwiTGVmdCI6MCwiUmlnaHQiOjAsIkJvdHRvbSI6MH0sIkJhY2tncm91bmQiOm51bGwsIklzVmlzaWJsZSI6dHJ1ZSwiV2lkdGgiOjAuMCwiSGVpZ2h0IjowLjAsIkJvcmRlclN0eWxlIjpudWxsLCJQYXJlbnRTdHlsZSI6bnVsbH0sIkJhY2tncm91bmRTdHlsZSI6eyIkaWQiOiIxNTYiLCJNYXJnaW4iOnsiJGlkIjoiMTU3IiwiVG9wIjowLCJMZWZ0IjowLCJSaWdodCI6MCwiQm90dG9tIjowfSwiUGFkZGluZyI6eyIkaWQiOiIxNTgiLCJUb3AiOjAsIkxlZnQiOjAsIlJpZ2h0IjowLCJCb3R0b20iOjB9LCJCYWNrZ3JvdW5kIjp7IiRpZCI6IjE1OSIsIkNvbG9yIjp7IiRpZCI6IjE2MCIsIkEiOjM4LCJSIjo5MSwiRyI6MTU1LCJCIjoyMTN9fSwiSXNWaXNpYmxlIjp0cnVlLCJXaWR0aCI6MC4wLCJIZWlnaHQiOjAuMCwiQm9yZGVyU3R5bGUiOnsiJGlkIjoiMTYxIiwiTGluZUNvbG9yIjp7IiRpZCI6IjE2MiIsIiR0eXBlIjoiTkxSRS5Db21tb24uRG9tLlNvbGlkQ29sb3JCcnVzaCwgTkxSRS5Db21tb24iLCJDb2xvciI6eyIkaWQiOiIxNjMiLCJBIjoyNTUsIlIiOjI1NSwiRyI6MCwiQiI6MH19LCJMaW5lV2VpZ2h0IjowLjAsIkxpbmVUeXBlIjowLCJQYXJlbnRTdHlsZSI6bnVsbH0sIlBhcmVudFN0eWxlIjpudWxsfSwiSXNBYm92ZVRpbWViYW5kIjpmYWxzZSwiTWFyZ2luIjp7IiRpZCI6IjE2NCIsIlRvcCI6MCwiTGVmdCI6MCwiUmlnaHQiOjAsIkJvdHRvbSI6MH0sIlBhZGRpbmciOnsiJGlkIjoiMTY1IiwiVG9wIjowLCJMZWZ0IjowLCJSaWdodCI6MCwiQm90dG9tIjowfSwiSXNWaXNpYmxlIjp0cnVlLCJXaWR0aCI6MC4wLCJIZWlnaHQiOjAuMCwiQm9yZGVyU3R5bGUiOm51bGwsIlBhcmVudFN0eWxlIjpudWxsfX0sIlNjYWxlIjp7IiRpZCI6IjE2NiIsIlN0YXJ0RGF0ZSI6IjAwMDEtMDEtMDFUMDA6MDA6MDAiLCJFbmREYXRlIjoiMjAyMS0xMS0yMlQwMDowMDowMCIsIkZvcm1hdCI6Ik1NTSIsIlR5cGUiOjIsIkF1dG9EYXRlUmFuZ2UiOnRydWUsIldvcmtpbmdEYXlzIjozMSwiVG9kYXlNYXJrZXJUZXh0IjoiVG9kYXkiLCJBdXRvU2NhbGVUeXBlIjp0cnVlfSwiTWlsZXN0b25lcyI6W3siJGlkIjoiMTY3IiwiRGF0ZSI6IjIwMjAtMDgtMTdUMDA6MDA6MDAiLCJTdHlsZSI6eyIkaWQiOiIxNjgiLCJTaGFwZSI6MTYsIkNvbm5lY3Rvck1hcmdpbiI6eyIkcmVmIjoiNTcifSwiQ29ubmVjdG9yU3R5bGUiOnsiJGlkIjoiMTY5IiwiTGluZUNvbG9yIjp7IiRpZCI6IjE3MCIsIiR0eXBlIjoiTkxSRS5Db21tb24uRG9tLlNvbGlkQ29sb3JCcnVzaCwgTkxSRS5Db21tb24iLCJDb2xvciI6eyIkaWQiOiIxNzEiLCJBIjoyNTUsIlIiOjI1NSwiRyI6MjU1LCJCIjoyNTV9fSwiTGluZVdlaWdodCI6MS4wLCJMaW5lVHlwZSI6MCwiUGFyZW50U3R5bGUiOm51bGx9LCJJc0JlbG93VGltZWJhbmQiOmZhbHNlLCJQb3NpdGlvbk9uVGFzayI6MCwiSGlkZURhdGUiOmZhbHNlLCJTaGFwZVNpemUiOjAsIlNwYWNpbmciOjEuMCwiUGFkZGluZyI6eyIkcmVmIjoiNjEifSwiU2hhcGVTdHlsZSI6eyIkaWQiOiIxNzIiLCJNYXJnaW4iOnsiJHJlZiI6IjYzIn0sIlBhZGRpbmciOnsiJHJlZiI6IjY0In0sIkJhY2tncm91bmQiOnsiJGlkIjoiMTczIiwiQ29sb3IiOnsiJGlkIjoiMTc0IiwiQSI6MjU1LCJSIjoyNTUsIkciOjI1NSwiQiI6MjU1fX0sIklzVmlzaWJsZSI6dHJ1ZSwiV2lkdGgiOjEyLjAsIkhlaWdodCI6MTQuMCwiQm9yZGVyU3R5bGUiOnsiJGlkIjoiMTc1IiwiTGluZUNvbG9yIjp7IiRyZWYiOiI2OCJ9LCJMaW5lV2VpZ2h0IjowLjAsIkxpbmVUeXBlIjowLCJQYXJlbnRTdHlsZSI6bnVsbH0sIlBhcmVudFN0eWxlIjpudWxsfSwiVGl0bGVTdHlsZSI6eyIkaWQiOiIxNzYiLCJGb250U2V0dGluZ3MiOnsiJGlkIjoiMTc3IiwiRm9udFNpemUiOjExLCJGb250TmFtZSI6IkNhbGlicmkiLCJJc0JvbGQiOnRydWUsIklzSXRhbGljIjpmYWxzZSwiSXNVbmRlcmxpbmVkIjpmYWxzZSwiUGFyZW50U3R5bGUiOm51bGx9LCJBdXRvU2l6ZSI6MCwiRm9yZWdyb3VuZCI6eyIkaWQiOiIxNzgiLCJDb2xvciI6eyIkaWQiOiIxNzk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HJlZiI6Ijc0In0sIlBhZGRpbmciOnsiJHJlZiI6Ijc1In0sIkJhY2tncm91bmQiOnsiJHJlZiI6Ijc2In0sIklzVmlzaWJsZSI6dHJ1ZSwiV2lkdGgiOjAuMCwiSGVpZ2h0IjowLjAsIkJvcmRlclN0eWxlIjp7IiRpZCI6IjE4MCIsIkxpbmVDb2xvciI6bnVsbCwiTGluZVdlaWdodCI6MC4wLCJMaW5lVHlwZSI6MCwiUGFyZW50U3R5bGUiOm51bGx9LCJQYXJlbnRTdHlsZSI6bnVsbH0sIkRhdGVTdHlsZSI6eyIkaWQiOiIxODEiLCJGb250U2V0dGluZ3MiOnsiJGlkIjoiMTgyIiwiRm9udFNpemUiOjEwLCJGb250TmFtZSI6IkNhbGlicmkiLCJJc0JvbGQiOmZhbHNlLCJJc0l0YWxpYyI6ZmFsc2UsIklzVW5kZXJsaW5lZCI6ZmFsc2UsIlBhcmVudFN0eWxlIjpudWxsfSwiQXV0b1NpemUiOjAsIkZvcmVncm91bmQiOnsiJHJlZiI6Ijc5In0sIk1heFdpZHRoIjoyMDAuMCwiTWF4SGVpZ2h0IjoiSW5maW5pdHkiLCJTbWFydEZvcmVncm91bmRJc0FjdGl2ZSI6ZmFsc2UsIkhvcml6b250YWxBbGlnbm1lbnQiOjAsIlZlcnRpY2FsQWxpZ25tZW50IjowLCJTbWFydEZvcmVncm91bmQiOm51bGwsIkJhY2tncm91bmRGaWxsVHlwZSI6MCwiTWFyZ2luIjp7IiRyZWYiOiI4MSJ9LCJQYWRkaW5nIjp7IiRyZWYiOiI4MiJ9LCJCYWNrZ3JvdW5kIjp7IiRyZWYiOiI4MyJ9LCJJc1Zpc2libGUiOmZhbHNlLCJXaWR0aCI6MC4wLCJIZWlnaHQiOjAuMCwiQm9yZGVyU3R5bGUiOnsiJGlkIjoiMTgzIiwiTGluZUNvbG9yIjpudWxsLCJMaW5lV2VpZ2h0IjowLjAsIkxpbmVUeXBlIjowLCJQYXJlbnRTdHlsZSI6bnVsbH0sIlBhcmVudFN0eWxlIjpudWxsfSwiRGF0ZUZvcm1hdCI6eyIkcmVmIjoiODQifSwiSXNWaXNpYmxlIjp0cnVlLCJQYXJlbnRTdHlsZSI6bnVsbH0sIkluZGV4IjoxLCJQZXJjZW50YWdlQ29tcGxldGUiOm51bGwsIlBvc2l0aW9uIjp7IlJhdGlvIjowLjAsIklzQ3VzdG9tIjpmYWxzZX0sIkRhdGVGb3JtYXQiOnsiJHJlZiI6Ijg0In0sIlJlbGF0ZWRUYXNrSWQiOiIwMDAwMDAwMC0wMDAwLTAwMDAtMDAwMC0wMDAwMDAwMDAwMDAiLCJJZCI6ImVmMjk3YjcxLWUzNzUtNDliMC1iOGY4LTY3YzhjMzRmMzMwNSIsIkltcG9ydElkIjpudWxsLCJUaXRsZSI6IlN0YXJ0IiwiTm90ZSI6bnVsbCwiSHlwZXJsaW5rIjp7IiRpZCI6IjE4NCIsIkFkZHJlc3MiOiIiLCJTdWJBZGRyZXNzIjoiIn0sIklzQ2hhbmdlZCI6ZmFsc2UsIklzTmV3IjpmYWxzZX0seyIkaWQiOiIxODUiLCJEYXRlIjoiMjAyMC0xMC0wMlQyMzo1OTowMCIsIlN0eWxlIjp7IiRpZCI6IjE4NiIsIlNoYXBlIjowLCJDb25uZWN0b3JNYXJnaW4iOnsiJHJlZiI6IjU3In0sIkNvbm5lY3RvclN0eWxlIjp7IiRpZCI6IjE4NyIsIkxpbmVDb2xvciI6eyIkcmVmIjoiNTkifSwiTGluZVdlaWdodCI6MS4wLCJMaW5lVHlwZSI6MCwiUGFyZW50U3R5bGUiOm51bGx9LCJJc0JlbG93VGltZWJhbmQiOmZhbHNlLCJQb3NpdGlvbk9uVGFzayI6MCwiSGlkZURhdGUiOmZhbHNlLCJTaGFwZVNpemUiOjEsIlNwYWNpbmciOjEuMCwiUGFkZGluZyI6eyIkcmVmIjoiNjEifSwiU2hhcGVTdHlsZSI6eyIkaWQiOiIxODgiLCJNYXJnaW4iOnsiJHJlZiI6IjYzIn0sIlBhZGRpbmciOnsiJHJlZiI6IjY0In0sIkJhY2tncm91bmQiOnsiJGlkIjoiMTg5IiwiQ29sb3IiOnsiJGlkIjoiMTkwIiwiQSI6MjU1LCJSIjoxNzQsIkciOjE5MywiQiI6MjA4fX0sIklzVmlzaWJsZSI6dHJ1ZSwiV2lkdGgiOjE4LjAsIkhlaWdodCI6MjAuMCwiQm9yZGVyU3R5bGUiOnsiJGlkIjoiMTkxIiwiTGluZUNvbG9yIjp7IiRyZWYiOiI2OCJ9LCJMaW5lV2VpZ2h0IjowLjAsIkxpbmVUeXBlIjowLCJQYXJlbnRTdHlsZSI6bnVsbH0sIlBhcmVudFN0eWxlIjpudWxsfSwiVGl0bGVTdHlsZSI6eyIkaWQiOiIxOTIiLCJGb250U2V0dGluZ3MiOnsiJGlkIjoiMTkzIiwiRm9udFNpemUiOjExLCJGb250TmFtZSI6IkNhbGlicmkiLCJJc0JvbGQiOnRydWUsIklzSXRhbGljIjpmYWxzZSwiSXNVbmRlcmxpbmVkIjpmYWxzZSwiUGFyZW50U3R5bGUiOm51bGx9LCJBdXRvU2l6ZSI6MCwiRm9yZWdyb3VuZCI6eyIkaWQiOiIxOTQiLCJDb2xvciI6eyIkaWQiOiIxOTU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E5NiIsIkxpbmVDb2xvciI6bnVsbCwiTGluZVdlaWdodCI6MC4wLCJMaW5lVHlwZSI6MCwiUGFyZW50U3R5bGUiOm51bGx9LCJQYXJlbnRTdHlsZSI6bnVsbH0sIkRhdGVTdHlsZSI6eyIkaWQiOiIxOTciLCJGb250U2V0dGluZ3MiOnsiJGlkIjoiMTk4IiwiRm9udFNpemUiOjEwLCJGb250TmFtZSI6IkNhbGlicmkiLCJJc0JvbGQiOmZhbHNlLCJJc0l0YWxpYyI6ZmFsc2UsIklzVW5kZXJsaW5lZCI6ZmFsc2UsIlBhcmVudFN0eWxlIjpudWxsfSwiQXV0b1NpemUiOjAsIkZvcmVncm91bmQiOnsiJGlkIjoiMTk5IiwiQ29sb3IiOnsiJGlkIjoiMjAw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ODEifSwiUGFkZGluZyI6eyIkcmVmIjoiODIifSwiQmFja2dyb3VuZCI6eyIkcmVmIjoiODMifSwiSXNWaXNpYmxlIjp0cnVlLCJXaWR0aCI6MC4wLCJIZWlnaHQiOjAuMCwiQm9yZGVyU3R5bGUiOnsiJGlkIjoiMjAxIiwiTGluZUNvbG9yIjpudWxsLCJMaW5lV2VpZ2h0IjowLjAsIkxpbmVUeXBlIjowLCJQYXJlbnRTdHlsZSI6bnVsbH0sIlBhcmVudFN0eWxlIjpudWxsfSwiRGF0ZUZvcm1hdCI6eyIkcmVmIjoiODQifSwiSXNWaXNpYmxlIjp0cnVlLCJQYXJlbnRTdHlsZSI6bnVsbH0sIkluZGV4Ijo1LCJQZXJjZW50YWdlQ29tcGxldGUiOm51bGwsIlBvc2l0aW9uIjp7IlJhdGlvIjowLjAsIklzQ3VzdG9tIjpmYWxzZX0sIkRhdGVGb3JtYXQiOnsiJHJlZiI6Ijg0In0sIlJlbGF0ZWRUYXNrSWQiOiIwMDAwMDAwMC0wMDAwLTAwMDAtMDAwMC0wMDAwMDAwMDAwMDAiLCJJZCI6Ijg2ZWEwNDUyLTg3OWQtNGZkNi1iMDM1LWM2YjhhZjhmYmRmMCIsIkltcG9ydElkIjpudWxsLCJUaXRsZSI6IlJlcXVpcmVtZW50cyBTaWdub2ZmIiwiTm90ZSI6bnVsbCwiSHlwZXJsaW5rIjp7IiRpZCI6IjIwMiIsIkFkZHJlc3MiOiIiLCJTdWJBZGRyZXNzIjoiIn0sIklzQ2hhbmdlZCI6ZmFsc2UsIklzTmV3IjpmYWxzZX0seyIkaWQiOiIyMDMiLCJEYXRlIjoiMjAyMC0xMi0zMVQyMzo1OTowMCIsIlN0eWxlIjp7IiRpZCI6IjIwNCIsIlNoYXBlIjowLCJDb25uZWN0b3JNYXJnaW4iOnsiJHJlZiI6IjU3In0sIkNvbm5lY3RvclN0eWxlIjp7IiRpZCI6IjIwNSIsIkxpbmVDb2xvciI6eyIkcmVmIjoiNTkifSwiTGluZVdlaWdodCI6MS4wLCJMaW5lVHlwZSI6MCwiUGFyZW50U3R5bGUiOm51bGx9LCJJc0JlbG93VGltZWJhbmQiOmZhbHNlLCJQb3NpdGlvbk9uVGFzayI6MCwiSGlkZURhdGUiOmZhbHNlLCJTaGFwZVNpemUiOjEsIlNwYWNpbmciOjEuMCwiUGFkZGluZyI6eyIkcmVmIjoiNjEifSwiU2hhcGVTdHlsZSI6eyIkaWQiOiIyMDYiLCJNYXJnaW4iOnsiJHJlZiI6IjYzIn0sIlBhZGRpbmciOnsiJHJlZiI6IjY0In0sIkJhY2tncm91bmQiOnsiJGlkIjoiMjA3IiwiQ29sb3IiOnsiJGlkIjoiMjA4IiwiQSI6MjU1LCJSIjoxNTUsIkciOjE4NywiQiI6ODl9fSwiSXNWaXNpYmxlIjp0cnVlLCJXaWR0aCI6MTguMCwiSGVpZ2h0IjoyMC4wLCJCb3JkZXJTdHlsZSI6eyIkaWQiOiIyMDkiLCJMaW5lQ29sb3IiOnsiJHJlZiI6IjY4In0sIkxpbmVXZWlnaHQiOjAuMCwiTGluZVR5cGUiOjAsIlBhcmVudFN0eWxlIjpudWxsfSwiUGFyZW50U3R5bGUiOm51bGx9LCJUaXRsZVN0eWxlIjp7IiRpZCI6IjIxMCIsIkZvbnRTZXR0aW5ncyI6eyIkaWQiOiIyMTEiLCJGb250U2l6ZSI6MTEsIkZvbnROYW1lIjoiQ2FsaWJyaSIsIklzQm9sZCI6dHJ1ZSwiSXNJdGFsaWMiOmZhbHNlLCJJc1VuZGVybGluZWQiOmZhbHNlLCJQYXJlbnRTdHlsZSI6bnVsbH0sIkF1dG9TaXplIjowLCJGb3JlZ3JvdW5kIjp7IiRpZCI6IjIxMiIsIkNvbG9yIjp7IiRpZCI6IjIxMyIsIkEiOjI1NSwiUiI6MCwiRyI6MCwiQiI6MH19LCJNYXhXaWR0aCI6MjAwLjAsIk1heEhlaWdodCI6IkluZmluaXR5IiwiU21hcnRGb3JlZ3JvdW5kSXNBY3RpdmUiOmZhbHNlLCJIb3Jpem9udGFsQWxpZ25tZW50IjoxLCJWZXJ0aWNhbEFsaWdubWVudCI6MCwiU21hcnRGb3JlZ3JvdW5kIjpudWxsLCJCYWNrZ3JvdW5kRmlsbFR5cGUiOjAsIk1hcmdpbiI6eyIkcmVmIjoiNzQifSwiUGFkZGluZyI6eyIkcmVmIjoiNzUifSwiQmFja2dyb3VuZCI6eyIkcmVmIjoiNzYifSwiSXNWaXNpYmxlIjp0cnVlLCJXaWR0aCI6MC4wLCJIZWlnaHQiOjAuMCwiQm9yZGVyU3R5bGUiOnsiJGlkIjoiMjE0IiwiTGluZUNvbG9yIjpudWxsLCJMaW5lV2VpZ2h0IjowLjAsIkxpbmVUeXBlIjowLCJQYXJlbnRTdHlsZSI6bnVsbH0sIlBhcmVudFN0eWxlIjpudWxsfSwiRGF0ZVN0eWxlIjp7IiRpZCI6IjIxNSIsIkZvbnRTZXR0aW5ncyI6eyIkaWQiOiIyMTYiLCJGb250U2l6ZSI6MTAsIkZvbnROYW1lIjoiQ2FsaWJyaSIsIklzQm9sZCI6ZmFsc2UsIklzSXRhbGljIjpmYWxzZSwiSXNVbmRlcmxpbmVkIjpmYWxzZSwiUGFyZW50U3R5bGUiOm51bGx9LCJBdXRvU2l6ZSI6MCwiRm9yZWdyb3VuZCI6eyIkaWQiOiIyMTciLCJDb2xvciI6eyIkaWQiOiIyMTg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yZWYiOiI4MSJ9LCJQYWRkaW5nIjp7IiRyZWYiOiI4MiJ9LCJCYWNrZ3JvdW5kIjp7IiRyZWYiOiI4MyJ9LCJJc1Zpc2libGUiOnRydWUsIldpZHRoIjowLjAsIkhlaWdodCI6MC4wLCJCb3JkZXJTdHlsZSI6eyIkaWQiOiIyMTkiLCJMaW5lQ29sb3IiOm51bGwsIkxpbmVXZWlnaHQiOjAuMCwiTGluZVR5cGUiOjAsIlBhcmVudFN0eWxlIjpudWxsfSwiUGFyZW50U3R5bGUiOm51bGx9LCJEYXRlRm9ybWF0Ijp7IiRyZWYiOiI4NCJ9LCJJc1Zpc2libGUiOnRydWUsIlBhcmVudFN0eWxlIjpudWxsfSwiSW5kZXgiOjgsIlBlcmNlbnRhZ2VDb21wbGV0ZSI6MC4wLCJQb3NpdGlvbiI6eyJSYXRpbyI6MC4wLCJJc0N1c3RvbSI6ZmFsc2V9LCJEYXRlRm9ybWF0Ijp7IiRyZWYiOiI4NCJ9LCJSZWxhdGVkVGFza0lkIjoiMDAwMDAwMDAtMDAwMC0wMDAwLTAwMDAtMDAwMDAwMDAwMDAwIiwiSWQiOiI0NjBlZWQ2YS0xOTYzLTQwOWEtYjE1NS1iNjQwNzFjM2Y0NDUiLCJJbXBvcnRJZCI6bnVsbCwiVGl0bGUiOiJSZWFkeSBmb3IgRGVwbG95bWVudCIsIk5vdGUiOm51bGwsIkh5cGVybGluayI6eyIkaWQiOiIyMjAiLCJBZGRyZXNzIjoiIiwiU3ViQWRkcmVzcyI6IiJ9LCJJc0NoYW5nZWQiOmZhbHNlLCJJc05ldyI6ZmFsc2V9XSwiVGFza3MiOlt7IiRpZCI6IjIyMSIsIkdyb3VwTmFtZSI6bnVsbCwiU3RhcnREYXRlIjoiMjAyMC0wOC0xN1QwMDowMDowMFoiLCJFbmREYXRlIjoiMjAyMC0xMS0zMFQyMzo1OTowMFoiLCJQZXJjZW50YWdlQ29tcGxldGUiOjAuMCwiU3R5bGUiOnsiJGlkIjoiMjIyIiwiU2hhcGUiOjMsIlNoYXBlVGhpY2tuZXNzIjoyLCJEdXJhdGlvbkZvcm1hdCI6MCwiSW5jbHVkZU5vbldvcmtpbmdEYXlzSW5EdXJhdGlvbiI6ZmFsc2UsIlBlcmNlbnRhZ2VDb21wbGV0ZVN0eWxlIjp7IiRpZCI6IjIyMyIsIkZvbnRTZXR0aW5ncyI6eyIkaWQiOiIyMjQiLCJGb250U2l6ZSI6MTAsIkZvbnROYW1lIjoiQ2FsaWJyaSIsIklzQm9sZCI6dHJ1ZSwiSXNJdGFsaWMiOmZhbHNlLCJJc1VuZGVybGluZWQiOmZhbHNlLCJQYXJlbnRTdHlsZSI6bnVsbH0sIkF1dG9TaXplIjowLCJGb3JlZ3JvdW5kIjp7IiRpZCI6IjIyNSIsIkNvbG9yIjp7IiRpZCI6IjIyNi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MjI3IiwiTGluZUNvbG9yIjpudWxsLCJMaW5lV2VpZ2h0IjowLjAsIkxpbmVUeXBlIjowLCJQYXJlbnRTdHlsZSI6bnVsbH0sIlBhcmVudFN0eWxlIjpudWxsfSwiRHVyYXRpb25TdHlsZSI6eyIkaWQiOiIyMjgiLCJGb250U2V0dGluZ3MiOnsiJGlkIjoiMjI5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MjMwIiwiTGluZUNvbG9yIjpudWxsLCJMaW5lV2VpZ2h0IjowLjAsIkxpbmVUeXBlIjowLCJQYXJlbnRTdHlsZSI6bnVsbH0sIlBhcmVudFN0eWxlIjpudWxsfSwiSG9yaXpvbnRhbENvbm5lY3RvclN0eWxlIjp7IiRpZCI6IjIzMSIsIkxpbmVDb2xvciI6eyIkaWQiOiIyMzIiLCIkdHlwZSI6Ik5MUkUuQ29tbW9uLkRvbS5Tb2xpZENvbG9yQnJ1c2gsIE5MUkUuQ29tbW9uIiwiQ29sb3IiOnsiJGlkIjoiMjMzIiwiQSI6MjU1LCJSIjoyMDQsIkciOjIwNCwiQiI6MjA0fX0sIkxpbmVXZWlnaHQiOjAuMCwiTGluZVR5cGUiOjAsIlBhcmVudFN0eWxlIjpudWxsfSwiVmVydGljYWxDb25uZWN0b3JTdHlsZSI6eyIkaWQiOiIyMzQiLCJMaW5lQ29sb3IiOnsiJHJlZiI6IjEwNSJ9LCJMaW5lV2VpZ2h0IjowLjAsIkxpbmVUeXBlIjowLCJQYXJlbnRTdHlsZSI6bnVsbH0sIk1hcmdpbiI6bnVsbCwiU3RhcnREYXRlUG9zaXRpb24iOjYsIkVuZERhdGVQb3NpdGlvbiI6NiwiRGF0ZUlzVmlzaWJsZSI6ZmFsc2UsIlRpdGxlUG9zaXRpb24iOjUsIkR1cmF0aW9uUG9zaXRpb24iOjYsIlBlcmNlbnRhZ2VDb21wbGV0ZWRQb3NpdGlvbiI6NiwiU3BhY2luZyI6MTAsIklzQmVsb3dUaW1lYmFuZCI6dHJ1ZSwiUGVyY2VudGFnZUNvbXBsZXRlU2hhcGVPcGFjaXR5IjozNSwiU2hhcGVTdHlsZSI6eyIkaWQiOiIyMzUiLCJNYXJnaW4iOnsiJHJlZiI6IjEwOCJ9LCJQYWRkaW5nIjp7IiRyZWYiOiIxMDkifSwiQmFja2dyb3VuZCI6eyIkaWQiOiIyMzYiLCJDb2xvciI6eyIkaWQiOiIyMzciLCJBIjoyNTUsIlIiOjE1NSwiRyI6MTg3LCJCIjo4OX19LCJJc1Zpc2libGUiOnRydWUsIldpZHRoIjowLjAsIkhlaWdodCI6MjIuMCwiQm9yZGVyU3R5bGUiOnsiJGlkIjoiMjM4IiwiTGluZUNvbG9yIjp7IiRyZWYiOiIxMTMifSwiTGluZVdlaWdodCI6MC4wLCJMaW5lVHlwZSI6MCwiUGFyZW50U3R5bGUiOm51bGx9LCJQYXJlbnRTdHlsZSI6bnVsbH0sIlRpdGxlU3R5bGUiOnsiJGlkIjoiMjM5IiwiRm9udFNldHRpbmdzIjp7IiRpZCI6IjI0MCIsIkZvbnRTaXplIjoxMiwiRm9udE5hbWUiOiJDYWxpYnJpIiwiSXNCb2xkIjp0cnVlLCJJc0l0YWxpYyI6ZmFsc2UsIklzVW5kZXJsaW5lZCI6ZmFsc2UsIlBhcmVudFN0eWxlIjpudWxsfSwiQXV0b1NpemUiOjAsIkZvcmVncm91bmQiOnsiJGlkIjoiMjQxIiwiQ29sb3IiOnsiJGlkIjoiMjQyIiwiQSI6MjU1LCJSIjoyMzQsIkciOjIyLCJCIjoz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MjQzIiwiTGluZUNvbG9yIjpudWxsLCJMaW5lV2VpZ2h0IjowLjAsIkxpbmVUeXBlIjowLCJQYXJlbnRTdHlsZSI6bnVsbH0sIlBhcmVudFN0eWxlIjpudWxsfSwiRGF0ZVN0eWxlIjp7IiRpZCI6IjI0NCIsIkZvbnRTZXR0aW5ncyI6eyIkaWQiOiIyNDUiLCJGb250U2l6ZSI6MTAsIkZvbnROYW1lIjoiQ2FsaWJyaSIsIklzQm9sZCI6ZmFsc2UsIklzSXRhbGljIjpmYWxzZSwiSXNVbmRlcmxpbmVkIjpmYWxzZSwiUGFyZW50U3R5bGUiOm51bGx9LCJBdXRvU2l6ZSI6MCwiRm9yZWdyb3VuZCI6eyIkaWQiOiIyNDYiLCJDb2xvciI6eyIkaWQiOiIyNDc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I0OCIsIkxpbmVDb2xvciI6bnVsbCwiTGluZVdlaWdodCI6MC4wLCJMaW5lVHlwZSI6MCwiUGFyZW50U3R5bGUiOm51bGx9LCJQYXJlbnRTdHlsZSI6bnVsbH0sIkRhdGVGb3JtYXQiOnsiJHJlZiI6IjEyOSJ9LCJJc1Zpc2libGUiOnRydWUsIlBhcmVudFN0eWxlIjpudWxsfSwiSW5kZXgiOjAsIlNtYXJ0RHVyYXRpb25BY3RpdmF0ZWQiOmZhbHNlLCJEYXRlRm9ybWF0Ijp7IiRyZWYiOiIxMjkifSwiSWQiOiI5ODgyYjE3Zi00MGQ1LTQ1ZGYtOGEyNy00Y2MwOGU3NDUyYTIiLCJJbXBvcnRJZCI6bnVsbCwiVGl0bGUiOiJTbWFsbCBCdXNpbmVzcyBMZW5kaW5nIiwiTm90ZSI6bnVsbCwiSHlwZXJsaW5rIjp7IiRpZCI6IjI0OSIsIkFkZHJlc3MiOiIiLCJTdWJBZGRyZXNzIjoiIn0sIklzQ2hhbmdlZCI6ZmFsc2UsIklzTmV3IjpmYWxzZX0seyIkaWQiOiIyNTAiLCJHcm91cE5hbWUiOm51bGwsIlN0YXJ0RGF0ZSI6IjIwMjAtMDgtMTdUMDA6MDA6MDBaIiwiRW5kRGF0ZSI6IjIwMjAtMDktMTBUMjM6NTk6MDBaIiwiUGVyY2VudGFnZUNvbXBsZXRlIjowLjAsIlN0eWxlIjp7IiRpZCI6IjI1MSIsIlNoYXBlIjowLCJTaGFwZVRoaWNrbmVzcyI6MiwiRHVyYXRpb25Gb3JtYXQiOjAsIkluY2x1ZGVOb25Xb3JraW5nRGF5c0luRHVyYXRpb24iOmZhbHNlLCJQZXJjZW50YWdlQ29tcGxldGVTdHlsZSI6eyIkaWQiOiIyNTIiLCJGb250U2V0dGluZ3MiOnsiJGlkIjoiMjUzIiwiRm9udFNpemUiOjEwLCJGb250TmFtZSI6IkNhbGlicmkiLCJJc0JvbGQiOmZhbHNlLCJJc0l0YWxpYyI6ZmFsc2UsIklzVW5kZXJsaW5lZCI6ZmFsc2UsIlBhcmVudFN0eWxlIjpudWxsfSwiQXV0b1NpemUiOjAsIkZvcmVncm91bmQiOnsiJGlkIjoiMjU0IiwiQ29sb3IiOnsiJGlkIjoiMjU1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yNTYiLCJMaW5lQ29sb3IiOm51bGwsIkxpbmVXZWlnaHQiOjAuMCwiTGluZVR5cGUiOjAsIlBhcmVudFN0eWxlIjpudWxsfSwiUGFyZW50U3R5bGUiOm51bGx9LCJEdXJhdGlvblN0eWxlIjp7IiRpZCI6IjI1NyIsIkZvbnRTZXR0aW5ncyI6eyIkaWQiOiIyNTg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yNTkiLCJMaW5lQ29sb3IiOm51bGwsIkxpbmVXZWlnaHQiOjAuMCwiTGluZVR5cGUiOjAsIlBhcmVudFN0eWxlIjpudWxsfSwiUGFyZW50U3R5bGUiOm51bGx9LCJIb3Jpem9udGFsQ29ubmVjdG9yU3R5bGUiOnsiJGlkIjoiMjYwIiwiTGluZUNvbG9yIjp7IiRpZCI6IjI2MSIsIiR0eXBlIjoiTkxSRS5Db21tb24uRG9tLlNvbGlkQ29sb3JCcnVzaCwgTkxSRS5Db21tb24iLCJDb2xvciI6eyIkaWQiOiIyNjIiLCJBIjoyNTUsIlIiOjIwNCwiRyI6MjA0LCJCIjoyMDR9fSwiTGluZVdlaWdodCI6MS41LCJMaW5lVHlwZSI6MCwiUGFyZW50U3R5bGUiOm51bGx9LCJWZXJ0aWNhbENvbm5lY3RvclN0eWxlIjp7IiRpZCI6IjI2MyIsIkxpbmVDb2xvciI6eyIkcmVmIjoiMTA1In0sIkxpbmVXZWlnaHQiOjAuMCwiTGluZVR5cGUiOjAsIlBhcmVudFN0eWxlIjpudWxsfSwiTWFyZ2luIjpudWxsLCJTdGFydERhdGVQb3NpdGlvbiI6NiwiRW5kRGF0ZVBvc2l0aW9uIjo2LCJEYXRlSXNWaXNpYmxlIjpmYWxzZSwiVGl0bGVQb3NpdGlvbiI6NSwiRHVyYXRpb25Qb3NpdGlvbiI6NiwiUGVyY2VudGFnZUNvbXBsZXRlZFBvc2l0aW9uIjo2LCJTcGFjaW5nIjoxMCwiSXNCZWxvd1RpbWViYW5kIjp0cnVlLCJQZXJjZW50YWdlQ29tcGxldGVTaGFwZU9wYWNpdHkiOjM1LCJTaGFwZVN0eWxlIjp7IiRpZCI6IjI2NCIsIk1hcmdpbiI6eyIkcmVmIjoiMTA4In0sIlBhZGRpbmciOnsiJHJlZiI6IjEwOSJ9LCJCYWNrZ3JvdW5kIjp7IiRpZCI6IjI2NSIsIkNvbG9yIjp7IiRpZCI6IjI2NiIsIkEiOjI1NSwiUiI6MCwiRyI6MTE0LCJCIjoxODh9fSwiSXNWaXNpYmxlIjp0cnVlLCJXaWR0aCI6MC4wLCJIZWlnaHQiOjIyLjAsIkJvcmRlclN0eWxlIjp7IiRpZCI6IjI2NyIsIkxpbmVDb2xvciI6eyIkcmVmIjoiMTEzIn0sIkxpbmVXZWlnaHQiOjAuMCwiTGluZVR5cGUiOjAsIlBhcmVudFN0eWxlIjpudWxsfSwiUGFyZW50U3R5bGUiOm51bGx9LCJUaXRsZVN0eWxlIjp7IiRpZCI6IjI2OCIsIkZvbnRTZXR0aW5ncyI6eyIkaWQiOiIyNjkiLCJGb250U2l6ZSI6MTIsIkZvbnROYW1lIjoiQ2FsaWJyaSIsIklzQm9sZCI6dHJ1ZSwiSXNJdGFsaWMiOmZhbHNlLCJJc1VuZGVybGluZWQiOmZhbHNlLCJQYXJlbnRTdHlsZSI6bnVsbH0sIkF1dG9TaXplIjowLCJGb3JlZ3JvdW5kIjp7IiRpZCI6IjI3MCIsIkNvbG9yIjp7IiRpZCI6IjI3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MjcyIiwiTGluZUNvbG9yIjpudWxsLCJMaW5lV2VpZ2h0IjowLjAsIkxpbmVUeXBlIjowLCJQYXJlbnRTdHlsZSI6bnVsbH0sIlBhcmVudFN0eWxlIjpudWxsfSwiRGF0ZVN0eWxlIjp7IiRpZCI6IjI3MyIsIkZvbnRTZXR0aW5ncyI6eyIkaWQiOiIyNzQiLCJGb250U2l6ZSI6MTAsIkZvbnROYW1lIjoiQ2FsaWJyaSIsIklzQm9sZCI6ZmFsc2UsIklzSXRhbGljIjpmYWxzZSwiSXNVbmRlcmxpbmVkIjpmYWxzZSwiUGFyZW50U3R5bGUiOm51bGx9LCJBdXRvU2l6ZSI6MCwiRm9yZWdyb3VuZCI6eyIkaWQiOiIyNzUiLCJDb2xvciI6eyIkaWQiOiIyNzY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I3NyIsIkxpbmVDb2xvciI6bnVsbCwiTGluZVdlaWdodCI6MC4wLCJMaW5lVHlwZSI6MCwiUGFyZW50U3R5bGUiOm51bGx9LCJQYXJlbnRTdHlsZSI6bnVsbH0sIkRhdGVGb3JtYXQiOnsiJHJlZiI6IjEyOSJ9LCJJc1Zpc2libGUiOnRydWUsIlBhcmVudFN0eWxlIjpudWxsfSwiSW5kZXgiOjIsIlNtYXJ0RHVyYXRpb25BY3RpdmF0ZWQiOmZhbHNlLCJEYXRlRm9ybWF0Ijp7IiRyZWYiOiIxMjkifSwiSWQiOiJjYWEzNTU0Ny02MDhiLTQ5NWYtYjk2MC1iNTYzMzI5OTVhYTMiLCJJbXBvcnRJZCI6bnVsbCwiVGl0bGUiOiJTcHJpbnQgMCAtIFBsYW5uaW5nIiwiTm90ZSI6bnVsbCwiSHlwZXJsaW5rIjp7IiRpZCI6IjI3OCIsIkFkZHJlc3MiOiIiLCJTdWJBZGRyZXNzIjoiIn0sIklzQ2hhbmdlZCI6ZmFsc2UsIklzTmV3IjpmYWxzZX0seyIkaWQiOiIyNzkiLCJHcm91cE5hbWUiOm51bGwsIlN0YXJ0RGF0ZSI6IjIwMjAtMDgtMTdUMDA6MDA6MDBaIiwiRW5kRGF0ZSI6IjIwMjAtMDgtMzFUMjM6NTk6MDBaIiwiUGVyY2VudGFnZUNvbXBsZXRlIjpudWxsLCJTdHlsZSI6eyIkaWQiOiIyODAiLCJTaGFwZSI6MiwiU2hhcGVUaGlja25lc3MiOjAsIkR1cmF0aW9uRm9ybWF0IjowLCJJbmNsdWRlTm9uV29ya2luZ0RheXNJbkR1cmF0aW9uIjpmYWxzZSwiUGVyY2VudGFnZUNvbXBsZXRlU3R5bGUiOnsiJGlkIjoiMjgxIiwiRm9udFNldHRpbmdzIjp7IiRpZCI6IjI4MiIsIkZvbnRTaXplIjoxMCwiRm9udE5hbWUiOiJDYWxpYnJpIiwiSXNCb2xkIjpmYWxzZSwiSXNJdGFsaWMiOmZhbHNlLCJJc1VuZGVybGluZWQiOmZhbHNlLCJQYXJlbnRTdHlsZSI6bnVsbH0sIkF1dG9TaXplIjowLCJGb3JlZ3JvdW5kIjp7IiRyZWYiOiI4OSJ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MjgzIiwiTGluZUNvbG9yIjpudWxsLCJMaW5lV2VpZ2h0IjowLjAsIkxpbmVUeXBlIjowLCJQYXJlbnRTdHlsZSI6bnVsbH0sIlBhcmVudFN0eWxlIjpudWxsfSwiRHVyYXRpb25TdHlsZSI6eyIkaWQiOiIyODQiLCJGb250U2V0dGluZ3MiOnsiJGlkIjoiMjg1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Mjg2IiwiTGluZUNvbG9yIjpudWxsLCJMaW5lV2VpZ2h0IjowLjAsIkxpbmVUeXBlIjowLCJQYXJlbnRTdHlsZSI6bnVsbH0sIlBhcmVudFN0eWxlIjpudWxsfSwiSG9yaXpvbnRhbENvbm5lY3RvclN0eWxlIjp7IiRpZCI6IjI4NyIsIkxpbmVDb2xvciI6eyIkcmVmIjoiMTAyIn0sIkxpbmVXZWlnaHQiOjEuMCwiTGluZVR5cGUiOjAsIlBhcmVudFN0eWxlIjpudWxsfSwiVmVydGljYWxDb25uZWN0b3JTdHlsZSI6eyIkaWQiOiIyODgiLCJMaW5lQ29sb3IiOnsiJHJlZiI6IjEwNSJ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Mjg5IiwiTWFyZ2luIjp7IiRyZWYiOiIxMDgifSwiUGFkZGluZyI6eyIkcmVmIjoiMTA5In0sIkJhY2tncm91bmQiOnsiJGlkIjoiMjkwIiwiQ29sb3IiOnsiJGlkIjoiMjkxIiwiQSI6MjU1LCJSIjoxNzQsIkciOjE5MywiQiI6MjA4fX0sIklzVmlzaWJsZSI6dHJ1ZSwiV2lkdGgiOjAuMCwiSGVpZ2h0IjoxMC4wLCJCb3JkZXJTdHlsZSI6eyIkaWQiOiIyOTIiLCJMaW5lQ29sb3IiOnsiJHJlZiI6IjExMyJ9LCJMaW5lV2VpZ2h0IjowLjAsIkxpbmVUeXBlIjowLCJQYXJlbnRTdHlsZSI6bnVsbH0sIlBhcmVudFN0eWxlIjpudWxsfSwiVGl0bGVTdHlsZSI6eyIkaWQiOiIyOTMiLCJGb250U2V0dGluZ3MiOnsiJGlkIjoiMjk0IiwiRm9udFNpemUiOjExLCJGb250TmFtZSI6IkNhbGlicmkiLCJJc0JvbGQiOnRydWUsIklzSXRhbGljIjpmYWxzZSwiSXNVbmRlcmxpbmVkIjpmYWxzZSwiUGFyZW50U3R5bGUiOm51bGx9LCJBdXRvU2l6ZSI6MCwiRm9yZWdyb3VuZCI6eyIkaWQiOiIyOTUiLCJDb2xvciI6eyIkaWQiOiIyOTY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MTIxIn0sIklzVmlzaWJsZSI6dHJ1ZSwiV2lkdGgiOjAuMCwiSGVpZ2h0IjowLjAsIkJvcmRlclN0eWxlIjp7IiRpZCI6IjI5NyIsIkxpbmVDb2xvciI6bnVsbCwiTGluZVdlaWdodCI6MC4wLCJMaW5lVHlwZSI6MCwiUGFyZW50U3R5bGUiOm51bGx9LCJQYXJlbnRTdHlsZSI6bnVsbH0sIkRhdGVTdHlsZSI6eyIkaWQiOiIyOTgiLCJGb250U2V0dGluZ3MiOnsiJGlkIjoiMjk5IiwiRm9udFNpemUiOjEwLCJGb250TmFtZSI6IkNhbGlicmkiLCJJc0JvbGQiOmZhbHNlLCJJc0l0YWxpYyI6ZmFsc2UsIklzVW5kZXJsaW5lZCI6ZmFsc2UsIlBhcmVudFN0eWxlIjpudWxsfSwiQXV0b1NpemUiOjAsIkZvcmVncm91bmQiOnsiJGlkIjoiMzAwIiwiQ29sb3IiOnsiJGlkIjoiMzA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MzAyIiwiTGluZUNvbG9yIjpudWxsLCJMaW5lV2VpZ2h0IjowLjAsIkxpbmVUeXBlIjowLCJQYXJlbnRTdHlsZSI6bnVsbH0sIlBhcmVudFN0eWxlIjpudWxsfSwiRGF0ZUZvcm1hdCI6eyIkcmVmIjoiMTI5In0sIklzVmlzaWJsZSI6dHJ1ZSwiUGFyZW50U3R5bGUiOm51bGx9LCJJbmRleCI6MywiU21hcnREdXJhdGlvbkFjdGl2YXRlZCI6ZmFsc2UsIkRhdGVGb3JtYXQiOnsiJHJlZiI6IjEyOSJ9LCJJZCI6ImY1MmNmMzczLWM3NDgtNGQwMy1iZWRmLWY1NGExOTJiN2ExYiIsIkltcG9ydElkIjpudWxsLCJUaXRsZSI6IlJGUCBQcm9jZXNzIGZvciBMb2FuIFBhcnRuZXIiLCJOb3RlIjpudWxsLCJIeXBlcmxpbmsiOnsiJGlkIjoiMzAzIiwiQWRkcmVzcyI6IiIsIlN1YkFkZHJlc3MiOiIifSwiSXNDaGFuZ2VkIjpmYWxzZSwiSXNOZXciOmZhbHNlfSx7IiRpZCI6IjMwNCIsIkdyb3VwTmFtZSI6bnVsbCwiU3RhcnREYXRlIjoiMjAyMC0wOC0yNFQwMDowMDowMFoiLCJFbmREYXRlIjoiMjAyMC0wOS0zMFQyMzo1OTowMFoiLCJQZXJjZW50YWdlQ29tcGxldGUiOm51bGwsIlN0eWxlIjp7IiRpZCI6IjMwNSIsIlNoYXBlIjoyLCJTaGFwZVRoaWNrbmVzcyI6MCwiRHVyYXRpb25Gb3JtYXQiOjAsIkluY2x1ZGVOb25Xb3JraW5nRGF5c0luRHVyYXRpb24iOmZhbHNlLCJQZXJjZW50YWdlQ29tcGxldGVTdHlsZSI6eyIkaWQiOiIzMDYiLCJGb250U2V0dGluZ3MiOnsiJGlkIjoiMzA3IiwiRm9udFNpemUiOjEwLCJGb250TmFtZSI6IkNhbGlicmkiLCJJc0JvbGQiOmZhbHNlLCJJc0l0YWxpYyI6ZmFsc2UsIklzVW5kZXJsaW5lZCI6ZmFsc2UsIlBhcmVudFN0eWxlIjpudWxsfSwiQXV0b1NpemUiOjAsIkZvcmVncm91bmQiOnsiJHJlZiI6Ijg5In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zMDgiLCJMaW5lQ29sb3IiOm51bGwsIkxpbmVXZWlnaHQiOjAuMCwiTGluZVR5cGUiOjAsIlBhcmVudFN0eWxlIjpudWxsfSwiUGFyZW50U3R5bGUiOm51bGx9LCJEdXJhdGlvblN0eWxlIjp7IiRpZCI6IjMwOSIsIkZvbnRTZXR0aW5ncyI6eyIkaWQiOiIzMTA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zMTEiLCJMaW5lQ29sb3IiOm51bGwsIkxpbmVXZWlnaHQiOjAuMCwiTGluZVR5cGUiOjAsIlBhcmVudFN0eWxlIjpudWxsfSwiUGFyZW50U3R5bGUiOm51bGx9LCJIb3Jpem9udGFsQ29ubmVjdG9yU3R5bGUiOnsiJGlkIjoiMzEyIiwiTGluZUNvbG9yIjp7IiRyZWYiOiIxMDIifSwiTGluZVdlaWdodCI6MS4wLCJMaW5lVHlwZSI6MCwiUGFyZW50U3R5bGUiOm51bGx9LCJWZXJ0aWNhbENvbm5lY3RvclN0eWxlIjp7IiRpZCI6IjMxMy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IsIlNwYWNpbmciOjMsIklzQmVsb3dUaW1lYmFuZCI6dHJ1ZSwiUGVyY2VudGFnZUNvbXBsZXRlU2hhcGVPcGFjaXR5IjozNSwiU2hhcGVTdHlsZSI6eyIkaWQiOiIzMTQiLCJNYXJnaW4iOnsiJHJlZiI6IjEwOCJ9LCJQYWRkaW5nIjp7IiRyZWYiOiIxMDkifSwiQmFja2dyb3VuZCI6eyIkaWQiOiIzMTUiLCJDb2xvciI6eyIkaWQiOiIzMTYiLCJBIjoyNTUsIlIiOjE3NCwiRyI6MTkzLCJCIjoyMDh9fSwiSXNWaXNpYmxlIjp0cnVlLCJXaWR0aCI6MC4wLCJIZWlnaHQiOjEwLjAsIkJvcmRlclN0eWxlIjp7IiRpZCI6IjMxNyIsIkxpbmVDb2xvciI6eyIkcmVmIjoiMTEzIn0sIkxpbmVXZWlnaHQiOjAuMCwiTGluZVR5cGUiOjAsIlBhcmVudFN0eWxlIjpudWxsfSwiUGFyZW50U3R5bGUiOm51bGx9LCJUaXRsZVN0eWxlIjp7IiRpZCI6IjMxOCIsIkZvbnRTZXR0aW5ncyI6eyIkaWQiOiIzMTkiLCJGb250U2l6ZSI6MTEsIkZvbnROYW1lIjoiQ2FsaWJyaSIsIklzQm9sZCI6dHJ1ZSwiSXNJdGFsaWMiOmZhbHNlLCJJc1VuZGVybGluZWQiOmZhbHNlLCJQYXJlbnRTdHlsZSI6bnVsbH0sIkF1dG9TaXplIjowLCJGb3JlZ3JvdW5kIjp7IiRpZCI6IjMyMCIsIkNvbG9yIjp7IiRpZCI6IjMy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MzIyIiwiTGluZUNvbG9yIjpudWxsLCJMaW5lV2VpZ2h0IjowLjAsIkxpbmVUeXBlIjowLCJQYXJlbnRTdHlsZSI6bnVsbH0sIlBhcmVudFN0eWxlIjpudWxsfSwiRGF0ZVN0eWxlIjp7IiRpZCI6IjMyMyIsIkZvbnRTZXR0aW5ncyI6eyIkaWQiOiIzMjQiLCJGb250U2l6ZSI6MTAsIkZvbnROYW1lIjoiQ2FsaWJyaSIsIklzQm9sZCI6ZmFsc2UsIklzSXRhbGljIjpmYWxzZSwiSXNVbmRlcmxpbmVkIjpmYWxzZSwiUGFyZW50U3R5bGUiOm51bGx9LCJBdXRvU2l6ZSI6MCwiRm9yZWdyb3VuZCI6eyIkaWQiOiIzMjUiLCJDb2xvciI6eyIkaWQiOiIzMj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zMjciLCJMaW5lQ29sb3IiOm51bGwsIkxpbmVXZWlnaHQiOjAuMCwiTGluZVR5cGUiOjAsIlBhcmVudFN0eWxlIjpudWxsfSwiUGFyZW50U3R5bGUiOm51bGx9LCJEYXRlRm9ybWF0Ijp7IiRyZWYiOiIxMjkifSwiSXNWaXNpYmxlIjp0cnVlLCJQYXJlbnRTdHlsZSI6bnVsbH0sIkluZGV4Ijo0LCJTbWFydER1cmF0aW9uQWN0aXZhdGVkIjpmYWxzZSwiRGF0ZUZvcm1hdCI6eyIkcmVmIjoiMTI5In0sIklkIjoiZjdmZWQ0NTMtNjUwMC00N2Q1LWI4OGMtZjlmZDVmZDliNTk5IiwiSW1wb3J0SWQiOm51bGwsIlRpdGxlIjoiUmVxdWlyZW1lbnRzIEdhdGhlcmluZyIsIk5vdGUiOm51bGwsIkh5cGVybGluayI6eyIkaWQiOiIzMjgiLCJBZGRyZXNzIjoiIiwiU3ViQWRkcmVzcyI6IiJ9LCJJc0NoYW5nZWQiOmZhbHNlLCJJc05ldyI6ZmFsc2V9LHsiJGlkIjoiMzI5IiwiR3JvdXBOYW1lIjpudWxsLCJTdGFydERhdGUiOiIyMDIwLTA5LTIxVDAwOjAwOjAwWiIsIkVuZERhdGUiOiIyMDIwLTExLTMwVDIzOjU5OjAwWiIsIlBlcmNlbnRhZ2VDb21wbGV0ZSI6MC4wLCJTdHlsZSI6eyIkaWQiOiIzMzAiLCJTaGFwZSI6MiwiU2hhcGVUaGlja25lc3MiOjIsIkR1cmF0aW9uRm9ybWF0IjowLCJJbmNsdWRlTm9uV29ya2luZ0RheXNJbkR1cmF0aW9uIjpmYWxzZSwiUGVyY2VudGFnZUNvbXBsZXRlU3R5bGUiOnsiJGlkIjoiMzMxIiwiRm9udFNldHRpbmdzIjp7IiRpZCI6IjMzMiIsIkZvbnRTaXplIjoxMCwiRm9udE5hbWUiOiJDYWxpYnJpIiwiSXNCb2xkIjpmYWxzZSwiSXNJdGFsaWMiOmZhbHNlLCJJc1VuZGVybGluZWQiOmZhbHNlLCJQYXJlbnRTdHlsZSI6bnVsbH0sIkF1dG9TaXplIjowLCJGb3JlZ3JvdW5kIjp7IiRpZCI6IjMzMyIsIkNvbG9yIjp7IiRpZCI6IjMzNC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MzM1IiwiTGluZUNvbG9yIjpudWxsLCJMaW5lV2VpZ2h0IjowLjAsIkxpbmVUeXBlIjowLCJQYXJlbnRTdHlsZSI6bnVsbH0sIlBhcmVudFN0eWxlIjpudWxsfSwiRHVyYXRpb25TdHlsZSI6eyIkaWQiOiIzMzYiLCJGb250U2V0dGluZ3MiOnsiJGlkIjoiMzM3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MzM4IiwiTGluZUNvbG9yIjpudWxsLCJMaW5lV2VpZ2h0IjowLjAsIkxpbmVUeXBlIjowLCJQYXJlbnRTdHlsZSI6bnVsbH0sIlBhcmVudFN0eWxlIjpudWxsfSwiSG9yaXpvbnRhbENvbm5lY3RvclN0eWxlIjp7IiRpZCI6IjMzOSIsIkxpbmVDb2xvciI6eyIkaWQiOiIzNDAiLCIkdHlwZSI6Ik5MUkUuQ29tbW9uLkRvbS5Tb2xpZENvbG9yQnJ1c2gsIE5MUkUuQ29tbW9uIiwiQ29sb3IiOnsiJGlkIjoiMzQxIiwiQSI6MjU1LCJSIjoyMDQsIkciOjIwNCwiQiI6MjA0fX0sIkxpbmVXZWlnaHQiOjEuMCwiTGluZVR5cGUiOjAsIlBhcmVudFN0eWxlIjpudWxsfSwiVmVydGljYWxDb25uZWN0b3JTdHlsZSI6eyIkaWQiOiIzNDIiLCJMaW5lQ29sb3IiOnsiJHJlZiI6IjEwNSJ9LCJMaW5lV2VpZ2h0IjowLjAsIkxpbmVUeXBlIjowLCJQYXJlbnRTdHlsZSI6bnVsbH0sIk1hcmdpbiI6bnVsbCwiU3RhcnREYXRlUG9zaXRpb24iOjYsIkVuZERhdGVQb3NpdGlvbiI6NiwiRGF0ZUlzVmlzaWJsZSI6ZmFsc2UsIlRpdGxlUG9zaXRpb24iOjUsIkR1cmF0aW9uUG9zaXRpb24iOjYsIlBlcmNlbnRhZ2VDb21wbGV0ZWRQb3NpdGlvbiI6NiwiU3BhY2luZyI6MTAsIklzQmVsb3dUaW1lYmFuZCI6dHJ1ZSwiUGVyY2VudGFnZUNvbXBsZXRlU2hhcGVPcGFjaXR5IjozNSwiU2hhcGVTdHlsZSI6eyIkaWQiOiIzNDMiLCJNYXJnaW4iOnsiJHJlZiI6IjEwOCJ9LCJQYWRkaW5nIjp7IiRyZWYiOiIxMDkifSwiQmFja2dyb3VuZCI6eyIkaWQiOiIzNDQiLCJDb2xvciI6eyIkaWQiOiIzNDUiLCJBIjoyNTUsIlIiOjI1NCwiRyI6MTg2LCJCIjoxMH19LCJJc1Zpc2libGUiOnRydWUsIldpZHRoIjowLjAsIkhlaWdodCI6MjIuMCwiQm9yZGVyU3R5bGUiOnsiJGlkIjoiMzQ2IiwiTGluZUNvbG9yIjp7IiRyZWYiOiIxMTMifSwiTGluZVdlaWdodCI6MC4wLCJMaW5lVHlwZSI6MCwiUGFyZW50U3R5bGUiOm51bGx9LCJQYXJlbnRTdHlsZSI6bnVsbH0sIlRpdGxlU3R5bGUiOnsiJGlkIjoiMzQ3IiwiRm9udFNldHRpbmdzIjp7IiRpZCI6IjM0OCIsIkZvbnRTaXplIjoxMiwiRm9udE5hbWUiOiJDYWxpYnJpIiwiSXNCb2xkIjp0cnVlLCJJc0l0YWxpYyI6ZmFsc2UsIklzVW5kZXJsaW5lZCI6ZmFsc2UsIlBhcmVudFN0eWxlIjpudWxsfSwiQXV0b1NpemUiOjAsIkZvcmVncm91bmQiOnsiJGlkIjoiMzQ5IiwiQ29sb3IiOnsiJGlkIjoiMzUw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zNTEiLCJMaW5lQ29sb3IiOm51bGwsIkxpbmVXZWlnaHQiOjAuMCwiTGluZVR5cGUiOjAsIlBhcmVudFN0eWxlIjpudWxsfSwiUGFyZW50U3R5bGUiOm51bGx9LCJEYXRlU3R5bGUiOnsiJGlkIjoiMzUyIiwiRm9udFNldHRpbmdzIjp7IiRpZCI6IjM1MyIsIkZvbnRTaXplIjoxMCwiRm9udE5hbWUiOiJDYWxpYnJpIiwiSXNCb2xkIjpmYWxzZSwiSXNJdGFsaWMiOmZhbHNlLCJJc1VuZGVybGluZWQiOmZhbHNlLCJQYXJlbnRTdHlsZSI6bnVsbH0sIkF1dG9TaXplIjowLCJGb3JlZ3JvdW5kIjp7IiRpZCI6IjM1NCIsIkNvbG9yIjp7IiRpZCI6IjM1NSIsIkEiOjI1NSwiUiI6MTcsIkciOjE3LCJCIjoxN3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MzU2IiwiTGluZUNvbG9yIjpudWxsLCJMaW5lV2VpZ2h0IjowLjAsIkxpbmVUeXBlIjowLCJQYXJlbnRTdHlsZSI6bnVsbH0sIlBhcmVudFN0eWxlIjpudWxsfSwiRGF0ZUZvcm1hdCI6eyIkcmVmIjoiMTI5In0sIklzVmlzaWJsZSI6dHJ1ZSwiUGFyZW50U3R5bGUiOm51bGx9LCJJbmRleCI6NiwiU21hcnREdXJhdGlvbkFjdGl2YXRlZCI6ZmFsc2UsIkRhdGVGb3JtYXQiOnsiJHJlZiI6IjEyOSJ9LCJJZCI6ImI1OTExOTFiLWY3ODMtNDgyMy1hMDFjLTc1N2IzZWUxOGI0ZCIsIkltcG9ydElkIjpudWxsLCJUaXRsZSI6IlNwcmludCBCdWlsZHMvVGVzdGluZyIsIk5vdGUiOm51bGwsIkh5cGVybGluayI6eyIkaWQiOiIzNTciLCJBZGRyZXNzIjoiIiwiU3ViQWRkcmVzcyI6IiJ9LCJJc0NoYW5nZWQiOmZhbHNlLCJJc05ldyI6ZmFsc2V9LHsiJGlkIjoiMzU4IiwiR3JvdXBOYW1lIjpudWxsLCJTdGFydERhdGUiOiIyMDIwLTExLTMwVDAwOjAwOjAwWiIsIkVuZERhdGUiOiIyMDIwLTEyLTE0VDIzOjU5OjAwWiIsIlBlcmNlbnRhZ2VDb21wbGV0ZSI6bnVsbCwiU3R5bGUiOnsiJGlkIjoiMzU5IiwiU2hhcGUiOjAsIlNoYXBlVGhpY2tuZXNzIjoyLCJEdXJhdGlvbkZvcm1hdCI6MCwiSW5jbHVkZU5vbldvcmtpbmdEYXlzSW5EdXJhdGlvbiI6ZmFsc2UsIlBlcmNlbnRhZ2VDb21wbGV0ZVN0eWxlIjp7IiRpZCI6IjM2MCIsIkZvbnRTZXR0aW5ncyI6eyIkaWQiOiIzNjEiLCJGb250U2l6ZSI6MTAsIkZvbnROYW1lIjoiQ2FsaWJyaSIsIklzQm9sZCI6ZmFsc2UsIklzSXRhbGljIjpmYWxzZSwiSXNVbmRlcmxpbmVkIjpmYWxzZSwiUGFyZW50U3R5bGUiOm51bGx9LCJBdXRvU2l6ZSI6MCwiRm9yZWdyb3VuZCI6eyIkcmVmIjoiODki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M2MiIsIkxpbmVDb2xvciI6bnVsbCwiTGluZVdlaWdodCI6MC4wLCJMaW5lVHlwZSI6MCwiUGFyZW50U3R5bGUiOm51bGx9LCJQYXJlbnRTdHlsZSI6bnVsbH0sIkR1cmF0aW9uU3R5bGUiOnsiJGlkIjoiMzYzIiwiRm9udFNldHRpbmdzIjp7IiRpZCI6IjM2NC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M2NSIsIkxpbmVDb2xvciI6bnVsbCwiTGluZVdlaWdodCI6MC4wLCJMaW5lVHlwZSI6MCwiUGFyZW50U3R5bGUiOm51bGx9LCJQYXJlbnRTdHlsZSI6bnVsbH0sIkhvcml6b250YWxDb25uZWN0b3JTdHlsZSI6eyIkaWQiOiIzNjYiLCJMaW5lQ29sb3IiOnsiJHJlZiI6IjEwMiJ9LCJMaW5lV2VpZ2h0IjoxLjAsIkxpbmVUeXBlIjowLCJQYXJlbnRTdHlsZSI6bnVsbH0sIlZlcnRpY2FsQ29ubmVjdG9yU3R5bGUiOnsiJGlkIjoiMzY3IiwiTGluZUNvbG9yIjp7IiRyZWYiOiIxMDUifSwiTGluZVdlaWdodCI6MC4wLCJMaW5lVHlwZSI6MCwiUGFyZW50U3R5bGUiOm51bGx9LCJNYXJnaW4iOm51bGwsIlN0YXJ0RGF0ZVBvc2l0aW9uIjo2LCJFbmREYXRlUG9zaXRpb24iOjYsIkRhdGVJc1Zpc2libGUiOmZhbHNlLCJUaXRsZVBvc2l0aW9uIjo1LCJEdXJhdGlvblBvc2l0aW9uIjo2LCJQZXJjZW50YWdlQ29tcGxldGVkUG9zaXRpb24iOjIsIlNwYWNpbmciOjEwLCJJc0JlbG93VGltZWJhbmQiOnRydWUsIlBlcmNlbnRhZ2VDb21wbGV0ZVNoYXBlT3BhY2l0eSI6MzUsIlNoYXBlU3R5bGUiOnsiJGlkIjoiMzY4IiwiTWFyZ2luIjp7IiRyZWYiOiIxMDgifSwiUGFkZGluZyI6eyIkcmVmIjoiMTA5In0sIkJhY2tncm91bmQiOnsiJGlkIjoiMzY5IiwiQ29sb3IiOnsiJGlkIjoiMzcwIiwiQSI6MjU1LCJSIjoxMTEsIkciOjQ5LCJCIjoxNTJ9fSwiSXNWaXNpYmxlIjp0cnVlLCJXaWR0aCI6MC4wLCJIZWlnaHQiOjIyLjAsIkJvcmRlclN0eWxlIjp7IiRpZCI6IjM3MSIsIkxpbmVDb2xvciI6eyIkcmVmIjoiMTEzIn0sIkxpbmVXZWlnaHQiOjAuMCwiTGluZVR5cGUiOjAsIlBhcmVudFN0eWxlIjpudWxsfSwiUGFyZW50U3R5bGUiOm51bGx9LCJUaXRsZVN0eWxlIjp7IiRpZCI6IjM3MiIsIkZvbnRTZXR0aW5ncyI6eyIkaWQiOiIzNzMiLCJGb250U2l6ZSI6MTIsIkZvbnROYW1lIjoiQ2FsaWJyaSIsIklzQm9sZCI6dHJ1ZSwiSXNJdGFsaWMiOmZhbHNlLCJJc1VuZGVybGluZWQiOmZhbHNlLCJQYXJlbnRTdHlsZSI6bnVsbH0sIkF1dG9TaXplIjowLCJGb3JlZ3JvdW5kIjp7IiRpZCI6IjM3NCIsIkNvbG9yIjp7IiRpZCI6IjM3N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Mzc2IiwiTGluZUNvbG9yIjpudWxsLCJMaW5lV2VpZ2h0IjowLjAsIkxpbmVUeXBlIjowLCJQYXJlbnRTdHlsZSI6bnVsbH0sIlBhcmVudFN0eWxlIjpudWxsfSwiRGF0ZVN0eWxlIjp7IiRpZCI6IjM3NyIsIkZvbnRTZXR0aW5ncyI6eyIkaWQiOiIzNzgiLCJGb250U2l6ZSI6MTAsIkZvbnROYW1lIjoiQ2FsaWJyaSIsIklzQm9sZCI6ZmFsc2UsIklzSXRhbGljIjpmYWxzZSwiSXNVbmRlcmxpbmVkIjpmYWxzZSwiUGFyZW50U3R5bGUiOm51bGx9LCJBdXRvU2l6ZSI6MCwiRm9yZWdyb3VuZCI6eyIkaWQiOiIzNzkiLCJDb2xvciI6eyIkaWQiOiIzODAiLCJBIjoyNTUsIlIiOjE3LCJHIjoxNywiQiI6MTd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M4MSIsIkxpbmVDb2xvciI6bnVsbCwiTGluZVdlaWdodCI6MC4wLCJMaW5lVHlwZSI6MCwiUGFyZW50U3R5bGUiOm51bGx9LCJQYXJlbnRTdHlsZSI6bnVsbH0sIkRhdGVGb3JtYXQiOnsiJHJlZiI6IjEyOSJ9LCJJc1Zpc2libGUiOnRydWUsIlBhcmVudFN0eWxlIjpudWxsfSwiSW5kZXgiOjcsIlNtYXJ0RHVyYXRpb25BY3RpdmF0ZWQiOmZhbHNlLCJEYXRlRm9ybWF0Ijp7IiRyZWYiOiIxMjkifSwiSWQiOiJhMGQ1OTllOC1iMzJiLTRjMjUtYWE0MC1hYzA3MWM2NzYwY2UiLCJJbXBvcnRJZCI6bnVsbCwiVGl0bGUiOiJVQVQgVGVzdGluZyIsIk5vdGUiOm51bGwsIkh5cGVybGluayI6eyIkaWQiOiIzODIiLCJBZGRyZXNzIjoiIiwiU3ViQWRkcmVzcyI6IiJ9LCJJc0NoYW5nZWQiOmZhbHNlLCJJc05ldyI6ZmFsc2V9XSwiU3dpbWxhbmVzIjpbXSwiTXNQcm9qZWN0SXRlbXNUcmVlIjp7IiRpZCI6IjM4MyIsIlJvb3QiOnsiSW1wb3J0SWQiOm51bGwsIklzSW1wb3J0ZWQiOmZhbHNlLCJDaGlsZHJlbiI6W119fSwiTWV0YWRhdGEiOnsiJGlkIjoiMzg0IiwiUmVjZW50Q29sb3JzQ29sbGVjdGlvbiI6IltcIiNGRjZGMzE5OFwiLFwiI0ZGOUJCQjU5XCIsXCIjRkZBRUMxRDBcIixcIiNGRjVBOTBCNFwiLFwiI0ZGRkZGRkZGXCIsXCIjRkZCMjBFMTJcIixcIiNGRjczNzM3M1wiLFwiI0ZGRkVCQTBBXCJdIn0sIlNldHRpbmdzIjp7IiRpZCI6IjM4NSIsIkltcGFPcHRpb25zIjp7IiRpZCI6IjM4NiIsIkxlZnRUb1JpZ2h0IjpmYWxzZSwiUGF5bG9hZE9wdGlvbnMiOjJ9LCJVc2VDb21wcmVzc2lvbiI6ZmFsc2UsIkNvbXByZXNpb25QZXJjZW50YWdlIjo1MC4wLCJJbmFjdGl2ZUludGVydmFsV2lkdGhUaHJlc2hvbGQiOjMwLjAsIkluYWN0aXZlSW50ZXJ2YWxXaWR0aCI6MS4wLCJTcGxpdFRhc2tzIjpmYWxzZSwiVXNlQ2x1c3RlciI6ZmFsc2UsIkVwc2lsb24iOjAuMCwiTWluUG9pbnRzVG9Gb3JtQUNsdXN0ZXIiOjIsIkdlbmVyYXRlSW52aXNpYmxlU2hhcGVzIjpmYWxzZSwiU21hcnRUaW1lbGluZVRhc2tQZXJjZW50YWdlRml0IjpmYWxzZX0sIklzTmV3IjpmYWxzZSwiSW1wb3J0VHlwZSI6MCwiRmlsZVBhdGgiOm51bGwsIlRpbWVDb25maWd1cmF0aW9uIjp7IiRpZCI6IjM4NyIsIlVzZVRpbWUiOmZhbHNlLCJXb3JrRGF5U3RhcnQiOiIwMDowMDowMCIsIldvcmtEYXlFbmQiOiIyMzo1OTowMCJ9LCJMYXN0VXNlZFRlbXBsYXRlSWQiOiI3MzU1YjYzMy1hYzY2LTQ1MjgtOGI0ZC0yOTlmYWVkYzllZTki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E7B0C5-31DF-48C5-987D-99D6546647B6}">
  <ds:schemaRefs>
    <ds:schemaRef ds:uri="http://purl.org/dc/elements/1.1/"/>
    <ds:schemaRef ds:uri="http://schemas.microsoft.com/sharepoint/v4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CF7159D-CAC6-4D21-9CF5-E3769BE67703}"/>
</file>

<file path=customXml/itemProps3.xml><?xml version="1.0" encoding="utf-8"?>
<ds:datastoreItem xmlns:ds="http://schemas.openxmlformats.org/officeDocument/2006/customXml" ds:itemID="{9CAF07B5-E196-4ED1-BE0B-248CF6908F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4882</TotalTime>
  <Words>86</Words>
  <Application>Microsoft Office PowerPoint</Application>
  <PresentationFormat>On-screen Show (4:3)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Small Business Lending Timeline 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Baltzahar General</dc:title>
  <dc:creator>Kate Jekabson</dc:creator>
  <cp:lastModifiedBy>Kate Jekabson</cp:lastModifiedBy>
  <cp:revision>145</cp:revision>
  <cp:lastPrinted>2019-04-24T15:14:27Z</cp:lastPrinted>
  <dcterms:created xsi:type="dcterms:W3CDTF">2018-08-02T16:28:58Z</dcterms:created>
  <dcterms:modified xsi:type="dcterms:W3CDTF">2020-08-17T19:04:11Z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URL">
    <vt:lpwstr/>
  </property>
</Properties>
</file>