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Masters/slideMaster19.xml" ContentType="application/vnd.openxmlformats-officedocument.presentationml.slideMaster+xml"/>
  <Override PartName="/ppt/slideMasters/slideMaster20.xml" ContentType="application/vnd.openxmlformats-officedocument.presentationml.slideMaster+xml"/>
  <Override PartName="/ppt/slideMasters/slideMaster21.xml" ContentType="application/vnd.openxmlformats-officedocument.presentationml.slideMaster+xml"/>
  <Override PartName="/ppt/slideMasters/slideMaster22.xml" ContentType="application/vnd.openxmlformats-officedocument.presentationml.slideMaster+xml"/>
  <Override PartName="/ppt/slideMasters/slideMaster23.xml" ContentType="application/vnd.openxmlformats-officedocument.presentationml.slideMaster+xml"/>
  <Override PartName="/ppt/slideMasters/slideMaster24.xml" ContentType="application/vnd.openxmlformats-officedocument.presentationml.slideMaster+xml"/>
  <Override PartName="/ppt/slideMasters/slideMaster25.xml" ContentType="application/vnd.openxmlformats-officedocument.presentationml.slideMaster+xml"/>
  <Override PartName="/ppt/slideMasters/slideMaster26.xml" ContentType="application/vnd.openxmlformats-officedocument.presentationml.slideMaster+xml"/>
  <Override PartName="/ppt/slideMasters/slideMaster27.xml" ContentType="application/vnd.openxmlformats-officedocument.presentationml.slideMaster+xml"/>
  <Override PartName="/ppt/slideMasters/slideMaster28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theme/theme3.xml" ContentType="application/vnd.openxmlformats-officedocument.theme+xml"/>
  <Override PartName="/ppt/slideLayouts/slideLayout4.xml" ContentType="application/vnd.openxmlformats-officedocument.presentationml.slideLayout+xml"/>
  <Override PartName="/ppt/theme/theme4.xml" ContentType="application/vnd.openxmlformats-officedocument.theme+xml"/>
  <Override PartName="/ppt/slideLayouts/slideLayout5.xml" ContentType="application/vnd.openxmlformats-officedocument.presentationml.slideLayout+xml"/>
  <Override PartName="/ppt/theme/theme5.xml" ContentType="application/vnd.openxmlformats-officedocument.theme+xml"/>
  <Override PartName="/ppt/slideLayouts/slideLayout6.xml" ContentType="application/vnd.openxmlformats-officedocument.presentationml.slideLayout+xml"/>
  <Override PartName="/ppt/theme/theme6.xml" ContentType="application/vnd.openxmlformats-officedocument.them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7.xml" ContentType="application/vnd.openxmlformats-officedocument.theme+xml"/>
  <Override PartName="/ppt/slideLayouts/slideLayout13.xml" ContentType="application/vnd.openxmlformats-officedocument.presentationml.slideLayout+xml"/>
  <Override PartName="/ppt/theme/theme8.xml" ContentType="application/vnd.openxmlformats-officedocument.theme+xml"/>
  <Override PartName="/ppt/slideLayouts/slideLayout14.xml" ContentType="application/vnd.openxmlformats-officedocument.presentationml.slideLayout+xml"/>
  <Override PartName="/ppt/theme/theme9.xml" ContentType="application/vnd.openxmlformats-officedocument.theme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10.xml" ContentType="application/vnd.openxmlformats-officedocument.theme+xml"/>
  <Override PartName="/ppt/slideLayouts/slideLayout21.xml" ContentType="application/vnd.openxmlformats-officedocument.presentationml.slideLayout+xml"/>
  <Override PartName="/ppt/theme/theme11.xml" ContentType="application/vnd.openxmlformats-officedocument.theme+xml"/>
  <Override PartName="/ppt/slideLayouts/slideLayout22.xml" ContentType="application/vnd.openxmlformats-officedocument.presentationml.slideLayout+xml"/>
  <Override PartName="/ppt/theme/theme1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13.xml" ContentType="application/vnd.openxmlformats-officedocument.theme+xml"/>
  <Override PartName="/ppt/slideLayouts/slideLayout29.xml" ContentType="application/vnd.openxmlformats-officedocument.presentationml.slideLayout+xml"/>
  <Override PartName="/ppt/theme/theme14.xml" ContentType="application/vnd.openxmlformats-officedocument.theme+xml"/>
  <Override PartName="/ppt/slideLayouts/slideLayout30.xml" ContentType="application/vnd.openxmlformats-officedocument.presentationml.slideLayout+xml"/>
  <Override PartName="/ppt/theme/theme15.xml" ContentType="application/vnd.openxmlformats-officedocument.theme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16.xml" ContentType="application/vnd.openxmlformats-officedocument.theme+xml"/>
  <Override PartName="/ppt/slideLayouts/slideLayout38.xml" ContentType="application/vnd.openxmlformats-officedocument.presentationml.slideLayout+xml"/>
  <Override PartName="/ppt/theme/theme17.xml" ContentType="application/vnd.openxmlformats-officedocument.theme+xml"/>
  <Override PartName="/ppt/slideLayouts/slideLayout39.xml" ContentType="application/vnd.openxmlformats-officedocument.presentationml.slideLayout+xml"/>
  <Override PartName="/ppt/theme/theme18.xml" ContentType="application/vnd.openxmlformats-officedocument.theme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theme/theme19.xml" ContentType="application/vnd.openxmlformats-officedocument.theme+xml"/>
  <Override PartName="/ppt/slideLayouts/slideLayout46.xml" ContentType="application/vnd.openxmlformats-officedocument.presentationml.slideLayout+xml"/>
  <Override PartName="/ppt/theme/theme20.xml" ContentType="application/vnd.openxmlformats-officedocument.theme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theme/theme21.xml" ContentType="application/vnd.openxmlformats-officedocument.theme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theme/theme22.xml" ContentType="application/vnd.openxmlformats-officedocument.theme+xml"/>
  <Override PartName="/ppt/slideLayouts/slideLayout57.xml" ContentType="application/vnd.openxmlformats-officedocument.presentationml.slideLayout+xml"/>
  <Override PartName="/ppt/theme/theme23.xml" ContentType="application/vnd.openxmlformats-officedocument.theme+xml"/>
  <Override PartName="/ppt/slideLayouts/slideLayout58.xml" ContentType="application/vnd.openxmlformats-officedocument.presentationml.slideLayout+xml"/>
  <Override PartName="/ppt/theme/theme24.xml" ContentType="application/vnd.openxmlformats-officedocument.theme+xml"/>
  <Override PartName="/ppt/slideLayouts/slideLayout59.xml" ContentType="application/vnd.openxmlformats-officedocument.presentationml.slideLayout+xml"/>
  <Override PartName="/ppt/theme/theme25.xml" ContentType="application/vnd.openxmlformats-officedocument.theme+xml"/>
  <Override PartName="/ppt/slideLayouts/slideLayout60.xml" ContentType="application/vnd.openxmlformats-officedocument.presentationml.slideLayout+xml"/>
  <Override PartName="/ppt/theme/theme26.xml" ContentType="application/vnd.openxmlformats-officedocument.theme+xml"/>
  <Override PartName="/ppt/slideLayouts/slideLayout61.xml" ContentType="application/vnd.openxmlformats-officedocument.presentationml.slideLayout+xml"/>
  <Override PartName="/ppt/theme/theme27.xml" ContentType="application/vnd.openxmlformats-officedocument.theme+xml"/>
  <Override PartName="/ppt/slideLayouts/slideLayout62.xml" ContentType="application/vnd.openxmlformats-officedocument.presentationml.slideLayout+xml"/>
  <Override PartName="/ppt/theme/theme28.xml" ContentType="application/vnd.openxmlformats-officedocument.theme+xml"/>
  <Override PartName="/ppt/theme/theme29.xml" ContentType="application/vnd.openxmlformats-officedocument.theme+xml"/>
  <Override PartName="/ppt/theme/theme30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5" Type="http://schemas.openxmlformats.org/officeDocument/2006/relationships/custom-properties" Target="docProps/custom.xml" /><Relationship Id="rId4" Type="http://schemas.openxmlformats.org/officeDocument/2006/relationships/extended-properties" Target="docProps/app.xml" /><Relationship Id="rId6" Type="http://schemas.microsoft.com/office/2020/02/relationships/classificationlabels" Target="docMetadata/LabelInfo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  <p:sldMasterId id="2147483844" r:id="rId5"/>
    <p:sldMasterId id="2147483701" r:id="rId6"/>
    <p:sldMasterId id="2147483709" r:id="rId7"/>
    <p:sldMasterId id="2147483699" r:id="rId8"/>
    <p:sldMasterId id="2147483711" r:id="rId9"/>
    <p:sldMasterId id="2147483800" r:id="rId10"/>
    <p:sldMasterId id="2147483758" r:id="rId11"/>
    <p:sldMasterId id="2147483715" r:id="rId12"/>
    <p:sldMasterId id="2147483808" r:id="rId13"/>
    <p:sldMasterId id="2147483785" r:id="rId14"/>
    <p:sldMasterId id="2147483707" r:id="rId15"/>
    <p:sldMasterId id="2147483816" r:id="rId16"/>
    <p:sldMasterId id="2147483783" r:id="rId17"/>
    <p:sldMasterId id="2147483713" r:id="rId18"/>
    <p:sldMasterId id="2147483823" r:id="rId19"/>
    <p:sldMasterId id="2147483763" r:id="rId20"/>
    <p:sldMasterId id="2147483717" r:id="rId21"/>
    <p:sldMasterId id="2147483830" r:id="rId22"/>
    <p:sldMasterId id="2147483773" r:id="rId23"/>
    <p:sldMasterId id="2147483719" r:id="rId24"/>
    <p:sldMasterId id="2147483837" r:id="rId25"/>
    <p:sldMasterId id="2147483729" r:id="rId26"/>
    <p:sldMasterId id="2147483796" r:id="rId27"/>
    <p:sldMasterId id="2147483846" r:id="rId28"/>
    <p:sldMasterId id="2147483727" r:id="rId29"/>
    <p:sldMasterId id="2147483725" r:id="rId30"/>
    <p:sldMasterId id="2147483798" r:id="rId31"/>
  </p:sldMasterIdLst>
  <p:notesMasterIdLst>
    <p:notesMasterId r:id="rId47"/>
  </p:notesMasterIdLst>
  <p:handoutMasterIdLst>
    <p:handoutMasterId r:id="rId48"/>
  </p:handoutMasterIdLst>
  <p:sldIdLst>
    <p:sldId id="256" r:id="rId32"/>
    <p:sldId id="302" r:id="rId33"/>
    <p:sldId id="331" r:id="rId34"/>
    <p:sldId id="335" r:id="rId35"/>
    <p:sldId id="405" r:id="rId36"/>
    <p:sldId id="340" r:id="rId37"/>
    <p:sldId id="342" r:id="rId38"/>
    <p:sldId id="347" r:id="rId39"/>
    <p:sldId id="351" r:id="rId40"/>
    <p:sldId id="410" r:id="rId41"/>
    <p:sldId id="378" r:id="rId42"/>
    <p:sldId id="359" r:id="rId43"/>
    <p:sldId id="401" r:id="rId44"/>
    <p:sldId id="404" r:id="rId45"/>
    <p:sldId id="403" r:id="rId46"/>
  </p:sldIdLst>
  <p:sldSz cx="9144000" cy="5143500" type="screen16x9"/>
  <p:notesSz cx="7315200" cy="96012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7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4">
          <p15:clr>
            <a:srgbClr val="A4A3A4"/>
          </p15:clr>
        </p15:guide>
        <p15:guide id="2" pos="230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7D7CB"/>
    <a:srgbClr val="CFCFC0"/>
    <a:srgbClr val="CFCFCF"/>
    <a:srgbClr val="C5C5C5"/>
    <a:srgbClr val="D9D9D9"/>
    <a:srgbClr val="FA9500"/>
    <a:srgbClr val="FF9900"/>
    <a:srgbClr val="DC9116"/>
    <a:srgbClr val="87E1E5"/>
    <a:srgbClr val="6EDBE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06799F8-075E-4A3A-A7F6-7FBC6576F1A4}" styleName="Themed Style 2 - Accent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91" autoAdjust="0"/>
    <p:restoredTop sz="96158" autoAdjust="0"/>
  </p:normalViewPr>
  <p:slideViewPr>
    <p:cSldViewPr snapToGrid="0">
      <p:cViewPr varScale="1">
        <p:scale>
          <a:sx n="90" d="100"/>
          <a:sy n="90" d="100"/>
        </p:scale>
        <p:origin x="64" y="76"/>
      </p:cViewPr>
      <p:guideLst>
        <p:guide orient="horz" pos="1620"/>
        <p:guide pos="2879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77" d="100"/>
          <a:sy n="77" d="100"/>
        </p:scale>
        <p:origin x="2892" y="102"/>
      </p:cViewPr>
      <p:guideLst>
        <p:guide orient="horz" pos="3024"/>
        <p:guide pos="2304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Master" Target="slideMasters/slideMaster10.xml"/><Relationship Id="rId18" Type="http://schemas.openxmlformats.org/officeDocument/2006/relationships/slideMaster" Target="slideMasters/slideMaster15.xml"/><Relationship Id="rId26" Type="http://schemas.openxmlformats.org/officeDocument/2006/relationships/slideMaster" Target="slideMasters/slideMaster23.xml"/><Relationship Id="rId39" Type="http://schemas.openxmlformats.org/officeDocument/2006/relationships/slide" Target="slides/slide8.xml"/><Relationship Id="rId3" Type="http://schemas.openxmlformats.org/officeDocument/2006/relationships/customXml" Target="../customXml/item3.xml"/><Relationship Id="rId21" Type="http://schemas.openxmlformats.org/officeDocument/2006/relationships/slideMaster" Target="slideMasters/slideMaster18.xml"/><Relationship Id="rId34" Type="http://schemas.openxmlformats.org/officeDocument/2006/relationships/slide" Target="slides/slide3.xml"/><Relationship Id="rId42" Type="http://schemas.openxmlformats.org/officeDocument/2006/relationships/slide" Target="slides/slide11.xml"/><Relationship Id="rId47" Type="http://schemas.openxmlformats.org/officeDocument/2006/relationships/notesMaster" Target="notesMasters/notesMaster1.xml"/><Relationship Id="rId50" Type="http://schemas.openxmlformats.org/officeDocument/2006/relationships/viewProps" Target="viewProps.xml"/><Relationship Id="rId7" Type="http://schemas.openxmlformats.org/officeDocument/2006/relationships/slideMaster" Target="slideMasters/slideMaster4.xml"/><Relationship Id="rId12" Type="http://schemas.openxmlformats.org/officeDocument/2006/relationships/slideMaster" Target="slideMasters/slideMaster9.xml"/><Relationship Id="rId17" Type="http://schemas.openxmlformats.org/officeDocument/2006/relationships/slideMaster" Target="slideMasters/slideMaster14.xml"/><Relationship Id="rId25" Type="http://schemas.openxmlformats.org/officeDocument/2006/relationships/slideMaster" Target="slideMasters/slideMaster22.xml"/><Relationship Id="rId33" Type="http://schemas.openxmlformats.org/officeDocument/2006/relationships/slide" Target="slides/slide2.xml"/><Relationship Id="rId38" Type="http://schemas.openxmlformats.org/officeDocument/2006/relationships/slide" Target="slides/slide7.xml"/><Relationship Id="rId46" Type="http://schemas.openxmlformats.org/officeDocument/2006/relationships/slide" Target="slides/slide15.xml"/><Relationship Id="rId2" Type="http://schemas.openxmlformats.org/officeDocument/2006/relationships/customXml" Target="../customXml/item2.xml"/><Relationship Id="rId16" Type="http://schemas.openxmlformats.org/officeDocument/2006/relationships/slideMaster" Target="slideMasters/slideMaster13.xml"/><Relationship Id="rId20" Type="http://schemas.openxmlformats.org/officeDocument/2006/relationships/slideMaster" Target="slideMasters/slideMaster17.xml"/><Relationship Id="rId29" Type="http://schemas.openxmlformats.org/officeDocument/2006/relationships/slideMaster" Target="slideMasters/slideMaster26.xml"/><Relationship Id="rId41" Type="http://schemas.openxmlformats.org/officeDocument/2006/relationships/slide" Target="slides/slide10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Master" Target="slideMasters/slideMaster8.xml"/><Relationship Id="rId24" Type="http://schemas.openxmlformats.org/officeDocument/2006/relationships/slideMaster" Target="slideMasters/slideMaster21.xml"/><Relationship Id="rId32" Type="http://schemas.openxmlformats.org/officeDocument/2006/relationships/slide" Target="slides/slide1.xml"/><Relationship Id="rId37" Type="http://schemas.openxmlformats.org/officeDocument/2006/relationships/slide" Target="slides/slide6.xml"/><Relationship Id="rId40" Type="http://schemas.openxmlformats.org/officeDocument/2006/relationships/slide" Target="slides/slide9.xml"/><Relationship Id="rId45" Type="http://schemas.openxmlformats.org/officeDocument/2006/relationships/slide" Target="slides/slide14.xml"/><Relationship Id="rId5" Type="http://schemas.openxmlformats.org/officeDocument/2006/relationships/slideMaster" Target="slideMasters/slideMaster2.xml"/><Relationship Id="rId15" Type="http://schemas.openxmlformats.org/officeDocument/2006/relationships/slideMaster" Target="slideMasters/slideMaster12.xml"/><Relationship Id="rId23" Type="http://schemas.openxmlformats.org/officeDocument/2006/relationships/slideMaster" Target="slideMasters/slideMaster20.xml"/><Relationship Id="rId28" Type="http://schemas.openxmlformats.org/officeDocument/2006/relationships/slideMaster" Target="slideMasters/slideMaster25.xml"/><Relationship Id="rId36" Type="http://schemas.openxmlformats.org/officeDocument/2006/relationships/slide" Target="slides/slide5.xml"/><Relationship Id="rId49" Type="http://schemas.openxmlformats.org/officeDocument/2006/relationships/presProps" Target="presProps.xml"/><Relationship Id="rId10" Type="http://schemas.openxmlformats.org/officeDocument/2006/relationships/slideMaster" Target="slideMasters/slideMaster7.xml"/><Relationship Id="rId19" Type="http://schemas.openxmlformats.org/officeDocument/2006/relationships/slideMaster" Target="slideMasters/slideMaster16.xml"/><Relationship Id="rId31" Type="http://schemas.openxmlformats.org/officeDocument/2006/relationships/slideMaster" Target="slideMasters/slideMaster28.xml"/><Relationship Id="rId44" Type="http://schemas.openxmlformats.org/officeDocument/2006/relationships/slide" Target="slides/slide13.xml"/><Relationship Id="rId52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Master" Target="slideMasters/slideMaster6.xml"/><Relationship Id="rId14" Type="http://schemas.openxmlformats.org/officeDocument/2006/relationships/slideMaster" Target="slideMasters/slideMaster11.xml"/><Relationship Id="rId22" Type="http://schemas.openxmlformats.org/officeDocument/2006/relationships/slideMaster" Target="slideMasters/slideMaster19.xml"/><Relationship Id="rId27" Type="http://schemas.openxmlformats.org/officeDocument/2006/relationships/slideMaster" Target="slideMasters/slideMaster24.xml"/><Relationship Id="rId30" Type="http://schemas.openxmlformats.org/officeDocument/2006/relationships/slideMaster" Target="slideMasters/slideMaster27.xml"/><Relationship Id="rId35" Type="http://schemas.openxmlformats.org/officeDocument/2006/relationships/slide" Target="slides/slide4.xml"/><Relationship Id="rId43" Type="http://schemas.openxmlformats.org/officeDocument/2006/relationships/slide" Target="slides/slide12.xml"/><Relationship Id="rId48" Type="http://schemas.openxmlformats.org/officeDocument/2006/relationships/handoutMaster" Target="handoutMasters/handoutMaster1.xml"/><Relationship Id="rId8" Type="http://schemas.openxmlformats.org/officeDocument/2006/relationships/slideMaster" Target="slideMasters/slideMaster5.xml"/><Relationship Id="rId51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0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>
              <a:defRPr sz="1300"/>
            </a:lvl1pPr>
          </a:lstStyle>
          <a:p>
            <a:endParaRPr lang="en-CA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143587" y="0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>
              <a:defRPr sz="1300"/>
            </a:lvl1pPr>
          </a:lstStyle>
          <a:p>
            <a:fld id="{7F320C92-5B60-47CE-AF8E-33393E468A4F}" type="datetimeFigureOut">
              <a:rPr lang="en-CA" smtClean="0"/>
              <a:t>08/17/2020</a:t>
            </a:fld>
            <a:endParaRPr lang="en-CA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119474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>
              <a:defRPr sz="1300"/>
            </a:lvl1pPr>
          </a:lstStyle>
          <a:p>
            <a:endParaRPr lang="en-CA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143587" y="9119474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r">
              <a:defRPr sz="1300"/>
            </a:lvl1pPr>
          </a:lstStyle>
          <a:p>
            <a:fld id="{D932885D-FA4E-45F3-9C34-9BE667995CEE}" type="slidenum">
              <a:rPr lang="en-CA" smtClean="0"/>
              <a:t>‹#›</a:t>
            </a:fld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54296507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9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70238" cy="4794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375" y="0"/>
            <a:ext cx="3170238" cy="4794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0CF9F78-B7FC-4D34-B5E9-CFFF0660210F}" type="datetimeFigureOut">
              <a:rPr lang="en-CA" smtClean="0"/>
              <a:t>08/17/2020</a:t>
            </a:fld>
            <a:endParaRPr lang="en-CA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57200" y="720725"/>
            <a:ext cx="6400800" cy="36004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838" y="4560888"/>
            <a:ext cx="5851525" cy="431958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20188"/>
            <a:ext cx="3170238" cy="4794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375" y="9120188"/>
            <a:ext cx="3170238" cy="4794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61EB8C7-5EFC-4FA9-BA9E-FFC3022A4650}" type="slidenum">
              <a:rPr lang="en-CA" smtClean="0"/>
              <a:t>‹#›</a:t>
            </a:fld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141028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1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Master" Target="../slideMasters/slideMaster14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Master" Target="../slideMasters/slideMaster17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Master" Target="../slideMasters/slideMaster20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Master" Target="../slideMasters/slideMaster2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Master" Target="../slideMasters/slideMaster26.xml"/></Relationships>
</file>

<file path=ppt/slideLayouts/_rels/slideLayout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Master" Target="../slideMasters/slideMaster27.xml"/></Relationships>
</file>

<file path=ppt/slideLayouts/_rels/slideLayout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Master" Target="../slideMasters/slideMaster28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ag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3" hasCustomPrompt="1"/>
          </p:nvPr>
        </p:nvSpPr>
        <p:spPr>
          <a:xfrm>
            <a:off x="377826" y="2851689"/>
            <a:ext cx="6362700" cy="398089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14400" rtl="0" eaLnBrk="1" fontAlgn="auto" latinLnBrk="0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aseline="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CA" dirty="0" smtClean="0"/>
              <a:t>Additional text…</a:t>
            </a:r>
            <a:endParaRPr lang="en-CA" dirty="0"/>
          </a:p>
        </p:txBody>
      </p:sp>
      <p:sp>
        <p:nvSpPr>
          <p:cNvPr id="8" name="Text Placeholder 9"/>
          <p:cNvSpPr>
            <a:spLocks noGrp="1"/>
          </p:cNvSpPr>
          <p:nvPr>
            <p:ph type="body" sz="quarter" idx="12" hasCustomPrompt="1"/>
          </p:nvPr>
        </p:nvSpPr>
        <p:spPr>
          <a:xfrm>
            <a:off x="377826" y="2239233"/>
            <a:ext cx="8331201" cy="457199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14400" rtl="0" eaLnBrk="1" fontAlgn="auto" latinLnBrk="0" hangingPunct="1">
              <a:lnSpc>
                <a:spcPts val="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3200" spc="-100" baseline="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ts val="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CA" dirty="0" smtClean="0"/>
              <a:t>Subtitle</a:t>
            </a:r>
            <a:endParaRPr lang="en-CA" dirty="0"/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14" hasCustomPrompt="1"/>
          </p:nvPr>
        </p:nvSpPr>
        <p:spPr>
          <a:xfrm>
            <a:off x="377826" y="1492530"/>
            <a:ext cx="8350249" cy="52863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5800"/>
              </a:lnSpc>
              <a:spcBef>
                <a:spcPts val="0"/>
              </a:spcBef>
              <a:buNone/>
              <a:defRPr sz="4800" spc="-100" baseline="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smtClean="0"/>
              <a:t>Title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99028616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3"/>
          <p:cNvSpPr>
            <a:spLocks noGrp="1"/>
          </p:cNvSpPr>
          <p:nvPr>
            <p:ph type="body" sz="quarter" idx="13" hasCustomPrompt="1"/>
          </p:nvPr>
        </p:nvSpPr>
        <p:spPr>
          <a:xfrm>
            <a:off x="377826" y="2851689"/>
            <a:ext cx="6362700" cy="398089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14400" rtl="0" eaLnBrk="1" fontAlgn="auto" latinLnBrk="0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aseline="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CA" dirty="0" smtClean="0"/>
              <a:t>Additional text…</a:t>
            </a:r>
            <a:endParaRPr lang="en-CA" dirty="0"/>
          </a:p>
        </p:txBody>
      </p:sp>
      <p:sp>
        <p:nvSpPr>
          <p:cNvPr id="8" name="Text Placeholder 9"/>
          <p:cNvSpPr>
            <a:spLocks noGrp="1"/>
          </p:cNvSpPr>
          <p:nvPr>
            <p:ph type="body" sz="quarter" idx="12" hasCustomPrompt="1"/>
          </p:nvPr>
        </p:nvSpPr>
        <p:spPr>
          <a:xfrm>
            <a:off x="377826" y="2239233"/>
            <a:ext cx="8331201" cy="457199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14400" rtl="0" eaLnBrk="1" fontAlgn="auto" latinLnBrk="0" hangingPunct="1">
              <a:lnSpc>
                <a:spcPts val="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3200" spc="-100" baseline="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ts val="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CA" dirty="0" smtClean="0"/>
              <a:t>Subtitle</a:t>
            </a:r>
            <a:endParaRPr lang="en-CA" dirty="0"/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14" hasCustomPrompt="1"/>
          </p:nvPr>
        </p:nvSpPr>
        <p:spPr>
          <a:xfrm>
            <a:off x="377826" y="1492530"/>
            <a:ext cx="8350249" cy="52863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5800"/>
              </a:lnSpc>
              <a:spcBef>
                <a:spcPts val="0"/>
              </a:spcBef>
              <a:buNone/>
              <a:defRPr sz="4800" spc="-100" baseline="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smtClean="0"/>
              <a:t>Title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5514240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 userDrawn="1"/>
        </p:nvCxnSpPr>
        <p:spPr>
          <a:xfrm>
            <a:off x="417830" y="4796316"/>
            <a:ext cx="8186799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417830" y="2134394"/>
            <a:ext cx="7340600" cy="530225"/>
          </a:xfrm>
          <a:prstGeom prst="rect">
            <a:avLst/>
          </a:prstGeom>
        </p:spPr>
        <p:txBody>
          <a:bodyPr lIns="0" rIns="0"/>
          <a:lstStyle>
            <a:lvl1pPr marL="0" indent="0">
              <a:buNone/>
              <a:defRPr sz="36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 marL="457200" indent="0">
              <a:buNone/>
              <a:defRPr sz="3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400" indent="0">
              <a:buNone/>
              <a:defRPr sz="3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600" indent="0">
              <a:buNone/>
              <a:defRPr sz="3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sz="3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 smtClean="0"/>
              <a:t>Section Title</a:t>
            </a:r>
            <a:endParaRPr lang="en-CA" dirty="0"/>
          </a:p>
        </p:txBody>
      </p:sp>
      <p:sp>
        <p:nvSpPr>
          <p:cNvPr id="11" name="Rectangle 10"/>
          <p:cNvSpPr/>
          <p:nvPr userDrawn="1"/>
        </p:nvSpPr>
        <p:spPr>
          <a:xfrm>
            <a:off x="8411284" y="4847236"/>
            <a:ext cx="325730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fld id="{167796FD-2C35-44D3-9582-043279E26514}" type="slidenum">
              <a:rPr lang="en-CA" sz="900" b="1" smtClean="0">
                <a:solidFill>
                  <a:schemeClr val="bg1"/>
                </a:solidFill>
                <a:latin typeface="+mn-lt"/>
              </a:rPr>
              <a:pPr/>
              <a:t>‹#›</a:t>
            </a:fld>
            <a:endParaRPr lang="en-CA" sz="90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14" name="TextBox 13"/>
          <p:cNvSpPr txBox="1"/>
          <p:nvPr userDrawn="1"/>
        </p:nvSpPr>
        <p:spPr>
          <a:xfrm>
            <a:off x="407942" y="4885010"/>
            <a:ext cx="3916551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CA" sz="1000" b="1" i="0" baseline="0" dirty="0" smtClean="0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CWB Financial Group</a:t>
            </a:r>
            <a:endParaRPr lang="en-CA" sz="1000" b="1" i="0" dirty="0">
              <a:solidFill>
                <a:schemeClr val="bg1"/>
              </a:solidFill>
              <a:latin typeface="+mn-l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543919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3"/>
          <p:cNvSpPr>
            <a:spLocks noGrp="1"/>
          </p:cNvSpPr>
          <p:nvPr>
            <p:ph type="body" sz="quarter" idx="13" hasCustomPrompt="1"/>
          </p:nvPr>
        </p:nvSpPr>
        <p:spPr>
          <a:xfrm>
            <a:off x="3749040" y="1870102"/>
            <a:ext cx="4931609" cy="2536467"/>
          </a:xfrm>
          <a:prstGeom prst="rect">
            <a:avLst/>
          </a:prstGeom>
          <a:noFill/>
        </p:spPr>
        <p:txBody>
          <a:bodyPr/>
          <a:lstStyle>
            <a:lvl1pPr>
              <a:defRPr sz="180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Arial" panose="020B0604020202020204" pitchFamily="34" charset="0"/>
              </a:defRPr>
            </a:lvl1pPr>
            <a:lvl2pPr>
              <a:defRPr sz="16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Arial" panose="020B0604020202020204" pitchFamily="34" charset="0"/>
              </a:defRPr>
            </a:lvl2pPr>
            <a:lvl3pPr marL="1143000" indent="-228600">
              <a:buFont typeface="Wingdings" panose="05000000000000000000" pitchFamily="2" charset="2"/>
              <a:buChar char="s"/>
              <a:defRPr sz="14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Arial" panose="020B0604020202020204" pitchFamily="34" charset="0"/>
              </a:defRPr>
            </a:lvl3pPr>
          </a:lstStyle>
          <a:p>
            <a:pPr lvl="0"/>
            <a:r>
              <a:rPr lang="en-CA" dirty="0" smtClean="0"/>
              <a:t>Bullet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  <a:endParaRPr lang="en-CA" dirty="0" smtClean="0"/>
          </a:p>
          <a:p>
            <a:pPr lvl="0"/>
            <a:r>
              <a:rPr lang="en-CA" dirty="0" smtClean="0"/>
              <a:t>Bullet</a:t>
            </a:r>
          </a:p>
          <a:p>
            <a:pPr lvl="0"/>
            <a:r>
              <a:rPr lang="en-CA" dirty="0" smtClean="0"/>
              <a:t>Bullet</a:t>
            </a:r>
          </a:p>
          <a:p>
            <a:pPr lvl="0"/>
            <a:r>
              <a:rPr lang="en-CA" dirty="0" smtClean="0"/>
              <a:t>Bullet</a:t>
            </a:r>
          </a:p>
        </p:txBody>
      </p:sp>
      <p:sp>
        <p:nvSpPr>
          <p:cNvPr id="8" name="Text Placeholder 9"/>
          <p:cNvSpPr>
            <a:spLocks noGrp="1"/>
          </p:cNvSpPr>
          <p:nvPr>
            <p:ph type="body" sz="quarter" idx="12" hasCustomPrompt="1"/>
          </p:nvPr>
        </p:nvSpPr>
        <p:spPr>
          <a:xfrm>
            <a:off x="406203" y="399966"/>
            <a:ext cx="2832297" cy="100973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3400"/>
              </a:lnSpc>
              <a:spcBef>
                <a:spcPts val="0"/>
              </a:spcBef>
              <a:buNone/>
              <a:defRPr sz="3200" b="0" spc="-100" baseline="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 smtClean="0"/>
              <a:t>Title</a:t>
            </a:r>
            <a:endParaRPr lang="en-CA" dirty="0"/>
          </a:p>
        </p:txBody>
      </p:sp>
      <p:sp>
        <p:nvSpPr>
          <p:cNvPr id="9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406203" y="1618602"/>
            <a:ext cx="2321757" cy="120841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2200"/>
              </a:lnSpc>
              <a:spcBef>
                <a:spcPts val="0"/>
              </a:spcBef>
              <a:buNone/>
              <a:defRPr sz="2000" b="0" spc="0" baseline="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 smtClean="0"/>
              <a:t>Subtitle</a:t>
            </a:r>
            <a:endParaRPr lang="en-CA" dirty="0"/>
          </a:p>
        </p:txBody>
      </p:sp>
      <p:cxnSp>
        <p:nvCxnSpPr>
          <p:cNvPr id="12" name="Straight Connector 11"/>
          <p:cNvCxnSpPr/>
          <p:nvPr userDrawn="1"/>
        </p:nvCxnSpPr>
        <p:spPr>
          <a:xfrm>
            <a:off x="406203" y="1501140"/>
            <a:ext cx="2626557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 userDrawn="1"/>
        </p:nvSpPr>
        <p:spPr>
          <a:xfrm>
            <a:off x="8411284" y="4847236"/>
            <a:ext cx="325730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fld id="{167796FD-2C35-44D3-9582-043279E26514}" type="slidenum">
              <a:rPr lang="en-CA" sz="900" b="1" smtClean="0">
                <a:solidFill>
                  <a:schemeClr val="bg2"/>
                </a:solidFill>
                <a:latin typeface="+mn-lt"/>
              </a:rPr>
              <a:pPr/>
              <a:t>‹#›</a:t>
            </a:fld>
            <a:endParaRPr lang="en-CA" sz="900" dirty="0">
              <a:solidFill>
                <a:schemeClr val="bg2"/>
              </a:solidFill>
              <a:latin typeface="+mn-lt"/>
            </a:endParaRPr>
          </a:p>
        </p:txBody>
      </p:sp>
      <p:sp>
        <p:nvSpPr>
          <p:cNvPr id="11" name="TextBox 10"/>
          <p:cNvSpPr txBox="1"/>
          <p:nvPr userDrawn="1"/>
        </p:nvSpPr>
        <p:spPr>
          <a:xfrm>
            <a:off x="407942" y="4885010"/>
            <a:ext cx="3916551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CA" sz="1000" b="1" i="0" baseline="0" dirty="0" smtClean="0">
                <a:solidFill>
                  <a:schemeClr val="bg2"/>
                </a:solidFill>
                <a:latin typeface="+mn-lt"/>
                <a:cs typeface="Arial" panose="020B0604020202020204" pitchFamily="34" charset="0"/>
              </a:rPr>
              <a:t>CWB Financial Group</a:t>
            </a:r>
            <a:endParaRPr lang="en-CA" sz="1000" b="1" i="0" dirty="0">
              <a:solidFill>
                <a:schemeClr val="bg2"/>
              </a:solidFill>
              <a:latin typeface="+mn-l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5288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 userDrawn="1"/>
        </p:nvCxnSpPr>
        <p:spPr>
          <a:xfrm>
            <a:off x="417830" y="4796316"/>
            <a:ext cx="8186799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417830" y="2134394"/>
            <a:ext cx="7340600" cy="530225"/>
          </a:xfrm>
          <a:prstGeom prst="rect">
            <a:avLst/>
          </a:prstGeom>
        </p:spPr>
        <p:txBody>
          <a:bodyPr lIns="0" rIns="0"/>
          <a:lstStyle>
            <a:lvl1pPr marL="0" indent="0">
              <a:buNone/>
              <a:defRPr sz="36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 marL="457200" indent="0">
              <a:buNone/>
              <a:defRPr sz="3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400" indent="0">
              <a:buNone/>
              <a:defRPr sz="3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600" indent="0">
              <a:buNone/>
              <a:defRPr sz="3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sz="3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 smtClean="0"/>
              <a:t>Section Title</a:t>
            </a:r>
            <a:endParaRPr lang="en-CA" dirty="0"/>
          </a:p>
        </p:txBody>
      </p:sp>
      <p:sp>
        <p:nvSpPr>
          <p:cNvPr id="9" name="Rectangle 8"/>
          <p:cNvSpPr/>
          <p:nvPr userDrawn="1"/>
        </p:nvSpPr>
        <p:spPr>
          <a:xfrm>
            <a:off x="8411284" y="4847236"/>
            <a:ext cx="325730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fld id="{167796FD-2C35-44D3-9582-043279E26514}" type="slidenum">
              <a:rPr lang="en-CA" sz="900" b="1" smtClean="0">
                <a:solidFill>
                  <a:schemeClr val="bg1"/>
                </a:solidFill>
                <a:latin typeface="+mn-lt"/>
              </a:rPr>
              <a:pPr/>
              <a:t>‹#›</a:t>
            </a:fld>
            <a:endParaRPr lang="en-CA" sz="90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10" name="TextBox 9"/>
          <p:cNvSpPr txBox="1"/>
          <p:nvPr userDrawn="1"/>
        </p:nvSpPr>
        <p:spPr>
          <a:xfrm>
            <a:off x="407942" y="4885010"/>
            <a:ext cx="3916551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CA" sz="1000" b="1" i="0" baseline="0" dirty="0" smtClean="0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CWB Financial Group</a:t>
            </a:r>
            <a:endParaRPr lang="en-CA" sz="1000" b="1" i="0" dirty="0">
              <a:solidFill>
                <a:schemeClr val="bg1"/>
              </a:solidFill>
              <a:latin typeface="+mn-l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4960972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3"/>
          <p:cNvSpPr>
            <a:spLocks noGrp="1"/>
          </p:cNvSpPr>
          <p:nvPr>
            <p:ph type="body" sz="quarter" idx="13" hasCustomPrompt="1"/>
          </p:nvPr>
        </p:nvSpPr>
        <p:spPr>
          <a:xfrm>
            <a:off x="3749040" y="1870102"/>
            <a:ext cx="4931609" cy="2536467"/>
          </a:xfrm>
          <a:prstGeom prst="rect">
            <a:avLst/>
          </a:prstGeom>
          <a:noFill/>
        </p:spPr>
        <p:txBody>
          <a:bodyPr/>
          <a:lstStyle>
            <a:lvl1pPr>
              <a:defRPr sz="180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Arial" panose="020B0604020202020204" pitchFamily="34" charset="0"/>
              </a:defRPr>
            </a:lvl1pPr>
            <a:lvl2pPr>
              <a:defRPr sz="16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Arial" panose="020B0604020202020204" pitchFamily="34" charset="0"/>
              </a:defRPr>
            </a:lvl2pPr>
            <a:lvl3pPr marL="1143000" indent="-228600">
              <a:buFont typeface="Wingdings" panose="05000000000000000000" pitchFamily="2" charset="2"/>
              <a:buChar char="s"/>
              <a:defRPr sz="14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Arial" panose="020B0604020202020204" pitchFamily="34" charset="0"/>
              </a:defRPr>
            </a:lvl3pPr>
          </a:lstStyle>
          <a:p>
            <a:pPr lvl="0"/>
            <a:r>
              <a:rPr lang="en-CA" dirty="0" smtClean="0"/>
              <a:t>Bullet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  <a:endParaRPr lang="en-CA" dirty="0" smtClean="0"/>
          </a:p>
          <a:p>
            <a:pPr lvl="0"/>
            <a:r>
              <a:rPr lang="en-CA" dirty="0" smtClean="0"/>
              <a:t>Bullet</a:t>
            </a:r>
          </a:p>
          <a:p>
            <a:pPr lvl="0"/>
            <a:r>
              <a:rPr lang="en-CA" dirty="0" smtClean="0"/>
              <a:t>Bullet</a:t>
            </a:r>
          </a:p>
          <a:p>
            <a:pPr lvl="0"/>
            <a:r>
              <a:rPr lang="en-CA" dirty="0" smtClean="0"/>
              <a:t>Bullet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2" hasCustomPrompt="1"/>
          </p:nvPr>
        </p:nvSpPr>
        <p:spPr>
          <a:xfrm>
            <a:off x="406203" y="399966"/>
            <a:ext cx="2832297" cy="100973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3400"/>
              </a:lnSpc>
              <a:spcBef>
                <a:spcPts val="0"/>
              </a:spcBef>
              <a:buNone/>
              <a:defRPr sz="3200" b="0" spc="-100" baseline="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 smtClean="0"/>
              <a:t>Title</a:t>
            </a:r>
            <a:endParaRPr lang="en-CA" dirty="0"/>
          </a:p>
        </p:txBody>
      </p:sp>
      <p:sp>
        <p:nvSpPr>
          <p:cNvPr id="15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406203" y="1618602"/>
            <a:ext cx="2321757" cy="120841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2200"/>
              </a:lnSpc>
              <a:spcBef>
                <a:spcPts val="0"/>
              </a:spcBef>
              <a:buNone/>
              <a:defRPr sz="2000" b="0" spc="0" baseline="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 smtClean="0"/>
              <a:t>Subtitle</a:t>
            </a:r>
            <a:endParaRPr lang="en-CA" dirty="0"/>
          </a:p>
        </p:txBody>
      </p:sp>
      <p:cxnSp>
        <p:nvCxnSpPr>
          <p:cNvPr id="16" name="Straight Connector 15"/>
          <p:cNvCxnSpPr/>
          <p:nvPr userDrawn="1"/>
        </p:nvCxnSpPr>
        <p:spPr>
          <a:xfrm>
            <a:off x="406203" y="1501140"/>
            <a:ext cx="2626557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 userDrawn="1"/>
        </p:nvSpPr>
        <p:spPr>
          <a:xfrm>
            <a:off x="8411284" y="4847236"/>
            <a:ext cx="325730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fld id="{167796FD-2C35-44D3-9582-043279E26514}" type="slidenum">
              <a:rPr lang="en-CA" sz="900" b="1" smtClean="0">
                <a:solidFill>
                  <a:srgbClr val="BAC5B9"/>
                </a:solidFill>
                <a:latin typeface="+mn-lt"/>
              </a:rPr>
              <a:pPr/>
              <a:t>‹#›</a:t>
            </a:fld>
            <a:endParaRPr lang="en-CA" sz="900" dirty="0">
              <a:solidFill>
                <a:srgbClr val="BAC5B9"/>
              </a:solidFill>
              <a:latin typeface="+mn-lt"/>
            </a:endParaRPr>
          </a:p>
        </p:txBody>
      </p:sp>
      <p:sp>
        <p:nvSpPr>
          <p:cNvPr id="18" name="TextBox 17"/>
          <p:cNvSpPr txBox="1"/>
          <p:nvPr userDrawn="1"/>
        </p:nvSpPr>
        <p:spPr>
          <a:xfrm>
            <a:off x="407942" y="4885010"/>
            <a:ext cx="3916551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CA" sz="1000" b="1" i="0" baseline="0" dirty="0" smtClean="0">
                <a:solidFill>
                  <a:srgbClr val="BAC5B9"/>
                </a:solidFill>
                <a:latin typeface="+mn-lt"/>
                <a:cs typeface="Arial" panose="020B0604020202020204" pitchFamily="34" charset="0"/>
              </a:rPr>
              <a:t>CWB Financial Group</a:t>
            </a:r>
            <a:endParaRPr lang="en-CA" sz="1000" b="1" i="0" dirty="0">
              <a:solidFill>
                <a:srgbClr val="BAC5B9"/>
              </a:solidFill>
              <a:latin typeface="+mn-l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988588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1669551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w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4579683" y="4407694"/>
            <a:ext cx="4112747" cy="24288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200" b="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smtClean="0"/>
              <a:t>Photo Caption</a:t>
            </a:r>
          </a:p>
        </p:txBody>
      </p:sp>
      <p:sp>
        <p:nvSpPr>
          <p:cNvPr id="8" name="Text Placeholder 9"/>
          <p:cNvSpPr>
            <a:spLocks noGrp="1"/>
          </p:cNvSpPr>
          <p:nvPr>
            <p:ph type="body" sz="quarter" idx="12" hasCustomPrompt="1"/>
          </p:nvPr>
        </p:nvSpPr>
        <p:spPr>
          <a:xfrm>
            <a:off x="406203" y="701040"/>
            <a:ext cx="3715741" cy="39748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3400"/>
              </a:lnSpc>
              <a:spcBef>
                <a:spcPts val="0"/>
              </a:spcBef>
              <a:buNone/>
              <a:defRPr sz="3200" spc="-100" baseline="0">
                <a:solidFill>
                  <a:srgbClr val="0097A9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 smtClean="0"/>
              <a:t>Title</a:t>
            </a:r>
            <a:endParaRPr lang="en-CA" dirty="0"/>
          </a:p>
        </p:txBody>
      </p:sp>
      <p:sp>
        <p:nvSpPr>
          <p:cNvPr id="9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406203" y="1157677"/>
            <a:ext cx="3715741" cy="23820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2200"/>
              </a:lnSpc>
              <a:spcBef>
                <a:spcPts val="0"/>
              </a:spcBef>
              <a:buNone/>
              <a:defRPr sz="1800" b="0" spc="0" baseline="0">
                <a:solidFill>
                  <a:srgbClr val="DAAA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 smtClean="0"/>
              <a:t>Subtitle</a:t>
            </a:r>
            <a:endParaRPr lang="en-CA" dirty="0"/>
          </a:p>
        </p:txBody>
      </p:sp>
      <p:sp>
        <p:nvSpPr>
          <p:cNvPr id="10" name="Text Placeholder 3"/>
          <p:cNvSpPr>
            <a:spLocks noGrp="1"/>
          </p:cNvSpPr>
          <p:nvPr>
            <p:ph type="body" sz="quarter" idx="13" hasCustomPrompt="1"/>
          </p:nvPr>
        </p:nvSpPr>
        <p:spPr>
          <a:xfrm>
            <a:off x="406203" y="1744980"/>
            <a:ext cx="3715741" cy="2419825"/>
          </a:xfrm>
          <a:prstGeom prst="rect">
            <a:avLst/>
          </a:prstGeom>
          <a:noFill/>
        </p:spPr>
        <p:txBody>
          <a:bodyPr/>
          <a:lstStyle>
            <a:lvl1pPr>
              <a:defRPr sz="1500" baseline="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  <a:lvl2pPr>
              <a:defRPr sz="140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2pPr>
            <a:lvl3pPr marL="1143000" indent="-228600">
              <a:buFont typeface="Wingdings" panose="05000000000000000000" pitchFamily="2" charset="2"/>
              <a:buChar char="s"/>
              <a:defRPr sz="120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3pPr>
          </a:lstStyle>
          <a:p>
            <a:pPr lvl="0"/>
            <a:r>
              <a:rPr lang="en-CA" dirty="0" smtClean="0"/>
              <a:t>Bullet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  <a:endParaRPr lang="en-CA" dirty="0" smtClean="0"/>
          </a:p>
          <a:p>
            <a:pPr lvl="0"/>
            <a:r>
              <a:rPr lang="en-CA" dirty="0" smtClean="0"/>
              <a:t>Bullet</a:t>
            </a:r>
          </a:p>
          <a:p>
            <a:pPr lvl="0"/>
            <a:r>
              <a:rPr lang="en-CA" dirty="0" smtClean="0"/>
              <a:t>Bullet</a:t>
            </a:r>
          </a:p>
          <a:p>
            <a:pPr lvl="0"/>
            <a:r>
              <a:rPr lang="en-CA" dirty="0" smtClean="0"/>
              <a:t>Bullet</a:t>
            </a:r>
          </a:p>
        </p:txBody>
      </p:sp>
    </p:spTree>
    <p:extLst>
      <p:ext uri="{BB962C8B-B14F-4D97-AF65-F5344CB8AC3E}">
        <p14:creationId xmlns:p14="http://schemas.microsoft.com/office/powerpoint/2010/main" val="111919402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3" hasCustomPrompt="1"/>
          </p:nvPr>
        </p:nvSpPr>
        <p:spPr>
          <a:xfrm>
            <a:off x="406203" y="1744981"/>
            <a:ext cx="8280401" cy="2681022"/>
          </a:xfrm>
          <a:prstGeom prst="rect">
            <a:avLst/>
          </a:prstGeom>
          <a:noFill/>
        </p:spPr>
        <p:txBody>
          <a:bodyPr numCol="2" spcCol="144000"/>
          <a:lstStyle>
            <a:lvl1pPr>
              <a:defRPr sz="1500" baseline="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  <a:lvl2pPr>
              <a:defRPr sz="140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2pPr>
            <a:lvl3pPr marL="1143000" indent="-228600">
              <a:buFont typeface="Wingdings" panose="05000000000000000000" pitchFamily="2" charset="2"/>
              <a:buChar char="s"/>
              <a:defRPr sz="120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3pPr>
          </a:lstStyle>
          <a:p>
            <a:pPr lvl="0"/>
            <a:r>
              <a:rPr lang="en-CA" dirty="0" smtClean="0"/>
              <a:t>Bullet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  <a:endParaRPr lang="en-CA" dirty="0" smtClean="0"/>
          </a:p>
          <a:p>
            <a:pPr lvl="0"/>
            <a:r>
              <a:rPr lang="en-CA" dirty="0" smtClean="0"/>
              <a:t>Bullet</a:t>
            </a:r>
          </a:p>
          <a:p>
            <a:pPr lvl="0"/>
            <a:r>
              <a:rPr lang="en-CA" dirty="0" smtClean="0"/>
              <a:t>Bullet</a:t>
            </a:r>
          </a:p>
          <a:p>
            <a:pPr lvl="0"/>
            <a:r>
              <a:rPr lang="en-CA" dirty="0" smtClean="0"/>
              <a:t>Bullet</a:t>
            </a:r>
          </a:p>
          <a:p>
            <a:pPr lvl="0"/>
            <a:r>
              <a:rPr lang="en-CA" dirty="0" smtClean="0"/>
              <a:t>Bullet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  <a:endParaRPr lang="en-CA" dirty="0" smtClean="0"/>
          </a:p>
          <a:p>
            <a:pPr lvl="0"/>
            <a:endParaRPr lang="en-CA" dirty="0" smtClean="0"/>
          </a:p>
          <a:p>
            <a:pPr lvl="0"/>
            <a:r>
              <a:rPr lang="en-CA" dirty="0" smtClean="0"/>
              <a:t>Bullet</a:t>
            </a:r>
          </a:p>
          <a:p>
            <a:pPr lvl="0"/>
            <a:r>
              <a:rPr lang="en-CA" dirty="0" smtClean="0"/>
              <a:t>Bullet</a:t>
            </a:r>
          </a:p>
          <a:p>
            <a:pPr lvl="0"/>
            <a:r>
              <a:rPr lang="en-CA" dirty="0" smtClean="0"/>
              <a:t>Bullet</a:t>
            </a:r>
          </a:p>
          <a:p>
            <a:pPr lvl="0"/>
            <a:r>
              <a:rPr lang="en-CA" dirty="0" smtClean="0"/>
              <a:t>Bullet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  <a:endParaRPr lang="en-CA" dirty="0" smtClean="0"/>
          </a:p>
          <a:p>
            <a:pPr lvl="0"/>
            <a:r>
              <a:rPr lang="en-CA" dirty="0" smtClean="0"/>
              <a:t>Bullet</a:t>
            </a:r>
          </a:p>
          <a:p>
            <a:pPr lvl="0"/>
            <a:r>
              <a:rPr lang="en-CA" dirty="0" smtClean="0"/>
              <a:t>Bullet</a:t>
            </a:r>
          </a:p>
          <a:p>
            <a:pPr lvl="0"/>
            <a:r>
              <a:rPr lang="en-CA" dirty="0" smtClean="0"/>
              <a:t>Bullet</a:t>
            </a:r>
          </a:p>
          <a:p>
            <a:pPr lvl="0"/>
            <a:endParaRPr lang="en-CA" dirty="0" smtClean="0"/>
          </a:p>
        </p:txBody>
      </p:sp>
      <p:sp>
        <p:nvSpPr>
          <p:cNvPr id="5" name="Text Placeholder 9"/>
          <p:cNvSpPr>
            <a:spLocks noGrp="1"/>
          </p:cNvSpPr>
          <p:nvPr>
            <p:ph type="body" sz="quarter" idx="12" hasCustomPrompt="1"/>
          </p:nvPr>
        </p:nvSpPr>
        <p:spPr>
          <a:xfrm>
            <a:off x="406203" y="701040"/>
            <a:ext cx="8280401" cy="39748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3400"/>
              </a:lnSpc>
              <a:spcBef>
                <a:spcPts val="0"/>
              </a:spcBef>
              <a:buNone/>
              <a:defRPr sz="3200" spc="-100" baseline="0">
                <a:solidFill>
                  <a:srgbClr val="0097A9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 smtClean="0"/>
              <a:t>Title</a:t>
            </a:r>
            <a:endParaRPr lang="en-CA" dirty="0"/>
          </a:p>
        </p:txBody>
      </p:sp>
      <p:sp>
        <p:nvSpPr>
          <p:cNvPr id="6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406203" y="1157677"/>
            <a:ext cx="8280401" cy="23820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2200"/>
              </a:lnSpc>
              <a:spcBef>
                <a:spcPts val="0"/>
              </a:spcBef>
              <a:buNone/>
              <a:defRPr sz="1800" b="0" spc="0" baseline="0">
                <a:solidFill>
                  <a:srgbClr val="DAAA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 smtClean="0"/>
              <a:t>Subtitle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83015750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9"/>
          <p:cNvSpPr>
            <a:spLocks noGrp="1"/>
          </p:cNvSpPr>
          <p:nvPr>
            <p:ph type="body" sz="quarter" idx="12" hasCustomPrompt="1"/>
          </p:nvPr>
        </p:nvSpPr>
        <p:spPr>
          <a:xfrm>
            <a:off x="406203" y="701040"/>
            <a:ext cx="8280401" cy="39748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3400"/>
              </a:lnSpc>
              <a:spcBef>
                <a:spcPts val="0"/>
              </a:spcBef>
              <a:buNone/>
              <a:defRPr sz="3200" spc="-100" baseline="0">
                <a:solidFill>
                  <a:srgbClr val="0097A9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 smtClean="0"/>
              <a:t>Title</a:t>
            </a:r>
            <a:endParaRPr lang="en-CA" dirty="0"/>
          </a:p>
        </p:txBody>
      </p:sp>
      <p:sp>
        <p:nvSpPr>
          <p:cNvPr id="6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406203" y="1157677"/>
            <a:ext cx="8280401" cy="23820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2200"/>
              </a:lnSpc>
              <a:spcBef>
                <a:spcPts val="0"/>
              </a:spcBef>
              <a:buNone/>
              <a:defRPr sz="1800" b="0" spc="0" baseline="0">
                <a:solidFill>
                  <a:srgbClr val="DAAA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 smtClean="0"/>
              <a:t>Subtitle</a:t>
            </a:r>
            <a:endParaRPr lang="en-CA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5" hasCustomPrompt="1"/>
          </p:nvPr>
        </p:nvSpPr>
        <p:spPr>
          <a:xfrm>
            <a:off x="406400" y="1636713"/>
            <a:ext cx="8280400" cy="2743200"/>
          </a:xfrm>
          <a:prstGeom prst="rect">
            <a:avLst/>
          </a:prstGeom>
        </p:spPr>
        <p:txBody>
          <a:bodyPr lIns="0" rIns="0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 b="0" i="0" u="none" strike="noStrike" baseline="0" smtClean="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 smtClean="0"/>
              <a:t>Click to add text. Body placeholder text goes here. </a:t>
            </a:r>
            <a:r>
              <a:rPr lang="en-US" dirty="0" err="1" smtClean="0"/>
              <a:t>Aperchil</a:t>
            </a:r>
            <a:r>
              <a:rPr lang="en-US" dirty="0" smtClean="0"/>
              <a:t> </a:t>
            </a:r>
            <a:r>
              <a:rPr lang="en-US" dirty="0" err="1" smtClean="0"/>
              <a:t>inus</a:t>
            </a:r>
            <a:r>
              <a:rPr lang="en-US" dirty="0" smtClean="0"/>
              <a:t>, </a:t>
            </a:r>
            <a:r>
              <a:rPr lang="en-US" dirty="0" err="1" smtClean="0"/>
              <a:t>ullabo</a:t>
            </a:r>
            <a:r>
              <a:rPr lang="en-US" dirty="0" smtClean="0"/>
              <a:t>. </a:t>
            </a:r>
            <a:r>
              <a:rPr lang="en-US" dirty="0" err="1" smtClean="0"/>
              <a:t>Otat</a:t>
            </a:r>
            <a:r>
              <a:rPr lang="en-US" dirty="0" smtClean="0"/>
              <a:t>. </a:t>
            </a:r>
            <a:r>
              <a:rPr lang="en-US" dirty="0" err="1" smtClean="0"/>
              <a:t>Bissecto</a:t>
            </a:r>
            <a:r>
              <a:rPr lang="en-US" dirty="0" smtClean="0"/>
              <a:t> </a:t>
            </a:r>
            <a:r>
              <a:rPr lang="en-US" dirty="0" err="1" smtClean="0"/>
              <a:t>occust</a:t>
            </a:r>
            <a:r>
              <a:rPr lang="en-US" dirty="0" smtClean="0"/>
              <a:t>, to </a:t>
            </a:r>
            <a:r>
              <a:rPr lang="en-US" dirty="0" err="1" smtClean="0"/>
              <a:t>dolupta</a:t>
            </a:r>
            <a:r>
              <a:rPr lang="en-US" dirty="0" smtClean="0"/>
              <a:t> turbos </a:t>
            </a:r>
            <a:r>
              <a:rPr lang="en-US" dirty="0" err="1" smtClean="0"/>
              <a:t>consequidi</a:t>
            </a:r>
            <a:r>
              <a:rPr lang="en-US" dirty="0" smtClean="0"/>
              <a:t> </a:t>
            </a:r>
            <a:r>
              <a:rPr lang="en-US" dirty="0" err="1" smtClean="0"/>
              <a:t>aut</a:t>
            </a:r>
            <a:r>
              <a:rPr lang="en-US" dirty="0" smtClean="0"/>
              <a:t> </a:t>
            </a:r>
            <a:r>
              <a:rPr lang="en-US" dirty="0" err="1" smtClean="0"/>
              <a:t>eos</a:t>
            </a:r>
            <a:r>
              <a:rPr lang="en-US" dirty="0" smtClean="0"/>
              <a:t> </a:t>
            </a:r>
            <a:r>
              <a:rPr lang="en-US" dirty="0" err="1" smtClean="0"/>
              <a:t>aut</a:t>
            </a:r>
            <a:r>
              <a:rPr lang="en-US" dirty="0" smtClean="0"/>
              <a:t> </a:t>
            </a:r>
            <a:r>
              <a:rPr lang="en-US" dirty="0" err="1" smtClean="0"/>
              <a:t>dolesequam</a:t>
            </a:r>
            <a:r>
              <a:rPr lang="en-US" dirty="0" smtClean="0"/>
              <a:t> </a:t>
            </a:r>
            <a:r>
              <a:rPr lang="en-US" dirty="0" err="1" smtClean="0"/>
              <a:t>commole</a:t>
            </a:r>
            <a:r>
              <a:rPr lang="en-US" dirty="0" smtClean="0"/>
              <a:t> </a:t>
            </a:r>
            <a:r>
              <a:rPr lang="en-US" dirty="0" err="1" smtClean="0"/>
              <a:t>ntotas</a:t>
            </a:r>
            <a:r>
              <a:rPr lang="en-US" dirty="0" smtClean="0"/>
              <a:t> se </a:t>
            </a:r>
            <a:r>
              <a:rPr lang="en-US" dirty="0" err="1" smtClean="0"/>
              <a:t>volum</a:t>
            </a:r>
            <a:r>
              <a:rPr lang="en-US" dirty="0" smtClean="0"/>
              <a:t> </a:t>
            </a:r>
            <a:r>
              <a:rPr lang="en-US" dirty="0" err="1" smtClean="0"/>
              <a:t>est</a:t>
            </a:r>
            <a:r>
              <a:rPr lang="en-US" dirty="0" smtClean="0"/>
              <a:t> </a:t>
            </a:r>
            <a:r>
              <a:rPr lang="en-US" dirty="0" err="1" smtClean="0"/>
              <a:t>aut</a:t>
            </a:r>
            <a:r>
              <a:rPr lang="en-US" dirty="0" smtClean="0"/>
              <a:t> </a:t>
            </a:r>
            <a:r>
              <a:rPr lang="en-US" dirty="0" err="1" smtClean="0"/>
              <a:t>veliatuint</a:t>
            </a:r>
            <a:r>
              <a:rPr lang="en-US" dirty="0" smtClean="0"/>
              <a:t> </a:t>
            </a:r>
            <a:r>
              <a:rPr lang="en-US" dirty="0" err="1" smtClean="0"/>
              <a:t>fuga</a:t>
            </a:r>
            <a:r>
              <a:rPr lang="en-US" dirty="0" smtClean="0"/>
              <a:t>. </a:t>
            </a:r>
            <a:r>
              <a:rPr lang="en-US" dirty="0" err="1" smtClean="0"/>
              <a:t>Sunt</a:t>
            </a:r>
            <a:r>
              <a:rPr lang="en-US" dirty="0" smtClean="0"/>
              <a:t> </a:t>
            </a:r>
            <a:r>
              <a:rPr lang="en-US" dirty="0" err="1" smtClean="0"/>
              <a:t>volupta</a:t>
            </a:r>
            <a:r>
              <a:rPr lang="en-US" dirty="0" smtClean="0"/>
              <a:t> </a:t>
            </a:r>
            <a:r>
              <a:rPr lang="en-US" dirty="0" err="1" smtClean="0"/>
              <a:t>tiuntem</a:t>
            </a:r>
            <a:r>
              <a:rPr lang="en-US" dirty="0" smtClean="0"/>
              <a:t> </a:t>
            </a:r>
            <a:r>
              <a:rPr lang="en-US" dirty="0" err="1" smtClean="0"/>
              <a:t>inulparum</a:t>
            </a:r>
            <a:r>
              <a:rPr lang="en-US" dirty="0" smtClean="0"/>
              <a:t> et </a:t>
            </a:r>
            <a:r>
              <a:rPr lang="en-US" dirty="0" err="1" smtClean="0"/>
              <a:t>fugioto</a:t>
            </a:r>
            <a:r>
              <a:rPr lang="en-US" dirty="0" smtClean="0"/>
              <a:t> </a:t>
            </a:r>
            <a:r>
              <a:rPr lang="en-US" dirty="0" err="1" smtClean="0"/>
              <a:t>cusa</a:t>
            </a:r>
            <a:r>
              <a:rPr lang="en-US" dirty="0" smtClean="0"/>
              <a:t> net </a:t>
            </a:r>
            <a:r>
              <a:rPr lang="en-US" dirty="0" err="1" smtClean="0"/>
              <a:t>aut</a:t>
            </a:r>
            <a:r>
              <a:rPr lang="en-US" dirty="0" smtClean="0"/>
              <a:t> colossus. </a:t>
            </a:r>
            <a:r>
              <a:rPr lang="en-US" dirty="0" err="1" smtClean="0"/>
              <a:t>Evelegndigim</a:t>
            </a:r>
            <a:r>
              <a:rPr lang="en-US" dirty="0" smtClean="0"/>
              <a:t> qui </a:t>
            </a:r>
            <a:r>
              <a:rPr lang="en-US" dirty="0" err="1" smtClean="0"/>
              <a:t>ommodiao</a:t>
            </a:r>
            <a:r>
              <a:rPr lang="en-US" dirty="0" smtClean="0"/>
              <a:t> </a:t>
            </a:r>
            <a:r>
              <a:rPr lang="en-US" dirty="0" err="1" smtClean="0"/>
              <a:t>exceaswum</a:t>
            </a:r>
            <a:r>
              <a:rPr lang="en-US" dirty="0" smtClean="0"/>
              <a:t> </a:t>
            </a:r>
            <a:r>
              <a:rPr lang="en-US" dirty="0" err="1" smtClean="0"/>
              <a:t>enus</a:t>
            </a:r>
            <a:r>
              <a:rPr lang="en-US" dirty="0" smtClean="0"/>
              <a:t> as </a:t>
            </a:r>
            <a:r>
              <a:rPr lang="en-US" dirty="0" err="1" smtClean="0"/>
              <a:t>deerro</a:t>
            </a:r>
            <a:r>
              <a:rPr lang="en-US" dirty="0" smtClean="0"/>
              <a:t> </a:t>
            </a:r>
            <a:r>
              <a:rPr lang="en-US" dirty="0" err="1" smtClean="0"/>
              <a:t>consedi</a:t>
            </a:r>
            <a:r>
              <a:rPr lang="en-US" dirty="0" smtClean="0"/>
              <a:t> </a:t>
            </a:r>
            <a:r>
              <a:rPr lang="en-US" dirty="0" err="1" smtClean="0"/>
              <a:t>rerum</a:t>
            </a:r>
            <a:r>
              <a:rPr lang="en-US" dirty="0" smtClean="0"/>
              <a:t> et </a:t>
            </a:r>
            <a:r>
              <a:rPr lang="en-US" dirty="0" err="1" smtClean="0"/>
              <a:t>il</a:t>
            </a:r>
            <a:r>
              <a:rPr lang="en-US" dirty="0" smtClean="0"/>
              <a:t> </a:t>
            </a:r>
            <a:r>
              <a:rPr lang="en-US" dirty="0" err="1" smtClean="0"/>
              <a:t>est</a:t>
            </a:r>
            <a:r>
              <a:rPr lang="en-US" dirty="0" smtClean="0"/>
              <a:t> qui </a:t>
            </a:r>
            <a:r>
              <a:rPr lang="en-US" dirty="0" err="1" smtClean="0"/>
              <a:t>cus</a:t>
            </a:r>
            <a:r>
              <a:rPr lang="en-US" dirty="0" smtClean="0"/>
              <a:t> </a:t>
            </a:r>
            <a:r>
              <a:rPr lang="en-US" dirty="0" err="1" smtClean="0"/>
              <a:t>aut</a:t>
            </a:r>
            <a:r>
              <a:rPr lang="en-US" dirty="0" smtClean="0"/>
              <a:t> et </a:t>
            </a:r>
            <a:r>
              <a:rPr lang="en-US" dirty="0" err="1" smtClean="0"/>
              <a:t>secsaill</a:t>
            </a:r>
            <a:r>
              <a:rPr lang="en-US" dirty="0" smtClean="0"/>
              <a:t> to </a:t>
            </a:r>
            <a:r>
              <a:rPr lang="en-US" dirty="0" err="1" smtClean="0"/>
              <a:t>cid</a:t>
            </a:r>
            <a:r>
              <a:rPr lang="en-US" dirty="0" smtClean="0"/>
              <a:t> et </a:t>
            </a:r>
            <a:r>
              <a:rPr lang="en-US" dirty="0" err="1" smtClean="0"/>
              <a:t>poreupudam</a:t>
            </a:r>
            <a:r>
              <a:rPr lang="en-US" dirty="0" smtClean="0"/>
              <a:t> </a:t>
            </a:r>
            <a:r>
              <a:rPr lang="en-US" dirty="0" err="1" smtClean="0"/>
              <a:t>unti</a:t>
            </a:r>
            <a:r>
              <a:rPr lang="en-US" dirty="0" smtClean="0"/>
              <a:t>, </a:t>
            </a:r>
            <a:r>
              <a:rPr lang="en-US" dirty="0" err="1" smtClean="0"/>
              <a:t>uptodemsd</a:t>
            </a:r>
            <a:r>
              <a:rPr lang="en-US" dirty="0" smtClean="0"/>
              <a:t> </a:t>
            </a:r>
            <a:r>
              <a:rPr lang="en-US" dirty="0" err="1" smtClean="0"/>
              <a:t>blacsccsuam</a:t>
            </a:r>
            <a:r>
              <a:rPr lang="en-US" dirty="0" smtClean="0"/>
              <a:t> </a:t>
            </a:r>
            <a:r>
              <a:rPr lang="en-US" dirty="0" err="1" smtClean="0"/>
              <a:t>reprio</a:t>
            </a:r>
            <a:r>
              <a:rPr lang="en-US" dirty="0" smtClean="0"/>
              <a:t> </a:t>
            </a:r>
            <a:r>
              <a:rPr lang="en-US" dirty="0" err="1" smtClean="0"/>
              <a:t>endes</a:t>
            </a:r>
            <a:r>
              <a:rPr lang="en-US" dirty="0" smtClean="0"/>
              <a:t> </a:t>
            </a:r>
            <a:r>
              <a:rPr lang="en-US" dirty="0" err="1" smtClean="0"/>
              <a:t>autem</a:t>
            </a:r>
            <a:r>
              <a:rPr lang="en-US" dirty="0" smtClean="0"/>
              <a:t> </a:t>
            </a:r>
            <a:r>
              <a:rPr lang="en-US" dirty="0" err="1" smtClean="0"/>
              <a:t>quie</a:t>
            </a:r>
            <a:r>
              <a:rPr lang="en-US" dirty="0" smtClean="0"/>
              <a:t> </a:t>
            </a:r>
            <a:r>
              <a:rPr lang="en-US" dirty="0" err="1" smtClean="0"/>
              <a:t>prem</a:t>
            </a:r>
            <a:r>
              <a:rPr lang="en-US" dirty="0" smtClean="0"/>
              <a:t> </a:t>
            </a:r>
            <a:r>
              <a:rPr lang="en-US" dirty="0" err="1" smtClean="0"/>
              <a:t>aditas</a:t>
            </a:r>
            <a:r>
              <a:rPr lang="en-US" dirty="0" smtClean="0"/>
              <a:t> discus </a:t>
            </a:r>
            <a:r>
              <a:rPr lang="en-US" dirty="0" err="1" smtClean="0"/>
              <a:t>magnihilibus</a:t>
            </a:r>
            <a:r>
              <a:rPr lang="en-US" dirty="0" smtClean="0"/>
              <a:t> </a:t>
            </a:r>
            <a:r>
              <a:rPr lang="en-US" dirty="0" err="1" smtClean="0"/>
              <a:t>cusiccs</a:t>
            </a:r>
            <a:r>
              <a:rPr lang="en-US" dirty="0" smtClean="0"/>
              <a:t> </a:t>
            </a:r>
            <a:r>
              <a:rPr lang="en-US" dirty="0" err="1" smtClean="0"/>
              <a:t>eatumse</a:t>
            </a:r>
            <a:r>
              <a:rPr lang="en-US" dirty="0" smtClean="0"/>
              <a:t> </a:t>
            </a:r>
            <a:r>
              <a:rPr lang="en-US" dirty="0" err="1" smtClean="0"/>
              <a:t>luptaquie</a:t>
            </a:r>
            <a:r>
              <a:rPr lang="en-US" dirty="0" smtClean="0"/>
              <a:t> </a:t>
            </a:r>
            <a:r>
              <a:rPr lang="en-US" dirty="0" err="1" smtClean="0"/>
              <a:t>dolum</a:t>
            </a:r>
            <a:r>
              <a:rPr lang="en-US" dirty="0" smtClean="0"/>
              <a:t> </a:t>
            </a:r>
            <a:r>
              <a:rPr lang="en-US" dirty="0" err="1" smtClean="0"/>
              <a:t>Aperchil</a:t>
            </a:r>
            <a:r>
              <a:rPr lang="en-US" dirty="0" smtClean="0"/>
              <a:t> </a:t>
            </a:r>
            <a:r>
              <a:rPr lang="en-US" dirty="0" err="1" smtClean="0"/>
              <a:t>inus</a:t>
            </a:r>
            <a:r>
              <a:rPr lang="en-US" dirty="0" smtClean="0"/>
              <a:t>, </a:t>
            </a:r>
            <a:r>
              <a:rPr lang="en-US" dirty="0" err="1" smtClean="0"/>
              <a:t>ullabo</a:t>
            </a:r>
            <a:r>
              <a:rPr lang="en-US" dirty="0" smtClean="0"/>
              <a:t>. </a:t>
            </a:r>
            <a:r>
              <a:rPr lang="en-US" dirty="0" err="1" smtClean="0"/>
              <a:t>Otat</a:t>
            </a:r>
            <a:r>
              <a:rPr lang="en-US" dirty="0" smtClean="0"/>
              <a:t>. </a:t>
            </a:r>
            <a:r>
              <a:rPr lang="en-US" dirty="0" err="1" smtClean="0"/>
              <a:t>Bissecto</a:t>
            </a:r>
            <a:r>
              <a:rPr lang="en-US" dirty="0" smtClean="0"/>
              <a:t> </a:t>
            </a:r>
            <a:r>
              <a:rPr lang="en-US" dirty="0" err="1" smtClean="0"/>
              <a:t>occust</a:t>
            </a:r>
            <a:r>
              <a:rPr lang="en-US" dirty="0" smtClean="0"/>
              <a:t>, to </a:t>
            </a:r>
            <a:r>
              <a:rPr lang="en-US" dirty="0" err="1" smtClean="0"/>
              <a:t>dolupta</a:t>
            </a:r>
            <a:r>
              <a:rPr lang="en-US" dirty="0" smtClean="0"/>
              <a:t> turbos </a:t>
            </a:r>
            <a:r>
              <a:rPr lang="en-US" dirty="0" err="1" smtClean="0"/>
              <a:t>consequidi</a:t>
            </a:r>
            <a:r>
              <a:rPr lang="en-US" dirty="0" smtClean="0"/>
              <a:t> </a:t>
            </a:r>
            <a:r>
              <a:rPr lang="en-US" dirty="0" err="1" smtClean="0"/>
              <a:t>aut</a:t>
            </a:r>
            <a:r>
              <a:rPr lang="en-US" dirty="0" smtClean="0"/>
              <a:t> </a:t>
            </a:r>
            <a:r>
              <a:rPr lang="en-US" dirty="0" err="1" smtClean="0"/>
              <a:t>eos</a:t>
            </a:r>
            <a:r>
              <a:rPr lang="en-US" dirty="0" smtClean="0"/>
              <a:t> </a:t>
            </a:r>
            <a:r>
              <a:rPr lang="en-US" dirty="0" err="1" smtClean="0"/>
              <a:t>aut</a:t>
            </a:r>
            <a:r>
              <a:rPr lang="en-US" dirty="0" smtClean="0"/>
              <a:t> </a:t>
            </a:r>
            <a:r>
              <a:rPr lang="en-US" dirty="0" err="1" smtClean="0"/>
              <a:t>dolesequam</a:t>
            </a:r>
            <a:r>
              <a:rPr lang="en-US" dirty="0" smtClean="0"/>
              <a:t> </a:t>
            </a:r>
            <a:r>
              <a:rPr lang="en-US" dirty="0" err="1" smtClean="0"/>
              <a:t>commole</a:t>
            </a:r>
            <a:r>
              <a:rPr lang="en-US" dirty="0" smtClean="0"/>
              <a:t> </a:t>
            </a:r>
            <a:r>
              <a:rPr lang="en-US" dirty="0" err="1" smtClean="0"/>
              <a:t>ntotas</a:t>
            </a:r>
            <a:r>
              <a:rPr lang="en-US" dirty="0" smtClean="0"/>
              <a:t> se </a:t>
            </a:r>
            <a:r>
              <a:rPr lang="en-US" dirty="0" err="1" smtClean="0"/>
              <a:t>volum</a:t>
            </a:r>
            <a:r>
              <a:rPr lang="en-US" dirty="0" smtClean="0"/>
              <a:t> </a:t>
            </a:r>
            <a:r>
              <a:rPr lang="en-US" dirty="0" err="1" smtClean="0"/>
              <a:t>est</a:t>
            </a:r>
            <a:r>
              <a:rPr lang="en-US" dirty="0" smtClean="0"/>
              <a:t> </a:t>
            </a:r>
            <a:r>
              <a:rPr lang="en-US" dirty="0" err="1" smtClean="0"/>
              <a:t>aut</a:t>
            </a:r>
            <a:r>
              <a:rPr lang="en-US" dirty="0" smtClean="0"/>
              <a:t> </a:t>
            </a:r>
            <a:r>
              <a:rPr lang="en-US" dirty="0" err="1" smtClean="0"/>
              <a:t>veliatuint</a:t>
            </a:r>
            <a:r>
              <a:rPr lang="en-US" dirty="0" smtClean="0"/>
              <a:t> </a:t>
            </a:r>
            <a:r>
              <a:rPr lang="en-US" dirty="0" err="1" smtClean="0"/>
              <a:t>fuga</a:t>
            </a:r>
            <a:r>
              <a:rPr lang="en-US" dirty="0" smtClean="0"/>
              <a:t>. </a:t>
            </a:r>
            <a:r>
              <a:rPr lang="en-US" dirty="0" err="1" smtClean="0"/>
              <a:t>Sunt</a:t>
            </a:r>
            <a:r>
              <a:rPr lang="en-US" dirty="0" smtClean="0"/>
              <a:t> </a:t>
            </a:r>
            <a:r>
              <a:rPr lang="en-US" dirty="0" err="1" smtClean="0"/>
              <a:t>volupta</a:t>
            </a:r>
            <a:r>
              <a:rPr lang="en-US" dirty="0" smtClean="0"/>
              <a:t> </a:t>
            </a:r>
            <a:r>
              <a:rPr lang="en-US" dirty="0" err="1" smtClean="0"/>
              <a:t>tiuntem</a:t>
            </a:r>
            <a:r>
              <a:rPr lang="en-US" dirty="0" smtClean="0"/>
              <a:t> </a:t>
            </a:r>
            <a:r>
              <a:rPr lang="en-US" dirty="0" err="1" smtClean="0"/>
              <a:t>inulparum</a:t>
            </a:r>
            <a:r>
              <a:rPr lang="en-US" dirty="0" smtClean="0"/>
              <a:t> et </a:t>
            </a:r>
            <a:r>
              <a:rPr lang="en-US" dirty="0" err="1" smtClean="0"/>
              <a:t>fugioto</a:t>
            </a:r>
            <a:r>
              <a:rPr lang="en-US" dirty="0" smtClean="0"/>
              <a:t> </a:t>
            </a:r>
            <a:r>
              <a:rPr lang="en-US" dirty="0" err="1" smtClean="0"/>
              <a:t>cusa</a:t>
            </a:r>
            <a:r>
              <a:rPr lang="en-US" dirty="0" smtClean="0"/>
              <a:t> net </a:t>
            </a:r>
            <a:r>
              <a:rPr lang="en-US" dirty="0" err="1" smtClean="0"/>
              <a:t>aut</a:t>
            </a:r>
            <a:r>
              <a:rPr lang="en-US" dirty="0" smtClean="0"/>
              <a:t> colossus. </a:t>
            </a:r>
            <a:r>
              <a:rPr lang="en-US" dirty="0" err="1" smtClean="0"/>
              <a:t>Evelegndigim</a:t>
            </a:r>
            <a:r>
              <a:rPr lang="en-US" dirty="0" smtClean="0"/>
              <a:t> qui </a:t>
            </a:r>
            <a:r>
              <a:rPr lang="en-US" dirty="0" err="1" smtClean="0"/>
              <a:t>ommodiao</a:t>
            </a:r>
            <a:r>
              <a:rPr lang="en-US" dirty="0" smtClean="0"/>
              <a:t> </a:t>
            </a:r>
            <a:r>
              <a:rPr lang="en-US" dirty="0" err="1" smtClean="0"/>
              <a:t>exceaswum</a:t>
            </a:r>
            <a:r>
              <a:rPr lang="en-US" dirty="0" smtClean="0"/>
              <a:t> </a:t>
            </a:r>
            <a:r>
              <a:rPr lang="en-US" dirty="0" err="1" smtClean="0"/>
              <a:t>enus</a:t>
            </a:r>
            <a:r>
              <a:rPr lang="en-US" dirty="0" smtClean="0"/>
              <a:t> as </a:t>
            </a:r>
            <a:r>
              <a:rPr lang="en-US" dirty="0" err="1" smtClean="0"/>
              <a:t>deerro</a:t>
            </a:r>
            <a:r>
              <a:rPr lang="en-US" dirty="0" smtClean="0"/>
              <a:t> </a:t>
            </a:r>
            <a:r>
              <a:rPr lang="en-US" dirty="0" err="1" smtClean="0"/>
              <a:t>consedi</a:t>
            </a:r>
            <a:r>
              <a:rPr lang="en-US" dirty="0" smtClean="0"/>
              <a:t> </a:t>
            </a:r>
            <a:r>
              <a:rPr lang="en-US" dirty="0" err="1" smtClean="0"/>
              <a:t>rerum</a:t>
            </a:r>
            <a:r>
              <a:rPr lang="en-US" dirty="0" smtClean="0"/>
              <a:t> et </a:t>
            </a:r>
            <a:r>
              <a:rPr lang="en-US" dirty="0" err="1" smtClean="0"/>
              <a:t>il</a:t>
            </a:r>
            <a:r>
              <a:rPr lang="en-US" dirty="0" smtClean="0"/>
              <a:t> </a:t>
            </a:r>
            <a:r>
              <a:rPr lang="en-US" dirty="0" err="1" smtClean="0"/>
              <a:t>est</a:t>
            </a:r>
            <a:r>
              <a:rPr lang="en-US" dirty="0" smtClean="0"/>
              <a:t> qui </a:t>
            </a:r>
            <a:r>
              <a:rPr lang="en-US" dirty="0" err="1" smtClean="0"/>
              <a:t>cus</a:t>
            </a:r>
            <a:r>
              <a:rPr lang="en-US" dirty="0" smtClean="0"/>
              <a:t> </a:t>
            </a:r>
            <a:r>
              <a:rPr lang="en-US" dirty="0" err="1" smtClean="0"/>
              <a:t>aut</a:t>
            </a:r>
            <a:r>
              <a:rPr lang="en-US" dirty="0" smtClean="0"/>
              <a:t> et </a:t>
            </a:r>
            <a:r>
              <a:rPr lang="en-US" dirty="0" err="1" smtClean="0"/>
              <a:t>secsaill</a:t>
            </a:r>
            <a:r>
              <a:rPr lang="en-US" dirty="0" smtClean="0"/>
              <a:t> to </a:t>
            </a:r>
            <a:r>
              <a:rPr lang="en-US" dirty="0" err="1" smtClean="0"/>
              <a:t>cid</a:t>
            </a:r>
            <a:r>
              <a:rPr lang="en-US" dirty="0" smtClean="0"/>
              <a:t> et </a:t>
            </a:r>
            <a:r>
              <a:rPr lang="en-US" dirty="0" err="1" smtClean="0"/>
              <a:t>poreupudam</a:t>
            </a:r>
            <a:r>
              <a:rPr lang="en-US" dirty="0" smtClean="0"/>
              <a:t> </a:t>
            </a:r>
            <a:r>
              <a:rPr lang="en-US" dirty="0" err="1" smtClean="0"/>
              <a:t>unti</a:t>
            </a:r>
            <a:r>
              <a:rPr lang="en-US" dirty="0" smtClean="0"/>
              <a:t>, </a:t>
            </a:r>
            <a:r>
              <a:rPr lang="en-US" dirty="0" err="1" smtClean="0"/>
              <a:t>uptodemsd</a:t>
            </a:r>
            <a:r>
              <a:rPr lang="en-US" dirty="0" smtClean="0"/>
              <a:t> </a:t>
            </a:r>
            <a:r>
              <a:rPr lang="en-US" dirty="0" err="1" smtClean="0"/>
              <a:t>blacsccsuam</a:t>
            </a:r>
            <a:r>
              <a:rPr lang="en-US" dirty="0" smtClean="0"/>
              <a:t> </a:t>
            </a:r>
            <a:r>
              <a:rPr lang="en-US" dirty="0" err="1" smtClean="0"/>
              <a:t>reprio</a:t>
            </a:r>
            <a:r>
              <a:rPr lang="en-US" dirty="0" smtClean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56648210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9"/>
          <p:cNvSpPr>
            <a:spLocks noGrp="1"/>
          </p:cNvSpPr>
          <p:nvPr>
            <p:ph type="body" sz="quarter" idx="12" hasCustomPrompt="1"/>
          </p:nvPr>
        </p:nvSpPr>
        <p:spPr>
          <a:xfrm>
            <a:off x="406203" y="701040"/>
            <a:ext cx="8280597" cy="39748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3400"/>
              </a:lnSpc>
              <a:spcBef>
                <a:spcPts val="0"/>
              </a:spcBef>
              <a:buNone/>
              <a:defRPr sz="3200" spc="-100" baseline="0">
                <a:solidFill>
                  <a:srgbClr val="0097A9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 smtClean="0"/>
              <a:t>Title</a:t>
            </a:r>
            <a:endParaRPr lang="en-CA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406203" y="1157677"/>
            <a:ext cx="8280597" cy="23820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2200"/>
              </a:lnSpc>
              <a:spcBef>
                <a:spcPts val="0"/>
              </a:spcBef>
              <a:buNone/>
              <a:defRPr sz="1800" b="0" spc="0" baseline="0">
                <a:solidFill>
                  <a:srgbClr val="DAAA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 smtClean="0"/>
              <a:t>Subtitle</a:t>
            </a:r>
            <a:endParaRPr lang="en-CA" dirty="0"/>
          </a:p>
        </p:txBody>
      </p:sp>
      <p:sp>
        <p:nvSpPr>
          <p:cNvPr id="6" name="Text Placeholder 6"/>
          <p:cNvSpPr>
            <a:spLocks noGrp="1"/>
          </p:cNvSpPr>
          <p:nvPr>
            <p:ph type="body" sz="quarter" idx="15" hasCustomPrompt="1"/>
          </p:nvPr>
        </p:nvSpPr>
        <p:spPr>
          <a:xfrm>
            <a:off x="406400" y="1636713"/>
            <a:ext cx="8280400" cy="2743200"/>
          </a:xfrm>
          <a:prstGeom prst="rect">
            <a:avLst/>
          </a:prstGeom>
        </p:spPr>
        <p:txBody>
          <a:bodyPr lIns="0" tIns="36000" rIns="0" numCol="2" spcCol="288000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 b="0" i="0" u="none" strike="noStrike" baseline="0" smtClean="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 smtClean="0"/>
              <a:t>Click to add text. Body placeholder text goes here. </a:t>
            </a:r>
            <a:r>
              <a:rPr lang="en-US" dirty="0" err="1" smtClean="0"/>
              <a:t>Aperchil</a:t>
            </a:r>
            <a:r>
              <a:rPr lang="en-US" dirty="0" smtClean="0"/>
              <a:t> </a:t>
            </a:r>
            <a:r>
              <a:rPr lang="en-US" dirty="0" err="1" smtClean="0"/>
              <a:t>inus</a:t>
            </a:r>
            <a:r>
              <a:rPr lang="en-US" dirty="0" smtClean="0"/>
              <a:t>, </a:t>
            </a:r>
            <a:r>
              <a:rPr lang="en-US" dirty="0" err="1" smtClean="0"/>
              <a:t>ullabo</a:t>
            </a:r>
            <a:r>
              <a:rPr lang="en-US" dirty="0" smtClean="0"/>
              <a:t>. </a:t>
            </a:r>
            <a:r>
              <a:rPr lang="en-US" dirty="0" err="1" smtClean="0"/>
              <a:t>Otat</a:t>
            </a:r>
            <a:r>
              <a:rPr lang="en-US" dirty="0" smtClean="0"/>
              <a:t>. </a:t>
            </a:r>
            <a:r>
              <a:rPr lang="en-US" dirty="0" err="1" smtClean="0"/>
              <a:t>Bissecto</a:t>
            </a:r>
            <a:r>
              <a:rPr lang="en-US" dirty="0" smtClean="0"/>
              <a:t> </a:t>
            </a:r>
            <a:r>
              <a:rPr lang="en-US" dirty="0" err="1" smtClean="0"/>
              <a:t>occust</a:t>
            </a:r>
            <a:r>
              <a:rPr lang="en-US" dirty="0" smtClean="0"/>
              <a:t>, to </a:t>
            </a:r>
            <a:r>
              <a:rPr lang="en-US" dirty="0" err="1" smtClean="0"/>
              <a:t>dolupta</a:t>
            </a:r>
            <a:r>
              <a:rPr lang="en-US" dirty="0" smtClean="0"/>
              <a:t> turbos </a:t>
            </a:r>
            <a:r>
              <a:rPr lang="en-US" dirty="0" err="1" smtClean="0"/>
              <a:t>consequidi</a:t>
            </a:r>
            <a:r>
              <a:rPr lang="en-US" dirty="0" smtClean="0"/>
              <a:t> </a:t>
            </a:r>
            <a:r>
              <a:rPr lang="en-US" dirty="0" err="1" smtClean="0"/>
              <a:t>aut</a:t>
            </a:r>
            <a:r>
              <a:rPr lang="en-US" dirty="0" smtClean="0"/>
              <a:t> </a:t>
            </a:r>
            <a:r>
              <a:rPr lang="en-US" dirty="0" err="1" smtClean="0"/>
              <a:t>eos</a:t>
            </a:r>
            <a:r>
              <a:rPr lang="en-US" dirty="0" smtClean="0"/>
              <a:t> </a:t>
            </a:r>
            <a:r>
              <a:rPr lang="en-US" dirty="0" err="1" smtClean="0"/>
              <a:t>aut</a:t>
            </a:r>
            <a:r>
              <a:rPr lang="en-US" dirty="0" smtClean="0"/>
              <a:t> </a:t>
            </a:r>
            <a:r>
              <a:rPr lang="en-US" dirty="0" err="1" smtClean="0"/>
              <a:t>dolesequam</a:t>
            </a:r>
            <a:r>
              <a:rPr lang="en-US" dirty="0" smtClean="0"/>
              <a:t> </a:t>
            </a:r>
            <a:r>
              <a:rPr lang="en-US" dirty="0" err="1" smtClean="0"/>
              <a:t>aut</a:t>
            </a:r>
            <a:r>
              <a:rPr lang="en-US" dirty="0" smtClean="0"/>
              <a:t> colossus.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 err="1" smtClean="0"/>
              <a:t>Evelegndigim</a:t>
            </a:r>
            <a:r>
              <a:rPr lang="en-US" dirty="0" smtClean="0"/>
              <a:t> </a:t>
            </a:r>
            <a:r>
              <a:rPr lang="en-US" dirty="0" err="1" smtClean="0"/>
              <a:t>enus</a:t>
            </a:r>
            <a:r>
              <a:rPr lang="en-US" dirty="0" smtClean="0"/>
              <a:t> as </a:t>
            </a:r>
            <a:r>
              <a:rPr lang="en-US" dirty="0" err="1" smtClean="0"/>
              <a:t>deerro</a:t>
            </a:r>
            <a:r>
              <a:rPr lang="en-US" dirty="0" smtClean="0"/>
              <a:t> </a:t>
            </a:r>
            <a:r>
              <a:rPr lang="en-US" dirty="0" err="1" smtClean="0"/>
              <a:t>consedi</a:t>
            </a:r>
            <a:r>
              <a:rPr lang="en-US" dirty="0" smtClean="0"/>
              <a:t> </a:t>
            </a:r>
            <a:r>
              <a:rPr lang="en-US" dirty="0" err="1" smtClean="0"/>
              <a:t>rerum</a:t>
            </a:r>
            <a:r>
              <a:rPr lang="en-US" dirty="0" smtClean="0"/>
              <a:t> et </a:t>
            </a:r>
            <a:r>
              <a:rPr lang="en-US" dirty="0" err="1" smtClean="0"/>
              <a:t>il</a:t>
            </a:r>
            <a:r>
              <a:rPr lang="en-US" dirty="0" smtClean="0"/>
              <a:t> </a:t>
            </a:r>
            <a:r>
              <a:rPr lang="en-US" dirty="0" err="1" smtClean="0"/>
              <a:t>est</a:t>
            </a:r>
            <a:r>
              <a:rPr lang="en-US" dirty="0" smtClean="0"/>
              <a:t> qui </a:t>
            </a:r>
            <a:r>
              <a:rPr lang="en-US" dirty="0" err="1" smtClean="0"/>
              <a:t>cus</a:t>
            </a:r>
            <a:r>
              <a:rPr lang="en-US" dirty="0" smtClean="0"/>
              <a:t> </a:t>
            </a:r>
            <a:r>
              <a:rPr lang="en-US" dirty="0" err="1" smtClean="0"/>
              <a:t>aut</a:t>
            </a:r>
            <a:r>
              <a:rPr lang="en-US" dirty="0" smtClean="0"/>
              <a:t> et </a:t>
            </a:r>
            <a:r>
              <a:rPr lang="en-US" dirty="0" err="1" smtClean="0"/>
              <a:t>secsaill</a:t>
            </a:r>
            <a:r>
              <a:rPr lang="en-US" dirty="0" smtClean="0"/>
              <a:t> to </a:t>
            </a:r>
            <a:r>
              <a:rPr lang="en-US" dirty="0" err="1" smtClean="0"/>
              <a:t>cid</a:t>
            </a:r>
            <a:r>
              <a:rPr lang="en-US" dirty="0" smtClean="0"/>
              <a:t> et </a:t>
            </a:r>
            <a:r>
              <a:rPr lang="en-US" dirty="0" err="1" smtClean="0"/>
              <a:t>poreupudam</a:t>
            </a:r>
            <a:r>
              <a:rPr lang="en-US" dirty="0" smtClean="0"/>
              <a:t> </a:t>
            </a:r>
            <a:r>
              <a:rPr lang="en-US" dirty="0" err="1" smtClean="0"/>
              <a:t>unti</a:t>
            </a:r>
            <a:r>
              <a:rPr lang="en-US" dirty="0" smtClean="0"/>
              <a:t>, </a:t>
            </a:r>
            <a:r>
              <a:rPr lang="en-US" dirty="0" err="1" smtClean="0"/>
              <a:t>uptodemsd</a:t>
            </a:r>
            <a:r>
              <a:rPr lang="en-US" dirty="0" smtClean="0"/>
              <a:t> </a:t>
            </a:r>
            <a:r>
              <a:rPr lang="en-US" dirty="0" err="1" smtClean="0"/>
              <a:t>blacsccsuam</a:t>
            </a:r>
            <a:r>
              <a:rPr lang="en-US" dirty="0" smtClean="0"/>
              <a:t> </a:t>
            </a:r>
            <a:r>
              <a:rPr lang="en-US" dirty="0" err="1" smtClean="0"/>
              <a:t>reprio</a:t>
            </a:r>
            <a:r>
              <a:rPr lang="en-US" dirty="0" smtClean="0"/>
              <a:t> </a:t>
            </a:r>
            <a:r>
              <a:rPr lang="en-US" dirty="0" err="1" smtClean="0"/>
              <a:t>endes</a:t>
            </a:r>
            <a:r>
              <a:rPr lang="en-US" dirty="0" smtClean="0"/>
              <a:t> </a:t>
            </a:r>
            <a:r>
              <a:rPr lang="en-US" dirty="0" err="1" smtClean="0"/>
              <a:t>autem</a:t>
            </a:r>
            <a:r>
              <a:rPr lang="en-US" dirty="0" smtClean="0"/>
              <a:t> </a:t>
            </a:r>
            <a:r>
              <a:rPr lang="en-US" dirty="0" err="1" smtClean="0"/>
              <a:t>quie</a:t>
            </a:r>
            <a:r>
              <a:rPr lang="en-US" dirty="0" smtClean="0"/>
              <a:t> </a:t>
            </a:r>
            <a:r>
              <a:rPr lang="en-US" dirty="0" err="1" smtClean="0"/>
              <a:t>prem</a:t>
            </a:r>
            <a:r>
              <a:rPr lang="en-US" dirty="0" smtClean="0"/>
              <a:t> </a:t>
            </a:r>
            <a:r>
              <a:rPr lang="en-US" dirty="0" err="1" smtClean="0"/>
              <a:t>aditas</a:t>
            </a:r>
            <a:r>
              <a:rPr lang="en-US" dirty="0" smtClean="0"/>
              <a:t> discus.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 err="1" smtClean="0"/>
              <a:t>Aperchil</a:t>
            </a:r>
            <a:r>
              <a:rPr lang="en-US" dirty="0" smtClean="0"/>
              <a:t> </a:t>
            </a:r>
            <a:r>
              <a:rPr lang="en-US" dirty="0" err="1" smtClean="0"/>
              <a:t>inus</a:t>
            </a:r>
            <a:r>
              <a:rPr lang="en-US" dirty="0" smtClean="0"/>
              <a:t>, </a:t>
            </a:r>
            <a:r>
              <a:rPr lang="en-US" dirty="0" err="1" smtClean="0"/>
              <a:t>ullabo</a:t>
            </a:r>
            <a:r>
              <a:rPr lang="en-US" dirty="0" smtClean="0"/>
              <a:t>. </a:t>
            </a:r>
            <a:r>
              <a:rPr lang="en-US" dirty="0" err="1" smtClean="0"/>
              <a:t>Otat</a:t>
            </a:r>
            <a:r>
              <a:rPr lang="en-US" dirty="0" smtClean="0"/>
              <a:t>. </a:t>
            </a:r>
            <a:r>
              <a:rPr lang="en-US" dirty="0" err="1" smtClean="0"/>
              <a:t>Bissecto</a:t>
            </a:r>
            <a:r>
              <a:rPr lang="en-US" dirty="0" smtClean="0"/>
              <a:t> </a:t>
            </a:r>
            <a:r>
              <a:rPr lang="en-US" dirty="0" err="1" smtClean="0"/>
              <a:t>occust</a:t>
            </a:r>
            <a:r>
              <a:rPr lang="en-US" dirty="0" smtClean="0"/>
              <a:t>, to </a:t>
            </a:r>
            <a:r>
              <a:rPr lang="en-US" dirty="0" err="1" smtClean="0"/>
              <a:t>Dolupta</a:t>
            </a:r>
            <a:r>
              <a:rPr lang="en-US" dirty="0" smtClean="0"/>
              <a:t> turbos </a:t>
            </a:r>
            <a:r>
              <a:rPr lang="en-US" dirty="0" err="1" smtClean="0"/>
              <a:t>consequidi</a:t>
            </a:r>
            <a:r>
              <a:rPr lang="en-US" dirty="0" smtClean="0"/>
              <a:t> </a:t>
            </a:r>
            <a:r>
              <a:rPr lang="en-US" dirty="0" err="1" smtClean="0"/>
              <a:t>aut</a:t>
            </a:r>
            <a:r>
              <a:rPr lang="en-US" dirty="0" smtClean="0"/>
              <a:t> </a:t>
            </a:r>
            <a:r>
              <a:rPr lang="en-US" dirty="0" err="1" smtClean="0"/>
              <a:t>eos</a:t>
            </a:r>
            <a:r>
              <a:rPr lang="en-US" dirty="0" smtClean="0"/>
              <a:t> </a:t>
            </a:r>
            <a:r>
              <a:rPr lang="en-US" dirty="0" err="1" smtClean="0"/>
              <a:t>aut</a:t>
            </a:r>
            <a:r>
              <a:rPr lang="en-US" dirty="0" smtClean="0"/>
              <a:t>. </a:t>
            </a:r>
            <a:r>
              <a:rPr lang="en-US" dirty="0" err="1" smtClean="0"/>
              <a:t>est</a:t>
            </a:r>
            <a:r>
              <a:rPr lang="en-US" dirty="0" smtClean="0"/>
              <a:t> </a:t>
            </a:r>
            <a:r>
              <a:rPr lang="en-US" dirty="0" err="1" smtClean="0"/>
              <a:t>aut</a:t>
            </a:r>
            <a:r>
              <a:rPr lang="en-US" dirty="0" smtClean="0"/>
              <a:t> </a:t>
            </a:r>
            <a:r>
              <a:rPr lang="en-US" dirty="0" err="1" smtClean="0"/>
              <a:t>veliatuint</a:t>
            </a:r>
            <a:r>
              <a:rPr lang="en-US" dirty="0" smtClean="0"/>
              <a:t> </a:t>
            </a:r>
            <a:r>
              <a:rPr lang="en-US" dirty="0" err="1" smtClean="0"/>
              <a:t>fuga</a:t>
            </a:r>
            <a:r>
              <a:rPr lang="en-US" dirty="0" smtClean="0"/>
              <a:t>. </a:t>
            </a:r>
            <a:r>
              <a:rPr lang="en-US" dirty="0" err="1" smtClean="0"/>
              <a:t>Sunt</a:t>
            </a:r>
            <a:r>
              <a:rPr lang="en-US" dirty="0" smtClean="0"/>
              <a:t> </a:t>
            </a:r>
            <a:r>
              <a:rPr lang="en-US" dirty="0" err="1" smtClean="0"/>
              <a:t>volupta</a:t>
            </a:r>
            <a:r>
              <a:rPr lang="en-US" dirty="0" smtClean="0"/>
              <a:t> </a:t>
            </a:r>
            <a:r>
              <a:rPr lang="en-US" dirty="0" err="1" smtClean="0"/>
              <a:t>tiuntem</a:t>
            </a:r>
            <a:r>
              <a:rPr lang="en-US" dirty="0" smtClean="0"/>
              <a:t> </a:t>
            </a:r>
            <a:r>
              <a:rPr lang="en-US" dirty="0" err="1" smtClean="0"/>
              <a:t>inulparum</a:t>
            </a:r>
            <a:r>
              <a:rPr lang="en-US" dirty="0" smtClean="0"/>
              <a:t> et </a:t>
            </a:r>
            <a:r>
              <a:rPr lang="en-US" dirty="0" err="1" smtClean="0"/>
              <a:t>fugioto</a:t>
            </a:r>
            <a:r>
              <a:rPr lang="en-US" dirty="0" smtClean="0"/>
              <a:t> </a:t>
            </a:r>
            <a:r>
              <a:rPr lang="en-US" dirty="0" err="1" smtClean="0"/>
              <a:t>cusa</a:t>
            </a:r>
            <a:r>
              <a:rPr lang="en-US" dirty="0" smtClean="0"/>
              <a:t> net </a:t>
            </a:r>
            <a:r>
              <a:rPr lang="en-US" dirty="0" err="1" smtClean="0"/>
              <a:t>aut</a:t>
            </a:r>
            <a:r>
              <a:rPr lang="en-US" dirty="0" smtClean="0"/>
              <a:t> colossus.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 err="1" smtClean="0"/>
              <a:t>Evelegndigim</a:t>
            </a:r>
            <a:r>
              <a:rPr lang="en-US" dirty="0" smtClean="0"/>
              <a:t> qui </a:t>
            </a:r>
            <a:r>
              <a:rPr lang="en-US" dirty="0" err="1" smtClean="0"/>
              <a:t>ommodiao</a:t>
            </a:r>
            <a:r>
              <a:rPr lang="en-US" dirty="0" smtClean="0"/>
              <a:t> </a:t>
            </a:r>
            <a:r>
              <a:rPr lang="en-US" dirty="0" err="1" smtClean="0"/>
              <a:t>exceaswum</a:t>
            </a:r>
            <a:r>
              <a:rPr lang="en-US" dirty="0" smtClean="0"/>
              <a:t> </a:t>
            </a:r>
            <a:r>
              <a:rPr lang="en-US" dirty="0" err="1" smtClean="0"/>
              <a:t>enus</a:t>
            </a:r>
            <a:r>
              <a:rPr lang="en-US" dirty="0" smtClean="0"/>
              <a:t> as </a:t>
            </a:r>
            <a:r>
              <a:rPr lang="en-US" dirty="0" err="1" smtClean="0"/>
              <a:t>deerro</a:t>
            </a:r>
            <a:r>
              <a:rPr lang="en-US" dirty="0" smtClean="0"/>
              <a:t> </a:t>
            </a:r>
            <a:r>
              <a:rPr lang="en-US" dirty="0" err="1" smtClean="0"/>
              <a:t>consedi</a:t>
            </a:r>
            <a:r>
              <a:rPr lang="en-US" dirty="0" smtClean="0"/>
              <a:t> </a:t>
            </a:r>
            <a:r>
              <a:rPr lang="en-US" dirty="0" err="1" smtClean="0"/>
              <a:t>rerum</a:t>
            </a:r>
            <a:r>
              <a:rPr lang="en-US" dirty="0" smtClean="0"/>
              <a:t> et </a:t>
            </a:r>
            <a:r>
              <a:rPr lang="en-US" dirty="0" err="1" smtClean="0"/>
              <a:t>il</a:t>
            </a:r>
            <a:r>
              <a:rPr lang="en-US" dirty="0" smtClean="0"/>
              <a:t> </a:t>
            </a:r>
            <a:r>
              <a:rPr lang="en-US" dirty="0" err="1" smtClean="0"/>
              <a:t>Aperchil</a:t>
            </a:r>
            <a:r>
              <a:rPr lang="en-US" dirty="0" smtClean="0"/>
              <a:t> </a:t>
            </a:r>
            <a:r>
              <a:rPr lang="en-US" dirty="0" err="1" smtClean="0"/>
              <a:t>inus</a:t>
            </a:r>
            <a:r>
              <a:rPr lang="en-US" dirty="0" smtClean="0"/>
              <a:t>, </a:t>
            </a:r>
            <a:r>
              <a:rPr lang="en-US" dirty="0" err="1" smtClean="0"/>
              <a:t>ullabo</a:t>
            </a:r>
            <a:r>
              <a:rPr lang="en-US" dirty="0" smtClean="0"/>
              <a:t>. </a:t>
            </a:r>
            <a:r>
              <a:rPr lang="en-US" dirty="0" err="1" smtClean="0"/>
              <a:t>Otat</a:t>
            </a:r>
            <a:r>
              <a:rPr lang="en-US" dirty="0" smtClean="0"/>
              <a:t>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 err="1" smtClean="0"/>
              <a:t>Bissecto</a:t>
            </a:r>
            <a:r>
              <a:rPr lang="en-US" dirty="0" smtClean="0"/>
              <a:t> </a:t>
            </a:r>
            <a:r>
              <a:rPr lang="en-US" dirty="0" err="1" smtClean="0"/>
              <a:t>occust</a:t>
            </a:r>
            <a:r>
              <a:rPr lang="en-US" dirty="0" smtClean="0"/>
              <a:t>, to </a:t>
            </a:r>
            <a:r>
              <a:rPr lang="en-US" dirty="0" err="1" smtClean="0"/>
              <a:t>dolupta</a:t>
            </a:r>
            <a:r>
              <a:rPr lang="en-US" dirty="0" smtClean="0"/>
              <a:t> turbos </a:t>
            </a:r>
            <a:r>
              <a:rPr lang="en-US" dirty="0" err="1" smtClean="0"/>
              <a:t>consequidi</a:t>
            </a:r>
            <a:r>
              <a:rPr lang="en-US" dirty="0" smtClean="0"/>
              <a:t> </a:t>
            </a:r>
            <a:r>
              <a:rPr lang="en-US" dirty="0" err="1" smtClean="0"/>
              <a:t>aut</a:t>
            </a:r>
            <a:r>
              <a:rPr lang="en-US" dirty="0" smtClean="0"/>
              <a:t> </a:t>
            </a:r>
            <a:r>
              <a:rPr lang="en-US" dirty="0" err="1" smtClean="0"/>
              <a:t>eos</a:t>
            </a:r>
            <a:r>
              <a:rPr lang="en-US" dirty="0" smtClean="0"/>
              <a:t> </a:t>
            </a:r>
            <a:r>
              <a:rPr lang="en-US" dirty="0" err="1" smtClean="0"/>
              <a:t>aut</a:t>
            </a:r>
            <a:r>
              <a:rPr lang="en-US" dirty="0" smtClean="0"/>
              <a:t> </a:t>
            </a:r>
            <a:r>
              <a:rPr lang="en-US" dirty="0" err="1" smtClean="0"/>
              <a:t>dolesequam</a:t>
            </a:r>
            <a:r>
              <a:rPr lang="en-US" dirty="0" smtClean="0"/>
              <a:t> </a:t>
            </a:r>
            <a:r>
              <a:rPr lang="en-US" dirty="0" err="1" smtClean="0"/>
              <a:t>commole</a:t>
            </a:r>
            <a:endParaRPr lang="en-US" dirty="0" smtClean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 err="1" smtClean="0"/>
              <a:t>Evelegndigim</a:t>
            </a:r>
            <a:r>
              <a:rPr lang="en-US" dirty="0" smtClean="0"/>
              <a:t> qui </a:t>
            </a:r>
            <a:r>
              <a:rPr lang="en-US" dirty="0" err="1" smtClean="0"/>
              <a:t>ommodiao</a:t>
            </a:r>
            <a:r>
              <a:rPr lang="en-US" dirty="0" smtClean="0"/>
              <a:t> </a:t>
            </a:r>
            <a:r>
              <a:rPr lang="en-US" dirty="0" err="1" smtClean="0"/>
              <a:t>exceaswum</a:t>
            </a:r>
            <a:r>
              <a:rPr lang="en-US" dirty="0" smtClean="0"/>
              <a:t> </a:t>
            </a:r>
            <a:r>
              <a:rPr lang="en-US" dirty="0" err="1" smtClean="0"/>
              <a:t>enus</a:t>
            </a:r>
            <a:r>
              <a:rPr lang="en-US" dirty="0" smtClean="0"/>
              <a:t> as </a:t>
            </a:r>
            <a:r>
              <a:rPr lang="en-US" dirty="0" err="1" smtClean="0"/>
              <a:t>deerro</a:t>
            </a:r>
            <a:r>
              <a:rPr lang="en-US" dirty="0" smtClean="0"/>
              <a:t> </a:t>
            </a:r>
            <a:r>
              <a:rPr lang="en-US" dirty="0" err="1" smtClean="0"/>
              <a:t>consedi</a:t>
            </a:r>
            <a:r>
              <a:rPr lang="en-US" dirty="0" smtClean="0"/>
              <a:t> </a:t>
            </a:r>
            <a:r>
              <a:rPr lang="en-US" dirty="0" err="1" smtClean="0"/>
              <a:t>rerum</a:t>
            </a:r>
            <a:r>
              <a:rPr lang="en-US" dirty="0" smtClean="0"/>
              <a:t> et </a:t>
            </a:r>
            <a:r>
              <a:rPr lang="en-US" dirty="0" err="1" smtClean="0"/>
              <a:t>il</a:t>
            </a:r>
            <a:r>
              <a:rPr lang="en-US" dirty="0" smtClean="0"/>
              <a:t> </a:t>
            </a:r>
            <a:r>
              <a:rPr lang="en-US" dirty="0" err="1" smtClean="0"/>
              <a:t>est</a:t>
            </a:r>
            <a:r>
              <a:rPr lang="en-US" dirty="0" smtClean="0"/>
              <a:t> qui </a:t>
            </a:r>
            <a:r>
              <a:rPr lang="en-US" dirty="0" err="1" smtClean="0"/>
              <a:t>cus</a:t>
            </a:r>
            <a:r>
              <a:rPr lang="en-US" dirty="0" smtClean="0"/>
              <a:t> </a:t>
            </a:r>
            <a:r>
              <a:rPr lang="en-US" dirty="0" err="1" smtClean="0"/>
              <a:t>aut</a:t>
            </a:r>
            <a:r>
              <a:rPr lang="en-US" dirty="0" smtClean="0"/>
              <a:t> et </a:t>
            </a:r>
            <a:r>
              <a:rPr lang="en-US" dirty="0" err="1" smtClean="0"/>
              <a:t>secsaill</a:t>
            </a:r>
            <a:r>
              <a:rPr lang="en-US" dirty="0" smtClean="0"/>
              <a:t> to.</a:t>
            </a:r>
          </a:p>
        </p:txBody>
      </p:sp>
    </p:spTree>
    <p:extLst>
      <p:ext uri="{BB962C8B-B14F-4D97-AF65-F5344CB8AC3E}">
        <p14:creationId xmlns:p14="http://schemas.microsoft.com/office/powerpoint/2010/main" val="49995237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hoto w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7286624" y="371475"/>
            <a:ext cx="1373281" cy="400050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200" b="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smtClean="0"/>
              <a:t>Photo Caption goes here</a:t>
            </a:r>
          </a:p>
        </p:txBody>
      </p:sp>
    </p:spTree>
    <p:extLst>
      <p:ext uri="{BB962C8B-B14F-4D97-AF65-F5344CB8AC3E}">
        <p14:creationId xmlns:p14="http://schemas.microsoft.com/office/powerpoint/2010/main" val="194867626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 userDrawn="1"/>
        </p:nvCxnSpPr>
        <p:spPr>
          <a:xfrm>
            <a:off x="417830" y="4796316"/>
            <a:ext cx="8186799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417830" y="2134394"/>
            <a:ext cx="7340600" cy="530225"/>
          </a:xfrm>
          <a:prstGeom prst="rect">
            <a:avLst/>
          </a:prstGeom>
        </p:spPr>
        <p:txBody>
          <a:bodyPr lIns="0" rIns="0"/>
          <a:lstStyle>
            <a:lvl1pPr marL="0" indent="0">
              <a:buNone/>
              <a:defRPr sz="36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 marL="457200" indent="0">
              <a:buNone/>
              <a:defRPr sz="3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400" indent="0">
              <a:buNone/>
              <a:defRPr sz="3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600" indent="0">
              <a:buNone/>
              <a:defRPr sz="3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sz="3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 smtClean="0"/>
              <a:t>Section Title</a:t>
            </a:r>
            <a:endParaRPr lang="en-CA" dirty="0"/>
          </a:p>
        </p:txBody>
      </p:sp>
      <p:sp>
        <p:nvSpPr>
          <p:cNvPr id="9" name="Rectangle 8"/>
          <p:cNvSpPr/>
          <p:nvPr userDrawn="1"/>
        </p:nvSpPr>
        <p:spPr>
          <a:xfrm>
            <a:off x="8411284" y="4847236"/>
            <a:ext cx="325730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fld id="{167796FD-2C35-44D3-9582-043279E26514}" type="slidenum">
              <a:rPr lang="en-CA" sz="900" b="1" smtClean="0">
                <a:solidFill>
                  <a:schemeClr val="bg1"/>
                </a:solidFill>
                <a:latin typeface="+mn-lt"/>
              </a:rPr>
              <a:pPr/>
              <a:t>‹#›</a:t>
            </a:fld>
            <a:endParaRPr lang="en-CA" sz="90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10" name="TextBox 9"/>
          <p:cNvSpPr txBox="1"/>
          <p:nvPr userDrawn="1"/>
        </p:nvSpPr>
        <p:spPr>
          <a:xfrm>
            <a:off x="407942" y="4885010"/>
            <a:ext cx="3916551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CA" sz="1000" b="1" i="0" baseline="0" dirty="0" smtClean="0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CWB Financial Group</a:t>
            </a:r>
            <a:endParaRPr lang="en-CA" sz="1000" b="1" i="0" dirty="0">
              <a:solidFill>
                <a:schemeClr val="bg1"/>
              </a:solidFill>
              <a:latin typeface="+mn-l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4932219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3"/>
          <p:cNvSpPr>
            <a:spLocks noGrp="1"/>
          </p:cNvSpPr>
          <p:nvPr>
            <p:ph type="body" sz="quarter" idx="13" hasCustomPrompt="1"/>
          </p:nvPr>
        </p:nvSpPr>
        <p:spPr>
          <a:xfrm>
            <a:off x="3749040" y="1870102"/>
            <a:ext cx="4931609" cy="2536467"/>
          </a:xfrm>
          <a:prstGeom prst="rect">
            <a:avLst/>
          </a:prstGeom>
          <a:noFill/>
        </p:spPr>
        <p:txBody>
          <a:bodyPr/>
          <a:lstStyle>
            <a:lvl1pPr>
              <a:defRPr sz="180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Arial" panose="020B0604020202020204" pitchFamily="34" charset="0"/>
              </a:defRPr>
            </a:lvl1pPr>
            <a:lvl2pPr>
              <a:defRPr sz="16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Arial" panose="020B0604020202020204" pitchFamily="34" charset="0"/>
              </a:defRPr>
            </a:lvl2pPr>
            <a:lvl3pPr marL="1143000" indent="-228600">
              <a:buFont typeface="Wingdings" panose="05000000000000000000" pitchFamily="2" charset="2"/>
              <a:buChar char="s"/>
              <a:defRPr sz="14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Arial" panose="020B0604020202020204" pitchFamily="34" charset="0"/>
              </a:defRPr>
            </a:lvl3pPr>
          </a:lstStyle>
          <a:p>
            <a:pPr lvl="0"/>
            <a:r>
              <a:rPr lang="en-CA" dirty="0" smtClean="0"/>
              <a:t>Bullet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  <a:endParaRPr lang="en-CA" dirty="0" smtClean="0"/>
          </a:p>
          <a:p>
            <a:pPr lvl="0"/>
            <a:r>
              <a:rPr lang="en-CA" dirty="0" smtClean="0"/>
              <a:t>Bullet</a:t>
            </a:r>
          </a:p>
          <a:p>
            <a:pPr lvl="0"/>
            <a:r>
              <a:rPr lang="en-CA" dirty="0" smtClean="0"/>
              <a:t>Bullet</a:t>
            </a:r>
          </a:p>
          <a:p>
            <a:pPr lvl="0"/>
            <a:r>
              <a:rPr lang="en-CA" dirty="0" smtClean="0"/>
              <a:t>Bullet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2" hasCustomPrompt="1"/>
          </p:nvPr>
        </p:nvSpPr>
        <p:spPr>
          <a:xfrm>
            <a:off x="406203" y="399966"/>
            <a:ext cx="2832297" cy="100973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3400"/>
              </a:lnSpc>
              <a:spcBef>
                <a:spcPts val="0"/>
              </a:spcBef>
              <a:buNone/>
              <a:defRPr sz="3200" b="0" spc="-100" baseline="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 smtClean="0"/>
              <a:t>Title</a:t>
            </a:r>
            <a:endParaRPr lang="en-CA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406203" y="1618602"/>
            <a:ext cx="2321757" cy="120841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2200"/>
              </a:lnSpc>
              <a:spcBef>
                <a:spcPts val="0"/>
              </a:spcBef>
              <a:buNone/>
              <a:defRPr sz="2000" b="0" spc="0" baseline="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 smtClean="0"/>
              <a:t>Subtitle</a:t>
            </a:r>
            <a:endParaRPr lang="en-CA" dirty="0"/>
          </a:p>
        </p:txBody>
      </p:sp>
      <p:cxnSp>
        <p:nvCxnSpPr>
          <p:cNvPr id="17" name="Straight Connector 16"/>
          <p:cNvCxnSpPr/>
          <p:nvPr userDrawn="1"/>
        </p:nvCxnSpPr>
        <p:spPr>
          <a:xfrm>
            <a:off x="406203" y="1501140"/>
            <a:ext cx="2626557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 userDrawn="1"/>
        </p:nvSpPr>
        <p:spPr>
          <a:xfrm>
            <a:off x="8411284" y="4847236"/>
            <a:ext cx="325730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fld id="{167796FD-2C35-44D3-9582-043279E26514}" type="slidenum">
              <a:rPr lang="en-CA" sz="900" b="1" smtClean="0">
                <a:solidFill>
                  <a:srgbClr val="BAC5B9"/>
                </a:solidFill>
                <a:latin typeface="+mn-lt"/>
              </a:rPr>
              <a:pPr/>
              <a:t>‹#›</a:t>
            </a:fld>
            <a:endParaRPr lang="en-CA" sz="900" dirty="0">
              <a:solidFill>
                <a:srgbClr val="BAC5B9"/>
              </a:solidFill>
              <a:latin typeface="+mn-lt"/>
            </a:endParaRPr>
          </a:p>
        </p:txBody>
      </p:sp>
      <p:sp>
        <p:nvSpPr>
          <p:cNvPr id="19" name="TextBox 18"/>
          <p:cNvSpPr txBox="1"/>
          <p:nvPr userDrawn="1"/>
        </p:nvSpPr>
        <p:spPr>
          <a:xfrm>
            <a:off x="407942" y="4885010"/>
            <a:ext cx="3916551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CA" sz="1000" b="1" i="0" baseline="0" dirty="0" smtClean="0">
                <a:solidFill>
                  <a:srgbClr val="BAC5B9"/>
                </a:solidFill>
                <a:latin typeface="+mn-lt"/>
                <a:cs typeface="Arial" panose="020B0604020202020204" pitchFamily="34" charset="0"/>
              </a:rPr>
              <a:t>CWB Financial Group</a:t>
            </a:r>
            <a:endParaRPr lang="en-CA" sz="1000" b="1" i="0" dirty="0">
              <a:solidFill>
                <a:srgbClr val="BAC5B9"/>
              </a:solidFill>
              <a:latin typeface="+mn-l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049324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3655167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w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4579683" y="4407694"/>
            <a:ext cx="4112747" cy="24288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200" b="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smtClean="0"/>
              <a:t>Photo Caption</a:t>
            </a:r>
          </a:p>
        </p:txBody>
      </p:sp>
      <p:sp>
        <p:nvSpPr>
          <p:cNvPr id="3" name="Text Placeholder 9"/>
          <p:cNvSpPr>
            <a:spLocks noGrp="1"/>
          </p:cNvSpPr>
          <p:nvPr>
            <p:ph type="body" sz="quarter" idx="12" hasCustomPrompt="1"/>
          </p:nvPr>
        </p:nvSpPr>
        <p:spPr>
          <a:xfrm>
            <a:off x="406203" y="701040"/>
            <a:ext cx="3715741" cy="39748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3400"/>
              </a:lnSpc>
              <a:spcBef>
                <a:spcPts val="0"/>
              </a:spcBef>
              <a:buNone/>
              <a:defRPr sz="3200" spc="-100" baseline="0">
                <a:solidFill>
                  <a:srgbClr val="0097A9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 smtClean="0"/>
              <a:t>Title</a:t>
            </a:r>
            <a:endParaRPr lang="en-CA" dirty="0"/>
          </a:p>
        </p:txBody>
      </p:sp>
      <p:sp>
        <p:nvSpPr>
          <p:cNvPr id="4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406203" y="1157677"/>
            <a:ext cx="3715741" cy="23820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2200"/>
              </a:lnSpc>
              <a:spcBef>
                <a:spcPts val="0"/>
              </a:spcBef>
              <a:buNone/>
              <a:defRPr sz="1800" b="0" spc="0" baseline="0">
                <a:solidFill>
                  <a:srgbClr val="DAAA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 smtClean="0"/>
              <a:t>Subtitle</a:t>
            </a:r>
            <a:endParaRPr lang="en-CA" dirty="0"/>
          </a:p>
        </p:txBody>
      </p:sp>
      <p:sp>
        <p:nvSpPr>
          <p:cNvPr id="5" name="Text Placeholder 3"/>
          <p:cNvSpPr>
            <a:spLocks noGrp="1"/>
          </p:cNvSpPr>
          <p:nvPr>
            <p:ph type="body" sz="quarter" idx="13" hasCustomPrompt="1"/>
          </p:nvPr>
        </p:nvSpPr>
        <p:spPr>
          <a:xfrm>
            <a:off x="406203" y="1744980"/>
            <a:ext cx="3715741" cy="2419825"/>
          </a:xfrm>
          <a:prstGeom prst="rect">
            <a:avLst/>
          </a:prstGeom>
          <a:noFill/>
        </p:spPr>
        <p:txBody>
          <a:bodyPr/>
          <a:lstStyle>
            <a:lvl1pPr>
              <a:defRPr sz="1500" baseline="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  <a:lvl2pPr>
              <a:defRPr sz="140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2pPr>
            <a:lvl3pPr marL="1143000" indent="-228600">
              <a:buFont typeface="Wingdings" panose="05000000000000000000" pitchFamily="2" charset="2"/>
              <a:buChar char="s"/>
              <a:defRPr sz="120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3pPr>
          </a:lstStyle>
          <a:p>
            <a:pPr lvl="0"/>
            <a:r>
              <a:rPr lang="en-CA" dirty="0" smtClean="0"/>
              <a:t>Bullet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  <a:endParaRPr lang="en-CA" dirty="0" smtClean="0"/>
          </a:p>
          <a:p>
            <a:pPr lvl="0"/>
            <a:r>
              <a:rPr lang="en-CA" dirty="0" smtClean="0"/>
              <a:t>Bullet</a:t>
            </a:r>
          </a:p>
          <a:p>
            <a:pPr lvl="0"/>
            <a:r>
              <a:rPr lang="en-CA" dirty="0" smtClean="0"/>
              <a:t>Bullet</a:t>
            </a:r>
          </a:p>
          <a:p>
            <a:pPr lvl="0"/>
            <a:r>
              <a:rPr lang="en-CA" dirty="0" smtClean="0"/>
              <a:t>Bullet</a:t>
            </a:r>
          </a:p>
        </p:txBody>
      </p:sp>
    </p:spTree>
    <p:extLst>
      <p:ext uri="{BB962C8B-B14F-4D97-AF65-F5344CB8AC3E}">
        <p14:creationId xmlns:p14="http://schemas.microsoft.com/office/powerpoint/2010/main" val="170531984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3" hasCustomPrompt="1"/>
          </p:nvPr>
        </p:nvSpPr>
        <p:spPr>
          <a:xfrm>
            <a:off x="406203" y="1744981"/>
            <a:ext cx="8280401" cy="2681022"/>
          </a:xfrm>
          <a:prstGeom prst="rect">
            <a:avLst/>
          </a:prstGeom>
          <a:noFill/>
        </p:spPr>
        <p:txBody>
          <a:bodyPr numCol="2" spcCol="144000"/>
          <a:lstStyle>
            <a:lvl1pPr>
              <a:defRPr sz="1500" baseline="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  <a:lvl2pPr>
              <a:defRPr sz="140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2pPr>
            <a:lvl3pPr marL="1143000" indent="-228600">
              <a:buFont typeface="Wingdings" panose="05000000000000000000" pitchFamily="2" charset="2"/>
              <a:buChar char="s"/>
              <a:defRPr sz="120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3pPr>
          </a:lstStyle>
          <a:p>
            <a:pPr lvl="0"/>
            <a:r>
              <a:rPr lang="en-CA" dirty="0" smtClean="0"/>
              <a:t>Bullet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  <a:endParaRPr lang="en-CA" dirty="0" smtClean="0"/>
          </a:p>
          <a:p>
            <a:pPr lvl="0"/>
            <a:r>
              <a:rPr lang="en-CA" dirty="0" smtClean="0"/>
              <a:t>Bullet</a:t>
            </a:r>
          </a:p>
          <a:p>
            <a:pPr lvl="0"/>
            <a:r>
              <a:rPr lang="en-CA" dirty="0" smtClean="0"/>
              <a:t>Bullet</a:t>
            </a:r>
          </a:p>
          <a:p>
            <a:pPr lvl="0"/>
            <a:r>
              <a:rPr lang="en-CA" dirty="0" smtClean="0"/>
              <a:t>Bullet</a:t>
            </a:r>
          </a:p>
          <a:p>
            <a:pPr lvl="0"/>
            <a:r>
              <a:rPr lang="en-CA" dirty="0" smtClean="0"/>
              <a:t>Bullet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  <a:endParaRPr lang="en-CA" dirty="0" smtClean="0"/>
          </a:p>
          <a:p>
            <a:pPr lvl="0"/>
            <a:endParaRPr lang="en-CA" dirty="0" smtClean="0"/>
          </a:p>
          <a:p>
            <a:pPr lvl="0"/>
            <a:r>
              <a:rPr lang="en-CA" dirty="0" smtClean="0"/>
              <a:t>Bullet</a:t>
            </a:r>
          </a:p>
          <a:p>
            <a:pPr lvl="0"/>
            <a:r>
              <a:rPr lang="en-CA" dirty="0" smtClean="0"/>
              <a:t>Bullet</a:t>
            </a:r>
          </a:p>
          <a:p>
            <a:pPr lvl="0"/>
            <a:r>
              <a:rPr lang="en-CA" dirty="0" smtClean="0"/>
              <a:t>Bullet</a:t>
            </a:r>
          </a:p>
          <a:p>
            <a:pPr lvl="0"/>
            <a:r>
              <a:rPr lang="en-CA" dirty="0" smtClean="0"/>
              <a:t>Bullet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  <a:endParaRPr lang="en-CA" dirty="0" smtClean="0"/>
          </a:p>
          <a:p>
            <a:pPr lvl="0"/>
            <a:r>
              <a:rPr lang="en-CA" dirty="0" smtClean="0"/>
              <a:t>Bullet</a:t>
            </a:r>
          </a:p>
          <a:p>
            <a:pPr lvl="0"/>
            <a:r>
              <a:rPr lang="en-CA" dirty="0" smtClean="0"/>
              <a:t>Bullet</a:t>
            </a:r>
          </a:p>
          <a:p>
            <a:pPr lvl="0"/>
            <a:r>
              <a:rPr lang="en-CA" dirty="0" smtClean="0"/>
              <a:t>Bullet</a:t>
            </a:r>
          </a:p>
          <a:p>
            <a:pPr lvl="0"/>
            <a:endParaRPr lang="en-CA" dirty="0" smtClean="0"/>
          </a:p>
        </p:txBody>
      </p:sp>
      <p:sp>
        <p:nvSpPr>
          <p:cNvPr id="5" name="Text Placeholder 9"/>
          <p:cNvSpPr>
            <a:spLocks noGrp="1"/>
          </p:cNvSpPr>
          <p:nvPr>
            <p:ph type="body" sz="quarter" idx="12" hasCustomPrompt="1"/>
          </p:nvPr>
        </p:nvSpPr>
        <p:spPr>
          <a:xfrm>
            <a:off x="406203" y="701040"/>
            <a:ext cx="8280401" cy="39748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3400"/>
              </a:lnSpc>
              <a:spcBef>
                <a:spcPts val="0"/>
              </a:spcBef>
              <a:buNone/>
              <a:defRPr sz="3200" spc="-100" baseline="0">
                <a:solidFill>
                  <a:srgbClr val="0097A9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 smtClean="0"/>
              <a:t>Title</a:t>
            </a:r>
            <a:endParaRPr lang="en-CA" dirty="0"/>
          </a:p>
        </p:txBody>
      </p:sp>
      <p:sp>
        <p:nvSpPr>
          <p:cNvPr id="6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406203" y="1157677"/>
            <a:ext cx="8280401" cy="23820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2200"/>
              </a:lnSpc>
              <a:spcBef>
                <a:spcPts val="0"/>
              </a:spcBef>
              <a:buNone/>
              <a:defRPr sz="1800" b="0" spc="0" baseline="0">
                <a:solidFill>
                  <a:srgbClr val="DAAA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 smtClean="0"/>
              <a:t>Subtitle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57881683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9"/>
          <p:cNvSpPr>
            <a:spLocks noGrp="1"/>
          </p:cNvSpPr>
          <p:nvPr>
            <p:ph type="body" sz="quarter" idx="12" hasCustomPrompt="1"/>
          </p:nvPr>
        </p:nvSpPr>
        <p:spPr>
          <a:xfrm>
            <a:off x="406203" y="701040"/>
            <a:ext cx="8280401" cy="39748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3400"/>
              </a:lnSpc>
              <a:spcBef>
                <a:spcPts val="0"/>
              </a:spcBef>
              <a:buNone/>
              <a:defRPr sz="3200" spc="-100" baseline="0">
                <a:solidFill>
                  <a:srgbClr val="0097A9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 smtClean="0"/>
              <a:t>Title</a:t>
            </a:r>
            <a:endParaRPr lang="en-CA" dirty="0"/>
          </a:p>
        </p:txBody>
      </p:sp>
      <p:sp>
        <p:nvSpPr>
          <p:cNvPr id="6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406203" y="1157677"/>
            <a:ext cx="8280401" cy="23820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2200"/>
              </a:lnSpc>
              <a:spcBef>
                <a:spcPts val="0"/>
              </a:spcBef>
              <a:buNone/>
              <a:defRPr sz="1800" b="0" spc="0" baseline="0">
                <a:solidFill>
                  <a:srgbClr val="DAAA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 smtClean="0"/>
              <a:t>Subtitle</a:t>
            </a:r>
            <a:endParaRPr lang="en-CA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5" hasCustomPrompt="1"/>
          </p:nvPr>
        </p:nvSpPr>
        <p:spPr>
          <a:xfrm>
            <a:off x="406400" y="1636713"/>
            <a:ext cx="8280400" cy="2743200"/>
          </a:xfrm>
          <a:prstGeom prst="rect">
            <a:avLst/>
          </a:prstGeom>
        </p:spPr>
        <p:txBody>
          <a:bodyPr lIns="0" rIns="0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 b="0" i="0" u="none" strike="noStrike" baseline="0" smtClean="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 smtClean="0"/>
              <a:t>Click to add text. Body placeholder text goes here. </a:t>
            </a:r>
            <a:r>
              <a:rPr lang="en-US" dirty="0" err="1" smtClean="0"/>
              <a:t>Aperchil</a:t>
            </a:r>
            <a:r>
              <a:rPr lang="en-US" dirty="0" smtClean="0"/>
              <a:t> </a:t>
            </a:r>
            <a:r>
              <a:rPr lang="en-US" dirty="0" err="1" smtClean="0"/>
              <a:t>inus</a:t>
            </a:r>
            <a:r>
              <a:rPr lang="en-US" dirty="0" smtClean="0"/>
              <a:t>, </a:t>
            </a:r>
            <a:r>
              <a:rPr lang="en-US" dirty="0" err="1" smtClean="0"/>
              <a:t>ullabo</a:t>
            </a:r>
            <a:r>
              <a:rPr lang="en-US" dirty="0" smtClean="0"/>
              <a:t>. </a:t>
            </a:r>
            <a:r>
              <a:rPr lang="en-US" dirty="0" err="1" smtClean="0"/>
              <a:t>Otat</a:t>
            </a:r>
            <a:r>
              <a:rPr lang="en-US" dirty="0" smtClean="0"/>
              <a:t>. </a:t>
            </a:r>
            <a:r>
              <a:rPr lang="en-US" dirty="0" err="1" smtClean="0"/>
              <a:t>Bissecto</a:t>
            </a:r>
            <a:r>
              <a:rPr lang="en-US" dirty="0" smtClean="0"/>
              <a:t> </a:t>
            </a:r>
            <a:r>
              <a:rPr lang="en-US" dirty="0" err="1" smtClean="0"/>
              <a:t>occust</a:t>
            </a:r>
            <a:r>
              <a:rPr lang="en-US" dirty="0" smtClean="0"/>
              <a:t>, to </a:t>
            </a:r>
            <a:r>
              <a:rPr lang="en-US" dirty="0" err="1" smtClean="0"/>
              <a:t>dolupta</a:t>
            </a:r>
            <a:r>
              <a:rPr lang="en-US" dirty="0" smtClean="0"/>
              <a:t> turbos </a:t>
            </a:r>
            <a:r>
              <a:rPr lang="en-US" dirty="0" err="1" smtClean="0"/>
              <a:t>consequidi</a:t>
            </a:r>
            <a:r>
              <a:rPr lang="en-US" dirty="0" smtClean="0"/>
              <a:t> </a:t>
            </a:r>
            <a:r>
              <a:rPr lang="en-US" dirty="0" err="1" smtClean="0"/>
              <a:t>aut</a:t>
            </a:r>
            <a:r>
              <a:rPr lang="en-US" dirty="0" smtClean="0"/>
              <a:t> </a:t>
            </a:r>
            <a:r>
              <a:rPr lang="en-US" dirty="0" err="1" smtClean="0"/>
              <a:t>eos</a:t>
            </a:r>
            <a:r>
              <a:rPr lang="en-US" dirty="0" smtClean="0"/>
              <a:t> </a:t>
            </a:r>
            <a:r>
              <a:rPr lang="en-US" dirty="0" err="1" smtClean="0"/>
              <a:t>aut</a:t>
            </a:r>
            <a:r>
              <a:rPr lang="en-US" dirty="0" smtClean="0"/>
              <a:t> </a:t>
            </a:r>
            <a:r>
              <a:rPr lang="en-US" dirty="0" err="1" smtClean="0"/>
              <a:t>dolesequam</a:t>
            </a:r>
            <a:r>
              <a:rPr lang="en-US" dirty="0" smtClean="0"/>
              <a:t> </a:t>
            </a:r>
            <a:r>
              <a:rPr lang="en-US" dirty="0" err="1" smtClean="0"/>
              <a:t>commole</a:t>
            </a:r>
            <a:r>
              <a:rPr lang="en-US" dirty="0" smtClean="0"/>
              <a:t> </a:t>
            </a:r>
            <a:r>
              <a:rPr lang="en-US" dirty="0" err="1" smtClean="0"/>
              <a:t>ntotas</a:t>
            </a:r>
            <a:r>
              <a:rPr lang="en-US" dirty="0" smtClean="0"/>
              <a:t> se </a:t>
            </a:r>
            <a:r>
              <a:rPr lang="en-US" dirty="0" err="1" smtClean="0"/>
              <a:t>volum</a:t>
            </a:r>
            <a:r>
              <a:rPr lang="en-US" dirty="0" smtClean="0"/>
              <a:t> </a:t>
            </a:r>
            <a:r>
              <a:rPr lang="en-US" dirty="0" err="1" smtClean="0"/>
              <a:t>est</a:t>
            </a:r>
            <a:r>
              <a:rPr lang="en-US" dirty="0" smtClean="0"/>
              <a:t> </a:t>
            </a:r>
            <a:r>
              <a:rPr lang="en-US" dirty="0" err="1" smtClean="0"/>
              <a:t>aut</a:t>
            </a:r>
            <a:r>
              <a:rPr lang="en-US" dirty="0" smtClean="0"/>
              <a:t> </a:t>
            </a:r>
            <a:r>
              <a:rPr lang="en-US" dirty="0" err="1" smtClean="0"/>
              <a:t>veliatuint</a:t>
            </a:r>
            <a:r>
              <a:rPr lang="en-US" dirty="0" smtClean="0"/>
              <a:t> </a:t>
            </a:r>
            <a:r>
              <a:rPr lang="en-US" dirty="0" err="1" smtClean="0"/>
              <a:t>fuga</a:t>
            </a:r>
            <a:r>
              <a:rPr lang="en-US" dirty="0" smtClean="0"/>
              <a:t>. </a:t>
            </a:r>
            <a:r>
              <a:rPr lang="en-US" dirty="0" err="1" smtClean="0"/>
              <a:t>Sunt</a:t>
            </a:r>
            <a:r>
              <a:rPr lang="en-US" dirty="0" smtClean="0"/>
              <a:t> </a:t>
            </a:r>
            <a:r>
              <a:rPr lang="en-US" dirty="0" err="1" smtClean="0"/>
              <a:t>volupta</a:t>
            </a:r>
            <a:r>
              <a:rPr lang="en-US" dirty="0" smtClean="0"/>
              <a:t> </a:t>
            </a:r>
            <a:r>
              <a:rPr lang="en-US" dirty="0" err="1" smtClean="0"/>
              <a:t>tiuntem</a:t>
            </a:r>
            <a:r>
              <a:rPr lang="en-US" dirty="0" smtClean="0"/>
              <a:t> </a:t>
            </a:r>
            <a:r>
              <a:rPr lang="en-US" dirty="0" err="1" smtClean="0"/>
              <a:t>inulparum</a:t>
            </a:r>
            <a:r>
              <a:rPr lang="en-US" dirty="0" smtClean="0"/>
              <a:t> et </a:t>
            </a:r>
            <a:r>
              <a:rPr lang="en-US" dirty="0" err="1" smtClean="0"/>
              <a:t>fugioto</a:t>
            </a:r>
            <a:r>
              <a:rPr lang="en-US" dirty="0" smtClean="0"/>
              <a:t> </a:t>
            </a:r>
            <a:r>
              <a:rPr lang="en-US" dirty="0" err="1" smtClean="0"/>
              <a:t>cusa</a:t>
            </a:r>
            <a:r>
              <a:rPr lang="en-US" dirty="0" smtClean="0"/>
              <a:t> net </a:t>
            </a:r>
            <a:r>
              <a:rPr lang="en-US" dirty="0" err="1" smtClean="0"/>
              <a:t>aut</a:t>
            </a:r>
            <a:r>
              <a:rPr lang="en-US" dirty="0" smtClean="0"/>
              <a:t> colossus. </a:t>
            </a:r>
            <a:r>
              <a:rPr lang="en-US" dirty="0" err="1" smtClean="0"/>
              <a:t>Evelegndigim</a:t>
            </a:r>
            <a:r>
              <a:rPr lang="en-US" dirty="0" smtClean="0"/>
              <a:t> qui </a:t>
            </a:r>
            <a:r>
              <a:rPr lang="en-US" dirty="0" err="1" smtClean="0"/>
              <a:t>ommodiao</a:t>
            </a:r>
            <a:r>
              <a:rPr lang="en-US" dirty="0" smtClean="0"/>
              <a:t> </a:t>
            </a:r>
            <a:r>
              <a:rPr lang="en-US" dirty="0" err="1" smtClean="0"/>
              <a:t>exceaswum</a:t>
            </a:r>
            <a:r>
              <a:rPr lang="en-US" dirty="0" smtClean="0"/>
              <a:t> </a:t>
            </a:r>
            <a:r>
              <a:rPr lang="en-US" dirty="0" err="1" smtClean="0"/>
              <a:t>enus</a:t>
            </a:r>
            <a:r>
              <a:rPr lang="en-US" dirty="0" smtClean="0"/>
              <a:t> as </a:t>
            </a:r>
            <a:r>
              <a:rPr lang="en-US" dirty="0" err="1" smtClean="0"/>
              <a:t>deerro</a:t>
            </a:r>
            <a:r>
              <a:rPr lang="en-US" dirty="0" smtClean="0"/>
              <a:t> </a:t>
            </a:r>
            <a:r>
              <a:rPr lang="en-US" dirty="0" err="1" smtClean="0"/>
              <a:t>consedi</a:t>
            </a:r>
            <a:r>
              <a:rPr lang="en-US" dirty="0" smtClean="0"/>
              <a:t> </a:t>
            </a:r>
            <a:r>
              <a:rPr lang="en-US" dirty="0" err="1" smtClean="0"/>
              <a:t>rerum</a:t>
            </a:r>
            <a:r>
              <a:rPr lang="en-US" dirty="0" smtClean="0"/>
              <a:t> et </a:t>
            </a:r>
            <a:r>
              <a:rPr lang="en-US" dirty="0" err="1" smtClean="0"/>
              <a:t>il</a:t>
            </a:r>
            <a:r>
              <a:rPr lang="en-US" dirty="0" smtClean="0"/>
              <a:t> </a:t>
            </a:r>
            <a:r>
              <a:rPr lang="en-US" dirty="0" err="1" smtClean="0"/>
              <a:t>est</a:t>
            </a:r>
            <a:r>
              <a:rPr lang="en-US" dirty="0" smtClean="0"/>
              <a:t> qui </a:t>
            </a:r>
            <a:r>
              <a:rPr lang="en-US" dirty="0" err="1" smtClean="0"/>
              <a:t>cus</a:t>
            </a:r>
            <a:r>
              <a:rPr lang="en-US" dirty="0" smtClean="0"/>
              <a:t> </a:t>
            </a:r>
            <a:r>
              <a:rPr lang="en-US" dirty="0" err="1" smtClean="0"/>
              <a:t>aut</a:t>
            </a:r>
            <a:r>
              <a:rPr lang="en-US" dirty="0" smtClean="0"/>
              <a:t> et </a:t>
            </a:r>
            <a:r>
              <a:rPr lang="en-US" dirty="0" err="1" smtClean="0"/>
              <a:t>secsaill</a:t>
            </a:r>
            <a:r>
              <a:rPr lang="en-US" dirty="0" smtClean="0"/>
              <a:t> to </a:t>
            </a:r>
            <a:r>
              <a:rPr lang="en-US" dirty="0" err="1" smtClean="0"/>
              <a:t>cid</a:t>
            </a:r>
            <a:r>
              <a:rPr lang="en-US" dirty="0" smtClean="0"/>
              <a:t> et </a:t>
            </a:r>
            <a:r>
              <a:rPr lang="en-US" dirty="0" err="1" smtClean="0"/>
              <a:t>poreupudam</a:t>
            </a:r>
            <a:r>
              <a:rPr lang="en-US" dirty="0" smtClean="0"/>
              <a:t> </a:t>
            </a:r>
            <a:r>
              <a:rPr lang="en-US" dirty="0" err="1" smtClean="0"/>
              <a:t>unti</a:t>
            </a:r>
            <a:r>
              <a:rPr lang="en-US" dirty="0" smtClean="0"/>
              <a:t>, </a:t>
            </a:r>
            <a:r>
              <a:rPr lang="en-US" dirty="0" err="1" smtClean="0"/>
              <a:t>uptodemsd</a:t>
            </a:r>
            <a:r>
              <a:rPr lang="en-US" dirty="0" smtClean="0"/>
              <a:t> </a:t>
            </a:r>
            <a:r>
              <a:rPr lang="en-US" dirty="0" err="1" smtClean="0"/>
              <a:t>blacsccsuam</a:t>
            </a:r>
            <a:r>
              <a:rPr lang="en-US" dirty="0" smtClean="0"/>
              <a:t> </a:t>
            </a:r>
            <a:r>
              <a:rPr lang="en-US" dirty="0" err="1" smtClean="0"/>
              <a:t>reprio</a:t>
            </a:r>
            <a:r>
              <a:rPr lang="en-US" dirty="0" smtClean="0"/>
              <a:t> </a:t>
            </a:r>
            <a:r>
              <a:rPr lang="en-US" dirty="0" err="1" smtClean="0"/>
              <a:t>endes</a:t>
            </a:r>
            <a:r>
              <a:rPr lang="en-US" dirty="0" smtClean="0"/>
              <a:t> </a:t>
            </a:r>
            <a:r>
              <a:rPr lang="en-US" dirty="0" err="1" smtClean="0"/>
              <a:t>autem</a:t>
            </a:r>
            <a:r>
              <a:rPr lang="en-US" dirty="0" smtClean="0"/>
              <a:t> </a:t>
            </a:r>
            <a:r>
              <a:rPr lang="en-US" dirty="0" err="1" smtClean="0"/>
              <a:t>quie</a:t>
            </a:r>
            <a:r>
              <a:rPr lang="en-US" dirty="0" smtClean="0"/>
              <a:t> </a:t>
            </a:r>
            <a:r>
              <a:rPr lang="en-US" dirty="0" err="1" smtClean="0"/>
              <a:t>prem</a:t>
            </a:r>
            <a:r>
              <a:rPr lang="en-US" dirty="0" smtClean="0"/>
              <a:t> </a:t>
            </a:r>
            <a:r>
              <a:rPr lang="en-US" dirty="0" err="1" smtClean="0"/>
              <a:t>aditas</a:t>
            </a:r>
            <a:r>
              <a:rPr lang="en-US" dirty="0" smtClean="0"/>
              <a:t> discus </a:t>
            </a:r>
            <a:r>
              <a:rPr lang="en-US" dirty="0" err="1" smtClean="0"/>
              <a:t>magnihilibus</a:t>
            </a:r>
            <a:r>
              <a:rPr lang="en-US" dirty="0" smtClean="0"/>
              <a:t> </a:t>
            </a:r>
            <a:r>
              <a:rPr lang="en-US" dirty="0" err="1" smtClean="0"/>
              <a:t>cusiccs</a:t>
            </a:r>
            <a:r>
              <a:rPr lang="en-US" dirty="0" smtClean="0"/>
              <a:t> </a:t>
            </a:r>
            <a:r>
              <a:rPr lang="en-US" dirty="0" err="1" smtClean="0"/>
              <a:t>eatumse</a:t>
            </a:r>
            <a:r>
              <a:rPr lang="en-US" dirty="0" smtClean="0"/>
              <a:t> </a:t>
            </a:r>
            <a:r>
              <a:rPr lang="en-US" dirty="0" err="1" smtClean="0"/>
              <a:t>luptaquie</a:t>
            </a:r>
            <a:r>
              <a:rPr lang="en-US" dirty="0" smtClean="0"/>
              <a:t> </a:t>
            </a:r>
            <a:r>
              <a:rPr lang="en-US" dirty="0" err="1" smtClean="0"/>
              <a:t>dolum</a:t>
            </a:r>
            <a:r>
              <a:rPr lang="en-US" dirty="0" smtClean="0"/>
              <a:t> </a:t>
            </a:r>
            <a:r>
              <a:rPr lang="en-US" dirty="0" err="1" smtClean="0"/>
              <a:t>Aperchil</a:t>
            </a:r>
            <a:r>
              <a:rPr lang="en-US" dirty="0" smtClean="0"/>
              <a:t> </a:t>
            </a:r>
            <a:r>
              <a:rPr lang="en-US" dirty="0" err="1" smtClean="0"/>
              <a:t>inus</a:t>
            </a:r>
            <a:r>
              <a:rPr lang="en-US" dirty="0" smtClean="0"/>
              <a:t>, </a:t>
            </a:r>
            <a:r>
              <a:rPr lang="en-US" dirty="0" err="1" smtClean="0"/>
              <a:t>ullabo</a:t>
            </a:r>
            <a:r>
              <a:rPr lang="en-US" dirty="0" smtClean="0"/>
              <a:t>. </a:t>
            </a:r>
            <a:r>
              <a:rPr lang="en-US" dirty="0" err="1" smtClean="0"/>
              <a:t>Otat</a:t>
            </a:r>
            <a:r>
              <a:rPr lang="en-US" dirty="0" smtClean="0"/>
              <a:t>. </a:t>
            </a:r>
            <a:r>
              <a:rPr lang="en-US" dirty="0" err="1" smtClean="0"/>
              <a:t>Bissecto</a:t>
            </a:r>
            <a:r>
              <a:rPr lang="en-US" dirty="0" smtClean="0"/>
              <a:t> </a:t>
            </a:r>
            <a:r>
              <a:rPr lang="en-US" dirty="0" err="1" smtClean="0"/>
              <a:t>occust</a:t>
            </a:r>
            <a:r>
              <a:rPr lang="en-US" dirty="0" smtClean="0"/>
              <a:t>, to </a:t>
            </a:r>
            <a:r>
              <a:rPr lang="en-US" dirty="0" err="1" smtClean="0"/>
              <a:t>dolupta</a:t>
            </a:r>
            <a:r>
              <a:rPr lang="en-US" dirty="0" smtClean="0"/>
              <a:t> turbos </a:t>
            </a:r>
            <a:r>
              <a:rPr lang="en-US" dirty="0" err="1" smtClean="0"/>
              <a:t>consequidi</a:t>
            </a:r>
            <a:r>
              <a:rPr lang="en-US" dirty="0" smtClean="0"/>
              <a:t> </a:t>
            </a:r>
            <a:r>
              <a:rPr lang="en-US" dirty="0" err="1" smtClean="0"/>
              <a:t>aut</a:t>
            </a:r>
            <a:r>
              <a:rPr lang="en-US" dirty="0" smtClean="0"/>
              <a:t> </a:t>
            </a:r>
            <a:r>
              <a:rPr lang="en-US" dirty="0" err="1" smtClean="0"/>
              <a:t>eos</a:t>
            </a:r>
            <a:r>
              <a:rPr lang="en-US" dirty="0" smtClean="0"/>
              <a:t> </a:t>
            </a:r>
            <a:r>
              <a:rPr lang="en-US" dirty="0" err="1" smtClean="0"/>
              <a:t>aut</a:t>
            </a:r>
            <a:r>
              <a:rPr lang="en-US" dirty="0" smtClean="0"/>
              <a:t> </a:t>
            </a:r>
            <a:r>
              <a:rPr lang="en-US" dirty="0" err="1" smtClean="0"/>
              <a:t>dolesequam</a:t>
            </a:r>
            <a:r>
              <a:rPr lang="en-US" dirty="0" smtClean="0"/>
              <a:t> </a:t>
            </a:r>
            <a:r>
              <a:rPr lang="en-US" dirty="0" err="1" smtClean="0"/>
              <a:t>commole</a:t>
            </a:r>
            <a:r>
              <a:rPr lang="en-US" dirty="0" smtClean="0"/>
              <a:t> </a:t>
            </a:r>
            <a:r>
              <a:rPr lang="en-US" dirty="0" err="1" smtClean="0"/>
              <a:t>ntotas</a:t>
            </a:r>
            <a:r>
              <a:rPr lang="en-US" dirty="0" smtClean="0"/>
              <a:t> se </a:t>
            </a:r>
            <a:r>
              <a:rPr lang="en-US" dirty="0" err="1" smtClean="0"/>
              <a:t>volum</a:t>
            </a:r>
            <a:r>
              <a:rPr lang="en-US" dirty="0" smtClean="0"/>
              <a:t> </a:t>
            </a:r>
            <a:r>
              <a:rPr lang="en-US" dirty="0" err="1" smtClean="0"/>
              <a:t>est</a:t>
            </a:r>
            <a:r>
              <a:rPr lang="en-US" dirty="0" smtClean="0"/>
              <a:t> </a:t>
            </a:r>
            <a:r>
              <a:rPr lang="en-US" dirty="0" err="1" smtClean="0"/>
              <a:t>aut</a:t>
            </a:r>
            <a:r>
              <a:rPr lang="en-US" dirty="0" smtClean="0"/>
              <a:t> </a:t>
            </a:r>
            <a:r>
              <a:rPr lang="en-US" dirty="0" err="1" smtClean="0"/>
              <a:t>veliatuint</a:t>
            </a:r>
            <a:r>
              <a:rPr lang="en-US" dirty="0" smtClean="0"/>
              <a:t> </a:t>
            </a:r>
            <a:r>
              <a:rPr lang="en-US" dirty="0" err="1" smtClean="0"/>
              <a:t>fuga</a:t>
            </a:r>
            <a:r>
              <a:rPr lang="en-US" dirty="0" smtClean="0"/>
              <a:t>. </a:t>
            </a:r>
            <a:r>
              <a:rPr lang="en-US" dirty="0" err="1" smtClean="0"/>
              <a:t>Sunt</a:t>
            </a:r>
            <a:r>
              <a:rPr lang="en-US" dirty="0" smtClean="0"/>
              <a:t> </a:t>
            </a:r>
            <a:r>
              <a:rPr lang="en-US" dirty="0" err="1" smtClean="0"/>
              <a:t>volupta</a:t>
            </a:r>
            <a:r>
              <a:rPr lang="en-US" dirty="0" smtClean="0"/>
              <a:t> </a:t>
            </a:r>
            <a:r>
              <a:rPr lang="en-US" dirty="0" err="1" smtClean="0"/>
              <a:t>tiuntem</a:t>
            </a:r>
            <a:r>
              <a:rPr lang="en-US" dirty="0" smtClean="0"/>
              <a:t> </a:t>
            </a:r>
            <a:r>
              <a:rPr lang="en-US" dirty="0" err="1" smtClean="0"/>
              <a:t>inulparum</a:t>
            </a:r>
            <a:r>
              <a:rPr lang="en-US" dirty="0" smtClean="0"/>
              <a:t> et </a:t>
            </a:r>
            <a:r>
              <a:rPr lang="en-US" dirty="0" err="1" smtClean="0"/>
              <a:t>fugioto</a:t>
            </a:r>
            <a:r>
              <a:rPr lang="en-US" dirty="0" smtClean="0"/>
              <a:t> </a:t>
            </a:r>
            <a:r>
              <a:rPr lang="en-US" dirty="0" err="1" smtClean="0"/>
              <a:t>cusa</a:t>
            </a:r>
            <a:r>
              <a:rPr lang="en-US" dirty="0" smtClean="0"/>
              <a:t> net </a:t>
            </a:r>
            <a:r>
              <a:rPr lang="en-US" dirty="0" err="1" smtClean="0"/>
              <a:t>aut</a:t>
            </a:r>
            <a:r>
              <a:rPr lang="en-US" dirty="0" smtClean="0"/>
              <a:t> colossus. </a:t>
            </a:r>
            <a:r>
              <a:rPr lang="en-US" dirty="0" err="1" smtClean="0"/>
              <a:t>Evelegndigim</a:t>
            </a:r>
            <a:r>
              <a:rPr lang="en-US" dirty="0" smtClean="0"/>
              <a:t> qui </a:t>
            </a:r>
            <a:r>
              <a:rPr lang="en-US" dirty="0" err="1" smtClean="0"/>
              <a:t>ommodiao</a:t>
            </a:r>
            <a:r>
              <a:rPr lang="en-US" dirty="0" smtClean="0"/>
              <a:t> </a:t>
            </a:r>
            <a:r>
              <a:rPr lang="en-US" dirty="0" err="1" smtClean="0"/>
              <a:t>exceaswum</a:t>
            </a:r>
            <a:r>
              <a:rPr lang="en-US" dirty="0" smtClean="0"/>
              <a:t> </a:t>
            </a:r>
            <a:r>
              <a:rPr lang="en-US" dirty="0" err="1" smtClean="0"/>
              <a:t>enus</a:t>
            </a:r>
            <a:r>
              <a:rPr lang="en-US" dirty="0" smtClean="0"/>
              <a:t> as </a:t>
            </a:r>
            <a:r>
              <a:rPr lang="en-US" dirty="0" err="1" smtClean="0"/>
              <a:t>deerro</a:t>
            </a:r>
            <a:r>
              <a:rPr lang="en-US" dirty="0" smtClean="0"/>
              <a:t> </a:t>
            </a:r>
            <a:r>
              <a:rPr lang="en-US" dirty="0" err="1" smtClean="0"/>
              <a:t>consedi</a:t>
            </a:r>
            <a:r>
              <a:rPr lang="en-US" dirty="0" smtClean="0"/>
              <a:t> </a:t>
            </a:r>
            <a:r>
              <a:rPr lang="en-US" dirty="0" err="1" smtClean="0"/>
              <a:t>rerum</a:t>
            </a:r>
            <a:r>
              <a:rPr lang="en-US" dirty="0" smtClean="0"/>
              <a:t> et </a:t>
            </a:r>
            <a:r>
              <a:rPr lang="en-US" dirty="0" err="1" smtClean="0"/>
              <a:t>il</a:t>
            </a:r>
            <a:r>
              <a:rPr lang="en-US" dirty="0" smtClean="0"/>
              <a:t> </a:t>
            </a:r>
            <a:r>
              <a:rPr lang="en-US" dirty="0" err="1" smtClean="0"/>
              <a:t>est</a:t>
            </a:r>
            <a:r>
              <a:rPr lang="en-US" dirty="0" smtClean="0"/>
              <a:t> qui </a:t>
            </a:r>
            <a:r>
              <a:rPr lang="en-US" dirty="0" err="1" smtClean="0"/>
              <a:t>cus</a:t>
            </a:r>
            <a:r>
              <a:rPr lang="en-US" dirty="0" smtClean="0"/>
              <a:t> </a:t>
            </a:r>
            <a:r>
              <a:rPr lang="en-US" dirty="0" err="1" smtClean="0"/>
              <a:t>aut</a:t>
            </a:r>
            <a:r>
              <a:rPr lang="en-US" dirty="0" smtClean="0"/>
              <a:t> et </a:t>
            </a:r>
            <a:r>
              <a:rPr lang="en-US" dirty="0" err="1" smtClean="0"/>
              <a:t>secsaill</a:t>
            </a:r>
            <a:r>
              <a:rPr lang="en-US" dirty="0" smtClean="0"/>
              <a:t> to </a:t>
            </a:r>
            <a:r>
              <a:rPr lang="en-US" dirty="0" err="1" smtClean="0"/>
              <a:t>cid</a:t>
            </a:r>
            <a:r>
              <a:rPr lang="en-US" dirty="0" smtClean="0"/>
              <a:t> et </a:t>
            </a:r>
            <a:r>
              <a:rPr lang="en-US" dirty="0" err="1" smtClean="0"/>
              <a:t>poreupudam</a:t>
            </a:r>
            <a:r>
              <a:rPr lang="en-US" dirty="0" smtClean="0"/>
              <a:t> </a:t>
            </a:r>
            <a:r>
              <a:rPr lang="en-US" dirty="0" err="1" smtClean="0"/>
              <a:t>unti</a:t>
            </a:r>
            <a:r>
              <a:rPr lang="en-US" dirty="0" smtClean="0"/>
              <a:t>, </a:t>
            </a:r>
            <a:r>
              <a:rPr lang="en-US" dirty="0" err="1" smtClean="0"/>
              <a:t>uptodemsd</a:t>
            </a:r>
            <a:r>
              <a:rPr lang="en-US" dirty="0" smtClean="0"/>
              <a:t> </a:t>
            </a:r>
            <a:r>
              <a:rPr lang="en-US" dirty="0" err="1" smtClean="0"/>
              <a:t>blacsccsuam</a:t>
            </a:r>
            <a:r>
              <a:rPr lang="en-US" dirty="0" smtClean="0"/>
              <a:t> </a:t>
            </a:r>
            <a:r>
              <a:rPr lang="en-US" dirty="0" err="1" smtClean="0"/>
              <a:t>reprio</a:t>
            </a:r>
            <a:r>
              <a:rPr lang="en-US" dirty="0" smtClean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46297484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9"/>
          <p:cNvSpPr>
            <a:spLocks noGrp="1"/>
          </p:cNvSpPr>
          <p:nvPr>
            <p:ph type="body" sz="quarter" idx="12" hasCustomPrompt="1"/>
          </p:nvPr>
        </p:nvSpPr>
        <p:spPr>
          <a:xfrm>
            <a:off x="406203" y="701040"/>
            <a:ext cx="8280597" cy="39748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3400"/>
              </a:lnSpc>
              <a:spcBef>
                <a:spcPts val="0"/>
              </a:spcBef>
              <a:buNone/>
              <a:defRPr sz="3200" spc="-100" baseline="0">
                <a:solidFill>
                  <a:srgbClr val="0097A9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 smtClean="0"/>
              <a:t>Title</a:t>
            </a:r>
            <a:endParaRPr lang="en-CA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406203" y="1157677"/>
            <a:ext cx="8280597" cy="23820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2200"/>
              </a:lnSpc>
              <a:spcBef>
                <a:spcPts val="0"/>
              </a:spcBef>
              <a:buNone/>
              <a:defRPr sz="1800" b="0" spc="0" baseline="0">
                <a:solidFill>
                  <a:srgbClr val="DAAA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 smtClean="0"/>
              <a:t>Subtitle</a:t>
            </a:r>
            <a:endParaRPr lang="en-CA" dirty="0"/>
          </a:p>
        </p:txBody>
      </p:sp>
      <p:sp>
        <p:nvSpPr>
          <p:cNvPr id="6" name="Text Placeholder 6"/>
          <p:cNvSpPr>
            <a:spLocks noGrp="1"/>
          </p:cNvSpPr>
          <p:nvPr>
            <p:ph type="body" sz="quarter" idx="15" hasCustomPrompt="1"/>
          </p:nvPr>
        </p:nvSpPr>
        <p:spPr>
          <a:xfrm>
            <a:off x="406400" y="1636713"/>
            <a:ext cx="8280400" cy="2743200"/>
          </a:xfrm>
          <a:prstGeom prst="rect">
            <a:avLst/>
          </a:prstGeom>
        </p:spPr>
        <p:txBody>
          <a:bodyPr lIns="0" tIns="36000" rIns="0" numCol="2" spcCol="288000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 b="0" i="0" u="none" strike="noStrike" baseline="0" smtClean="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 smtClean="0"/>
              <a:t>Click to add text. Body placeholder text goes here. </a:t>
            </a:r>
            <a:r>
              <a:rPr lang="en-US" dirty="0" err="1" smtClean="0"/>
              <a:t>Aperchil</a:t>
            </a:r>
            <a:r>
              <a:rPr lang="en-US" dirty="0" smtClean="0"/>
              <a:t> </a:t>
            </a:r>
            <a:r>
              <a:rPr lang="en-US" dirty="0" err="1" smtClean="0"/>
              <a:t>inus</a:t>
            </a:r>
            <a:r>
              <a:rPr lang="en-US" dirty="0" smtClean="0"/>
              <a:t>, </a:t>
            </a:r>
            <a:r>
              <a:rPr lang="en-US" dirty="0" err="1" smtClean="0"/>
              <a:t>ullabo</a:t>
            </a:r>
            <a:r>
              <a:rPr lang="en-US" dirty="0" smtClean="0"/>
              <a:t>. </a:t>
            </a:r>
            <a:r>
              <a:rPr lang="en-US" dirty="0" err="1" smtClean="0"/>
              <a:t>Otat</a:t>
            </a:r>
            <a:r>
              <a:rPr lang="en-US" dirty="0" smtClean="0"/>
              <a:t>. </a:t>
            </a:r>
            <a:r>
              <a:rPr lang="en-US" dirty="0" err="1" smtClean="0"/>
              <a:t>Bissecto</a:t>
            </a:r>
            <a:r>
              <a:rPr lang="en-US" dirty="0" smtClean="0"/>
              <a:t> </a:t>
            </a:r>
            <a:r>
              <a:rPr lang="en-US" dirty="0" err="1" smtClean="0"/>
              <a:t>occust</a:t>
            </a:r>
            <a:r>
              <a:rPr lang="en-US" dirty="0" smtClean="0"/>
              <a:t>, to </a:t>
            </a:r>
            <a:r>
              <a:rPr lang="en-US" dirty="0" err="1" smtClean="0"/>
              <a:t>dolupta</a:t>
            </a:r>
            <a:r>
              <a:rPr lang="en-US" dirty="0" smtClean="0"/>
              <a:t> turbos </a:t>
            </a:r>
            <a:r>
              <a:rPr lang="en-US" dirty="0" err="1" smtClean="0"/>
              <a:t>consequidi</a:t>
            </a:r>
            <a:r>
              <a:rPr lang="en-US" dirty="0" smtClean="0"/>
              <a:t> </a:t>
            </a:r>
            <a:r>
              <a:rPr lang="en-US" dirty="0" err="1" smtClean="0"/>
              <a:t>aut</a:t>
            </a:r>
            <a:r>
              <a:rPr lang="en-US" dirty="0" smtClean="0"/>
              <a:t> </a:t>
            </a:r>
            <a:r>
              <a:rPr lang="en-US" dirty="0" err="1" smtClean="0"/>
              <a:t>eos</a:t>
            </a:r>
            <a:r>
              <a:rPr lang="en-US" dirty="0" smtClean="0"/>
              <a:t> </a:t>
            </a:r>
            <a:r>
              <a:rPr lang="en-US" dirty="0" err="1" smtClean="0"/>
              <a:t>aut</a:t>
            </a:r>
            <a:r>
              <a:rPr lang="en-US" dirty="0" smtClean="0"/>
              <a:t> </a:t>
            </a:r>
            <a:r>
              <a:rPr lang="en-US" dirty="0" err="1" smtClean="0"/>
              <a:t>dolesequam</a:t>
            </a:r>
            <a:r>
              <a:rPr lang="en-US" dirty="0" smtClean="0"/>
              <a:t> </a:t>
            </a:r>
            <a:r>
              <a:rPr lang="en-US" dirty="0" err="1" smtClean="0"/>
              <a:t>aut</a:t>
            </a:r>
            <a:r>
              <a:rPr lang="en-US" dirty="0" smtClean="0"/>
              <a:t> colossus.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 err="1" smtClean="0"/>
              <a:t>Evelegndigim</a:t>
            </a:r>
            <a:r>
              <a:rPr lang="en-US" dirty="0" smtClean="0"/>
              <a:t> </a:t>
            </a:r>
            <a:r>
              <a:rPr lang="en-US" dirty="0" err="1" smtClean="0"/>
              <a:t>enus</a:t>
            </a:r>
            <a:r>
              <a:rPr lang="en-US" dirty="0" smtClean="0"/>
              <a:t> as </a:t>
            </a:r>
            <a:r>
              <a:rPr lang="en-US" dirty="0" err="1" smtClean="0"/>
              <a:t>deerro</a:t>
            </a:r>
            <a:r>
              <a:rPr lang="en-US" dirty="0" smtClean="0"/>
              <a:t> </a:t>
            </a:r>
            <a:r>
              <a:rPr lang="en-US" dirty="0" err="1" smtClean="0"/>
              <a:t>consedi</a:t>
            </a:r>
            <a:r>
              <a:rPr lang="en-US" dirty="0" smtClean="0"/>
              <a:t> </a:t>
            </a:r>
            <a:r>
              <a:rPr lang="en-US" dirty="0" err="1" smtClean="0"/>
              <a:t>rerum</a:t>
            </a:r>
            <a:r>
              <a:rPr lang="en-US" dirty="0" smtClean="0"/>
              <a:t> et </a:t>
            </a:r>
            <a:r>
              <a:rPr lang="en-US" dirty="0" err="1" smtClean="0"/>
              <a:t>il</a:t>
            </a:r>
            <a:r>
              <a:rPr lang="en-US" dirty="0" smtClean="0"/>
              <a:t> </a:t>
            </a:r>
            <a:r>
              <a:rPr lang="en-US" dirty="0" err="1" smtClean="0"/>
              <a:t>est</a:t>
            </a:r>
            <a:r>
              <a:rPr lang="en-US" dirty="0" smtClean="0"/>
              <a:t> qui </a:t>
            </a:r>
            <a:r>
              <a:rPr lang="en-US" dirty="0" err="1" smtClean="0"/>
              <a:t>cus</a:t>
            </a:r>
            <a:r>
              <a:rPr lang="en-US" dirty="0" smtClean="0"/>
              <a:t> </a:t>
            </a:r>
            <a:r>
              <a:rPr lang="en-US" dirty="0" err="1" smtClean="0"/>
              <a:t>aut</a:t>
            </a:r>
            <a:r>
              <a:rPr lang="en-US" dirty="0" smtClean="0"/>
              <a:t> et </a:t>
            </a:r>
            <a:r>
              <a:rPr lang="en-US" dirty="0" err="1" smtClean="0"/>
              <a:t>secsaill</a:t>
            </a:r>
            <a:r>
              <a:rPr lang="en-US" dirty="0" smtClean="0"/>
              <a:t> to </a:t>
            </a:r>
            <a:r>
              <a:rPr lang="en-US" dirty="0" err="1" smtClean="0"/>
              <a:t>cid</a:t>
            </a:r>
            <a:r>
              <a:rPr lang="en-US" dirty="0" smtClean="0"/>
              <a:t> et </a:t>
            </a:r>
            <a:r>
              <a:rPr lang="en-US" dirty="0" err="1" smtClean="0"/>
              <a:t>poreupudam</a:t>
            </a:r>
            <a:r>
              <a:rPr lang="en-US" dirty="0" smtClean="0"/>
              <a:t> </a:t>
            </a:r>
            <a:r>
              <a:rPr lang="en-US" dirty="0" err="1" smtClean="0"/>
              <a:t>unti</a:t>
            </a:r>
            <a:r>
              <a:rPr lang="en-US" dirty="0" smtClean="0"/>
              <a:t>, </a:t>
            </a:r>
            <a:r>
              <a:rPr lang="en-US" dirty="0" err="1" smtClean="0"/>
              <a:t>uptodemsd</a:t>
            </a:r>
            <a:r>
              <a:rPr lang="en-US" dirty="0" smtClean="0"/>
              <a:t> </a:t>
            </a:r>
            <a:r>
              <a:rPr lang="en-US" dirty="0" err="1" smtClean="0"/>
              <a:t>blacsccsuam</a:t>
            </a:r>
            <a:r>
              <a:rPr lang="en-US" dirty="0" smtClean="0"/>
              <a:t> </a:t>
            </a:r>
            <a:r>
              <a:rPr lang="en-US" dirty="0" err="1" smtClean="0"/>
              <a:t>reprio</a:t>
            </a:r>
            <a:r>
              <a:rPr lang="en-US" dirty="0" smtClean="0"/>
              <a:t> </a:t>
            </a:r>
            <a:r>
              <a:rPr lang="en-US" dirty="0" err="1" smtClean="0"/>
              <a:t>endes</a:t>
            </a:r>
            <a:r>
              <a:rPr lang="en-US" dirty="0" smtClean="0"/>
              <a:t> </a:t>
            </a:r>
            <a:r>
              <a:rPr lang="en-US" dirty="0" err="1" smtClean="0"/>
              <a:t>autem</a:t>
            </a:r>
            <a:r>
              <a:rPr lang="en-US" dirty="0" smtClean="0"/>
              <a:t> </a:t>
            </a:r>
            <a:r>
              <a:rPr lang="en-US" dirty="0" err="1" smtClean="0"/>
              <a:t>quie</a:t>
            </a:r>
            <a:r>
              <a:rPr lang="en-US" dirty="0" smtClean="0"/>
              <a:t> </a:t>
            </a:r>
            <a:r>
              <a:rPr lang="en-US" dirty="0" err="1" smtClean="0"/>
              <a:t>prem</a:t>
            </a:r>
            <a:r>
              <a:rPr lang="en-US" dirty="0" smtClean="0"/>
              <a:t> </a:t>
            </a:r>
            <a:r>
              <a:rPr lang="en-US" dirty="0" err="1" smtClean="0"/>
              <a:t>aditas</a:t>
            </a:r>
            <a:r>
              <a:rPr lang="en-US" dirty="0" smtClean="0"/>
              <a:t> discus.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 err="1" smtClean="0"/>
              <a:t>Aperchil</a:t>
            </a:r>
            <a:r>
              <a:rPr lang="en-US" dirty="0" smtClean="0"/>
              <a:t> </a:t>
            </a:r>
            <a:r>
              <a:rPr lang="en-US" dirty="0" err="1" smtClean="0"/>
              <a:t>inus</a:t>
            </a:r>
            <a:r>
              <a:rPr lang="en-US" dirty="0" smtClean="0"/>
              <a:t>, </a:t>
            </a:r>
            <a:r>
              <a:rPr lang="en-US" dirty="0" err="1" smtClean="0"/>
              <a:t>ullabo</a:t>
            </a:r>
            <a:r>
              <a:rPr lang="en-US" dirty="0" smtClean="0"/>
              <a:t>. </a:t>
            </a:r>
            <a:r>
              <a:rPr lang="en-US" dirty="0" err="1" smtClean="0"/>
              <a:t>Otat</a:t>
            </a:r>
            <a:r>
              <a:rPr lang="en-US" dirty="0" smtClean="0"/>
              <a:t>. </a:t>
            </a:r>
            <a:r>
              <a:rPr lang="en-US" dirty="0" err="1" smtClean="0"/>
              <a:t>Bissecto</a:t>
            </a:r>
            <a:r>
              <a:rPr lang="en-US" dirty="0" smtClean="0"/>
              <a:t> </a:t>
            </a:r>
            <a:r>
              <a:rPr lang="en-US" dirty="0" err="1" smtClean="0"/>
              <a:t>occust</a:t>
            </a:r>
            <a:r>
              <a:rPr lang="en-US" dirty="0" smtClean="0"/>
              <a:t>, to </a:t>
            </a:r>
            <a:r>
              <a:rPr lang="en-US" dirty="0" err="1" smtClean="0"/>
              <a:t>Dolupta</a:t>
            </a:r>
            <a:r>
              <a:rPr lang="en-US" dirty="0" smtClean="0"/>
              <a:t> turbos </a:t>
            </a:r>
            <a:r>
              <a:rPr lang="en-US" dirty="0" err="1" smtClean="0"/>
              <a:t>consequidi</a:t>
            </a:r>
            <a:r>
              <a:rPr lang="en-US" dirty="0" smtClean="0"/>
              <a:t> </a:t>
            </a:r>
            <a:r>
              <a:rPr lang="en-US" dirty="0" err="1" smtClean="0"/>
              <a:t>aut</a:t>
            </a:r>
            <a:r>
              <a:rPr lang="en-US" dirty="0" smtClean="0"/>
              <a:t> </a:t>
            </a:r>
            <a:r>
              <a:rPr lang="en-US" dirty="0" err="1" smtClean="0"/>
              <a:t>eos</a:t>
            </a:r>
            <a:r>
              <a:rPr lang="en-US" dirty="0" smtClean="0"/>
              <a:t> </a:t>
            </a:r>
            <a:r>
              <a:rPr lang="en-US" dirty="0" err="1" smtClean="0"/>
              <a:t>aut</a:t>
            </a:r>
            <a:r>
              <a:rPr lang="en-US" dirty="0" smtClean="0"/>
              <a:t>. </a:t>
            </a:r>
            <a:r>
              <a:rPr lang="en-US" dirty="0" err="1" smtClean="0"/>
              <a:t>est</a:t>
            </a:r>
            <a:r>
              <a:rPr lang="en-US" dirty="0" smtClean="0"/>
              <a:t> </a:t>
            </a:r>
            <a:r>
              <a:rPr lang="en-US" dirty="0" err="1" smtClean="0"/>
              <a:t>aut</a:t>
            </a:r>
            <a:r>
              <a:rPr lang="en-US" dirty="0" smtClean="0"/>
              <a:t> </a:t>
            </a:r>
            <a:r>
              <a:rPr lang="en-US" dirty="0" err="1" smtClean="0"/>
              <a:t>veliatuint</a:t>
            </a:r>
            <a:r>
              <a:rPr lang="en-US" dirty="0" smtClean="0"/>
              <a:t> </a:t>
            </a:r>
            <a:r>
              <a:rPr lang="en-US" dirty="0" err="1" smtClean="0"/>
              <a:t>fuga</a:t>
            </a:r>
            <a:r>
              <a:rPr lang="en-US" dirty="0" smtClean="0"/>
              <a:t>. </a:t>
            </a:r>
            <a:r>
              <a:rPr lang="en-US" dirty="0" err="1" smtClean="0"/>
              <a:t>Sunt</a:t>
            </a:r>
            <a:r>
              <a:rPr lang="en-US" dirty="0" smtClean="0"/>
              <a:t> </a:t>
            </a:r>
            <a:r>
              <a:rPr lang="en-US" dirty="0" err="1" smtClean="0"/>
              <a:t>volupta</a:t>
            </a:r>
            <a:r>
              <a:rPr lang="en-US" dirty="0" smtClean="0"/>
              <a:t> </a:t>
            </a:r>
            <a:r>
              <a:rPr lang="en-US" dirty="0" err="1" smtClean="0"/>
              <a:t>tiuntem</a:t>
            </a:r>
            <a:r>
              <a:rPr lang="en-US" dirty="0" smtClean="0"/>
              <a:t> </a:t>
            </a:r>
            <a:r>
              <a:rPr lang="en-US" dirty="0" err="1" smtClean="0"/>
              <a:t>inulparum</a:t>
            </a:r>
            <a:r>
              <a:rPr lang="en-US" dirty="0" smtClean="0"/>
              <a:t> et </a:t>
            </a:r>
            <a:r>
              <a:rPr lang="en-US" dirty="0" err="1" smtClean="0"/>
              <a:t>fugioto</a:t>
            </a:r>
            <a:r>
              <a:rPr lang="en-US" dirty="0" smtClean="0"/>
              <a:t> </a:t>
            </a:r>
            <a:r>
              <a:rPr lang="en-US" dirty="0" err="1" smtClean="0"/>
              <a:t>cusa</a:t>
            </a:r>
            <a:r>
              <a:rPr lang="en-US" dirty="0" smtClean="0"/>
              <a:t> net </a:t>
            </a:r>
            <a:r>
              <a:rPr lang="en-US" dirty="0" err="1" smtClean="0"/>
              <a:t>aut</a:t>
            </a:r>
            <a:r>
              <a:rPr lang="en-US" dirty="0" smtClean="0"/>
              <a:t> colossus.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 err="1" smtClean="0"/>
              <a:t>Evelegndigim</a:t>
            </a:r>
            <a:r>
              <a:rPr lang="en-US" dirty="0" smtClean="0"/>
              <a:t> qui </a:t>
            </a:r>
            <a:r>
              <a:rPr lang="en-US" dirty="0" err="1" smtClean="0"/>
              <a:t>ommodiao</a:t>
            </a:r>
            <a:r>
              <a:rPr lang="en-US" dirty="0" smtClean="0"/>
              <a:t> </a:t>
            </a:r>
            <a:r>
              <a:rPr lang="en-US" dirty="0" err="1" smtClean="0"/>
              <a:t>exceaswum</a:t>
            </a:r>
            <a:r>
              <a:rPr lang="en-US" dirty="0" smtClean="0"/>
              <a:t> </a:t>
            </a:r>
            <a:r>
              <a:rPr lang="en-US" dirty="0" err="1" smtClean="0"/>
              <a:t>enus</a:t>
            </a:r>
            <a:r>
              <a:rPr lang="en-US" dirty="0" smtClean="0"/>
              <a:t> as </a:t>
            </a:r>
            <a:r>
              <a:rPr lang="en-US" dirty="0" err="1" smtClean="0"/>
              <a:t>deerro</a:t>
            </a:r>
            <a:r>
              <a:rPr lang="en-US" dirty="0" smtClean="0"/>
              <a:t> </a:t>
            </a:r>
            <a:r>
              <a:rPr lang="en-US" dirty="0" err="1" smtClean="0"/>
              <a:t>consedi</a:t>
            </a:r>
            <a:r>
              <a:rPr lang="en-US" dirty="0" smtClean="0"/>
              <a:t> </a:t>
            </a:r>
            <a:r>
              <a:rPr lang="en-US" dirty="0" err="1" smtClean="0"/>
              <a:t>rerum</a:t>
            </a:r>
            <a:r>
              <a:rPr lang="en-US" dirty="0" smtClean="0"/>
              <a:t> et </a:t>
            </a:r>
            <a:r>
              <a:rPr lang="en-US" dirty="0" err="1" smtClean="0"/>
              <a:t>il</a:t>
            </a:r>
            <a:r>
              <a:rPr lang="en-US" dirty="0" smtClean="0"/>
              <a:t> </a:t>
            </a:r>
            <a:r>
              <a:rPr lang="en-US" dirty="0" err="1" smtClean="0"/>
              <a:t>Aperchil</a:t>
            </a:r>
            <a:r>
              <a:rPr lang="en-US" dirty="0" smtClean="0"/>
              <a:t> </a:t>
            </a:r>
            <a:r>
              <a:rPr lang="en-US" dirty="0" err="1" smtClean="0"/>
              <a:t>inus</a:t>
            </a:r>
            <a:r>
              <a:rPr lang="en-US" dirty="0" smtClean="0"/>
              <a:t>, </a:t>
            </a:r>
            <a:r>
              <a:rPr lang="en-US" dirty="0" err="1" smtClean="0"/>
              <a:t>ullabo</a:t>
            </a:r>
            <a:r>
              <a:rPr lang="en-US" dirty="0" smtClean="0"/>
              <a:t>. </a:t>
            </a:r>
            <a:r>
              <a:rPr lang="en-US" dirty="0" err="1" smtClean="0"/>
              <a:t>Otat</a:t>
            </a:r>
            <a:r>
              <a:rPr lang="en-US" dirty="0" smtClean="0"/>
              <a:t>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 err="1" smtClean="0"/>
              <a:t>Bissecto</a:t>
            </a:r>
            <a:r>
              <a:rPr lang="en-US" dirty="0" smtClean="0"/>
              <a:t> </a:t>
            </a:r>
            <a:r>
              <a:rPr lang="en-US" dirty="0" err="1" smtClean="0"/>
              <a:t>occust</a:t>
            </a:r>
            <a:r>
              <a:rPr lang="en-US" dirty="0" smtClean="0"/>
              <a:t>, to </a:t>
            </a:r>
            <a:r>
              <a:rPr lang="en-US" dirty="0" err="1" smtClean="0"/>
              <a:t>dolupta</a:t>
            </a:r>
            <a:r>
              <a:rPr lang="en-US" dirty="0" smtClean="0"/>
              <a:t> turbos </a:t>
            </a:r>
            <a:r>
              <a:rPr lang="en-US" dirty="0" err="1" smtClean="0"/>
              <a:t>consequidi</a:t>
            </a:r>
            <a:r>
              <a:rPr lang="en-US" dirty="0" smtClean="0"/>
              <a:t> </a:t>
            </a:r>
            <a:r>
              <a:rPr lang="en-US" dirty="0" err="1" smtClean="0"/>
              <a:t>aut</a:t>
            </a:r>
            <a:r>
              <a:rPr lang="en-US" dirty="0" smtClean="0"/>
              <a:t> </a:t>
            </a:r>
            <a:r>
              <a:rPr lang="en-US" dirty="0" err="1" smtClean="0"/>
              <a:t>eos</a:t>
            </a:r>
            <a:r>
              <a:rPr lang="en-US" dirty="0" smtClean="0"/>
              <a:t> </a:t>
            </a:r>
            <a:r>
              <a:rPr lang="en-US" dirty="0" err="1" smtClean="0"/>
              <a:t>aut</a:t>
            </a:r>
            <a:r>
              <a:rPr lang="en-US" dirty="0" smtClean="0"/>
              <a:t> </a:t>
            </a:r>
            <a:r>
              <a:rPr lang="en-US" dirty="0" err="1" smtClean="0"/>
              <a:t>dolesequam</a:t>
            </a:r>
            <a:r>
              <a:rPr lang="en-US" dirty="0" smtClean="0"/>
              <a:t> </a:t>
            </a:r>
            <a:r>
              <a:rPr lang="en-US" dirty="0" err="1" smtClean="0"/>
              <a:t>commole</a:t>
            </a:r>
            <a:endParaRPr lang="en-US" dirty="0" smtClean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 err="1" smtClean="0"/>
              <a:t>Evelegndigim</a:t>
            </a:r>
            <a:r>
              <a:rPr lang="en-US" dirty="0" smtClean="0"/>
              <a:t> qui </a:t>
            </a:r>
            <a:r>
              <a:rPr lang="en-US" dirty="0" err="1" smtClean="0"/>
              <a:t>ommodiao</a:t>
            </a:r>
            <a:r>
              <a:rPr lang="en-US" dirty="0" smtClean="0"/>
              <a:t> </a:t>
            </a:r>
            <a:r>
              <a:rPr lang="en-US" dirty="0" err="1" smtClean="0"/>
              <a:t>exceaswum</a:t>
            </a:r>
            <a:r>
              <a:rPr lang="en-US" dirty="0" smtClean="0"/>
              <a:t> </a:t>
            </a:r>
            <a:r>
              <a:rPr lang="en-US" dirty="0" err="1" smtClean="0"/>
              <a:t>enus</a:t>
            </a:r>
            <a:r>
              <a:rPr lang="en-US" dirty="0" smtClean="0"/>
              <a:t> as </a:t>
            </a:r>
            <a:r>
              <a:rPr lang="en-US" dirty="0" err="1" smtClean="0"/>
              <a:t>deerro</a:t>
            </a:r>
            <a:r>
              <a:rPr lang="en-US" dirty="0" smtClean="0"/>
              <a:t> </a:t>
            </a:r>
            <a:r>
              <a:rPr lang="en-US" dirty="0" err="1" smtClean="0"/>
              <a:t>consedi</a:t>
            </a:r>
            <a:r>
              <a:rPr lang="en-US" dirty="0" smtClean="0"/>
              <a:t> </a:t>
            </a:r>
            <a:r>
              <a:rPr lang="en-US" dirty="0" err="1" smtClean="0"/>
              <a:t>rerum</a:t>
            </a:r>
            <a:r>
              <a:rPr lang="en-US" dirty="0" smtClean="0"/>
              <a:t> et </a:t>
            </a:r>
            <a:r>
              <a:rPr lang="en-US" dirty="0" err="1" smtClean="0"/>
              <a:t>il</a:t>
            </a:r>
            <a:r>
              <a:rPr lang="en-US" dirty="0" smtClean="0"/>
              <a:t> </a:t>
            </a:r>
            <a:r>
              <a:rPr lang="en-US" dirty="0" err="1" smtClean="0"/>
              <a:t>est</a:t>
            </a:r>
            <a:r>
              <a:rPr lang="en-US" dirty="0" smtClean="0"/>
              <a:t> qui </a:t>
            </a:r>
            <a:r>
              <a:rPr lang="en-US" dirty="0" err="1" smtClean="0"/>
              <a:t>cus</a:t>
            </a:r>
            <a:r>
              <a:rPr lang="en-US" dirty="0" smtClean="0"/>
              <a:t> </a:t>
            </a:r>
            <a:r>
              <a:rPr lang="en-US" dirty="0" err="1" smtClean="0"/>
              <a:t>aut</a:t>
            </a:r>
            <a:r>
              <a:rPr lang="en-US" dirty="0" smtClean="0"/>
              <a:t> et </a:t>
            </a:r>
            <a:r>
              <a:rPr lang="en-US" dirty="0" err="1" smtClean="0"/>
              <a:t>secsaill</a:t>
            </a:r>
            <a:r>
              <a:rPr lang="en-US" dirty="0" smtClean="0"/>
              <a:t> to.</a:t>
            </a:r>
          </a:p>
        </p:txBody>
      </p:sp>
    </p:spTree>
    <p:extLst>
      <p:ext uri="{BB962C8B-B14F-4D97-AF65-F5344CB8AC3E}">
        <p14:creationId xmlns:p14="http://schemas.microsoft.com/office/powerpoint/2010/main" val="330348061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hoto w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7286624" y="371475"/>
            <a:ext cx="1373281" cy="400050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200" b="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smtClean="0"/>
              <a:t>Photo Caption goes here</a:t>
            </a:r>
          </a:p>
        </p:txBody>
      </p:sp>
    </p:spTree>
    <p:extLst>
      <p:ext uri="{BB962C8B-B14F-4D97-AF65-F5344CB8AC3E}">
        <p14:creationId xmlns:p14="http://schemas.microsoft.com/office/powerpoint/2010/main" val="6522793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 userDrawn="1"/>
        </p:nvCxnSpPr>
        <p:spPr>
          <a:xfrm>
            <a:off x="417830" y="4796316"/>
            <a:ext cx="8186799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417830" y="2134394"/>
            <a:ext cx="7340600" cy="530225"/>
          </a:xfrm>
          <a:prstGeom prst="rect">
            <a:avLst/>
          </a:prstGeom>
        </p:spPr>
        <p:txBody>
          <a:bodyPr lIns="0" rIns="0"/>
          <a:lstStyle>
            <a:lvl1pPr marL="0" indent="0">
              <a:buNone/>
              <a:defRPr sz="36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 marL="457200" indent="0">
              <a:buNone/>
              <a:defRPr sz="3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400" indent="0">
              <a:buNone/>
              <a:defRPr sz="3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600" indent="0">
              <a:buNone/>
              <a:defRPr sz="3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sz="3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 smtClean="0"/>
              <a:t>Section Title</a:t>
            </a:r>
            <a:endParaRPr lang="en-CA" dirty="0"/>
          </a:p>
        </p:txBody>
      </p:sp>
      <p:sp>
        <p:nvSpPr>
          <p:cNvPr id="9" name="Rectangle 8"/>
          <p:cNvSpPr/>
          <p:nvPr userDrawn="1"/>
        </p:nvSpPr>
        <p:spPr>
          <a:xfrm>
            <a:off x="8411284" y="4847236"/>
            <a:ext cx="325730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fld id="{167796FD-2C35-44D3-9582-043279E26514}" type="slidenum">
              <a:rPr lang="en-CA" sz="900" b="1" smtClean="0">
                <a:solidFill>
                  <a:schemeClr val="bg1"/>
                </a:solidFill>
                <a:latin typeface="+mn-lt"/>
              </a:rPr>
              <a:pPr/>
              <a:t>‹#›</a:t>
            </a:fld>
            <a:endParaRPr lang="en-CA" sz="90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10" name="TextBox 9"/>
          <p:cNvSpPr txBox="1"/>
          <p:nvPr userDrawn="1"/>
        </p:nvSpPr>
        <p:spPr>
          <a:xfrm>
            <a:off x="407942" y="4885010"/>
            <a:ext cx="3916551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CA" sz="1000" b="1" i="0" baseline="0" dirty="0" smtClean="0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CWB Financial Group</a:t>
            </a:r>
            <a:endParaRPr lang="en-CA" sz="1000" b="1" i="0" dirty="0">
              <a:solidFill>
                <a:schemeClr val="bg1"/>
              </a:solidFill>
              <a:latin typeface="+mn-l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2055084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3"/>
          <p:cNvSpPr>
            <a:spLocks noGrp="1"/>
          </p:cNvSpPr>
          <p:nvPr>
            <p:ph type="body" sz="quarter" idx="13" hasCustomPrompt="1"/>
          </p:nvPr>
        </p:nvSpPr>
        <p:spPr>
          <a:xfrm>
            <a:off x="3749040" y="1870102"/>
            <a:ext cx="4931609" cy="2536467"/>
          </a:xfrm>
          <a:prstGeom prst="rect">
            <a:avLst/>
          </a:prstGeom>
          <a:noFill/>
        </p:spPr>
        <p:txBody>
          <a:bodyPr/>
          <a:lstStyle>
            <a:lvl1pPr>
              <a:defRPr sz="180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Arial" panose="020B0604020202020204" pitchFamily="34" charset="0"/>
              </a:defRPr>
            </a:lvl1pPr>
            <a:lvl2pPr>
              <a:defRPr sz="16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Arial" panose="020B0604020202020204" pitchFamily="34" charset="0"/>
              </a:defRPr>
            </a:lvl2pPr>
            <a:lvl3pPr marL="1143000" indent="-228600">
              <a:buFont typeface="Wingdings" panose="05000000000000000000" pitchFamily="2" charset="2"/>
              <a:buChar char="s"/>
              <a:defRPr sz="14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Arial" panose="020B0604020202020204" pitchFamily="34" charset="0"/>
              </a:defRPr>
            </a:lvl3pPr>
          </a:lstStyle>
          <a:p>
            <a:pPr lvl="0"/>
            <a:r>
              <a:rPr lang="en-CA" dirty="0" smtClean="0"/>
              <a:t>Bullet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  <a:endParaRPr lang="en-CA" dirty="0" smtClean="0"/>
          </a:p>
          <a:p>
            <a:pPr lvl="0"/>
            <a:r>
              <a:rPr lang="en-CA" dirty="0" smtClean="0"/>
              <a:t>Bullet</a:t>
            </a:r>
          </a:p>
          <a:p>
            <a:pPr lvl="0"/>
            <a:r>
              <a:rPr lang="en-CA" dirty="0" smtClean="0"/>
              <a:t>Bullet</a:t>
            </a:r>
          </a:p>
          <a:p>
            <a:pPr lvl="0"/>
            <a:r>
              <a:rPr lang="en-CA" dirty="0" smtClean="0"/>
              <a:t>Bullet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2" hasCustomPrompt="1"/>
          </p:nvPr>
        </p:nvSpPr>
        <p:spPr>
          <a:xfrm>
            <a:off x="406203" y="399966"/>
            <a:ext cx="2832297" cy="100973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3400"/>
              </a:lnSpc>
              <a:spcBef>
                <a:spcPts val="0"/>
              </a:spcBef>
              <a:buNone/>
              <a:defRPr sz="3200" b="0" spc="-100" baseline="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 smtClean="0"/>
              <a:t>Title</a:t>
            </a:r>
            <a:endParaRPr lang="en-CA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406203" y="1618602"/>
            <a:ext cx="2321757" cy="120841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2200"/>
              </a:lnSpc>
              <a:spcBef>
                <a:spcPts val="0"/>
              </a:spcBef>
              <a:buNone/>
              <a:defRPr sz="2000" b="0" spc="0" baseline="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 smtClean="0"/>
              <a:t>Subtitle</a:t>
            </a:r>
            <a:endParaRPr lang="en-CA" dirty="0"/>
          </a:p>
        </p:txBody>
      </p:sp>
      <p:cxnSp>
        <p:nvCxnSpPr>
          <p:cNvPr id="17" name="Straight Connector 16"/>
          <p:cNvCxnSpPr/>
          <p:nvPr userDrawn="1"/>
        </p:nvCxnSpPr>
        <p:spPr>
          <a:xfrm>
            <a:off x="406203" y="1501140"/>
            <a:ext cx="2626557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 userDrawn="1"/>
        </p:nvSpPr>
        <p:spPr>
          <a:xfrm>
            <a:off x="8411284" y="4847236"/>
            <a:ext cx="325730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fld id="{167796FD-2C35-44D3-9582-043279E26514}" type="slidenum">
              <a:rPr lang="en-CA" sz="900" b="1" smtClean="0">
                <a:solidFill>
                  <a:srgbClr val="BAC5B9"/>
                </a:solidFill>
                <a:latin typeface="+mn-lt"/>
              </a:rPr>
              <a:pPr/>
              <a:t>‹#›</a:t>
            </a:fld>
            <a:endParaRPr lang="en-CA" sz="900" dirty="0">
              <a:solidFill>
                <a:srgbClr val="BAC5B9"/>
              </a:solidFill>
              <a:latin typeface="+mn-lt"/>
            </a:endParaRPr>
          </a:p>
        </p:txBody>
      </p:sp>
      <p:sp>
        <p:nvSpPr>
          <p:cNvPr id="19" name="TextBox 18"/>
          <p:cNvSpPr txBox="1"/>
          <p:nvPr userDrawn="1"/>
        </p:nvSpPr>
        <p:spPr>
          <a:xfrm>
            <a:off x="407942" y="4885010"/>
            <a:ext cx="3916551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CA" sz="1000" b="1" i="0" baseline="0" dirty="0" smtClean="0">
                <a:solidFill>
                  <a:srgbClr val="BAC5B9"/>
                </a:solidFill>
                <a:latin typeface="+mn-lt"/>
                <a:cs typeface="Arial" panose="020B0604020202020204" pitchFamily="34" charset="0"/>
              </a:rPr>
              <a:t>CWB Financial Group</a:t>
            </a:r>
            <a:endParaRPr lang="en-CA" sz="1000" b="1" i="0" dirty="0">
              <a:solidFill>
                <a:srgbClr val="BAC5B9"/>
              </a:solidFill>
              <a:latin typeface="+mn-l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2450659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6652108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w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4579683" y="4407694"/>
            <a:ext cx="4112747" cy="24288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200" b="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smtClean="0"/>
              <a:t>Photo Caption</a:t>
            </a:r>
          </a:p>
        </p:txBody>
      </p:sp>
      <p:sp>
        <p:nvSpPr>
          <p:cNvPr id="8" name="Text Placeholder 9"/>
          <p:cNvSpPr>
            <a:spLocks noGrp="1"/>
          </p:cNvSpPr>
          <p:nvPr>
            <p:ph type="body" sz="quarter" idx="12" hasCustomPrompt="1"/>
          </p:nvPr>
        </p:nvSpPr>
        <p:spPr>
          <a:xfrm>
            <a:off x="406203" y="701040"/>
            <a:ext cx="3715741" cy="39748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3400"/>
              </a:lnSpc>
              <a:spcBef>
                <a:spcPts val="0"/>
              </a:spcBef>
              <a:buNone/>
              <a:defRPr sz="3200" spc="-100" baseline="0">
                <a:solidFill>
                  <a:srgbClr val="0097A9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 smtClean="0"/>
              <a:t>Title</a:t>
            </a:r>
            <a:endParaRPr lang="en-CA" dirty="0"/>
          </a:p>
        </p:txBody>
      </p:sp>
      <p:sp>
        <p:nvSpPr>
          <p:cNvPr id="9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406203" y="1157677"/>
            <a:ext cx="3715741" cy="23820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2200"/>
              </a:lnSpc>
              <a:spcBef>
                <a:spcPts val="0"/>
              </a:spcBef>
              <a:buNone/>
              <a:defRPr sz="1800" b="0" spc="0" baseline="0">
                <a:solidFill>
                  <a:srgbClr val="DAAA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 smtClean="0"/>
              <a:t>Subtitle</a:t>
            </a:r>
            <a:endParaRPr lang="en-CA" dirty="0"/>
          </a:p>
        </p:txBody>
      </p:sp>
      <p:sp>
        <p:nvSpPr>
          <p:cNvPr id="10" name="Text Placeholder 3"/>
          <p:cNvSpPr>
            <a:spLocks noGrp="1"/>
          </p:cNvSpPr>
          <p:nvPr>
            <p:ph type="body" sz="quarter" idx="13" hasCustomPrompt="1"/>
          </p:nvPr>
        </p:nvSpPr>
        <p:spPr>
          <a:xfrm>
            <a:off x="406203" y="1744980"/>
            <a:ext cx="3715741" cy="2419825"/>
          </a:xfrm>
          <a:prstGeom prst="rect">
            <a:avLst/>
          </a:prstGeom>
          <a:noFill/>
        </p:spPr>
        <p:txBody>
          <a:bodyPr/>
          <a:lstStyle>
            <a:lvl1pPr>
              <a:defRPr sz="1500" baseline="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  <a:lvl2pPr>
              <a:defRPr sz="140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2pPr>
            <a:lvl3pPr marL="1143000" indent="-228600">
              <a:buFont typeface="Wingdings" panose="05000000000000000000" pitchFamily="2" charset="2"/>
              <a:buChar char="s"/>
              <a:defRPr sz="120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3pPr>
          </a:lstStyle>
          <a:p>
            <a:pPr lvl="0"/>
            <a:r>
              <a:rPr lang="en-CA" dirty="0" smtClean="0"/>
              <a:t>Bullet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  <a:endParaRPr lang="en-CA" dirty="0" smtClean="0"/>
          </a:p>
          <a:p>
            <a:pPr lvl="0"/>
            <a:r>
              <a:rPr lang="en-CA" dirty="0" smtClean="0"/>
              <a:t>Bullet</a:t>
            </a:r>
          </a:p>
          <a:p>
            <a:pPr lvl="0"/>
            <a:r>
              <a:rPr lang="en-CA" dirty="0" smtClean="0"/>
              <a:t>Bullet</a:t>
            </a:r>
          </a:p>
          <a:p>
            <a:pPr lvl="0"/>
            <a:r>
              <a:rPr lang="en-CA" dirty="0" smtClean="0"/>
              <a:t>Bullet</a:t>
            </a:r>
          </a:p>
        </p:txBody>
      </p:sp>
    </p:spTree>
    <p:extLst>
      <p:ext uri="{BB962C8B-B14F-4D97-AF65-F5344CB8AC3E}">
        <p14:creationId xmlns:p14="http://schemas.microsoft.com/office/powerpoint/2010/main" val="151638706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3" hasCustomPrompt="1"/>
          </p:nvPr>
        </p:nvSpPr>
        <p:spPr>
          <a:xfrm>
            <a:off x="406203" y="1744981"/>
            <a:ext cx="8280401" cy="2681022"/>
          </a:xfrm>
          <a:prstGeom prst="rect">
            <a:avLst/>
          </a:prstGeom>
          <a:noFill/>
        </p:spPr>
        <p:txBody>
          <a:bodyPr numCol="2" spcCol="144000"/>
          <a:lstStyle>
            <a:lvl1pPr>
              <a:defRPr sz="1500" baseline="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  <a:lvl2pPr>
              <a:defRPr sz="140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2pPr>
            <a:lvl3pPr marL="1143000" indent="-228600">
              <a:buFont typeface="Wingdings" panose="05000000000000000000" pitchFamily="2" charset="2"/>
              <a:buChar char="s"/>
              <a:defRPr sz="120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3pPr>
          </a:lstStyle>
          <a:p>
            <a:pPr lvl="0"/>
            <a:r>
              <a:rPr lang="en-CA" dirty="0" smtClean="0"/>
              <a:t>Bullet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  <a:endParaRPr lang="en-CA" dirty="0" smtClean="0"/>
          </a:p>
          <a:p>
            <a:pPr lvl="0"/>
            <a:r>
              <a:rPr lang="en-CA" dirty="0" smtClean="0"/>
              <a:t>Bullet</a:t>
            </a:r>
          </a:p>
          <a:p>
            <a:pPr lvl="0"/>
            <a:r>
              <a:rPr lang="en-CA" dirty="0" smtClean="0"/>
              <a:t>Bullet</a:t>
            </a:r>
          </a:p>
          <a:p>
            <a:pPr lvl="0"/>
            <a:r>
              <a:rPr lang="en-CA" dirty="0" smtClean="0"/>
              <a:t>Bullet</a:t>
            </a:r>
          </a:p>
          <a:p>
            <a:pPr lvl="0"/>
            <a:r>
              <a:rPr lang="en-CA" dirty="0" smtClean="0"/>
              <a:t>Bullet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  <a:endParaRPr lang="en-CA" dirty="0" smtClean="0"/>
          </a:p>
          <a:p>
            <a:pPr lvl="0"/>
            <a:endParaRPr lang="en-CA" dirty="0" smtClean="0"/>
          </a:p>
          <a:p>
            <a:pPr lvl="0"/>
            <a:r>
              <a:rPr lang="en-CA" dirty="0" smtClean="0"/>
              <a:t>Bullet</a:t>
            </a:r>
          </a:p>
          <a:p>
            <a:pPr lvl="0"/>
            <a:r>
              <a:rPr lang="en-CA" dirty="0" smtClean="0"/>
              <a:t>Bullet</a:t>
            </a:r>
          </a:p>
          <a:p>
            <a:pPr lvl="0"/>
            <a:r>
              <a:rPr lang="en-CA" dirty="0" smtClean="0"/>
              <a:t>Bullet</a:t>
            </a:r>
          </a:p>
          <a:p>
            <a:pPr lvl="0"/>
            <a:r>
              <a:rPr lang="en-CA" dirty="0" smtClean="0"/>
              <a:t>Bullet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  <a:endParaRPr lang="en-CA" dirty="0" smtClean="0"/>
          </a:p>
          <a:p>
            <a:pPr lvl="0"/>
            <a:r>
              <a:rPr lang="en-CA" dirty="0" smtClean="0"/>
              <a:t>Bullet</a:t>
            </a:r>
          </a:p>
          <a:p>
            <a:pPr lvl="0"/>
            <a:r>
              <a:rPr lang="en-CA" dirty="0" smtClean="0"/>
              <a:t>Bullet</a:t>
            </a:r>
          </a:p>
          <a:p>
            <a:pPr lvl="0"/>
            <a:r>
              <a:rPr lang="en-CA" dirty="0" smtClean="0"/>
              <a:t>Bullet</a:t>
            </a:r>
          </a:p>
          <a:p>
            <a:pPr lvl="0"/>
            <a:endParaRPr lang="en-CA" dirty="0" smtClean="0"/>
          </a:p>
        </p:txBody>
      </p:sp>
      <p:sp>
        <p:nvSpPr>
          <p:cNvPr id="5" name="Text Placeholder 9"/>
          <p:cNvSpPr>
            <a:spLocks noGrp="1"/>
          </p:cNvSpPr>
          <p:nvPr>
            <p:ph type="body" sz="quarter" idx="12" hasCustomPrompt="1"/>
          </p:nvPr>
        </p:nvSpPr>
        <p:spPr>
          <a:xfrm>
            <a:off x="406203" y="701040"/>
            <a:ext cx="8280401" cy="39748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3400"/>
              </a:lnSpc>
              <a:spcBef>
                <a:spcPts val="0"/>
              </a:spcBef>
              <a:buNone/>
              <a:defRPr sz="3200" spc="-100" baseline="0">
                <a:solidFill>
                  <a:srgbClr val="0097A9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 smtClean="0"/>
              <a:t>Title</a:t>
            </a:r>
            <a:endParaRPr lang="en-CA" dirty="0"/>
          </a:p>
        </p:txBody>
      </p:sp>
      <p:sp>
        <p:nvSpPr>
          <p:cNvPr id="6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406203" y="1157677"/>
            <a:ext cx="8280401" cy="23820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2200"/>
              </a:lnSpc>
              <a:spcBef>
                <a:spcPts val="0"/>
              </a:spcBef>
              <a:buNone/>
              <a:defRPr sz="1800" b="0" spc="0" baseline="0">
                <a:solidFill>
                  <a:srgbClr val="DAAA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 smtClean="0"/>
              <a:t>Subtitle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88512674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9"/>
          <p:cNvSpPr>
            <a:spLocks noGrp="1"/>
          </p:cNvSpPr>
          <p:nvPr>
            <p:ph type="body" sz="quarter" idx="12" hasCustomPrompt="1"/>
          </p:nvPr>
        </p:nvSpPr>
        <p:spPr>
          <a:xfrm>
            <a:off x="406203" y="701040"/>
            <a:ext cx="8280401" cy="39748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3400"/>
              </a:lnSpc>
              <a:spcBef>
                <a:spcPts val="0"/>
              </a:spcBef>
              <a:buNone/>
              <a:defRPr sz="3200" spc="-100" baseline="0">
                <a:solidFill>
                  <a:srgbClr val="0097A9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 smtClean="0"/>
              <a:t>Title</a:t>
            </a:r>
            <a:endParaRPr lang="en-CA" dirty="0"/>
          </a:p>
        </p:txBody>
      </p:sp>
      <p:sp>
        <p:nvSpPr>
          <p:cNvPr id="6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406203" y="1157677"/>
            <a:ext cx="8280401" cy="23820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2200"/>
              </a:lnSpc>
              <a:spcBef>
                <a:spcPts val="0"/>
              </a:spcBef>
              <a:buNone/>
              <a:defRPr sz="1800" b="0" spc="0" baseline="0">
                <a:solidFill>
                  <a:srgbClr val="DAAA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 smtClean="0"/>
              <a:t>Subtitle</a:t>
            </a:r>
            <a:endParaRPr lang="en-CA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5" hasCustomPrompt="1"/>
          </p:nvPr>
        </p:nvSpPr>
        <p:spPr>
          <a:xfrm>
            <a:off x="406400" y="1636713"/>
            <a:ext cx="8280400" cy="2743200"/>
          </a:xfrm>
          <a:prstGeom prst="rect">
            <a:avLst/>
          </a:prstGeom>
        </p:spPr>
        <p:txBody>
          <a:bodyPr lIns="0" rIns="0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 b="0" i="0" u="none" strike="noStrike" baseline="0" smtClean="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 smtClean="0"/>
              <a:t>Click to add text. Body placeholder text goes here. </a:t>
            </a:r>
            <a:r>
              <a:rPr lang="en-US" dirty="0" err="1" smtClean="0"/>
              <a:t>Aperchil</a:t>
            </a:r>
            <a:r>
              <a:rPr lang="en-US" dirty="0" smtClean="0"/>
              <a:t> </a:t>
            </a:r>
            <a:r>
              <a:rPr lang="en-US" dirty="0" err="1" smtClean="0"/>
              <a:t>inus</a:t>
            </a:r>
            <a:r>
              <a:rPr lang="en-US" dirty="0" smtClean="0"/>
              <a:t>, </a:t>
            </a:r>
            <a:r>
              <a:rPr lang="en-US" dirty="0" err="1" smtClean="0"/>
              <a:t>ullabo</a:t>
            </a:r>
            <a:r>
              <a:rPr lang="en-US" dirty="0" smtClean="0"/>
              <a:t>. </a:t>
            </a:r>
            <a:r>
              <a:rPr lang="en-US" dirty="0" err="1" smtClean="0"/>
              <a:t>Otat</a:t>
            </a:r>
            <a:r>
              <a:rPr lang="en-US" dirty="0" smtClean="0"/>
              <a:t>. </a:t>
            </a:r>
            <a:r>
              <a:rPr lang="en-US" dirty="0" err="1" smtClean="0"/>
              <a:t>Bissecto</a:t>
            </a:r>
            <a:r>
              <a:rPr lang="en-US" dirty="0" smtClean="0"/>
              <a:t> </a:t>
            </a:r>
            <a:r>
              <a:rPr lang="en-US" dirty="0" err="1" smtClean="0"/>
              <a:t>occust</a:t>
            </a:r>
            <a:r>
              <a:rPr lang="en-US" dirty="0" smtClean="0"/>
              <a:t>, to </a:t>
            </a:r>
            <a:r>
              <a:rPr lang="en-US" dirty="0" err="1" smtClean="0"/>
              <a:t>dolupta</a:t>
            </a:r>
            <a:r>
              <a:rPr lang="en-US" dirty="0" smtClean="0"/>
              <a:t> turbos </a:t>
            </a:r>
            <a:r>
              <a:rPr lang="en-US" dirty="0" err="1" smtClean="0"/>
              <a:t>consequidi</a:t>
            </a:r>
            <a:r>
              <a:rPr lang="en-US" dirty="0" smtClean="0"/>
              <a:t> </a:t>
            </a:r>
            <a:r>
              <a:rPr lang="en-US" dirty="0" err="1" smtClean="0"/>
              <a:t>aut</a:t>
            </a:r>
            <a:r>
              <a:rPr lang="en-US" dirty="0" smtClean="0"/>
              <a:t> </a:t>
            </a:r>
            <a:r>
              <a:rPr lang="en-US" dirty="0" err="1" smtClean="0"/>
              <a:t>eos</a:t>
            </a:r>
            <a:r>
              <a:rPr lang="en-US" dirty="0" smtClean="0"/>
              <a:t> </a:t>
            </a:r>
            <a:r>
              <a:rPr lang="en-US" dirty="0" err="1" smtClean="0"/>
              <a:t>aut</a:t>
            </a:r>
            <a:r>
              <a:rPr lang="en-US" dirty="0" smtClean="0"/>
              <a:t> </a:t>
            </a:r>
            <a:r>
              <a:rPr lang="en-US" dirty="0" err="1" smtClean="0"/>
              <a:t>dolesequam</a:t>
            </a:r>
            <a:r>
              <a:rPr lang="en-US" dirty="0" smtClean="0"/>
              <a:t> </a:t>
            </a:r>
            <a:r>
              <a:rPr lang="en-US" dirty="0" err="1" smtClean="0"/>
              <a:t>commole</a:t>
            </a:r>
            <a:r>
              <a:rPr lang="en-US" dirty="0" smtClean="0"/>
              <a:t> </a:t>
            </a:r>
            <a:r>
              <a:rPr lang="en-US" dirty="0" err="1" smtClean="0"/>
              <a:t>ntotas</a:t>
            </a:r>
            <a:r>
              <a:rPr lang="en-US" dirty="0" smtClean="0"/>
              <a:t> se </a:t>
            </a:r>
            <a:r>
              <a:rPr lang="en-US" dirty="0" err="1" smtClean="0"/>
              <a:t>volum</a:t>
            </a:r>
            <a:r>
              <a:rPr lang="en-US" dirty="0" smtClean="0"/>
              <a:t> </a:t>
            </a:r>
            <a:r>
              <a:rPr lang="en-US" dirty="0" err="1" smtClean="0"/>
              <a:t>est</a:t>
            </a:r>
            <a:r>
              <a:rPr lang="en-US" dirty="0" smtClean="0"/>
              <a:t> </a:t>
            </a:r>
            <a:r>
              <a:rPr lang="en-US" dirty="0" err="1" smtClean="0"/>
              <a:t>aut</a:t>
            </a:r>
            <a:r>
              <a:rPr lang="en-US" dirty="0" smtClean="0"/>
              <a:t> </a:t>
            </a:r>
            <a:r>
              <a:rPr lang="en-US" dirty="0" err="1" smtClean="0"/>
              <a:t>veliatuint</a:t>
            </a:r>
            <a:r>
              <a:rPr lang="en-US" dirty="0" smtClean="0"/>
              <a:t> </a:t>
            </a:r>
            <a:r>
              <a:rPr lang="en-US" dirty="0" err="1" smtClean="0"/>
              <a:t>fuga</a:t>
            </a:r>
            <a:r>
              <a:rPr lang="en-US" dirty="0" smtClean="0"/>
              <a:t>. </a:t>
            </a:r>
            <a:r>
              <a:rPr lang="en-US" dirty="0" err="1" smtClean="0"/>
              <a:t>Sunt</a:t>
            </a:r>
            <a:r>
              <a:rPr lang="en-US" dirty="0" smtClean="0"/>
              <a:t> </a:t>
            </a:r>
            <a:r>
              <a:rPr lang="en-US" dirty="0" err="1" smtClean="0"/>
              <a:t>volupta</a:t>
            </a:r>
            <a:r>
              <a:rPr lang="en-US" dirty="0" smtClean="0"/>
              <a:t> </a:t>
            </a:r>
            <a:r>
              <a:rPr lang="en-US" dirty="0" err="1" smtClean="0"/>
              <a:t>tiuntem</a:t>
            </a:r>
            <a:r>
              <a:rPr lang="en-US" dirty="0" smtClean="0"/>
              <a:t> </a:t>
            </a:r>
            <a:r>
              <a:rPr lang="en-US" dirty="0" err="1" smtClean="0"/>
              <a:t>inulparum</a:t>
            </a:r>
            <a:r>
              <a:rPr lang="en-US" dirty="0" smtClean="0"/>
              <a:t> et </a:t>
            </a:r>
            <a:r>
              <a:rPr lang="en-US" dirty="0" err="1" smtClean="0"/>
              <a:t>fugioto</a:t>
            </a:r>
            <a:r>
              <a:rPr lang="en-US" dirty="0" smtClean="0"/>
              <a:t> </a:t>
            </a:r>
            <a:r>
              <a:rPr lang="en-US" dirty="0" err="1" smtClean="0"/>
              <a:t>cusa</a:t>
            </a:r>
            <a:r>
              <a:rPr lang="en-US" dirty="0" smtClean="0"/>
              <a:t> net </a:t>
            </a:r>
            <a:r>
              <a:rPr lang="en-US" dirty="0" err="1" smtClean="0"/>
              <a:t>aut</a:t>
            </a:r>
            <a:r>
              <a:rPr lang="en-US" dirty="0" smtClean="0"/>
              <a:t> colossus. </a:t>
            </a:r>
            <a:r>
              <a:rPr lang="en-US" dirty="0" err="1" smtClean="0"/>
              <a:t>Evelegndigim</a:t>
            </a:r>
            <a:r>
              <a:rPr lang="en-US" dirty="0" smtClean="0"/>
              <a:t> qui </a:t>
            </a:r>
            <a:r>
              <a:rPr lang="en-US" dirty="0" err="1" smtClean="0"/>
              <a:t>ommodiao</a:t>
            </a:r>
            <a:r>
              <a:rPr lang="en-US" dirty="0" smtClean="0"/>
              <a:t> </a:t>
            </a:r>
            <a:r>
              <a:rPr lang="en-US" dirty="0" err="1" smtClean="0"/>
              <a:t>exceaswum</a:t>
            </a:r>
            <a:r>
              <a:rPr lang="en-US" dirty="0" smtClean="0"/>
              <a:t> </a:t>
            </a:r>
            <a:r>
              <a:rPr lang="en-US" dirty="0" err="1" smtClean="0"/>
              <a:t>enus</a:t>
            </a:r>
            <a:r>
              <a:rPr lang="en-US" dirty="0" smtClean="0"/>
              <a:t> as </a:t>
            </a:r>
            <a:r>
              <a:rPr lang="en-US" dirty="0" err="1" smtClean="0"/>
              <a:t>deerro</a:t>
            </a:r>
            <a:r>
              <a:rPr lang="en-US" dirty="0" smtClean="0"/>
              <a:t> </a:t>
            </a:r>
            <a:r>
              <a:rPr lang="en-US" dirty="0" err="1" smtClean="0"/>
              <a:t>consedi</a:t>
            </a:r>
            <a:r>
              <a:rPr lang="en-US" dirty="0" smtClean="0"/>
              <a:t> </a:t>
            </a:r>
            <a:r>
              <a:rPr lang="en-US" dirty="0" err="1" smtClean="0"/>
              <a:t>rerum</a:t>
            </a:r>
            <a:r>
              <a:rPr lang="en-US" dirty="0" smtClean="0"/>
              <a:t> et </a:t>
            </a:r>
            <a:r>
              <a:rPr lang="en-US" dirty="0" err="1" smtClean="0"/>
              <a:t>il</a:t>
            </a:r>
            <a:r>
              <a:rPr lang="en-US" dirty="0" smtClean="0"/>
              <a:t> </a:t>
            </a:r>
            <a:r>
              <a:rPr lang="en-US" dirty="0" err="1" smtClean="0"/>
              <a:t>est</a:t>
            </a:r>
            <a:r>
              <a:rPr lang="en-US" dirty="0" smtClean="0"/>
              <a:t> qui </a:t>
            </a:r>
            <a:r>
              <a:rPr lang="en-US" dirty="0" err="1" smtClean="0"/>
              <a:t>cus</a:t>
            </a:r>
            <a:r>
              <a:rPr lang="en-US" dirty="0" smtClean="0"/>
              <a:t> </a:t>
            </a:r>
            <a:r>
              <a:rPr lang="en-US" dirty="0" err="1" smtClean="0"/>
              <a:t>aut</a:t>
            </a:r>
            <a:r>
              <a:rPr lang="en-US" dirty="0" smtClean="0"/>
              <a:t> et </a:t>
            </a:r>
            <a:r>
              <a:rPr lang="en-US" dirty="0" err="1" smtClean="0"/>
              <a:t>secsaill</a:t>
            </a:r>
            <a:r>
              <a:rPr lang="en-US" dirty="0" smtClean="0"/>
              <a:t> to </a:t>
            </a:r>
            <a:r>
              <a:rPr lang="en-US" dirty="0" err="1" smtClean="0"/>
              <a:t>cid</a:t>
            </a:r>
            <a:r>
              <a:rPr lang="en-US" dirty="0" smtClean="0"/>
              <a:t> et </a:t>
            </a:r>
            <a:r>
              <a:rPr lang="en-US" dirty="0" err="1" smtClean="0"/>
              <a:t>poreupudam</a:t>
            </a:r>
            <a:r>
              <a:rPr lang="en-US" dirty="0" smtClean="0"/>
              <a:t> </a:t>
            </a:r>
            <a:r>
              <a:rPr lang="en-US" dirty="0" err="1" smtClean="0"/>
              <a:t>unti</a:t>
            </a:r>
            <a:r>
              <a:rPr lang="en-US" dirty="0" smtClean="0"/>
              <a:t>, </a:t>
            </a:r>
            <a:r>
              <a:rPr lang="en-US" dirty="0" err="1" smtClean="0"/>
              <a:t>uptodemsd</a:t>
            </a:r>
            <a:r>
              <a:rPr lang="en-US" dirty="0" smtClean="0"/>
              <a:t> </a:t>
            </a:r>
            <a:r>
              <a:rPr lang="en-US" dirty="0" err="1" smtClean="0"/>
              <a:t>blacsccsuam</a:t>
            </a:r>
            <a:r>
              <a:rPr lang="en-US" dirty="0" smtClean="0"/>
              <a:t> </a:t>
            </a:r>
            <a:r>
              <a:rPr lang="en-US" dirty="0" err="1" smtClean="0"/>
              <a:t>reprio</a:t>
            </a:r>
            <a:r>
              <a:rPr lang="en-US" dirty="0" smtClean="0"/>
              <a:t> </a:t>
            </a:r>
            <a:r>
              <a:rPr lang="en-US" dirty="0" err="1" smtClean="0"/>
              <a:t>endes</a:t>
            </a:r>
            <a:r>
              <a:rPr lang="en-US" dirty="0" smtClean="0"/>
              <a:t> </a:t>
            </a:r>
            <a:r>
              <a:rPr lang="en-US" dirty="0" err="1" smtClean="0"/>
              <a:t>autem</a:t>
            </a:r>
            <a:r>
              <a:rPr lang="en-US" dirty="0" smtClean="0"/>
              <a:t> </a:t>
            </a:r>
            <a:r>
              <a:rPr lang="en-US" dirty="0" err="1" smtClean="0"/>
              <a:t>quie</a:t>
            </a:r>
            <a:r>
              <a:rPr lang="en-US" dirty="0" smtClean="0"/>
              <a:t> </a:t>
            </a:r>
            <a:r>
              <a:rPr lang="en-US" dirty="0" err="1" smtClean="0"/>
              <a:t>prem</a:t>
            </a:r>
            <a:r>
              <a:rPr lang="en-US" dirty="0" smtClean="0"/>
              <a:t> </a:t>
            </a:r>
            <a:r>
              <a:rPr lang="en-US" dirty="0" err="1" smtClean="0"/>
              <a:t>aditas</a:t>
            </a:r>
            <a:r>
              <a:rPr lang="en-US" dirty="0" smtClean="0"/>
              <a:t> discus </a:t>
            </a:r>
            <a:r>
              <a:rPr lang="en-US" dirty="0" err="1" smtClean="0"/>
              <a:t>magnihilibus</a:t>
            </a:r>
            <a:r>
              <a:rPr lang="en-US" dirty="0" smtClean="0"/>
              <a:t> </a:t>
            </a:r>
            <a:r>
              <a:rPr lang="en-US" dirty="0" err="1" smtClean="0"/>
              <a:t>cusiccs</a:t>
            </a:r>
            <a:r>
              <a:rPr lang="en-US" dirty="0" smtClean="0"/>
              <a:t> </a:t>
            </a:r>
            <a:r>
              <a:rPr lang="en-US" dirty="0" err="1" smtClean="0"/>
              <a:t>eatumse</a:t>
            </a:r>
            <a:r>
              <a:rPr lang="en-US" dirty="0" smtClean="0"/>
              <a:t> </a:t>
            </a:r>
            <a:r>
              <a:rPr lang="en-US" dirty="0" err="1" smtClean="0"/>
              <a:t>luptaquie</a:t>
            </a:r>
            <a:r>
              <a:rPr lang="en-US" dirty="0" smtClean="0"/>
              <a:t> </a:t>
            </a:r>
            <a:r>
              <a:rPr lang="en-US" dirty="0" err="1" smtClean="0"/>
              <a:t>dolum</a:t>
            </a:r>
            <a:r>
              <a:rPr lang="en-US" dirty="0" smtClean="0"/>
              <a:t> </a:t>
            </a:r>
            <a:r>
              <a:rPr lang="en-US" dirty="0" err="1" smtClean="0"/>
              <a:t>Aperchil</a:t>
            </a:r>
            <a:r>
              <a:rPr lang="en-US" dirty="0" smtClean="0"/>
              <a:t> </a:t>
            </a:r>
            <a:r>
              <a:rPr lang="en-US" dirty="0" err="1" smtClean="0"/>
              <a:t>inus</a:t>
            </a:r>
            <a:r>
              <a:rPr lang="en-US" dirty="0" smtClean="0"/>
              <a:t>, </a:t>
            </a:r>
            <a:r>
              <a:rPr lang="en-US" dirty="0" err="1" smtClean="0"/>
              <a:t>ullabo</a:t>
            </a:r>
            <a:r>
              <a:rPr lang="en-US" dirty="0" smtClean="0"/>
              <a:t>. </a:t>
            </a:r>
            <a:r>
              <a:rPr lang="en-US" dirty="0" err="1" smtClean="0"/>
              <a:t>Otat</a:t>
            </a:r>
            <a:r>
              <a:rPr lang="en-US" dirty="0" smtClean="0"/>
              <a:t>. </a:t>
            </a:r>
            <a:r>
              <a:rPr lang="en-US" dirty="0" err="1" smtClean="0"/>
              <a:t>Bissecto</a:t>
            </a:r>
            <a:r>
              <a:rPr lang="en-US" dirty="0" smtClean="0"/>
              <a:t> </a:t>
            </a:r>
            <a:r>
              <a:rPr lang="en-US" dirty="0" err="1" smtClean="0"/>
              <a:t>occust</a:t>
            </a:r>
            <a:r>
              <a:rPr lang="en-US" dirty="0" smtClean="0"/>
              <a:t>, to </a:t>
            </a:r>
            <a:r>
              <a:rPr lang="en-US" dirty="0" err="1" smtClean="0"/>
              <a:t>dolupta</a:t>
            </a:r>
            <a:r>
              <a:rPr lang="en-US" dirty="0" smtClean="0"/>
              <a:t> turbos </a:t>
            </a:r>
            <a:r>
              <a:rPr lang="en-US" dirty="0" err="1" smtClean="0"/>
              <a:t>consequidi</a:t>
            </a:r>
            <a:r>
              <a:rPr lang="en-US" dirty="0" smtClean="0"/>
              <a:t> </a:t>
            </a:r>
            <a:r>
              <a:rPr lang="en-US" dirty="0" err="1" smtClean="0"/>
              <a:t>aut</a:t>
            </a:r>
            <a:r>
              <a:rPr lang="en-US" dirty="0" smtClean="0"/>
              <a:t> </a:t>
            </a:r>
            <a:r>
              <a:rPr lang="en-US" dirty="0" err="1" smtClean="0"/>
              <a:t>eos</a:t>
            </a:r>
            <a:r>
              <a:rPr lang="en-US" dirty="0" smtClean="0"/>
              <a:t> </a:t>
            </a:r>
            <a:r>
              <a:rPr lang="en-US" dirty="0" err="1" smtClean="0"/>
              <a:t>aut</a:t>
            </a:r>
            <a:r>
              <a:rPr lang="en-US" dirty="0" smtClean="0"/>
              <a:t> </a:t>
            </a:r>
            <a:r>
              <a:rPr lang="en-US" dirty="0" err="1" smtClean="0"/>
              <a:t>dolesequam</a:t>
            </a:r>
            <a:r>
              <a:rPr lang="en-US" dirty="0" smtClean="0"/>
              <a:t> </a:t>
            </a:r>
            <a:r>
              <a:rPr lang="en-US" dirty="0" err="1" smtClean="0"/>
              <a:t>commole</a:t>
            </a:r>
            <a:r>
              <a:rPr lang="en-US" dirty="0" smtClean="0"/>
              <a:t> </a:t>
            </a:r>
            <a:r>
              <a:rPr lang="en-US" dirty="0" err="1" smtClean="0"/>
              <a:t>ntotas</a:t>
            </a:r>
            <a:r>
              <a:rPr lang="en-US" dirty="0" smtClean="0"/>
              <a:t> se </a:t>
            </a:r>
            <a:r>
              <a:rPr lang="en-US" dirty="0" err="1" smtClean="0"/>
              <a:t>volum</a:t>
            </a:r>
            <a:r>
              <a:rPr lang="en-US" dirty="0" smtClean="0"/>
              <a:t> </a:t>
            </a:r>
            <a:r>
              <a:rPr lang="en-US" dirty="0" err="1" smtClean="0"/>
              <a:t>est</a:t>
            </a:r>
            <a:r>
              <a:rPr lang="en-US" dirty="0" smtClean="0"/>
              <a:t> </a:t>
            </a:r>
            <a:r>
              <a:rPr lang="en-US" dirty="0" err="1" smtClean="0"/>
              <a:t>aut</a:t>
            </a:r>
            <a:r>
              <a:rPr lang="en-US" dirty="0" smtClean="0"/>
              <a:t> </a:t>
            </a:r>
            <a:r>
              <a:rPr lang="en-US" dirty="0" err="1" smtClean="0"/>
              <a:t>veliatuint</a:t>
            </a:r>
            <a:r>
              <a:rPr lang="en-US" dirty="0" smtClean="0"/>
              <a:t> </a:t>
            </a:r>
            <a:r>
              <a:rPr lang="en-US" dirty="0" err="1" smtClean="0"/>
              <a:t>fuga</a:t>
            </a:r>
            <a:r>
              <a:rPr lang="en-US" dirty="0" smtClean="0"/>
              <a:t>. </a:t>
            </a:r>
            <a:r>
              <a:rPr lang="en-US" dirty="0" err="1" smtClean="0"/>
              <a:t>Sunt</a:t>
            </a:r>
            <a:r>
              <a:rPr lang="en-US" dirty="0" smtClean="0"/>
              <a:t> </a:t>
            </a:r>
            <a:r>
              <a:rPr lang="en-US" dirty="0" err="1" smtClean="0"/>
              <a:t>volupta</a:t>
            </a:r>
            <a:r>
              <a:rPr lang="en-US" dirty="0" smtClean="0"/>
              <a:t> </a:t>
            </a:r>
            <a:r>
              <a:rPr lang="en-US" dirty="0" err="1" smtClean="0"/>
              <a:t>tiuntem</a:t>
            </a:r>
            <a:r>
              <a:rPr lang="en-US" dirty="0" smtClean="0"/>
              <a:t> </a:t>
            </a:r>
            <a:r>
              <a:rPr lang="en-US" dirty="0" err="1" smtClean="0"/>
              <a:t>inulparum</a:t>
            </a:r>
            <a:r>
              <a:rPr lang="en-US" dirty="0" smtClean="0"/>
              <a:t> et </a:t>
            </a:r>
            <a:r>
              <a:rPr lang="en-US" dirty="0" err="1" smtClean="0"/>
              <a:t>fugioto</a:t>
            </a:r>
            <a:r>
              <a:rPr lang="en-US" dirty="0" smtClean="0"/>
              <a:t> </a:t>
            </a:r>
            <a:r>
              <a:rPr lang="en-US" dirty="0" err="1" smtClean="0"/>
              <a:t>cusa</a:t>
            </a:r>
            <a:r>
              <a:rPr lang="en-US" dirty="0" smtClean="0"/>
              <a:t> net </a:t>
            </a:r>
            <a:r>
              <a:rPr lang="en-US" dirty="0" err="1" smtClean="0"/>
              <a:t>aut</a:t>
            </a:r>
            <a:r>
              <a:rPr lang="en-US" dirty="0" smtClean="0"/>
              <a:t> colossus. </a:t>
            </a:r>
            <a:r>
              <a:rPr lang="en-US" dirty="0" err="1" smtClean="0"/>
              <a:t>Evelegndigim</a:t>
            </a:r>
            <a:r>
              <a:rPr lang="en-US" dirty="0" smtClean="0"/>
              <a:t> qui </a:t>
            </a:r>
            <a:r>
              <a:rPr lang="en-US" dirty="0" err="1" smtClean="0"/>
              <a:t>ommodiao</a:t>
            </a:r>
            <a:r>
              <a:rPr lang="en-US" dirty="0" smtClean="0"/>
              <a:t> </a:t>
            </a:r>
            <a:r>
              <a:rPr lang="en-US" dirty="0" err="1" smtClean="0"/>
              <a:t>exceaswum</a:t>
            </a:r>
            <a:r>
              <a:rPr lang="en-US" dirty="0" smtClean="0"/>
              <a:t> </a:t>
            </a:r>
            <a:r>
              <a:rPr lang="en-US" dirty="0" err="1" smtClean="0"/>
              <a:t>enus</a:t>
            </a:r>
            <a:r>
              <a:rPr lang="en-US" dirty="0" smtClean="0"/>
              <a:t> as </a:t>
            </a:r>
            <a:r>
              <a:rPr lang="en-US" dirty="0" err="1" smtClean="0"/>
              <a:t>deerro</a:t>
            </a:r>
            <a:r>
              <a:rPr lang="en-US" dirty="0" smtClean="0"/>
              <a:t> </a:t>
            </a:r>
            <a:r>
              <a:rPr lang="en-US" dirty="0" err="1" smtClean="0"/>
              <a:t>consedi</a:t>
            </a:r>
            <a:r>
              <a:rPr lang="en-US" dirty="0" smtClean="0"/>
              <a:t> </a:t>
            </a:r>
            <a:r>
              <a:rPr lang="en-US" dirty="0" err="1" smtClean="0"/>
              <a:t>rerum</a:t>
            </a:r>
            <a:r>
              <a:rPr lang="en-US" dirty="0" smtClean="0"/>
              <a:t> et </a:t>
            </a:r>
            <a:r>
              <a:rPr lang="en-US" dirty="0" err="1" smtClean="0"/>
              <a:t>il</a:t>
            </a:r>
            <a:r>
              <a:rPr lang="en-US" dirty="0" smtClean="0"/>
              <a:t> </a:t>
            </a:r>
            <a:r>
              <a:rPr lang="en-US" dirty="0" err="1" smtClean="0"/>
              <a:t>est</a:t>
            </a:r>
            <a:r>
              <a:rPr lang="en-US" dirty="0" smtClean="0"/>
              <a:t> qui </a:t>
            </a:r>
            <a:r>
              <a:rPr lang="en-US" dirty="0" err="1" smtClean="0"/>
              <a:t>cus</a:t>
            </a:r>
            <a:r>
              <a:rPr lang="en-US" dirty="0" smtClean="0"/>
              <a:t> </a:t>
            </a:r>
            <a:r>
              <a:rPr lang="en-US" dirty="0" err="1" smtClean="0"/>
              <a:t>aut</a:t>
            </a:r>
            <a:r>
              <a:rPr lang="en-US" dirty="0" smtClean="0"/>
              <a:t> et </a:t>
            </a:r>
            <a:r>
              <a:rPr lang="en-US" dirty="0" err="1" smtClean="0"/>
              <a:t>secsaill</a:t>
            </a:r>
            <a:r>
              <a:rPr lang="en-US" dirty="0" smtClean="0"/>
              <a:t> to </a:t>
            </a:r>
            <a:r>
              <a:rPr lang="en-US" dirty="0" err="1" smtClean="0"/>
              <a:t>cid</a:t>
            </a:r>
            <a:r>
              <a:rPr lang="en-US" dirty="0" smtClean="0"/>
              <a:t> et </a:t>
            </a:r>
            <a:r>
              <a:rPr lang="en-US" dirty="0" err="1" smtClean="0"/>
              <a:t>poreupudam</a:t>
            </a:r>
            <a:r>
              <a:rPr lang="en-US" dirty="0" smtClean="0"/>
              <a:t> </a:t>
            </a:r>
            <a:r>
              <a:rPr lang="en-US" dirty="0" err="1" smtClean="0"/>
              <a:t>unti</a:t>
            </a:r>
            <a:r>
              <a:rPr lang="en-US" dirty="0" smtClean="0"/>
              <a:t>, </a:t>
            </a:r>
            <a:r>
              <a:rPr lang="en-US" dirty="0" err="1" smtClean="0"/>
              <a:t>uptodemsd</a:t>
            </a:r>
            <a:r>
              <a:rPr lang="en-US" dirty="0" smtClean="0"/>
              <a:t> </a:t>
            </a:r>
            <a:r>
              <a:rPr lang="en-US" dirty="0" err="1" smtClean="0"/>
              <a:t>blacsccsuam</a:t>
            </a:r>
            <a:r>
              <a:rPr lang="en-US" dirty="0" smtClean="0"/>
              <a:t> </a:t>
            </a:r>
            <a:r>
              <a:rPr lang="en-US" dirty="0" err="1" smtClean="0"/>
              <a:t>reprio</a:t>
            </a:r>
            <a:r>
              <a:rPr lang="en-US" dirty="0" smtClean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14468375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9"/>
          <p:cNvSpPr>
            <a:spLocks noGrp="1"/>
          </p:cNvSpPr>
          <p:nvPr>
            <p:ph type="body" sz="quarter" idx="12" hasCustomPrompt="1"/>
          </p:nvPr>
        </p:nvSpPr>
        <p:spPr>
          <a:xfrm>
            <a:off x="406203" y="701040"/>
            <a:ext cx="8280597" cy="39748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3400"/>
              </a:lnSpc>
              <a:spcBef>
                <a:spcPts val="0"/>
              </a:spcBef>
              <a:buNone/>
              <a:defRPr sz="3200" spc="-100" baseline="0">
                <a:solidFill>
                  <a:srgbClr val="0097A9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 smtClean="0"/>
              <a:t>Title</a:t>
            </a:r>
            <a:endParaRPr lang="en-CA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406203" y="1157677"/>
            <a:ext cx="8280597" cy="23820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2200"/>
              </a:lnSpc>
              <a:spcBef>
                <a:spcPts val="0"/>
              </a:spcBef>
              <a:buNone/>
              <a:defRPr sz="1800" b="0" spc="0" baseline="0">
                <a:solidFill>
                  <a:srgbClr val="DAAA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 smtClean="0"/>
              <a:t>Subtitle</a:t>
            </a:r>
            <a:endParaRPr lang="en-CA" dirty="0"/>
          </a:p>
        </p:txBody>
      </p:sp>
      <p:sp>
        <p:nvSpPr>
          <p:cNvPr id="6" name="Text Placeholder 6"/>
          <p:cNvSpPr>
            <a:spLocks noGrp="1"/>
          </p:cNvSpPr>
          <p:nvPr>
            <p:ph type="body" sz="quarter" idx="15" hasCustomPrompt="1"/>
          </p:nvPr>
        </p:nvSpPr>
        <p:spPr>
          <a:xfrm>
            <a:off x="406400" y="1636713"/>
            <a:ext cx="8280400" cy="2743200"/>
          </a:xfrm>
          <a:prstGeom prst="rect">
            <a:avLst/>
          </a:prstGeom>
        </p:spPr>
        <p:txBody>
          <a:bodyPr lIns="0" tIns="36000" rIns="0" numCol="2" spcCol="288000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 b="0" i="0" u="none" strike="noStrike" baseline="0" smtClean="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 smtClean="0"/>
              <a:t>Click to add text. Body placeholder text goes here. </a:t>
            </a:r>
            <a:r>
              <a:rPr lang="en-US" dirty="0" err="1" smtClean="0"/>
              <a:t>Aperchil</a:t>
            </a:r>
            <a:r>
              <a:rPr lang="en-US" dirty="0" smtClean="0"/>
              <a:t> </a:t>
            </a:r>
            <a:r>
              <a:rPr lang="en-US" dirty="0" err="1" smtClean="0"/>
              <a:t>inus</a:t>
            </a:r>
            <a:r>
              <a:rPr lang="en-US" dirty="0" smtClean="0"/>
              <a:t>, </a:t>
            </a:r>
            <a:r>
              <a:rPr lang="en-US" dirty="0" err="1" smtClean="0"/>
              <a:t>ullabo</a:t>
            </a:r>
            <a:r>
              <a:rPr lang="en-US" dirty="0" smtClean="0"/>
              <a:t>. </a:t>
            </a:r>
            <a:r>
              <a:rPr lang="en-US" dirty="0" err="1" smtClean="0"/>
              <a:t>Otat</a:t>
            </a:r>
            <a:r>
              <a:rPr lang="en-US" dirty="0" smtClean="0"/>
              <a:t>. </a:t>
            </a:r>
            <a:r>
              <a:rPr lang="en-US" dirty="0" err="1" smtClean="0"/>
              <a:t>Bissecto</a:t>
            </a:r>
            <a:r>
              <a:rPr lang="en-US" dirty="0" smtClean="0"/>
              <a:t> </a:t>
            </a:r>
            <a:r>
              <a:rPr lang="en-US" dirty="0" err="1" smtClean="0"/>
              <a:t>occust</a:t>
            </a:r>
            <a:r>
              <a:rPr lang="en-US" dirty="0" smtClean="0"/>
              <a:t>, to </a:t>
            </a:r>
            <a:r>
              <a:rPr lang="en-US" dirty="0" err="1" smtClean="0"/>
              <a:t>dolupta</a:t>
            </a:r>
            <a:r>
              <a:rPr lang="en-US" dirty="0" smtClean="0"/>
              <a:t> turbos </a:t>
            </a:r>
            <a:r>
              <a:rPr lang="en-US" dirty="0" err="1" smtClean="0"/>
              <a:t>consequidi</a:t>
            </a:r>
            <a:r>
              <a:rPr lang="en-US" dirty="0" smtClean="0"/>
              <a:t> </a:t>
            </a:r>
            <a:r>
              <a:rPr lang="en-US" dirty="0" err="1" smtClean="0"/>
              <a:t>aut</a:t>
            </a:r>
            <a:r>
              <a:rPr lang="en-US" dirty="0" smtClean="0"/>
              <a:t> </a:t>
            </a:r>
            <a:r>
              <a:rPr lang="en-US" dirty="0" err="1" smtClean="0"/>
              <a:t>eos</a:t>
            </a:r>
            <a:r>
              <a:rPr lang="en-US" dirty="0" smtClean="0"/>
              <a:t> </a:t>
            </a:r>
            <a:r>
              <a:rPr lang="en-US" dirty="0" err="1" smtClean="0"/>
              <a:t>aut</a:t>
            </a:r>
            <a:r>
              <a:rPr lang="en-US" dirty="0" smtClean="0"/>
              <a:t> </a:t>
            </a:r>
            <a:r>
              <a:rPr lang="en-US" dirty="0" err="1" smtClean="0"/>
              <a:t>dolesequam</a:t>
            </a:r>
            <a:r>
              <a:rPr lang="en-US" dirty="0" smtClean="0"/>
              <a:t> </a:t>
            </a:r>
            <a:r>
              <a:rPr lang="en-US" dirty="0" err="1" smtClean="0"/>
              <a:t>aut</a:t>
            </a:r>
            <a:r>
              <a:rPr lang="en-US" dirty="0" smtClean="0"/>
              <a:t> colossus.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 err="1" smtClean="0"/>
              <a:t>Evelegndigim</a:t>
            </a:r>
            <a:r>
              <a:rPr lang="en-US" dirty="0" smtClean="0"/>
              <a:t> </a:t>
            </a:r>
            <a:r>
              <a:rPr lang="en-US" dirty="0" err="1" smtClean="0"/>
              <a:t>enus</a:t>
            </a:r>
            <a:r>
              <a:rPr lang="en-US" dirty="0" smtClean="0"/>
              <a:t> as </a:t>
            </a:r>
            <a:r>
              <a:rPr lang="en-US" dirty="0" err="1" smtClean="0"/>
              <a:t>deerro</a:t>
            </a:r>
            <a:r>
              <a:rPr lang="en-US" dirty="0" smtClean="0"/>
              <a:t> </a:t>
            </a:r>
            <a:r>
              <a:rPr lang="en-US" dirty="0" err="1" smtClean="0"/>
              <a:t>consedi</a:t>
            </a:r>
            <a:r>
              <a:rPr lang="en-US" dirty="0" smtClean="0"/>
              <a:t> </a:t>
            </a:r>
            <a:r>
              <a:rPr lang="en-US" dirty="0" err="1" smtClean="0"/>
              <a:t>rerum</a:t>
            </a:r>
            <a:r>
              <a:rPr lang="en-US" dirty="0" smtClean="0"/>
              <a:t> et </a:t>
            </a:r>
            <a:r>
              <a:rPr lang="en-US" dirty="0" err="1" smtClean="0"/>
              <a:t>il</a:t>
            </a:r>
            <a:r>
              <a:rPr lang="en-US" dirty="0" smtClean="0"/>
              <a:t> </a:t>
            </a:r>
            <a:r>
              <a:rPr lang="en-US" dirty="0" err="1" smtClean="0"/>
              <a:t>est</a:t>
            </a:r>
            <a:r>
              <a:rPr lang="en-US" dirty="0" smtClean="0"/>
              <a:t> qui </a:t>
            </a:r>
            <a:r>
              <a:rPr lang="en-US" dirty="0" err="1" smtClean="0"/>
              <a:t>cus</a:t>
            </a:r>
            <a:r>
              <a:rPr lang="en-US" dirty="0" smtClean="0"/>
              <a:t> </a:t>
            </a:r>
            <a:r>
              <a:rPr lang="en-US" dirty="0" err="1" smtClean="0"/>
              <a:t>aut</a:t>
            </a:r>
            <a:r>
              <a:rPr lang="en-US" dirty="0" smtClean="0"/>
              <a:t> et </a:t>
            </a:r>
            <a:r>
              <a:rPr lang="en-US" dirty="0" err="1" smtClean="0"/>
              <a:t>secsaill</a:t>
            </a:r>
            <a:r>
              <a:rPr lang="en-US" dirty="0" smtClean="0"/>
              <a:t> to </a:t>
            </a:r>
            <a:r>
              <a:rPr lang="en-US" dirty="0" err="1" smtClean="0"/>
              <a:t>cid</a:t>
            </a:r>
            <a:r>
              <a:rPr lang="en-US" dirty="0" smtClean="0"/>
              <a:t> et </a:t>
            </a:r>
            <a:r>
              <a:rPr lang="en-US" dirty="0" err="1" smtClean="0"/>
              <a:t>poreupudam</a:t>
            </a:r>
            <a:r>
              <a:rPr lang="en-US" dirty="0" smtClean="0"/>
              <a:t> </a:t>
            </a:r>
            <a:r>
              <a:rPr lang="en-US" dirty="0" err="1" smtClean="0"/>
              <a:t>unti</a:t>
            </a:r>
            <a:r>
              <a:rPr lang="en-US" dirty="0" smtClean="0"/>
              <a:t>, </a:t>
            </a:r>
            <a:r>
              <a:rPr lang="en-US" dirty="0" err="1" smtClean="0"/>
              <a:t>uptodemsd</a:t>
            </a:r>
            <a:r>
              <a:rPr lang="en-US" dirty="0" smtClean="0"/>
              <a:t> </a:t>
            </a:r>
            <a:r>
              <a:rPr lang="en-US" dirty="0" err="1" smtClean="0"/>
              <a:t>blacsccsuam</a:t>
            </a:r>
            <a:r>
              <a:rPr lang="en-US" dirty="0" smtClean="0"/>
              <a:t> </a:t>
            </a:r>
            <a:r>
              <a:rPr lang="en-US" dirty="0" err="1" smtClean="0"/>
              <a:t>reprio</a:t>
            </a:r>
            <a:r>
              <a:rPr lang="en-US" dirty="0" smtClean="0"/>
              <a:t> </a:t>
            </a:r>
            <a:r>
              <a:rPr lang="en-US" dirty="0" err="1" smtClean="0"/>
              <a:t>endes</a:t>
            </a:r>
            <a:r>
              <a:rPr lang="en-US" dirty="0" smtClean="0"/>
              <a:t> </a:t>
            </a:r>
            <a:r>
              <a:rPr lang="en-US" dirty="0" err="1" smtClean="0"/>
              <a:t>autem</a:t>
            </a:r>
            <a:r>
              <a:rPr lang="en-US" dirty="0" smtClean="0"/>
              <a:t> </a:t>
            </a:r>
            <a:r>
              <a:rPr lang="en-US" dirty="0" err="1" smtClean="0"/>
              <a:t>quie</a:t>
            </a:r>
            <a:r>
              <a:rPr lang="en-US" dirty="0" smtClean="0"/>
              <a:t> </a:t>
            </a:r>
            <a:r>
              <a:rPr lang="en-US" dirty="0" err="1" smtClean="0"/>
              <a:t>prem</a:t>
            </a:r>
            <a:r>
              <a:rPr lang="en-US" dirty="0" smtClean="0"/>
              <a:t> </a:t>
            </a:r>
            <a:r>
              <a:rPr lang="en-US" dirty="0" err="1" smtClean="0"/>
              <a:t>aditas</a:t>
            </a:r>
            <a:r>
              <a:rPr lang="en-US" dirty="0" smtClean="0"/>
              <a:t> discus.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 err="1" smtClean="0"/>
              <a:t>Aperchil</a:t>
            </a:r>
            <a:r>
              <a:rPr lang="en-US" dirty="0" smtClean="0"/>
              <a:t> </a:t>
            </a:r>
            <a:r>
              <a:rPr lang="en-US" dirty="0" err="1" smtClean="0"/>
              <a:t>inus</a:t>
            </a:r>
            <a:r>
              <a:rPr lang="en-US" dirty="0" smtClean="0"/>
              <a:t>, </a:t>
            </a:r>
            <a:r>
              <a:rPr lang="en-US" dirty="0" err="1" smtClean="0"/>
              <a:t>ullabo</a:t>
            </a:r>
            <a:r>
              <a:rPr lang="en-US" dirty="0" smtClean="0"/>
              <a:t>. </a:t>
            </a:r>
            <a:r>
              <a:rPr lang="en-US" dirty="0" err="1" smtClean="0"/>
              <a:t>Otat</a:t>
            </a:r>
            <a:r>
              <a:rPr lang="en-US" dirty="0" smtClean="0"/>
              <a:t>. </a:t>
            </a:r>
            <a:r>
              <a:rPr lang="en-US" dirty="0" err="1" smtClean="0"/>
              <a:t>Bissecto</a:t>
            </a:r>
            <a:r>
              <a:rPr lang="en-US" dirty="0" smtClean="0"/>
              <a:t> </a:t>
            </a:r>
            <a:r>
              <a:rPr lang="en-US" dirty="0" err="1" smtClean="0"/>
              <a:t>occust</a:t>
            </a:r>
            <a:r>
              <a:rPr lang="en-US" dirty="0" smtClean="0"/>
              <a:t>, to </a:t>
            </a:r>
            <a:r>
              <a:rPr lang="en-US" dirty="0" err="1" smtClean="0"/>
              <a:t>Dolupta</a:t>
            </a:r>
            <a:r>
              <a:rPr lang="en-US" dirty="0" smtClean="0"/>
              <a:t> turbos </a:t>
            </a:r>
            <a:r>
              <a:rPr lang="en-US" dirty="0" err="1" smtClean="0"/>
              <a:t>consequidi</a:t>
            </a:r>
            <a:r>
              <a:rPr lang="en-US" dirty="0" smtClean="0"/>
              <a:t> </a:t>
            </a:r>
            <a:r>
              <a:rPr lang="en-US" dirty="0" err="1" smtClean="0"/>
              <a:t>aut</a:t>
            </a:r>
            <a:r>
              <a:rPr lang="en-US" dirty="0" smtClean="0"/>
              <a:t> </a:t>
            </a:r>
            <a:r>
              <a:rPr lang="en-US" dirty="0" err="1" smtClean="0"/>
              <a:t>eos</a:t>
            </a:r>
            <a:r>
              <a:rPr lang="en-US" dirty="0" smtClean="0"/>
              <a:t> </a:t>
            </a:r>
            <a:r>
              <a:rPr lang="en-US" dirty="0" err="1" smtClean="0"/>
              <a:t>aut</a:t>
            </a:r>
            <a:r>
              <a:rPr lang="en-US" dirty="0" smtClean="0"/>
              <a:t>. </a:t>
            </a:r>
            <a:r>
              <a:rPr lang="en-US" dirty="0" err="1" smtClean="0"/>
              <a:t>est</a:t>
            </a:r>
            <a:r>
              <a:rPr lang="en-US" dirty="0" smtClean="0"/>
              <a:t> </a:t>
            </a:r>
            <a:r>
              <a:rPr lang="en-US" dirty="0" err="1" smtClean="0"/>
              <a:t>aut</a:t>
            </a:r>
            <a:r>
              <a:rPr lang="en-US" dirty="0" smtClean="0"/>
              <a:t> </a:t>
            </a:r>
            <a:r>
              <a:rPr lang="en-US" dirty="0" err="1" smtClean="0"/>
              <a:t>veliatuint</a:t>
            </a:r>
            <a:r>
              <a:rPr lang="en-US" dirty="0" smtClean="0"/>
              <a:t> </a:t>
            </a:r>
            <a:r>
              <a:rPr lang="en-US" dirty="0" err="1" smtClean="0"/>
              <a:t>fuga</a:t>
            </a:r>
            <a:r>
              <a:rPr lang="en-US" dirty="0" smtClean="0"/>
              <a:t>. </a:t>
            </a:r>
            <a:r>
              <a:rPr lang="en-US" dirty="0" err="1" smtClean="0"/>
              <a:t>Sunt</a:t>
            </a:r>
            <a:r>
              <a:rPr lang="en-US" dirty="0" smtClean="0"/>
              <a:t> </a:t>
            </a:r>
            <a:r>
              <a:rPr lang="en-US" dirty="0" err="1" smtClean="0"/>
              <a:t>volupta</a:t>
            </a:r>
            <a:r>
              <a:rPr lang="en-US" dirty="0" smtClean="0"/>
              <a:t> </a:t>
            </a:r>
            <a:r>
              <a:rPr lang="en-US" dirty="0" err="1" smtClean="0"/>
              <a:t>tiuntem</a:t>
            </a:r>
            <a:r>
              <a:rPr lang="en-US" dirty="0" smtClean="0"/>
              <a:t> </a:t>
            </a:r>
            <a:r>
              <a:rPr lang="en-US" dirty="0" err="1" smtClean="0"/>
              <a:t>inulparum</a:t>
            </a:r>
            <a:r>
              <a:rPr lang="en-US" dirty="0" smtClean="0"/>
              <a:t> et </a:t>
            </a:r>
            <a:r>
              <a:rPr lang="en-US" dirty="0" err="1" smtClean="0"/>
              <a:t>fugioto</a:t>
            </a:r>
            <a:r>
              <a:rPr lang="en-US" dirty="0" smtClean="0"/>
              <a:t> </a:t>
            </a:r>
            <a:r>
              <a:rPr lang="en-US" dirty="0" err="1" smtClean="0"/>
              <a:t>cusa</a:t>
            </a:r>
            <a:r>
              <a:rPr lang="en-US" dirty="0" smtClean="0"/>
              <a:t> net </a:t>
            </a:r>
            <a:r>
              <a:rPr lang="en-US" dirty="0" err="1" smtClean="0"/>
              <a:t>aut</a:t>
            </a:r>
            <a:r>
              <a:rPr lang="en-US" dirty="0" smtClean="0"/>
              <a:t> colossus.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 err="1" smtClean="0"/>
              <a:t>Evelegndigim</a:t>
            </a:r>
            <a:r>
              <a:rPr lang="en-US" dirty="0" smtClean="0"/>
              <a:t> qui </a:t>
            </a:r>
            <a:r>
              <a:rPr lang="en-US" dirty="0" err="1" smtClean="0"/>
              <a:t>ommodiao</a:t>
            </a:r>
            <a:r>
              <a:rPr lang="en-US" dirty="0" smtClean="0"/>
              <a:t> </a:t>
            </a:r>
            <a:r>
              <a:rPr lang="en-US" dirty="0" err="1" smtClean="0"/>
              <a:t>exceaswum</a:t>
            </a:r>
            <a:r>
              <a:rPr lang="en-US" dirty="0" smtClean="0"/>
              <a:t> </a:t>
            </a:r>
            <a:r>
              <a:rPr lang="en-US" dirty="0" err="1" smtClean="0"/>
              <a:t>enus</a:t>
            </a:r>
            <a:r>
              <a:rPr lang="en-US" dirty="0" smtClean="0"/>
              <a:t> as </a:t>
            </a:r>
            <a:r>
              <a:rPr lang="en-US" dirty="0" err="1" smtClean="0"/>
              <a:t>deerro</a:t>
            </a:r>
            <a:r>
              <a:rPr lang="en-US" dirty="0" smtClean="0"/>
              <a:t> </a:t>
            </a:r>
            <a:r>
              <a:rPr lang="en-US" dirty="0" err="1" smtClean="0"/>
              <a:t>consedi</a:t>
            </a:r>
            <a:r>
              <a:rPr lang="en-US" dirty="0" smtClean="0"/>
              <a:t> </a:t>
            </a:r>
            <a:r>
              <a:rPr lang="en-US" dirty="0" err="1" smtClean="0"/>
              <a:t>rerum</a:t>
            </a:r>
            <a:r>
              <a:rPr lang="en-US" dirty="0" smtClean="0"/>
              <a:t> et </a:t>
            </a:r>
            <a:r>
              <a:rPr lang="en-US" dirty="0" err="1" smtClean="0"/>
              <a:t>il</a:t>
            </a:r>
            <a:r>
              <a:rPr lang="en-US" dirty="0" smtClean="0"/>
              <a:t> </a:t>
            </a:r>
            <a:r>
              <a:rPr lang="en-US" dirty="0" err="1" smtClean="0"/>
              <a:t>Aperchil</a:t>
            </a:r>
            <a:r>
              <a:rPr lang="en-US" dirty="0" smtClean="0"/>
              <a:t> </a:t>
            </a:r>
            <a:r>
              <a:rPr lang="en-US" dirty="0" err="1" smtClean="0"/>
              <a:t>inus</a:t>
            </a:r>
            <a:r>
              <a:rPr lang="en-US" dirty="0" smtClean="0"/>
              <a:t>, </a:t>
            </a:r>
            <a:r>
              <a:rPr lang="en-US" dirty="0" err="1" smtClean="0"/>
              <a:t>ullabo</a:t>
            </a:r>
            <a:r>
              <a:rPr lang="en-US" dirty="0" smtClean="0"/>
              <a:t>. </a:t>
            </a:r>
            <a:r>
              <a:rPr lang="en-US" dirty="0" err="1" smtClean="0"/>
              <a:t>Otat</a:t>
            </a:r>
            <a:r>
              <a:rPr lang="en-US" dirty="0" smtClean="0"/>
              <a:t>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 err="1" smtClean="0"/>
              <a:t>Bissecto</a:t>
            </a:r>
            <a:r>
              <a:rPr lang="en-US" dirty="0" smtClean="0"/>
              <a:t> </a:t>
            </a:r>
            <a:r>
              <a:rPr lang="en-US" dirty="0" err="1" smtClean="0"/>
              <a:t>occust</a:t>
            </a:r>
            <a:r>
              <a:rPr lang="en-US" dirty="0" smtClean="0"/>
              <a:t>, to </a:t>
            </a:r>
            <a:r>
              <a:rPr lang="en-US" dirty="0" err="1" smtClean="0"/>
              <a:t>dolupta</a:t>
            </a:r>
            <a:r>
              <a:rPr lang="en-US" dirty="0" smtClean="0"/>
              <a:t> turbos </a:t>
            </a:r>
            <a:r>
              <a:rPr lang="en-US" dirty="0" err="1" smtClean="0"/>
              <a:t>consequidi</a:t>
            </a:r>
            <a:r>
              <a:rPr lang="en-US" dirty="0" smtClean="0"/>
              <a:t> </a:t>
            </a:r>
            <a:r>
              <a:rPr lang="en-US" dirty="0" err="1" smtClean="0"/>
              <a:t>aut</a:t>
            </a:r>
            <a:r>
              <a:rPr lang="en-US" dirty="0" smtClean="0"/>
              <a:t> </a:t>
            </a:r>
            <a:r>
              <a:rPr lang="en-US" dirty="0" err="1" smtClean="0"/>
              <a:t>eos</a:t>
            </a:r>
            <a:r>
              <a:rPr lang="en-US" dirty="0" smtClean="0"/>
              <a:t> </a:t>
            </a:r>
            <a:r>
              <a:rPr lang="en-US" dirty="0" err="1" smtClean="0"/>
              <a:t>aut</a:t>
            </a:r>
            <a:r>
              <a:rPr lang="en-US" dirty="0" smtClean="0"/>
              <a:t> </a:t>
            </a:r>
            <a:r>
              <a:rPr lang="en-US" dirty="0" err="1" smtClean="0"/>
              <a:t>dolesequam</a:t>
            </a:r>
            <a:r>
              <a:rPr lang="en-US" dirty="0" smtClean="0"/>
              <a:t> </a:t>
            </a:r>
            <a:r>
              <a:rPr lang="en-US" dirty="0" err="1" smtClean="0"/>
              <a:t>commole</a:t>
            </a:r>
            <a:endParaRPr lang="en-US" dirty="0" smtClean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 err="1" smtClean="0"/>
              <a:t>Evelegndigim</a:t>
            </a:r>
            <a:r>
              <a:rPr lang="en-US" dirty="0" smtClean="0"/>
              <a:t> qui </a:t>
            </a:r>
            <a:r>
              <a:rPr lang="en-US" dirty="0" err="1" smtClean="0"/>
              <a:t>ommodiao</a:t>
            </a:r>
            <a:r>
              <a:rPr lang="en-US" dirty="0" smtClean="0"/>
              <a:t> </a:t>
            </a:r>
            <a:r>
              <a:rPr lang="en-US" dirty="0" err="1" smtClean="0"/>
              <a:t>exceaswum</a:t>
            </a:r>
            <a:r>
              <a:rPr lang="en-US" dirty="0" smtClean="0"/>
              <a:t> </a:t>
            </a:r>
            <a:r>
              <a:rPr lang="en-US" dirty="0" err="1" smtClean="0"/>
              <a:t>enus</a:t>
            </a:r>
            <a:r>
              <a:rPr lang="en-US" dirty="0" smtClean="0"/>
              <a:t> as </a:t>
            </a:r>
            <a:r>
              <a:rPr lang="en-US" dirty="0" err="1" smtClean="0"/>
              <a:t>deerro</a:t>
            </a:r>
            <a:r>
              <a:rPr lang="en-US" dirty="0" smtClean="0"/>
              <a:t> </a:t>
            </a:r>
            <a:r>
              <a:rPr lang="en-US" dirty="0" err="1" smtClean="0"/>
              <a:t>consedi</a:t>
            </a:r>
            <a:r>
              <a:rPr lang="en-US" dirty="0" smtClean="0"/>
              <a:t> </a:t>
            </a:r>
            <a:r>
              <a:rPr lang="en-US" dirty="0" err="1" smtClean="0"/>
              <a:t>rerum</a:t>
            </a:r>
            <a:r>
              <a:rPr lang="en-US" dirty="0" smtClean="0"/>
              <a:t> et </a:t>
            </a:r>
            <a:r>
              <a:rPr lang="en-US" dirty="0" err="1" smtClean="0"/>
              <a:t>il</a:t>
            </a:r>
            <a:r>
              <a:rPr lang="en-US" dirty="0" smtClean="0"/>
              <a:t> </a:t>
            </a:r>
            <a:r>
              <a:rPr lang="en-US" dirty="0" err="1" smtClean="0"/>
              <a:t>est</a:t>
            </a:r>
            <a:r>
              <a:rPr lang="en-US" dirty="0" smtClean="0"/>
              <a:t> qui </a:t>
            </a:r>
            <a:r>
              <a:rPr lang="en-US" dirty="0" err="1" smtClean="0"/>
              <a:t>cus</a:t>
            </a:r>
            <a:r>
              <a:rPr lang="en-US" dirty="0" smtClean="0"/>
              <a:t> </a:t>
            </a:r>
            <a:r>
              <a:rPr lang="en-US" dirty="0" err="1" smtClean="0"/>
              <a:t>aut</a:t>
            </a:r>
            <a:r>
              <a:rPr lang="en-US" dirty="0" smtClean="0"/>
              <a:t> et </a:t>
            </a:r>
            <a:r>
              <a:rPr lang="en-US" dirty="0" err="1" smtClean="0"/>
              <a:t>secsaill</a:t>
            </a:r>
            <a:r>
              <a:rPr lang="en-US" dirty="0" smtClean="0"/>
              <a:t> to.</a:t>
            </a:r>
          </a:p>
        </p:txBody>
      </p:sp>
    </p:spTree>
    <p:extLst>
      <p:ext uri="{BB962C8B-B14F-4D97-AF65-F5344CB8AC3E}">
        <p14:creationId xmlns:p14="http://schemas.microsoft.com/office/powerpoint/2010/main" val="281296017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hoto w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7286624" y="371475"/>
            <a:ext cx="1373281" cy="400050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200" b="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smtClean="0"/>
              <a:t>Photo Caption goes here</a:t>
            </a:r>
          </a:p>
        </p:txBody>
      </p:sp>
    </p:spTree>
    <p:extLst>
      <p:ext uri="{BB962C8B-B14F-4D97-AF65-F5344CB8AC3E}">
        <p14:creationId xmlns:p14="http://schemas.microsoft.com/office/powerpoint/2010/main" val="267329541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 userDrawn="1"/>
        </p:nvCxnSpPr>
        <p:spPr>
          <a:xfrm>
            <a:off x="417830" y="4796316"/>
            <a:ext cx="8186799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417830" y="2134394"/>
            <a:ext cx="7340600" cy="530225"/>
          </a:xfrm>
          <a:prstGeom prst="rect">
            <a:avLst/>
          </a:prstGeom>
        </p:spPr>
        <p:txBody>
          <a:bodyPr lIns="0" rIns="0"/>
          <a:lstStyle>
            <a:lvl1pPr marL="0" indent="0">
              <a:buNone/>
              <a:defRPr sz="36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 marL="457200" indent="0">
              <a:buNone/>
              <a:defRPr sz="3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400" indent="0">
              <a:buNone/>
              <a:defRPr sz="3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600" indent="0">
              <a:buNone/>
              <a:defRPr sz="3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sz="3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 smtClean="0"/>
              <a:t>Section Title</a:t>
            </a:r>
            <a:endParaRPr lang="en-CA" dirty="0"/>
          </a:p>
        </p:txBody>
      </p:sp>
      <p:sp>
        <p:nvSpPr>
          <p:cNvPr id="9" name="Rectangle 8"/>
          <p:cNvSpPr/>
          <p:nvPr userDrawn="1"/>
        </p:nvSpPr>
        <p:spPr>
          <a:xfrm>
            <a:off x="8411284" y="4847236"/>
            <a:ext cx="325730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fld id="{167796FD-2C35-44D3-9582-043279E26514}" type="slidenum">
              <a:rPr lang="en-CA" sz="900" b="1" smtClean="0">
                <a:solidFill>
                  <a:schemeClr val="bg1"/>
                </a:solidFill>
                <a:latin typeface="+mn-lt"/>
              </a:rPr>
              <a:pPr/>
              <a:t>‹#›</a:t>
            </a:fld>
            <a:endParaRPr lang="en-CA" sz="90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10" name="TextBox 9"/>
          <p:cNvSpPr txBox="1"/>
          <p:nvPr userDrawn="1"/>
        </p:nvSpPr>
        <p:spPr>
          <a:xfrm>
            <a:off x="407942" y="4885010"/>
            <a:ext cx="3916551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CA" sz="1000" b="1" i="0" baseline="0" dirty="0" smtClean="0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CWB Financial Group</a:t>
            </a:r>
            <a:endParaRPr lang="en-CA" sz="1000" b="1" i="0" dirty="0">
              <a:solidFill>
                <a:schemeClr val="bg1"/>
              </a:solidFill>
              <a:latin typeface="+mn-l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8854572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3"/>
          <p:cNvSpPr>
            <a:spLocks noGrp="1"/>
          </p:cNvSpPr>
          <p:nvPr>
            <p:ph type="body" sz="quarter" idx="13" hasCustomPrompt="1"/>
          </p:nvPr>
        </p:nvSpPr>
        <p:spPr>
          <a:xfrm>
            <a:off x="3749040" y="1870102"/>
            <a:ext cx="4931609" cy="2536467"/>
          </a:xfrm>
          <a:prstGeom prst="rect">
            <a:avLst/>
          </a:prstGeom>
          <a:noFill/>
        </p:spPr>
        <p:txBody>
          <a:bodyPr/>
          <a:lstStyle>
            <a:lvl1pPr>
              <a:defRPr sz="180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Arial" panose="020B0604020202020204" pitchFamily="34" charset="0"/>
              </a:defRPr>
            </a:lvl1pPr>
            <a:lvl2pPr>
              <a:defRPr sz="16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Arial" panose="020B0604020202020204" pitchFamily="34" charset="0"/>
              </a:defRPr>
            </a:lvl2pPr>
            <a:lvl3pPr marL="1143000" indent="-228600">
              <a:buFont typeface="Wingdings" panose="05000000000000000000" pitchFamily="2" charset="2"/>
              <a:buChar char="s"/>
              <a:defRPr sz="14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Arial" panose="020B0604020202020204" pitchFamily="34" charset="0"/>
              </a:defRPr>
            </a:lvl3pPr>
          </a:lstStyle>
          <a:p>
            <a:pPr lvl="0"/>
            <a:r>
              <a:rPr lang="en-CA" dirty="0" smtClean="0"/>
              <a:t>Bullet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  <a:endParaRPr lang="en-CA" dirty="0" smtClean="0"/>
          </a:p>
          <a:p>
            <a:pPr lvl="0"/>
            <a:r>
              <a:rPr lang="en-CA" dirty="0" smtClean="0"/>
              <a:t>Bullet</a:t>
            </a:r>
          </a:p>
          <a:p>
            <a:pPr lvl="0"/>
            <a:r>
              <a:rPr lang="en-CA" dirty="0" smtClean="0"/>
              <a:t>Bullet</a:t>
            </a:r>
          </a:p>
          <a:p>
            <a:pPr lvl="0"/>
            <a:r>
              <a:rPr lang="en-CA" dirty="0" smtClean="0"/>
              <a:t>Bullet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2" hasCustomPrompt="1"/>
          </p:nvPr>
        </p:nvSpPr>
        <p:spPr>
          <a:xfrm>
            <a:off x="406203" y="399966"/>
            <a:ext cx="2832297" cy="100973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3400"/>
              </a:lnSpc>
              <a:spcBef>
                <a:spcPts val="0"/>
              </a:spcBef>
              <a:buNone/>
              <a:defRPr sz="3200" b="0" spc="-100" baseline="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 smtClean="0"/>
              <a:t>Title</a:t>
            </a:r>
            <a:endParaRPr lang="en-CA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406203" y="1618602"/>
            <a:ext cx="2321757" cy="120841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2200"/>
              </a:lnSpc>
              <a:spcBef>
                <a:spcPts val="0"/>
              </a:spcBef>
              <a:buNone/>
              <a:defRPr sz="2000" b="0" spc="0" baseline="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 smtClean="0"/>
              <a:t>Subtitle</a:t>
            </a:r>
            <a:endParaRPr lang="en-CA" dirty="0"/>
          </a:p>
        </p:txBody>
      </p:sp>
      <p:cxnSp>
        <p:nvCxnSpPr>
          <p:cNvPr id="17" name="Straight Connector 16"/>
          <p:cNvCxnSpPr/>
          <p:nvPr userDrawn="1"/>
        </p:nvCxnSpPr>
        <p:spPr>
          <a:xfrm>
            <a:off x="406203" y="1501140"/>
            <a:ext cx="2626557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 userDrawn="1"/>
        </p:nvSpPr>
        <p:spPr>
          <a:xfrm>
            <a:off x="8411284" y="4847236"/>
            <a:ext cx="325730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fld id="{167796FD-2C35-44D3-9582-043279E26514}" type="slidenum">
              <a:rPr lang="en-CA" sz="900" b="1" smtClean="0">
                <a:solidFill>
                  <a:srgbClr val="BAC5B9"/>
                </a:solidFill>
                <a:latin typeface="+mn-lt"/>
              </a:rPr>
              <a:pPr/>
              <a:t>‹#›</a:t>
            </a:fld>
            <a:endParaRPr lang="en-CA" sz="900" dirty="0">
              <a:solidFill>
                <a:srgbClr val="BAC5B9"/>
              </a:solidFill>
              <a:latin typeface="+mn-lt"/>
            </a:endParaRPr>
          </a:p>
        </p:txBody>
      </p:sp>
      <p:sp>
        <p:nvSpPr>
          <p:cNvPr id="19" name="TextBox 18"/>
          <p:cNvSpPr txBox="1"/>
          <p:nvPr userDrawn="1"/>
        </p:nvSpPr>
        <p:spPr>
          <a:xfrm>
            <a:off x="407942" y="4885010"/>
            <a:ext cx="3916551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CA" sz="1000" b="1" i="0" baseline="0" dirty="0" smtClean="0">
                <a:solidFill>
                  <a:srgbClr val="BAC5B9"/>
                </a:solidFill>
                <a:latin typeface="+mn-lt"/>
                <a:cs typeface="Arial" panose="020B0604020202020204" pitchFamily="34" charset="0"/>
              </a:rPr>
              <a:t>CWB Financial Group</a:t>
            </a:r>
            <a:endParaRPr lang="en-CA" sz="1000" b="1" i="0" dirty="0">
              <a:solidFill>
                <a:srgbClr val="BAC5B9"/>
              </a:solidFill>
              <a:latin typeface="+mn-l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5424733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6328480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w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4579683" y="4407694"/>
            <a:ext cx="4112747" cy="24288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200" b="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smtClean="0"/>
              <a:t>Photo Caption</a:t>
            </a:r>
          </a:p>
        </p:txBody>
      </p:sp>
      <p:sp>
        <p:nvSpPr>
          <p:cNvPr id="8" name="Text Placeholder 9"/>
          <p:cNvSpPr>
            <a:spLocks noGrp="1"/>
          </p:cNvSpPr>
          <p:nvPr>
            <p:ph type="body" sz="quarter" idx="12" hasCustomPrompt="1"/>
          </p:nvPr>
        </p:nvSpPr>
        <p:spPr>
          <a:xfrm>
            <a:off x="406203" y="701040"/>
            <a:ext cx="3715741" cy="39748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3400"/>
              </a:lnSpc>
              <a:spcBef>
                <a:spcPts val="0"/>
              </a:spcBef>
              <a:buNone/>
              <a:defRPr sz="3200" spc="-100" baseline="0">
                <a:solidFill>
                  <a:srgbClr val="0097A9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 smtClean="0"/>
              <a:t>Title</a:t>
            </a:r>
            <a:endParaRPr lang="en-CA" dirty="0"/>
          </a:p>
        </p:txBody>
      </p:sp>
      <p:sp>
        <p:nvSpPr>
          <p:cNvPr id="9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406203" y="1157677"/>
            <a:ext cx="3715741" cy="23820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2200"/>
              </a:lnSpc>
              <a:spcBef>
                <a:spcPts val="0"/>
              </a:spcBef>
              <a:buNone/>
              <a:defRPr sz="1800" b="0" spc="0" baseline="0">
                <a:solidFill>
                  <a:srgbClr val="DAAA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 smtClean="0"/>
              <a:t>Subtitle</a:t>
            </a:r>
            <a:endParaRPr lang="en-CA" dirty="0"/>
          </a:p>
        </p:txBody>
      </p:sp>
      <p:sp>
        <p:nvSpPr>
          <p:cNvPr id="10" name="Text Placeholder 3"/>
          <p:cNvSpPr>
            <a:spLocks noGrp="1"/>
          </p:cNvSpPr>
          <p:nvPr>
            <p:ph type="body" sz="quarter" idx="13" hasCustomPrompt="1"/>
          </p:nvPr>
        </p:nvSpPr>
        <p:spPr>
          <a:xfrm>
            <a:off x="406203" y="1744980"/>
            <a:ext cx="3715741" cy="2419825"/>
          </a:xfrm>
          <a:prstGeom prst="rect">
            <a:avLst/>
          </a:prstGeom>
          <a:noFill/>
        </p:spPr>
        <p:txBody>
          <a:bodyPr/>
          <a:lstStyle>
            <a:lvl1pPr>
              <a:defRPr sz="1500" baseline="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  <a:lvl2pPr>
              <a:defRPr sz="140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2pPr>
            <a:lvl3pPr marL="1143000" indent="-228600">
              <a:buFont typeface="Wingdings" panose="05000000000000000000" pitchFamily="2" charset="2"/>
              <a:buChar char="s"/>
              <a:defRPr sz="120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3pPr>
          </a:lstStyle>
          <a:p>
            <a:pPr lvl="0"/>
            <a:r>
              <a:rPr lang="en-CA" dirty="0" smtClean="0"/>
              <a:t>Bullet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  <a:endParaRPr lang="en-CA" dirty="0" smtClean="0"/>
          </a:p>
          <a:p>
            <a:pPr lvl="0"/>
            <a:r>
              <a:rPr lang="en-CA" dirty="0" smtClean="0"/>
              <a:t>Bullet</a:t>
            </a:r>
          </a:p>
          <a:p>
            <a:pPr lvl="0"/>
            <a:r>
              <a:rPr lang="en-CA" dirty="0" smtClean="0"/>
              <a:t>Bullet</a:t>
            </a:r>
          </a:p>
          <a:p>
            <a:pPr lvl="0"/>
            <a:r>
              <a:rPr lang="en-CA" dirty="0" smtClean="0"/>
              <a:t>Bullet</a:t>
            </a:r>
          </a:p>
        </p:txBody>
      </p:sp>
    </p:spTree>
    <p:extLst>
      <p:ext uri="{BB962C8B-B14F-4D97-AF65-F5344CB8AC3E}">
        <p14:creationId xmlns:p14="http://schemas.microsoft.com/office/powerpoint/2010/main" val="89499117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3" hasCustomPrompt="1"/>
          </p:nvPr>
        </p:nvSpPr>
        <p:spPr>
          <a:xfrm>
            <a:off x="406203" y="1744981"/>
            <a:ext cx="8280401" cy="2681022"/>
          </a:xfrm>
          <a:prstGeom prst="rect">
            <a:avLst/>
          </a:prstGeom>
          <a:noFill/>
        </p:spPr>
        <p:txBody>
          <a:bodyPr numCol="2" spcCol="144000"/>
          <a:lstStyle>
            <a:lvl1pPr>
              <a:defRPr sz="1500" baseline="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  <a:lvl2pPr>
              <a:defRPr sz="140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2pPr>
            <a:lvl3pPr marL="1143000" indent="-228600">
              <a:buFont typeface="Wingdings" panose="05000000000000000000" pitchFamily="2" charset="2"/>
              <a:buChar char="s"/>
              <a:defRPr sz="120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3pPr>
          </a:lstStyle>
          <a:p>
            <a:pPr lvl="0"/>
            <a:r>
              <a:rPr lang="en-CA" dirty="0" smtClean="0"/>
              <a:t>Bullet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  <a:endParaRPr lang="en-CA" dirty="0" smtClean="0"/>
          </a:p>
          <a:p>
            <a:pPr lvl="0"/>
            <a:r>
              <a:rPr lang="en-CA" dirty="0" smtClean="0"/>
              <a:t>Bullet</a:t>
            </a:r>
          </a:p>
          <a:p>
            <a:pPr lvl="0"/>
            <a:r>
              <a:rPr lang="en-CA" dirty="0" smtClean="0"/>
              <a:t>Bullet</a:t>
            </a:r>
          </a:p>
          <a:p>
            <a:pPr lvl="0"/>
            <a:r>
              <a:rPr lang="en-CA" dirty="0" smtClean="0"/>
              <a:t>Bullet</a:t>
            </a:r>
          </a:p>
          <a:p>
            <a:pPr lvl="0"/>
            <a:r>
              <a:rPr lang="en-CA" dirty="0" smtClean="0"/>
              <a:t>Bullet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  <a:endParaRPr lang="en-CA" dirty="0" smtClean="0"/>
          </a:p>
          <a:p>
            <a:pPr lvl="0"/>
            <a:endParaRPr lang="en-CA" dirty="0" smtClean="0"/>
          </a:p>
          <a:p>
            <a:pPr lvl="0"/>
            <a:r>
              <a:rPr lang="en-CA" dirty="0" smtClean="0"/>
              <a:t>Bullet</a:t>
            </a:r>
          </a:p>
          <a:p>
            <a:pPr lvl="0"/>
            <a:r>
              <a:rPr lang="en-CA" dirty="0" smtClean="0"/>
              <a:t>Bullet</a:t>
            </a:r>
          </a:p>
          <a:p>
            <a:pPr lvl="0"/>
            <a:r>
              <a:rPr lang="en-CA" dirty="0" smtClean="0"/>
              <a:t>Bullet</a:t>
            </a:r>
          </a:p>
          <a:p>
            <a:pPr lvl="0"/>
            <a:r>
              <a:rPr lang="en-CA" dirty="0" smtClean="0"/>
              <a:t>Bullet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  <a:endParaRPr lang="en-CA" dirty="0" smtClean="0"/>
          </a:p>
          <a:p>
            <a:pPr lvl="0"/>
            <a:r>
              <a:rPr lang="en-CA" dirty="0" smtClean="0"/>
              <a:t>Bullet</a:t>
            </a:r>
          </a:p>
          <a:p>
            <a:pPr lvl="0"/>
            <a:r>
              <a:rPr lang="en-CA" dirty="0" smtClean="0"/>
              <a:t>Bullet</a:t>
            </a:r>
          </a:p>
          <a:p>
            <a:pPr lvl="0"/>
            <a:r>
              <a:rPr lang="en-CA" dirty="0" smtClean="0"/>
              <a:t>Bullet</a:t>
            </a:r>
          </a:p>
          <a:p>
            <a:pPr lvl="0"/>
            <a:endParaRPr lang="en-CA" dirty="0" smtClean="0"/>
          </a:p>
        </p:txBody>
      </p:sp>
      <p:sp>
        <p:nvSpPr>
          <p:cNvPr id="5" name="Text Placeholder 9"/>
          <p:cNvSpPr>
            <a:spLocks noGrp="1"/>
          </p:cNvSpPr>
          <p:nvPr>
            <p:ph type="body" sz="quarter" idx="12" hasCustomPrompt="1"/>
          </p:nvPr>
        </p:nvSpPr>
        <p:spPr>
          <a:xfrm>
            <a:off x="406203" y="701040"/>
            <a:ext cx="8280401" cy="39748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3400"/>
              </a:lnSpc>
              <a:spcBef>
                <a:spcPts val="0"/>
              </a:spcBef>
              <a:buNone/>
              <a:defRPr sz="3200" spc="-100" baseline="0">
                <a:solidFill>
                  <a:srgbClr val="0097A9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 smtClean="0"/>
              <a:t>Title</a:t>
            </a:r>
            <a:endParaRPr lang="en-CA" dirty="0"/>
          </a:p>
        </p:txBody>
      </p:sp>
      <p:sp>
        <p:nvSpPr>
          <p:cNvPr id="6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406203" y="1157677"/>
            <a:ext cx="8280401" cy="23820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2200"/>
              </a:lnSpc>
              <a:spcBef>
                <a:spcPts val="0"/>
              </a:spcBef>
              <a:buNone/>
              <a:defRPr sz="1800" b="0" spc="0" baseline="0">
                <a:solidFill>
                  <a:srgbClr val="DAAA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 smtClean="0"/>
              <a:t>Subtitle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4049915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9"/>
          <p:cNvSpPr>
            <a:spLocks noGrp="1"/>
          </p:cNvSpPr>
          <p:nvPr>
            <p:ph type="body" sz="quarter" idx="12" hasCustomPrompt="1"/>
          </p:nvPr>
        </p:nvSpPr>
        <p:spPr>
          <a:xfrm>
            <a:off x="406203" y="701040"/>
            <a:ext cx="8280401" cy="39748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3400"/>
              </a:lnSpc>
              <a:spcBef>
                <a:spcPts val="0"/>
              </a:spcBef>
              <a:buNone/>
              <a:defRPr sz="3200" spc="-100" baseline="0">
                <a:solidFill>
                  <a:srgbClr val="0097A9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 smtClean="0"/>
              <a:t>Title</a:t>
            </a:r>
            <a:endParaRPr lang="en-CA" dirty="0"/>
          </a:p>
        </p:txBody>
      </p:sp>
      <p:sp>
        <p:nvSpPr>
          <p:cNvPr id="6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406203" y="1157677"/>
            <a:ext cx="8280401" cy="23820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2200"/>
              </a:lnSpc>
              <a:spcBef>
                <a:spcPts val="0"/>
              </a:spcBef>
              <a:buNone/>
              <a:defRPr sz="1800" b="0" spc="0" baseline="0">
                <a:solidFill>
                  <a:srgbClr val="DAAA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 smtClean="0"/>
              <a:t>Subtitle</a:t>
            </a:r>
            <a:endParaRPr lang="en-CA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5" hasCustomPrompt="1"/>
          </p:nvPr>
        </p:nvSpPr>
        <p:spPr>
          <a:xfrm>
            <a:off x="406400" y="1636713"/>
            <a:ext cx="8280400" cy="2743200"/>
          </a:xfrm>
          <a:prstGeom prst="rect">
            <a:avLst/>
          </a:prstGeom>
        </p:spPr>
        <p:txBody>
          <a:bodyPr lIns="0" rIns="0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 b="0" i="0" u="none" strike="noStrike" baseline="0" smtClean="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 smtClean="0"/>
              <a:t>Click to add text. Body placeholder text goes here. </a:t>
            </a:r>
            <a:r>
              <a:rPr lang="en-US" dirty="0" err="1" smtClean="0"/>
              <a:t>Aperchil</a:t>
            </a:r>
            <a:r>
              <a:rPr lang="en-US" dirty="0" smtClean="0"/>
              <a:t> </a:t>
            </a:r>
            <a:r>
              <a:rPr lang="en-US" dirty="0" err="1" smtClean="0"/>
              <a:t>inus</a:t>
            </a:r>
            <a:r>
              <a:rPr lang="en-US" dirty="0" smtClean="0"/>
              <a:t>, </a:t>
            </a:r>
            <a:r>
              <a:rPr lang="en-US" dirty="0" err="1" smtClean="0"/>
              <a:t>ullabo</a:t>
            </a:r>
            <a:r>
              <a:rPr lang="en-US" dirty="0" smtClean="0"/>
              <a:t>. </a:t>
            </a:r>
            <a:r>
              <a:rPr lang="en-US" dirty="0" err="1" smtClean="0"/>
              <a:t>Otat</a:t>
            </a:r>
            <a:r>
              <a:rPr lang="en-US" dirty="0" smtClean="0"/>
              <a:t>. </a:t>
            </a:r>
            <a:r>
              <a:rPr lang="en-US" dirty="0" err="1" smtClean="0"/>
              <a:t>Bissecto</a:t>
            </a:r>
            <a:r>
              <a:rPr lang="en-US" dirty="0" smtClean="0"/>
              <a:t> </a:t>
            </a:r>
            <a:r>
              <a:rPr lang="en-US" dirty="0" err="1" smtClean="0"/>
              <a:t>occust</a:t>
            </a:r>
            <a:r>
              <a:rPr lang="en-US" dirty="0" smtClean="0"/>
              <a:t>, to </a:t>
            </a:r>
            <a:r>
              <a:rPr lang="en-US" dirty="0" err="1" smtClean="0"/>
              <a:t>dolupta</a:t>
            </a:r>
            <a:r>
              <a:rPr lang="en-US" dirty="0" smtClean="0"/>
              <a:t> turbos </a:t>
            </a:r>
            <a:r>
              <a:rPr lang="en-US" dirty="0" err="1" smtClean="0"/>
              <a:t>consequidi</a:t>
            </a:r>
            <a:r>
              <a:rPr lang="en-US" dirty="0" smtClean="0"/>
              <a:t> </a:t>
            </a:r>
            <a:r>
              <a:rPr lang="en-US" dirty="0" err="1" smtClean="0"/>
              <a:t>aut</a:t>
            </a:r>
            <a:r>
              <a:rPr lang="en-US" dirty="0" smtClean="0"/>
              <a:t> </a:t>
            </a:r>
            <a:r>
              <a:rPr lang="en-US" dirty="0" err="1" smtClean="0"/>
              <a:t>eos</a:t>
            </a:r>
            <a:r>
              <a:rPr lang="en-US" dirty="0" smtClean="0"/>
              <a:t> </a:t>
            </a:r>
            <a:r>
              <a:rPr lang="en-US" dirty="0" err="1" smtClean="0"/>
              <a:t>aut</a:t>
            </a:r>
            <a:r>
              <a:rPr lang="en-US" dirty="0" smtClean="0"/>
              <a:t> </a:t>
            </a:r>
            <a:r>
              <a:rPr lang="en-US" dirty="0" err="1" smtClean="0"/>
              <a:t>dolesequam</a:t>
            </a:r>
            <a:r>
              <a:rPr lang="en-US" dirty="0" smtClean="0"/>
              <a:t> </a:t>
            </a:r>
            <a:r>
              <a:rPr lang="en-US" dirty="0" err="1" smtClean="0"/>
              <a:t>commole</a:t>
            </a:r>
            <a:r>
              <a:rPr lang="en-US" dirty="0" smtClean="0"/>
              <a:t> </a:t>
            </a:r>
            <a:r>
              <a:rPr lang="en-US" dirty="0" err="1" smtClean="0"/>
              <a:t>ntotas</a:t>
            </a:r>
            <a:r>
              <a:rPr lang="en-US" dirty="0" smtClean="0"/>
              <a:t> se </a:t>
            </a:r>
            <a:r>
              <a:rPr lang="en-US" dirty="0" err="1" smtClean="0"/>
              <a:t>volum</a:t>
            </a:r>
            <a:r>
              <a:rPr lang="en-US" dirty="0" smtClean="0"/>
              <a:t> </a:t>
            </a:r>
            <a:r>
              <a:rPr lang="en-US" dirty="0" err="1" smtClean="0"/>
              <a:t>est</a:t>
            </a:r>
            <a:r>
              <a:rPr lang="en-US" dirty="0" smtClean="0"/>
              <a:t> </a:t>
            </a:r>
            <a:r>
              <a:rPr lang="en-US" dirty="0" err="1" smtClean="0"/>
              <a:t>aut</a:t>
            </a:r>
            <a:r>
              <a:rPr lang="en-US" dirty="0" smtClean="0"/>
              <a:t> </a:t>
            </a:r>
            <a:r>
              <a:rPr lang="en-US" dirty="0" err="1" smtClean="0"/>
              <a:t>veliatuint</a:t>
            </a:r>
            <a:r>
              <a:rPr lang="en-US" dirty="0" smtClean="0"/>
              <a:t> </a:t>
            </a:r>
            <a:r>
              <a:rPr lang="en-US" dirty="0" err="1" smtClean="0"/>
              <a:t>fuga</a:t>
            </a:r>
            <a:r>
              <a:rPr lang="en-US" dirty="0" smtClean="0"/>
              <a:t>. </a:t>
            </a:r>
            <a:r>
              <a:rPr lang="en-US" dirty="0" err="1" smtClean="0"/>
              <a:t>Sunt</a:t>
            </a:r>
            <a:r>
              <a:rPr lang="en-US" dirty="0" smtClean="0"/>
              <a:t> </a:t>
            </a:r>
            <a:r>
              <a:rPr lang="en-US" dirty="0" err="1" smtClean="0"/>
              <a:t>volupta</a:t>
            </a:r>
            <a:r>
              <a:rPr lang="en-US" dirty="0" smtClean="0"/>
              <a:t> </a:t>
            </a:r>
            <a:r>
              <a:rPr lang="en-US" dirty="0" err="1" smtClean="0"/>
              <a:t>tiuntem</a:t>
            </a:r>
            <a:r>
              <a:rPr lang="en-US" dirty="0" smtClean="0"/>
              <a:t> </a:t>
            </a:r>
            <a:r>
              <a:rPr lang="en-US" dirty="0" err="1" smtClean="0"/>
              <a:t>inulparum</a:t>
            </a:r>
            <a:r>
              <a:rPr lang="en-US" dirty="0" smtClean="0"/>
              <a:t> et </a:t>
            </a:r>
            <a:r>
              <a:rPr lang="en-US" dirty="0" err="1" smtClean="0"/>
              <a:t>fugioto</a:t>
            </a:r>
            <a:r>
              <a:rPr lang="en-US" dirty="0" smtClean="0"/>
              <a:t> </a:t>
            </a:r>
            <a:r>
              <a:rPr lang="en-US" dirty="0" err="1" smtClean="0"/>
              <a:t>cusa</a:t>
            </a:r>
            <a:r>
              <a:rPr lang="en-US" dirty="0" smtClean="0"/>
              <a:t> net </a:t>
            </a:r>
            <a:r>
              <a:rPr lang="en-US" dirty="0" err="1" smtClean="0"/>
              <a:t>aut</a:t>
            </a:r>
            <a:r>
              <a:rPr lang="en-US" dirty="0" smtClean="0"/>
              <a:t> colossus. </a:t>
            </a:r>
            <a:r>
              <a:rPr lang="en-US" dirty="0" err="1" smtClean="0"/>
              <a:t>Evelegndigim</a:t>
            </a:r>
            <a:r>
              <a:rPr lang="en-US" dirty="0" smtClean="0"/>
              <a:t> qui </a:t>
            </a:r>
            <a:r>
              <a:rPr lang="en-US" dirty="0" err="1" smtClean="0"/>
              <a:t>ommodiao</a:t>
            </a:r>
            <a:r>
              <a:rPr lang="en-US" dirty="0" smtClean="0"/>
              <a:t> </a:t>
            </a:r>
            <a:r>
              <a:rPr lang="en-US" dirty="0" err="1" smtClean="0"/>
              <a:t>exceaswum</a:t>
            </a:r>
            <a:r>
              <a:rPr lang="en-US" dirty="0" smtClean="0"/>
              <a:t> </a:t>
            </a:r>
            <a:r>
              <a:rPr lang="en-US" dirty="0" err="1" smtClean="0"/>
              <a:t>enus</a:t>
            </a:r>
            <a:r>
              <a:rPr lang="en-US" dirty="0" smtClean="0"/>
              <a:t> as </a:t>
            </a:r>
            <a:r>
              <a:rPr lang="en-US" dirty="0" err="1" smtClean="0"/>
              <a:t>deerro</a:t>
            </a:r>
            <a:r>
              <a:rPr lang="en-US" dirty="0" smtClean="0"/>
              <a:t> </a:t>
            </a:r>
            <a:r>
              <a:rPr lang="en-US" dirty="0" err="1" smtClean="0"/>
              <a:t>consedi</a:t>
            </a:r>
            <a:r>
              <a:rPr lang="en-US" dirty="0" smtClean="0"/>
              <a:t> </a:t>
            </a:r>
            <a:r>
              <a:rPr lang="en-US" dirty="0" err="1" smtClean="0"/>
              <a:t>rerum</a:t>
            </a:r>
            <a:r>
              <a:rPr lang="en-US" dirty="0" smtClean="0"/>
              <a:t> et </a:t>
            </a:r>
            <a:r>
              <a:rPr lang="en-US" dirty="0" err="1" smtClean="0"/>
              <a:t>il</a:t>
            </a:r>
            <a:r>
              <a:rPr lang="en-US" dirty="0" smtClean="0"/>
              <a:t> </a:t>
            </a:r>
            <a:r>
              <a:rPr lang="en-US" dirty="0" err="1" smtClean="0"/>
              <a:t>est</a:t>
            </a:r>
            <a:r>
              <a:rPr lang="en-US" dirty="0" smtClean="0"/>
              <a:t> qui </a:t>
            </a:r>
            <a:r>
              <a:rPr lang="en-US" dirty="0" err="1" smtClean="0"/>
              <a:t>cus</a:t>
            </a:r>
            <a:r>
              <a:rPr lang="en-US" dirty="0" smtClean="0"/>
              <a:t> </a:t>
            </a:r>
            <a:r>
              <a:rPr lang="en-US" dirty="0" err="1" smtClean="0"/>
              <a:t>aut</a:t>
            </a:r>
            <a:r>
              <a:rPr lang="en-US" dirty="0" smtClean="0"/>
              <a:t> et </a:t>
            </a:r>
            <a:r>
              <a:rPr lang="en-US" dirty="0" err="1" smtClean="0"/>
              <a:t>secsaill</a:t>
            </a:r>
            <a:r>
              <a:rPr lang="en-US" dirty="0" smtClean="0"/>
              <a:t> to </a:t>
            </a:r>
            <a:r>
              <a:rPr lang="en-US" dirty="0" err="1" smtClean="0"/>
              <a:t>cid</a:t>
            </a:r>
            <a:r>
              <a:rPr lang="en-US" dirty="0" smtClean="0"/>
              <a:t> et </a:t>
            </a:r>
            <a:r>
              <a:rPr lang="en-US" dirty="0" err="1" smtClean="0"/>
              <a:t>poreupudam</a:t>
            </a:r>
            <a:r>
              <a:rPr lang="en-US" dirty="0" smtClean="0"/>
              <a:t> </a:t>
            </a:r>
            <a:r>
              <a:rPr lang="en-US" dirty="0" err="1" smtClean="0"/>
              <a:t>unti</a:t>
            </a:r>
            <a:r>
              <a:rPr lang="en-US" dirty="0" smtClean="0"/>
              <a:t>, </a:t>
            </a:r>
            <a:r>
              <a:rPr lang="en-US" dirty="0" err="1" smtClean="0"/>
              <a:t>uptodemsd</a:t>
            </a:r>
            <a:r>
              <a:rPr lang="en-US" dirty="0" smtClean="0"/>
              <a:t> </a:t>
            </a:r>
            <a:r>
              <a:rPr lang="en-US" dirty="0" err="1" smtClean="0"/>
              <a:t>blacsccsuam</a:t>
            </a:r>
            <a:r>
              <a:rPr lang="en-US" dirty="0" smtClean="0"/>
              <a:t> </a:t>
            </a:r>
            <a:r>
              <a:rPr lang="en-US" dirty="0" err="1" smtClean="0"/>
              <a:t>reprio</a:t>
            </a:r>
            <a:r>
              <a:rPr lang="en-US" dirty="0" smtClean="0"/>
              <a:t> </a:t>
            </a:r>
            <a:r>
              <a:rPr lang="en-US" dirty="0" err="1" smtClean="0"/>
              <a:t>endes</a:t>
            </a:r>
            <a:r>
              <a:rPr lang="en-US" dirty="0" smtClean="0"/>
              <a:t> </a:t>
            </a:r>
            <a:r>
              <a:rPr lang="en-US" dirty="0" err="1" smtClean="0"/>
              <a:t>autem</a:t>
            </a:r>
            <a:r>
              <a:rPr lang="en-US" dirty="0" smtClean="0"/>
              <a:t> </a:t>
            </a:r>
            <a:r>
              <a:rPr lang="en-US" dirty="0" err="1" smtClean="0"/>
              <a:t>quie</a:t>
            </a:r>
            <a:r>
              <a:rPr lang="en-US" dirty="0" smtClean="0"/>
              <a:t> </a:t>
            </a:r>
            <a:r>
              <a:rPr lang="en-US" dirty="0" err="1" smtClean="0"/>
              <a:t>prem</a:t>
            </a:r>
            <a:r>
              <a:rPr lang="en-US" dirty="0" smtClean="0"/>
              <a:t> </a:t>
            </a:r>
            <a:r>
              <a:rPr lang="en-US" dirty="0" err="1" smtClean="0"/>
              <a:t>aditas</a:t>
            </a:r>
            <a:r>
              <a:rPr lang="en-US" dirty="0" smtClean="0"/>
              <a:t> discus </a:t>
            </a:r>
            <a:r>
              <a:rPr lang="en-US" dirty="0" err="1" smtClean="0"/>
              <a:t>magnihilibus</a:t>
            </a:r>
            <a:r>
              <a:rPr lang="en-US" dirty="0" smtClean="0"/>
              <a:t> </a:t>
            </a:r>
            <a:r>
              <a:rPr lang="en-US" dirty="0" err="1" smtClean="0"/>
              <a:t>cusiccs</a:t>
            </a:r>
            <a:r>
              <a:rPr lang="en-US" dirty="0" smtClean="0"/>
              <a:t> </a:t>
            </a:r>
            <a:r>
              <a:rPr lang="en-US" dirty="0" err="1" smtClean="0"/>
              <a:t>eatumse</a:t>
            </a:r>
            <a:r>
              <a:rPr lang="en-US" dirty="0" smtClean="0"/>
              <a:t> </a:t>
            </a:r>
            <a:r>
              <a:rPr lang="en-US" dirty="0" err="1" smtClean="0"/>
              <a:t>luptaquie</a:t>
            </a:r>
            <a:r>
              <a:rPr lang="en-US" dirty="0" smtClean="0"/>
              <a:t> </a:t>
            </a:r>
            <a:r>
              <a:rPr lang="en-US" dirty="0" err="1" smtClean="0"/>
              <a:t>dolum</a:t>
            </a:r>
            <a:r>
              <a:rPr lang="en-US" dirty="0" smtClean="0"/>
              <a:t> </a:t>
            </a:r>
            <a:r>
              <a:rPr lang="en-US" dirty="0" err="1" smtClean="0"/>
              <a:t>Aperchil</a:t>
            </a:r>
            <a:r>
              <a:rPr lang="en-US" dirty="0" smtClean="0"/>
              <a:t> </a:t>
            </a:r>
            <a:r>
              <a:rPr lang="en-US" dirty="0" err="1" smtClean="0"/>
              <a:t>inus</a:t>
            </a:r>
            <a:r>
              <a:rPr lang="en-US" dirty="0" smtClean="0"/>
              <a:t>, </a:t>
            </a:r>
            <a:r>
              <a:rPr lang="en-US" dirty="0" err="1" smtClean="0"/>
              <a:t>ullabo</a:t>
            </a:r>
            <a:r>
              <a:rPr lang="en-US" dirty="0" smtClean="0"/>
              <a:t>. </a:t>
            </a:r>
            <a:r>
              <a:rPr lang="en-US" dirty="0" err="1" smtClean="0"/>
              <a:t>Otat</a:t>
            </a:r>
            <a:r>
              <a:rPr lang="en-US" dirty="0" smtClean="0"/>
              <a:t>. </a:t>
            </a:r>
            <a:r>
              <a:rPr lang="en-US" dirty="0" err="1" smtClean="0"/>
              <a:t>Bissecto</a:t>
            </a:r>
            <a:r>
              <a:rPr lang="en-US" dirty="0" smtClean="0"/>
              <a:t> </a:t>
            </a:r>
            <a:r>
              <a:rPr lang="en-US" dirty="0" err="1" smtClean="0"/>
              <a:t>occust</a:t>
            </a:r>
            <a:r>
              <a:rPr lang="en-US" dirty="0" smtClean="0"/>
              <a:t>, to </a:t>
            </a:r>
            <a:r>
              <a:rPr lang="en-US" dirty="0" err="1" smtClean="0"/>
              <a:t>dolupta</a:t>
            </a:r>
            <a:r>
              <a:rPr lang="en-US" dirty="0" smtClean="0"/>
              <a:t> turbos </a:t>
            </a:r>
            <a:r>
              <a:rPr lang="en-US" dirty="0" err="1" smtClean="0"/>
              <a:t>consequidi</a:t>
            </a:r>
            <a:r>
              <a:rPr lang="en-US" dirty="0" smtClean="0"/>
              <a:t> </a:t>
            </a:r>
            <a:r>
              <a:rPr lang="en-US" dirty="0" err="1" smtClean="0"/>
              <a:t>aut</a:t>
            </a:r>
            <a:r>
              <a:rPr lang="en-US" dirty="0" smtClean="0"/>
              <a:t> </a:t>
            </a:r>
            <a:r>
              <a:rPr lang="en-US" dirty="0" err="1" smtClean="0"/>
              <a:t>eos</a:t>
            </a:r>
            <a:r>
              <a:rPr lang="en-US" dirty="0" smtClean="0"/>
              <a:t> </a:t>
            </a:r>
            <a:r>
              <a:rPr lang="en-US" dirty="0" err="1" smtClean="0"/>
              <a:t>aut</a:t>
            </a:r>
            <a:r>
              <a:rPr lang="en-US" dirty="0" smtClean="0"/>
              <a:t> </a:t>
            </a:r>
            <a:r>
              <a:rPr lang="en-US" dirty="0" err="1" smtClean="0"/>
              <a:t>dolesequam</a:t>
            </a:r>
            <a:r>
              <a:rPr lang="en-US" dirty="0" smtClean="0"/>
              <a:t> </a:t>
            </a:r>
            <a:r>
              <a:rPr lang="en-US" dirty="0" err="1" smtClean="0"/>
              <a:t>commole</a:t>
            </a:r>
            <a:r>
              <a:rPr lang="en-US" dirty="0" smtClean="0"/>
              <a:t> </a:t>
            </a:r>
            <a:r>
              <a:rPr lang="en-US" dirty="0" err="1" smtClean="0"/>
              <a:t>ntotas</a:t>
            </a:r>
            <a:r>
              <a:rPr lang="en-US" dirty="0" smtClean="0"/>
              <a:t> se </a:t>
            </a:r>
            <a:r>
              <a:rPr lang="en-US" dirty="0" err="1" smtClean="0"/>
              <a:t>volum</a:t>
            </a:r>
            <a:r>
              <a:rPr lang="en-US" dirty="0" smtClean="0"/>
              <a:t> </a:t>
            </a:r>
            <a:r>
              <a:rPr lang="en-US" dirty="0" err="1" smtClean="0"/>
              <a:t>est</a:t>
            </a:r>
            <a:r>
              <a:rPr lang="en-US" dirty="0" smtClean="0"/>
              <a:t> </a:t>
            </a:r>
            <a:r>
              <a:rPr lang="en-US" dirty="0" err="1" smtClean="0"/>
              <a:t>aut</a:t>
            </a:r>
            <a:r>
              <a:rPr lang="en-US" dirty="0" smtClean="0"/>
              <a:t> </a:t>
            </a:r>
            <a:r>
              <a:rPr lang="en-US" dirty="0" err="1" smtClean="0"/>
              <a:t>veliatuint</a:t>
            </a:r>
            <a:r>
              <a:rPr lang="en-US" dirty="0" smtClean="0"/>
              <a:t> </a:t>
            </a:r>
            <a:r>
              <a:rPr lang="en-US" dirty="0" err="1" smtClean="0"/>
              <a:t>fuga</a:t>
            </a:r>
            <a:r>
              <a:rPr lang="en-US" dirty="0" smtClean="0"/>
              <a:t>. </a:t>
            </a:r>
            <a:r>
              <a:rPr lang="en-US" dirty="0" err="1" smtClean="0"/>
              <a:t>Sunt</a:t>
            </a:r>
            <a:r>
              <a:rPr lang="en-US" dirty="0" smtClean="0"/>
              <a:t> </a:t>
            </a:r>
            <a:r>
              <a:rPr lang="en-US" dirty="0" err="1" smtClean="0"/>
              <a:t>volupta</a:t>
            </a:r>
            <a:r>
              <a:rPr lang="en-US" dirty="0" smtClean="0"/>
              <a:t> </a:t>
            </a:r>
            <a:r>
              <a:rPr lang="en-US" dirty="0" err="1" smtClean="0"/>
              <a:t>tiuntem</a:t>
            </a:r>
            <a:r>
              <a:rPr lang="en-US" dirty="0" smtClean="0"/>
              <a:t> </a:t>
            </a:r>
            <a:r>
              <a:rPr lang="en-US" dirty="0" err="1" smtClean="0"/>
              <a:t>inulparum</a:t>
            </a:r>
            <a:r>
              <a:rPr lang="en-US" dirty="0" smtClean="0"/>
              <a:t> et </a:t>
            </a:r>
            <a:r>
              <a:rPr lang="en-US" dirty="0" err="1" smtClean="0"/>
              <a:t>fugioto</a:t>
            </a:r>
            <a:r>
              <a:rPr lang="en-US" dirty="0" smtClean="0"/>
              <a:t> </a:t>
            </a:r>
            <a:r>
              <a:rPr lang="en-US" dirty="0" err="1" smtClean="0"/>
              <a:t>cusa</a:t>
            </a:r>
            <a:r>
              <a:rPr lang="en-US" dirty="0" smtClean="0"/>
              <a:t> net </a:t>
            </a:r>
            <a:r>
              <a:rPr lang="en-US" dirty="0" err="1" smtClean="0"/>
              <a:t>aut</a:t>
            </a:r>
            <a:r>
              <a:rPr lang="en-US" dirty="0" smtClean="0"/>
              <a:t> colossus. </a:t>
            </a:r>
            <a:r>
              <a:rPr lang="en-US" dirty="0" err="1" smtClean="0"/>
              <a:t>Evelegndigim</a:t>
            </a:r>
            <a:r>
              <a:rPr lang="en-US" dirty="0" smtClean="0"/>
              <a:t> qui </a:t>
            </a:r>
            <a:r>
              <a:rPr lang="en-US" dirty="0" err="1" smtClean="0"/>
              <a:t>ommodiao</a:t>
            </a:r>
            <a:r>
              <a:rPr lang="en-US" dirty="0" smtClean="0"/>
              <a:t> </a:t>
            </a:r>
            <a:r>
              <a:rPr lang="en-US" dirty="0" err="1" smtClean="0"/>
              <a:t>exceaswum</a:t>
            </a:r>
            <a:r>
              <a:rPr lang="en-US" dirty="0" smtClean="0"/>
              <a:t> </a:t>
            </a:r>
            <a:r>
              <a:rPr lang="en-US" dirty="0" err="1" smtClean="0"/>
              <a:t>enus</a:t>
            </a:r>
            <a:r>
              <a:rPr lang="en-US" dirty="0" smtClean="0"/>
              <a:t> as </a:t>
            </a:r>
            <a:r>
              <a:rPr lang="en-US" dirty="0" err="1" smtClean="0"/>
              <a:t>deerro</a:t>
            </a:r>
            <a:r>
              <a:rPr lang="en-US" dirty="0" smtClean="0"/>
              <a:t> </a:t>
            </a:r>
            <a:r>
              <a:rPr lang="en-US" dirty="0" err="1" smtClean="0"/>
              <a:t>consedi</a:t>
            </a:r>
            <a:r>
              <a:rPr lang="en-US" dirty="0" smtClean="0"/>
              <a:t> </a:t>
            </a:r>
            <a:r>
              <a:rPr lang="en-US" dirty="0" err="1" smtClean="0"/>
              <a:t>rerum</a:t>
            </a:r>
            <a:r>
              <a:rPr lang="en-US" dirty="0" smtClean="0"/>
              <a:t> et </a:t>
            </a:r>
            <a:r>
              <a:rPr lang="en-US" dirty="0" err="1" smtClean="0"/>
              <a:t>il</a:t>
            </a:r>
            <a:r>
              <a:rPr lang="en-US" dirty="0" smtClean="0"/>
              <a:t> </a:t>
            </a:r>
            <a:r>
              <a:rPr lang="en-US" dirty="0" err="1" smtClean="0"/>
              <a:t>est</a:t>
            </a:r>
            <a:r>
              <a:rPr lang="en-US" dirty="0" smtClean="0"/>
              <a:t> qui </a:t>
            </a:r>
            <a:r>
              <a:rPr lang="en-US" dirty="0" err="1" smtClean="0"/>
              <a:t>cus</a:t>
            </a:r>
            <a:r>
              <a:rPr lang="en-US" dirty="0" smtClean="0"/>
              <a:t> </a:t>
            </a:r>
            <a:r>
              <a:rPr lang="en-US" dirty="0" err="1" smtClean="0"/>
              <a:t>aut</a:t>
            </a:r>
            <a:r>
              <a:rPr lang="en-US" dirty="0" smtClean="0"/>
              <a:t> et </a:t>
            </a:r>
            <a:r>
              <a:rPr lang="en-US" dirty="0" err="1" smtClean="0"/>
              <a:t>secsaill</a:t>
            </a:r>
            <a:r>
              <a:rPr lang="en-US" dirty="0" smtClean="0"/>
              <a:t> to </a:t>
            </a:r>
            <a:r>
              <a:rPr lang="en-US" dirty="0" err="1" smtClean="0"/>
              <a:t>cid</a:t>
            </a:r>
            <a:r>
              <a:rPr lang="en-US" dirty="0" smtClean="0"/>
              <a:t> et </a:t>
            </a:r>
            <a:r>
              <a:rPr lang="en-US" dirty="0" err="1" smtClean="0"/>
              <a:t>poreupudam</a:t>
            </a:r>
            <a:r>
              <a:rPr lang="en-US" dirty="0" smtClean="0"/>
              <a:t> </a:t>
            </a:r>
            <a:r>
              <a:rPr lang="en-US" dirty="0" err="1" smtClean="0"/>
              <a:t>unti</a:t>
            </a:r>
            <a:r>
              <a:rPr lang="en-US" dirty="0" smtClean="0"/>
              <a:t>, </a:t>
            </a:r>
            <a:r>
              <a:rPr lang="en-US" dirty="0" err="1" smtClean="0"/>
              <a:t>uptodemsd</a:t>
            </a:r>
            <a:r>
              <a:rPr lang="en-US" dirty="0" smtClean="0"/>
              <a:t> </a:t>
            </a:r>
            <a:r>
              <a:rPr lang="en-US" dirty="0" err="1" smtClean="0"/>
              <a:t>blacsccsuam</a:t>
            </a:r>
            <a:r>
              <a:rPr lang="en-US" dirty="0" smtClean="0"/>
              <a:t> </a:t>
            </a:r>
            <a:r>
              <a:rPr lang="en-US" dirty="0" err="1" smtClean="0"/>
              <a:t>reprio</a:t>
            </a:r>
            <a:r>
              <a:rPr lang="en-US" dirty="0" smtClean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80038059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9"/>
          <p:cNvSpPr>
            <a:spLocks noGrp="1"/>
          </p:cNvSpPr>
          <p:nvPr>
            <p:ph type="body" sz="quarter" idx="12" hasCustomPrompt="1"/>
          </p:nvPr>
        </p:nvSpPr>
        <p:spPr>
          <a:xfrm>
            <a:off x="406203" y="701040"/>
            <a:ext cx="8280597" cy="39748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3400"/>
              </a:lnSpc>
              <a:spcBef>
                <a:spcPts val="0"/>
              </a:spcBef>
              <a:buNone/>
              <a:defRPr sz="3200" spc="-100" baseline="0">
                <a:solidFill>
                  <a:srgbClr val="0097A9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 smtClean="0"/>
              <a:t>Title</a:t>
            </a:r>
            <a:endParaRPr lang="en-CA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406203" y="1157677"/>
            <a:ext cx="8280597" cy="23820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2200"/>
              </a:lnSpc>
              <a:spcBef>
                <a:spcPts val="0"/>
              </a:spcBef>
              <a:buNone/>
              <a:defRPr sz="1800" b="0" spc="0" baseline="0">
                <a:solidFill>
                  <a:srgbClr val="DAAA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 smtClean="0"/>
              <a:t>Subtitle</a:t>
            </a:r>
            <a:endParaRPr lang="en-CA" dirty="0"/>
          </a:p>
        </p:txBody>
      </p:sp>
      <p:sp>
        <p:nvSpPr>
          <p:cNvPr id="6" name="Text Placeholder 6"/>
          <p:cNvSpPr>
            <a:spLocks noGrp="1"/>
          </p:cNvSpPr>
          <p:nvPr>
            <p:ph type="body" sz="quarter" idx="15" hasCustomPrompt="1"/>
          </p:nvPr>
        </p:nvSpPr>
        <p:spPr>
          <a:xfrm>
            <a:off x="406400" y="1636713"/>
            <a:ext cx="8280400" cy="2743200"/>
          </a:xfrm>
          <a:prstGeom prst="rect">
            <a:avLst/>
          </a:prstGeom>
        </p:spPr>
        <p:txBody>
          <a:bodyPr lIns="0" tIns="36000" rIns="0" numCol="2" spcCol="288000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 b="0" i="0" u="none" strike="noStrike" baseline="0" smtClean="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 smtClean="0"/>
              <a:t>Click to add text. Body placeholder text goes here. </a:t>
            </a:r>
            <a:r>
              <a:rPr lang="en-US" dirty="0" err="1" smtClean="0"/>
              <a:t>Aperchil</a:t>
            </a:r>
            <a:r>
              <a:rPr lang="en-US" dirty="0" smtClean="0"/>
              <a:t> </a:t>
            </a:r>
            <a:r>
              <a:rPr lang="en-US" dirty="0" err="1" smtClean="0"/>
              <a:t>inus</a:t>
            </a:r>
            <a:r>
              <a:rPr lang="en-US" dirty="0" smtClean="0"/>
              <a:t>, </a:t>
            </a:r>
            <a:r>
              <a:rPr lang="en-US" dirty="0" err="1" smtClean="0"/>
              <a:t>ullabo</a:t>
            </a:r>
            <a:r>
              <a:rPr lang="en-US" dirty="0" smtClean="0"/>
              <a:t>. </a:t>
            </a:r>
            <a:r>
              <a:rPr lang="en-US" dirty="0" err="1" smtClean="0"/>
              <a:t>Otat</a:t>
            </a:r>
            <a:r>
              <a:rPr lang="en-US" dirty="0" smtClean="0"/>
              <a:t>. </a:t>
            </a:r>
            <a:r>
              <a:rPr lang="en-US" dirty="0" err="1" smtClean="0"/>
              <a:t>Bissecto</a:t>
            </a:r>
            <a:r>
              <a:rPr lang="en-US" dirty="0" smtClean="0"/>
              <a:t> </a:t>
            </a:r>
            <a:r>
              <a:rPr lang="en-US" dirty="0" err="1" smtClean="0"/>
              <a:t>occust</a:t>
            </a:r>
            <a:r>
              <a:rPr lang="en-US" dirty="0" smtClean="0"/>
              <a:t>, to </a:t>
            </a:r>
            <a:r>
              <a:rPr lang="en-US" dirty="0" err="1" smtClean="0"/>
              <a:t>dolupta</a:t>
            </a:r>
            <a:r>
              <a:rPr lang="en-US" dirty="0" smtClean="0"/>
              <a:t> turbos </a:t>
            </a:r>
            <a:r>
              <a:rPr lang="en-US" dirty="0" err="1" smtClean="0"/>
              <a:t>consequidi</a:t>
            </a:r>
            <a:r>
              <a:rPr lang="en-US" dirty="0" smtClean="0"/>
              <a:t> </a:t>
            </a:r>
            <a:r>
              <a:rPr lang="en-US" dirty="0" err="1" smtClean="0"/>
              <a:t>aut</a:t>
            </a:r>
            <a:r>
              <a:rPr lang="en-US" dirty="0" smtClean="0"/>
              <a:t> </a:t>
            </a:r>
            <a:r>
              <a:rPr lang="en-US" dirty="0" err="1" smtClean="0"/>
              <a:t>eos</a:t>
            </a:r>
            <a:r>
              <a:rPr lang="en-US" dirty="0" smtClean="0"/>
              <a:t> </a:t>
            </a:r>
            <a:r>
              <a:rPr lang="en-US" dirty="0" err="1" smtClean="0"/>
              <a:t>aut</a:t>
            </a:r>
            <a:r>
              <a:rPr lang="en-US" dirty="0" smtClean="0"/>
              <a:t> </a:t>
            </a:r>
            <a:r>
              <a:rPr lang="en-US" dirty="0" err="1" smtClean="0"/>
              <a:t>dolesequam</a:t>
            </a:r>
            <a:r>
              <a:rPr lang="en-US" dirty="0" smtClean="0"/>
              <a:t> </a:t>
            </a:r>
            <a:r>
              <a:rPr lang="en-US" dirty="0" err="1" smtClean="0"/>
              <a:t>aut</a:t>
            </a:r>
            <a:r>
              <a:rPr lang="en-US" dirty="0" smtClean="0"/>
              <a:t> colossus.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 err="1" smtClean="0"/>
              <a:t>Evelegndigim</a:t>
            </a:r>
            <a:r>
              <a:rPr lang="en-US" dirty="0" smtClean="0"/>
              <a:t> </a:t>
            </a:r>
            <a:r>
              <a:rPr lang="en-US" dirty="0" err="1" smtClean="0"/>
              <a:t>enus</a:t>
            </a:r>
            <a:r>
              <a:rPr lang="en-US" dirty="0" smtClean="0"/>
              <a:t> as </a:t>
            </a:r>
            <a:r>
              <a:rPr lang="en-US" dirty="0" err="1" smtClean="0"/>
              <a:t>deerro</a:t>
            </a:r>
            <a:r>
              <a:rPr lang="en-US" dirty="0" smtClean="0"/>
              <a:t> </a:t>
            </a:r>
            <a:r>
              <a:rPr lang="en-US" dirty="0" err="1" smtClean="0"/>
              <a:t>consedi</a:t>
            </a:r>
            <a:r>
              <a:rPr lang="en-US" dirty="0" smtClean="0"/>
              <a:t> </a:t>
            </a:r>
            <a:r>
              <a:rPr lang="en-US" dirty="0" err="1" smtClean="0"/>
              <a:t>rerum</a:t>
            </a:r>
            <a:r>
              <a:rPr lang="en-US" dirty="0" smtClean="0"/>
              <a:t> et </a:t>
            </a:r>
            <a:r>
              <a:rPr lang="en-US" dirty="0" err="1" smtClean="0"/>
              <a:t>il</a:t>
            </a:r>
            <a:r>
              <a:rPr lang="en-US" dirty="0" smtClean="0"/>
              <a:t> </a:t>
            </a:r>
            <a:r>
              <a:rPr lang="en-US" dirty="0" err="1" smtClean="0"/>
              <a:t>est</a:t>
            </a:r>
            <a:r>
              <a:rPr lang="en-US" dirty="0" smtClean="0"/>
              <a:t> qui </a:t>
            </a:r>
            <a:r>
              <a:rPr lang="en-US" dirty="0" err="1" smtClean="0"/>
              <a:t>cus</a:t>
            </a:r>
            <a:r>
              <a:rPr lang="en-US" dirty="0" smtClean="0"/>
              <a:t> </a:t>
            </a:r>
            <a:r>
              <a:rPr lang="en-US" dirty="0" err="1" smtClean="0"/>
              <a:t>aut</a:t>
            </a:r>
            <a:r>
              <a:rPr lang="en-US" dirty="0" smtClean="0"/>
              <a:t> et </a:t>
            </a:r>
            <a:r>
              <a:rPr lang="en-US" dirty="0" err="1" smtClean="0"/>
              <a:t>secsaill</a:t>
            </a:r>
            <a:r>
              <a:rPr lang="en-US" dirty="0" smtClean="0"/>
              <a:t> to </a:t>
            </a:r>
            <a:r>
              <a:rPr lang="en-US" dirty="0" err="1" smtClean="0"/>
              <a:t>cid</a:t>
            </a:r>
            <a:r>
              <a:rPr lang="en-US" dirty="0" smtClean="0"/>
              <a:t> et </a:t>
            </a:r>
            <a:r>
              <a:rPr lang="en-US" dirty="0" err="1" smtClean="0"/>
              <a:t>poreupudam</a:t>
            </a:r>
            <a:r>
              <a:rPr lang="en-US" dirty="0" smtClean="0"/>
              <a:t> </a:t>
            </a:r>
            <a:r>
              <a:rPr lang="en-US" dirty="0" err="1" smtClean="0"/>
              <a:t>unti</a:t>
            </a:r>
            <a:r>
              <a:rPr lang="en-US" dirty="0" smtClean="0"/>
              <a:t>, </a:t>
            </a:r>
            <a:r>
              <a:rPr lang="en-US" dirty="0" err="1" smtClean="0"/>
              <a:t>uptodemsd</a:t>
            </a:r>
            <a:r>
              <a:rPr lang="en-US" dirty="0" smtClean="0"/>
              <a:t> </a:t>
            </a:r>
            <a:r>
              <a:rPr lang="en-US" dirty="0" err="1" smtClean="0"/>
              <a:t>blacsccsuam</a:t>
            </a:r>
            <a:r>
              <a:rPr lang="en-US" dirty="0" smtClean="0"/>
              <a:t> </a:t>
            </a:r>
            <a:r>
              <a:rPr lang="en-US" dirty="0" err="1" smtClean="0"/>
              <a:t>reprio</a:t>
            </a:r>
            <a:r>
              <a:rPr lang="en-US" dirty="0" smtClean="0"/>
              <a:t> </a:t>
            </a:r>
            <a:r>
              <a:rPr lang="en-US" dirty="0" err="1" smtClean="0"/>
              <a:t>endes</a:t>
            </a:r>
            <a:r>
              <a:rPr lang="en-US" dirty="0" smtClean="0"/>
              <a:t> </a:t>
            </a:r>
            <a:r>
              <a:rPr lang="en-US" dirty="0" err="1" smtClean="0"/>
              <a:t>autem</a:t>
            </a:r>
            <a:r>
              <a:rPr lang="en-US" dirty="0" smtClean="0"/>
              <a:t> </a:t>
            </a:r>
            <a:r>
              <a:rPr lang="en-US" dirty="0" err="1" smtClean="0"/>
              <a:t>quie</a:t>
            </a:r>
            <a:r>
              <a:rPr lang="en-US" dirty="0" smtClean="0"/>
              <a:t> </a:t>
            </a:r>
            <a:r>
              <a:rPr lang="en-US" dirty="0" err="1" smtClean="0"/>
              <a:t>prem</a:t>
            </a:r>
            <a:r>
              <a:rPr lang="en-US" dirty="0" smtClean="0"/>
              <a:t> </a:t>
            </a:r>
            <a:r>
              <a:rPr lang="en-US" dirty="0" err="1" smtClean="0"/>
              <a:t>aditas</a:t>
            </a:r>
            <a:r>
              <a:rPr lang="en-US" dirty="0" smtClean="0"/>
              <a:t> discus.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 err="1" smtClean="0"/>
              <a:t>Aperchil</a:t>
            </a:r>
            <a:r>
              <a:rPr lang="en-US" dirty="0" smtClean="0"/>
              <a:t> </a:t>
            </a:r>
            <a:r>
              <a:rPr lang="en-US" dirty="0" err="1" smtClean="0"/>
              <a:t>inus</a:t>
            </a:r>
            <a:r>
              <a:rPr lang="en-US" dirty="0" smtClean="0"/>
              <a:t>, </a:t>
            </a:r>
            <a:r>
              <a:rPr lang="en-US" dirty="0" err="1" smtClean="0"/>
              <a:t>ullabo</a:t>
            </a:r>
            <a:r>
              <a:rPr lang="en-US" dirty="0" smtClean="0"/>
              <a:t>. </a:t>
            </a:r>
            <a:r>
              <a:rPr lang="en-US" dirty="0" err="1" smtClean="0"/>
              <a:t>Otat</a:t>
            </a:r>
            <a:r>
              <a:rPr lang="en-US" dirty="0" smtClean="0"/>
              <a:t>. </a:t>
            </a:r>
            <a:r>
              <a:rPr lang="en-US" dirty="0" err="1" smtClean="0"/>
              <a:t>Bissecto</a:t>
            </a:r>
            <a:r>
              <a:rPr lang="en-US" dirty="0" smtClean="0"/>
              <a:t> </a:t>
            </a:r>
            <a:r>
              <a:rPr lang="en-US" dirty="0" err="1" smtClean="0"/>
              <a:t>occust</a:t>
            </a:r>
            <a:r>
              <a:rPr lang="en-US" dirty="0" smtClean="0"/>
              <a:t>, to </a:t>
            </a:r>
            <a:r>
              <a:rPr lang="en-US" dirty="0" err="1" smtClean="0"/>
              <a:t>Dolupta</a:t>
            </a:r>
            <a:r>
              <a:rPr lang="en-US" dirty="0" smtClean="0"/>
              <a:t> turbos </a:t>
            </a:r>
            <a:r>
              <a:rPr lang="en-US" dirty="0" err="1" smtClean="0"/>
              <a:t>consequidi</a:t>
            </a:r>
            <a:r>
              <a:rPr lang="en-US" dirty="0" smtClean="0"/>
              <a:t> </a:t>
            </a:r>
            <a:r>
              <a:rPr lang="en-US" dirty="0" err="1" smtClean="0"/>
              <a:t>aut</a:t>
            </a:r>
            <a:r>
              <a:rPr lang="en-US" dirty="0" smtClean="0"/>
              <a:t> </a:t>
            </a:r>
            <a:r>
              <a:rPr lang="en-US" dirty="0" err="1" smtClean="0"/>
              <a:t>eos</a:t>
            </a:r>
            <a:r>
              <a:rPr lang="en-US" dirty="0" smtClean="0"/>
              <a:t> </a:t>
            </a:r>
            <a:r>
              <a:rPr lang="en-US" dirty="0" err="1" smtClean="0"/>
              <a:t>aut</a:t>
            </a:r>
            <a:r>
              <a:rPr lang="en-US" dirty="0" smtClean="0"/>
              <a:t>. </a:t>
            </a:r>
            <a:r>
              <a:rPr lang="en-US" dirty="0" err="1" smtClean="0"/>
              <a:t>est</a:t>
            </a:r>
            <a:r>
              <a:rPr lang="en-US" dirty="0" smtClean="0"/>
              <a:t> </a:t>
            </a:r>
            <a:r>
              <a:rPr lang="en-US" dirty="0" err="1" smtClean="0"/>
              <a:t>aut</a:t>
            </a:r>
            <a:r>
              <a:rPr lang="en-US" dirty="0" smtClean="0"/>
              <a:t> </a:t>
            </a:r>
            <a:r>
              <a:rPr lang="en-US" dirty="0" err="1" smtClean="0"/>
              <a:t>veliatuint</a:t>
            </a:r>
            <a:r>
              <a:rPr lang="en-US" dirty="0" smtClean="0"/>
              <a:t> </a:t>
            </a:r>
            <a:r>
              <a:rPr lang="en-US" dirty="0" err="1" smtClean="0"/>
              <a:t>fuga</a:t>
            </a:r>
            <a:r>
              <a:rPr lang="en-US" dirty="0" smtClean="0"/>
              <a:t>. </a:t>
            </a:r>
            <a:r>
              <a:rPr lang="en-US" dirty="0" err="1" smtClean="0"/>
              <a:t>Sunt</a:t>
            </a:r>
            <a:r>
              <a:rPr lang="en-US" dirty="0" smtClean="0"/>
              <a:t> </a:t>
            </a:r>
            <a:r>
              <a:rPr lang="en-US" dirty="0" err="1" smtClean="0"/>
              <a:t>volupta</a:t>
            </a:r>
            <a:r>
              <a:rPr lang="en-US" dirty="0" smtClean="0"/>
              <a:t> </a:t>
            </a:r>
            <a:r>
              <a:rPr lang="en-US" dirty="0" err="1" smtClean="0"/>
              <a:t>tiuntem</a:t>
            </a:r>
            <a:r>
              <a:rPr lang="en-US" dirty="0" smtClean="0"/>
              <a:t> </a:t>
            </a:r>
            <a:r>
              <a:rPr lang="en-US" dirty="0" err="1" smtClean="0"/>
              <a:t>inulparum</a:t>
            </a:r>
            <a:r>
              <a:rPr lang="en-US" dirty="0" smtClean="0"/>
              <a:t> et </a:t>
            </a:r>
            <a:r>
              <a:rPr lang="en-US" dirty="0" err="1" smtClean="0"/>
              <a:t>fugioto</a:t>
            </a:r>
            <a:r>
              <a:rPr lang="en-US" dirty="0" smtClean="0"/>
              <a:t> </a:t>
            </a:r>
            <a:r>
              <a:rPr lang="en-US" dirty="0" err="1" smtClean="0"/>
              <a:t>cusa</a:t>
            </a:r>
            <a:r>
              <a:rPr lang="en-US" dirty="0" smtClean="0"/>
              <a:t> net </a:t>
            </a:r>
            <a:r>
              <a:rPr lang="en-US" dirty="0" err="1" smtClean="0"/>
              <a:t>aut</a:t>
            </a:r>
            <a:r>
              <a:rPr lang="en-US" dirty="0" smtClean="0"/>
              <a:t> colossus.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 err="1" smtClean="0"/>
              <a:t>Evelegndigim</a:t>
            </a:r>
            <a:r>
              <a:rPr lang="en-US" dirty="0" smtClean="0"/>
              <a:t> qui </a:t>
            </a:r>
            <a:r>
              <a:rPr lang="en-US" dirty="0" err="1" smtClean="0"/>
              <a:t>ommodiao</a:t>
            </a:r>
            <a:r>
              <a:rPr lang="en-US" dirty="0" smtClean="0"/>
              <a:t> </a:t>
            </a:r>
            <a:r>
              <a:rPr lang="en-US" dirty="0" err="1" smtClean="0"/>
              <a:t>exceaswum</a:t>
            </a:r>
            <a:r>
              <a:rPr lang="en-US" dirty="0" smtClean="0"/>
              <a:t> </a:t>
            </a:r>
            <a:r>
              <a:rPr lang="en-US" dirty="0" err="1" smtClean="0"/>
              <a:t>enus</a:t>
            </a:r>
            <a:r>
              <a:rPr lang="en-US" dirty="0" smtClean="0"/>
              <a:t> as </a:t>
            </a:r>
            <a:r>
              <a:rPr lang="en-US" dirty="0" err="1" smtClean="0"/>
              <a:t>deerro</a:t>
            </a:r>
            <a:r>
              <a:rPr lang="en-US" dirty="0" smtClean="0"/>
              <a:t> </a:t>
            </a:r>
            <a:r>
              <a:rPr lang="en-US" dirty="0" err="1" smtClean="0"/>
              <a:t>consedi</a:t>
            </a:r>
            <a:r>
              <a:rPr lang="en-US" dirty="0" smtClean="0"/>
              <a:t> </a:t>
            </a:r>
            <a:r>
              <a:rPr lang="en-US" dirty="0" err="1" smtClean="0"/>
              <a:t>rerum</a:t>
            </a:r>
            <a:r>
              <a:rPr lang="en-US" dirty="0" smtClean="0"/>
              <a:t> et </a:t>
            </a:r>
            <a:r>
              <a:rPr lang="en-US" dirty="0" err="1" smtClean="0"/>
              <a:t>il</a:t>
            </a:r>
            <a:r>
              <a:rPr lang="en-US" dirty="0" smtClean="0"/>
              <a:t> </a:t>
            </a:r>
            <a:r>
              <a:rPr lang="en-US" dirty="0" err="1" smtClean="0"/>
              <a:t>Aperchil</a:t>
            </a:r>
            <a:r>
              <a:rPr lang="en-US" dirty="0" smtClean="0"/>
              <a:t> </a:t>
            </a:r>
            <a:r>
              <a:rPr lang="en-US" dirty="0" err="1" smtClean="0"/>
              <a:t>inus</a:t>
            </a:r>
            <a:r>
              <a:rPr lang="en-US" dirty="0" smtClean="0"/>
              <a:t>, </a:t>
            </a:r>
            <a:r>
              <a:rPr lang="en-US" dirty="0" err="1" smtClean="0"/>
              <a:t>ullabo</a:t>
            </a:r>
            <a:r>
              <a:rPr lang="en-US" dirty="0" smtClean="0"/>
              <a:t>. </a:t>
            </a:r>
            <a:r>
              <a:rPr lang="en-US" dirty="0" err="1" smtClean="0"/>
              <a:t>Otat</a:t>
            </a:r>
            <a:r>
              <a:rPr lang="en-US" dirty="0" smtClean="0"/>
              <a:t>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 err="1" smtClean="0"/>
              <a:t>Bissecto</a:t>
            </a:r>
            <a:r>
              <a:rPr lang="en-US" dirty="0" smtClean="0"/>
              <a:t> </a:t>
            </a:r>
            <a:r>
              <a:rPr lang="en-US" dirty="0" err="1" smtClean="0"/>
              <a:t>occust</a:t>
            </a:r>
            <a:r>
              <a:rPr lang="en-US" dirty="0" smtClean="0"/>
              <a:t>, to </a:t>
            </a:r>
            <a:r>
              <a:rPr lang="en-US" dirty="0" err="1" smtClean="0"/>
              <a:t>dolupta</a:t>
            </a:r>
            <a:r>
              <a:rPr lang="en-US" dirty="0" smtClean="0"/>
              <a:t> turbos </a:t>
            </a:r>
            <a:r>
              <a:rPr lang="en-US" dirty="0" err="1" smtClean="0"/>
              <a:t>consequidi</a:t>
            </a:r>
            <a:r>
              <a:rPr lang="en-US" dirty="0" smtClean="0"/>
              <a:t> </a:t>
            </a:r>
            <a:r>
              <a:rPr lang="en-US" dirty="0" err="1" smtClean="0"/>
              <a:t>aut</a:t>
            </a:r>
            <a:r>
              <a:rPr lang="en-US" dirty="0" smtClean="0"/>
              <a:t> </a:t>
            </a:r>
            <a:r>
              <a:rPr lang="en-US" dirty="0" err="1" smtClean="0"/>
              <a:t>eos</a:t>
            </a:r>
            <a:r>
              <a:rPr lang="en-US" dirty="0" smtClean="0"/>
              <a:t> </a:t>
            </a:r>
            <a:r>
              <a:rPr lang="en-US" dirty="0" err="1" smtClean="0"/>
              <a:t>aut</a:t>
            </a:r>
            <a:r>
              <a:rPr lang="en-US" dirty="0" smtClean="0"/>
              <a:t> </a:t>
            </a:r>
            <a:r>
              <a:rPr lang="en-US" dirty="0" err="1" smtClean="0"/>
              <a:t>dolesequam</a:t>
            </a:r>
            <a:r>
              <a:rPr lang="en-US" dirty="0" smtClean="0"/>
              <a:t> </a:t>
            </a:r>
            <a:r>
              <a:rPr lang="en-US" dirty="0" err="1" smtClean="0"/>
              <a:t>commole</a:t>
            </a:r>
            <a:endParaRPr lang="en-US" dirty="0" smtClean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 err="1" smtClean="0"/>
              <a:t>Evelegndigim</a:t>
            </a:r>
            <a:r>
              <a:rPr lang="en-US" dirty="0" smtClean="0"/>
              <a:t> qui </a:t>
            </a:r>
            <a:r>
              <a:rPr lang="en-US" dirty="0" err="1" smtClean="0"/>
              <a:t>ommodiao</a:t>
            </a:r>
            <a:r>
              <a:rPr lang="en-US" dirty="0" smtClean="0"/>
              <a:t> </a:t>
            </a:r>
            <a:r>
              <a:rPr lang="en-US" dirty="0" err="1" smtClean="0"/>
              <a:t>exceaswum</a:t>
            </a:r>
            <a:r>
              <a:rPr lang="en-US" dirty="0" smtClean="0"/>
              <a:t> </a:t>
            </a:r>
            <a:r>
              <a:rPr lang="en-US" dirty="0" err="1" smtClean="0"/>
              <a:t>enus</a:t>
            </a:r>
            <a:r>
              <a:rPr lang="en-US" dirty="0" smtClean="0"/>
              <a:t> as </a:t>
            </a:r>
            <a:r>
              <a:rPr lang="en-US" dirty="0" err="1" smtClean="0"/>
              <a:t>deerro</a:t>
            </a:r>
            <a:r>
              <a:rPr lang="en-US" dirty="0" smtClean="0"/>
              <a:t> </a:t>
            </a:r>
            <a:r>
              <a:rPr lang="en-US" dirty="0" err="1" smtClean="0"/>
              <a:t>consedi</a:t>
            </a:r>
            <a:r>
              <a:rPr lang="en-US" dirty="0" smtClean="0"/>
              <a:t> </a:t>
            </a:r>
            <a:r>
              <a:rPr lang="en-US" dirty="0" err="1" smtClean="0"/>
              <a:t>rerum</a:t>
            </a:r>
            <a:r>
              <a:rPr lang="en-US" dirty="0" smtClean="0"/>
              <a:t> et </a:t>
            </a:r>
            <a:r>
              <a:rPr lang="en-US" dirty="0" err="1" smtClean="0"/>
              <a:t>il</a:t>
            </a:r>
            <a:r>
              <a:rPr lang="en-US" dirty="0" smtClean="0"/>
              <a:t> </a:t>
            </a:r>
            <a:r>
              <a:rPr lang="en-US" dirty="0" err="1" smtClean="0"/>
              <a:t>est</a:t>
            </a:r>
            <a:r>
              <a:rPr lang="en-US" dirty="0" smtClean="0"/>
              <a:t> qui </a:t>
            </a:r>
            <a:r>
              <a:rPr lang="en-US" dirty="0" err="1" smtClean="0"/>
              <a:t>cus</a:t>
            </a:r>
            <a:r>
              <a:rPr lang="en-US" dirty="0" smtClean="0"/>
              <a:t> </a:t>
            </a:r>
            <a:r>
              <a:rPr lang="en-US" dirty="0" err="1" smtClean="0"/>
              <a:t>aut</a:t>
            </a:r>
            <a:r>
              <a:rPr lang="en-US" dirty="0" smtClean="0"/>
              <a:t> et </a:t>
            </a:r>
            <a:r>
              <a:rPr lang="en-US" dirty="0" err="1" smtClean="0"/>
              <a:t>secsaill</a:t>
            </a:r>
            <a:r>
              <a:rPr lang="en-US" dirty="0" smtClean="0"/>
              <a:t> to.</a:t>
            </a:r>
          </a:p>
        </p:txBody>
      </p:sp>
    </p:spTree>
    <p:extLst>
      <p:ext uri="{BB962C8B-B14F-4D97-AF65-F5344CB8AC3E}">
        <p14:creationId xmlns:p14="http://schemas.microsoft.com/office/powerpoint/2010/main" val="428479881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hoto w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7286624" y="371475"/>
            <a:ext cx="1373281" cy="400050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200" b="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smtClean="0"/>
              <a:t>Photo Caption goes here</a:t>
            </a:r>
          </a:p>
        </p:txBody>
      </p:sp>
    </p:spTree>
    <p:extLst>
      <p:ext uri="{BB962C8B-B14F-4D97-AF65-F5344CB8AC3E}">
        <p14:creationId xmlns:p14="http://schemas.microsoft.com/office/powerpoint/2010/main" val="57459969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02373531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 userDrawn="1"/>
        </p:nvCxnSpPr>
        <p:spPr>
          <a:xfrm>
            <a:off x="417830" y="4796316"/>
            <a:ext cx="8186799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417830" y="2134394"/>
            <a:ext cx="7340600" cy="530225"/>
          </a:xfrm>
          <a:prstGeom prst="rect">
            <a:avLst/>
          </a:prstGeom>
        </p:spPr>
        <p:txBody>
          <a:bodyPr lIns="0" rIns="0"/>
          <a:lstStyle>
            <a:lvl1pPr marL="0" indent="0">
              <a:buNone/>
              <a:defRPr sz="36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 marL="457200" indent="0">
              <a:buNone/>
              <a:defRPr sz="3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400" indent="0">
              <a:buNone/>
              <a:defRPr sz="3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600" indent="0">
              <a:buNone/>
              <a:defRPr sz="3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sz="3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 smtClean="0"/>
              <a:t>Section Title</a:t>
            </a:r>
            <a:endParaRPr lang="en-CA" dirty="0"/>
          </a:p>
        </p:txBody>
      </p:sp>
      <p:sp>
        <p:nvSpPr>
          <p:cNvPr id="9" name="Rectangle 8"/>
          <p:cNvSpPr/>
          <p:nvPr userDrawn="1"/>
        </p:nvSpPr>
        <p:spPr>
          <a:xfrm>
            <a:off x="8411284" y="4847236"/>
            <a:ext cx="325730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fld id="{167796FD-2C35-44D3-9582-043279E26514}" type="slidenum">
              <a:rPr lang="en-CA" sz="900" b="1" smtClean="0">
                <a:solidFill>
                  <a:schemeClr val="bg1"/>
                </a:solidFill>
                <a:latin typeface="+mn-lt"/>
              </a:rPr>
              <a:pPr/>
              <a:t>‹#›</a:t>
            </a:fld>
            <a:endParaRPr lang="en-CA" sz="90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10" name="TextBox 9"/>
          <p:cNvSpPr txBox="1"/>
          <p:nvPr userDrawn="1"/>
        </p:nvSpPr>
        <p:spPr>
          <a:xfrm>
            <a:off x="407942" y="4885010"/>
            <a:ext cx="3916551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CA" sz="1000" b="1" i="0" baseline="0" dirty="0" smtClean="0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CWB Financial Group</a:t>
            </a:r>
            <a:endParaRPr lang="en-CA" sz="1000" b="1" i="0" dirty="0">
              <a:solidFill>
                <a:schemeClr val="bg1"/>
              </a:solidFill>
              <a:latin typeface="+mn-l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6396154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3"/>
          <p:cNvSpPr>
            <a:spLocks noGrp="1"/>
          </p:cNvSpPr>
          <p:nvPr>
            <p:ph type="body" sz="quarter" idx="13" hasCustomPrompt="1"/>
          </p:nvPr>
        </p:nvSpPr>
        <p:spPr>
          <a:xfrm>
            <a:off x="3749040" y="1870102"/>
            <a:ext cx="4931609" cy="2536467"/>
          </a:xfrm>
          <a:prstGeom prst="rect">
            <a:avLst/>
          </a:prstGeom>
          <a:noFill/>
        </p:spPr>
        <p:txBody>
          <a:bodyPr/>
          <a:lstStyle>
            <a:lvl1pPr>
              <a:defRPr sz="180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Arial" panose="020B0604020202020204" pitchFamily="34" charset="0"/>
              </a:defRPr>
            </a:lvl1pPr>
            <a:lvl2pPr>
              <a:defRPr sz="16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Arial" panose="020B0604020202020204" pitchFamily="34" charset="0"/>
              </a:defRPr>
            </a:lvl2pPr>
            <a:lvl3pPr marL="1143000" indent="-228600">
              <a:buFont typeface="Wingdings" panose="05000000000000000000" pitchFamily="2" charset="2"/>
              <a:buChar char="s"/>
              <a:defRPr sz="14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Arial" panose="020B0604020202020204" pitchFamily="34" charset="0"/>
              </a:defRPr>
            </a:lvl3pPr>
          </a:lstStyle>
          <a:p>
            <a:pPr lvl="0"/>
            <a:r>
              <a:rPr lang="en-CA" dirty="0" smtClean="0"/>
              <a:t>Bullet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  <a:endParaRPr lang="en-CA" dirty="0" smtClean="0"/>
          </a:p>
          <a:p>
            <a:pPr lvl="0"/>
            <a:r>
              <a:rPr lang="en-CA" dirty="0" smtClean="0"/>
              <a:t>Bullet</a:t>
            </a:r>
          </a:p>
          <a:p>
            <a:pPr lvl="0"/>
            <a:r>
              <a:rPr lang="en-CA" dirty="0" smtClean="0"/>
              <a:t>Bullet</a:t>
            </a:r>
          </a:p>
          <a:p>
            <a:pPr lvl="0"/>
            <a:r>
              <a:rPr lang="en-CA" dirty="0" smtClean="0"/>
              <a:t>Bullet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2" hasCustomPrompt="1"/>
          </p:nvPr>
        </p:nvSpPr>
        <p:spPr>
          <a:xfrm>
            <a:off x="406203" y="399966"/>
            <a:ext cx="2832297" cy="100973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3400"/>
              </a:lnSpc>
              <a:spcBef>
                <a:spcPts val="0"/>
              </a:spcBef>
              <a:buNone/>
              <a:defRPr sz="3200" b="0" spc="-100" baseline="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 smtClean="0"/>
              <a:t>Title</a:t>
            </a:r>
            <a:endParaRPr lang="en-CA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406203" y="1618602"/>
            <a:ext cx="2321757" cy="120841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2200"/>
              </a:lnSpc>
              <a:spcBef>
                <a:spcPts val="0"/>
              </a:spcBef>
              <a:buNone/>
              <a:defRPr sz="2000" b="0" spc="0" baseline="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 smtClean="0"/>
              <a:t>Subtitle</a:t>
            </a:r>
            <a:endParaRPr lang="en-CA" dirty="0"/>
          </a:p>
        </p:txBody>
      </p:sp>
      <p:cxnSp>
        <p:nvCxnSpPr>
          <p:cNvPr id="17" name="Straight Connector 16"/>
          <p:cNvCxnSpPr/>
          <p:nvPr userDrawn="1"/>
        </p:nvCxnSpPr>
        <p:spPr>
          <a:xfrm>
            <a:off x="406203" y="1501140"/>
            <a:ext cx="2626557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 userDrawn="1"/>
        </p:nvSpPr>
        <p:spPr>
          <a:xfrm>
            <a:off x="8411284" y="4847236"/>
            <a:ext cx="325730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fld id="{167796FD-2C35-44D3-9582-043279E26514}" type="slidenum">
              <a:rPr lang="en-CA" sz="900" b="1" smtClean="0">
                <a:solidFill>
                  <a:srgbClr val="BAC5B9"/>
                </a:solidFill>
                <a:latin typeface="+mn-lt"/>
              </a:rPr>
              <a:pPr/>
              <a:t>‹#›</a:t>
            </a:fld>
            <a:endParaRPr lang="en-CA" sz="900" dirty="0">
              <a:solidFill>
                <a:srgbClr val="BAC5B9"/>
              </a:solidFill>
              <a:latin typeface="+mn-lt"/>
            </a:endParaRPr>
          </a:p>
        </p:txBody>
      </p:sp>
      <p:sp>
        <p:nvSpPr>
          <p:cNvPr id="19" name="TextBox 18"/>
          <p:cNvSpPr txBox="1"/>
          <p:nvPr userDrawn="1"/>
        </p:nvSpPr>
        <p:spPr>
          <a:xfrm>
            <a:off x="407942" y="4885010"/>
            <a:ext cx="3916551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CA" sz="1000" b="1" i="0" baseline="0" dirty="0" smtClean="0">
                <a:solidFill>
                  <a:srgbClr val="BAC5B9"/>
                </a:solidFill>
                <a:latin typeface="+mn-lt"/>
                <a:cs typeface="Arial" panose="020B0604020202020204" pitchFamily="34" charset="0"/>
              </a:rPr>
              <a:t>CWB Financial Group</a:t>
            </a:r>
            <a:endParaRPr lang="en-CA" sz="1000" b="1" i="0" dirty="0">
              <a:solidFill>
                <a:srgbClr val="BAC5B9"/>
              </a:solidFill>
              <a:latin typeface="+mn-l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9487765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2452913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w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4579683" y="4407694"/>
            <a:ext cx="4112747" cy="24288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200" b="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smtClean="0"/>
              <a:t>Photo Caption</a:t>
            </a:r>
          </a:p>
        </p:txBody>
      </p:sp>
      <p:sp>
        <p:nvSpPr>
          <p:cNvPr id="8" name="Text Placeholder 9"/>
          <p:cNvSpPr>
            <a:spLocks noGrp="1"/>
          </p:cNvSpPr>
          <p:nvPr>
            <p:ph type="body" sz="quarter" idx="12" hasCustomPrompt="1"/>
          </p:nvPr>
        </p:nvSpPr>
        <p:spPr>
          <a:xfrm>
            <a:off x="406203" y="701040"/>
            <a:ext cx="3715741" cy="39748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3400"/>
              </a:lnSpc>
              <a:spcBef>
                <a:spcPts val="0"/>
              </a:spcBef>
              <a:buNone/>
              <a:defRPr sz="3200" spc="-100" baseline="0">
                <a:solidFill>
                  <a:srgbClr val="0097A9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 smtClean="0"/>
              <a:t>Title</a:t>
            </a:r>
            <a:endParaRPr lang="en-CA" dirty="0"/>
          </a:p>
        </p:txBody>
      </p:sp>
      <p:sp>
        <p:nvSpPr>
          <p:cNvPr id="9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406203" y="1157677"/>
            <a:ext cx="3715741" cy="23820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2200"/>
              </a:lnSpc>
              <a:spcBef>
                <a:spcPts val="0"/>
              </a:spcBef>
              <a:buNone/>
              <a:defRPr sz="1800" b="0" spc="0" baseline="0">
                <a:solidFill>
                  <a:srgbClr val="DAAA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 smtClean="0"/>
              <a:t>Subtitle</a:t>
            </a:r>
            <a:endParaRPr lang="en-CA" dirty="0"/>
          </a:p>
        </p:txBody>
      </p:sp>
      <p:sp>
        <p:nvSpPr>
          <p:cNvPr id="10" name="Text Placeholder 3"/>
          <p:cNvSpPr>
            <a:spLocks noGrp="1"/>
          </p:cNvSpPr>
          <p:nvPr>
            <p:ph type="body" sz="quarter" idx="13" hasCustomPrompt="1"/>
          </p:nvPr>
        </p:nvSpPr>
        <p:spPr>
          <a:xfrm>
            <a:off x="406203" y="1744980"/>
            <a:ext cx="3715741" cy="2419825"/>
          </a:xfrm>
          <a:prstGeom prst="rect">
            <a:avLst/>
          </a:prstGeom>
          <a:noFill/>
        </p:spPr>
        <p:txBody>
          <a:bodyPr/>
          <a:lstStyle>
            <a:lvl1pPr>
              <a:defRPr sz="1500" baseline="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  <a:lvl2pPr>
              <a:defRPr sz="140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2pPr>
            <a:lvl3pPr marL="1143000" indent="-228600">
              <a:buFont typeface="Wingdings" panose="05000000000000000000" pitchFamily="2" charset="2"/>
              <a:buChar char="s"/>
              <a:defRPr sz="120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3pPr>
          </a:lstStyle>
          <a:p>
            <a:pPr lvl="0"/>
            <a:r>
              <a:rPr lang="en-CA" dirty="0" smtClean="0"/>
              <a:t>Bullet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  <a:endParaRPr lang="en-CA" dirty="0" smtClean="0"/>
          </a:p>
          <a:p>
            <a:pPr lvl="0"/>
            <a:r>
              <a:rPr lang="en-CA" dirty="0" smtClean="0"/>
              <a:t>Bullet</a:t>
            </a:r>
          </a:p>
          <a:p>
            <a:pPr lvl="0"/>
            <a:r>
              <a:rPr lang="en-CA" dirty="0" smtClean="0"/>
              <a:t>Bullet</a:t>
            </a:r>
          </a:p>
          <a:p>
            <a:pPr lvl="0"/>
            <a:r>
              <a:rPr lang="en-CA" dirty="0" smtClean="0"/>
              <a:t>Bullet</a:t>
            </a:r>
          </a:p>
        </p:txBody>
      </p:sp>
    </p:spTree>
    <p:extLst>
      <p:ext uri="{BB962C8B-B14F-4D97-AF65-F5344CB8AC3E}">
        <p14:creationId xmlns:p14="http://schemas.microsoft.com/office/powerpoint/2010/main" val="387463290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3" hasCustomPrompt="1"/>
          </p:nvPr>
        </p:nvSpPr>
        <p:spPr>
          <a:xfrm>
            <a:off x="406203" y="1744981"/>
            <a:ext cx="8280401" cy="2681022"/>
          </a:xfrm>
          <a:prstGeom prst="rect">
            <a:avLst/>
          </a:prstGeom>
          <a:noFill/>
        </p:spPr>
        <p:txBody>
          <a:bodyPr numCol="2" spcCol="144000"/>
          <a:lstStyle>
            <a:lvl1pPr>
              <a:defRPr sz="1500" baseline="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  <a:lvl2pPr>
              <a:defRPr sz="140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2pPr>
            <a:lvl3pPr marL="1143000" indent="-228600">
              <a:buFont typeface="Wingdings" panose="05000000000000000000" pitchFamily="2" charset="2"/>
              <a:buChar char="s"/>
              <a:defRPr sz="120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3pPr>
          </a:lstStyle>
          <a:p>
            <a:pPr lvl="0"/>
            <a:r>
              <a:rPr lang="en-CA" dirty="0" smtClean="0"/>
              <a:t>Bullet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  <a:endParaRPr lang="en-CA" dirty="0" smtClean="0"/>
          </a:p>
          <a:p>
            <a:pPr lvl="0"/>
            <a:r>
              <a:rPr lang="en-CA" dirty="0" smtClean="0"/>
              <a:t>Bullet</a:t>
            </a:r>
          </a:p>
          <a:p>
            <a:pPr lvl="0"/>
            <a:r>
              <a:rPr lang="en-CA" dirty="0" smtClean="0"/>
              <a:t>Bullet</a:t>
            </a:r>
          </a:p>
          <a:p>
            <a:pPr lvl="0"/>
            <a:r>
              <a:rPr lang="en-CA" dirty="0" smtClean="0"/>
              <a:t>Bullet</a:t>
            </a:r>
          </a:p>
          <a:p>
            <a:pPr lvl="0"/>
            <a:r>
              <a:rPr lang="en-CA" dirty="0" smtClean="0"/>
              <a:t>Bullet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  <a:endParaRPr lang="en-CA" dirty="0" smtClean="0"/>
          </a:p>
          <a:p>
            <a:pPr lvl="0"/>
            <a:endParaRPr lang="en-CA" dirty="0" smtClean="0"/>
          </a:p>
          <a:p>
            <a:pPr lvl="0"/>
            <a:r>
              <a:rPr lang="en-CA" dirty="0" smtClean="0"/>
              <a:t>Bullet</a:t>
            </a:r>
          </a:p>
          <a:p>
            <a:pPr lvl="0"/>
            <a:r>
              <a:rPr lang="en-CA" dirty="0" smtClean="0"/>
              <a:t>Bullet</a:t>
            </a:r>
          </a:p>
          <a:p>
            <a:pPr lvl="0"/>
            <a:r>
              <a:rPr lang="en-CA" dirty="0" smtClean="0"/>
              <a:t>Bullet</a:t>
            </a:r>
          </a:p>
          <a:p>
            <a:pPr lvl="0"/>
            <a:r>
              <a:rPr lang="en-CA" dirty="0" smtClean="0"/>
              <a:t>Bullet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  <a:endParaRPr lang="en-CA" dirty="0" smtClean="0"/>
          </a:p>
          <a:p>
            <a:pPr lvl="0"/>
            <a:r>
              <a:rPr lang="en-CA" dirty="0" smtClean="0"/>
              <a:t>Bullet</a:t>
            </a:r>
          </a:p>
          <a:p>
            <a:pPr lvl="0"/>
            <a:r>
              <a:rPr lang="en-CA" dirty="0" smtClean="0"/>
              <a:t>Bullet</a:t>
            </a:r>
          </a:p>
          <a:p>
            <a:pPr lvl="0"/>
            <a:r>
              <a:rPr lang="en-CA" dirty="0" smtClean="0"/>
              <a:t>Bullet</a:t>
            </a:r>
          </a:p>
          <a:p>
            <a:pPr lvl="0"/>
            <a:endParaRPr lang="en-CA" dirty="0" smtClean="0"/>
          </a:p>
        </p:txBody>
      </p:sp>
      <p:sp>
        <p:nvSpPr>
          <p:cNvPr id="5" name="Text Placeholder 9"/>
          <p:cNvSpPr>
            <a:spLocks noGrp="1"/>
          </p:cNvSpPr>
          <p:nvPr>
            <p:ph type="body" sz="quarter" idx="12" hasCustomPrompt="1"/>
          </p:nvPr>
        </p:nvSpPr>
        <p:spPr>
          <a:xfrm>
            <a:off x="406203" y="701040"/>
            <a:ext cx="8280401" cy="39748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3400"/>
              </a:lnSpc>
              <a:spcBef>
                <a:spcPts val="0"/>
              </a:spcBef>
              <a:buNone/>
              <a:defRPr sz="3200" spc="-100" baseline="0">
                <a:solidFill>
                  <a:srgbClr val="0097A9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 smtClean="0"/>
              <a:t>Title</a:t>
            </a:r>
            <a:endParaRPr lang="en-CA" dirty="0"/>
          </a:p>
        </p:txBody>
      </p:sp>
      <p:sp>
        <p:nvSpPr>
          <p:cNvPr id="6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406203" y="1157677"/>
            <a:ext cx="8280401" cy="23820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2200"/>
              </a:lnSpc>
              <a:spcBef>
                <a:spcPts val="0"/>
              </a:spcBef>
              <a:buNone/>
              <a:defRPr sz="1800" b="0" spc="0" baseline="0">
                <a:solidFill>
                  <a:srgbClr val="DAAA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 smtClean="0"/>
              <a:t>Subtitle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04633684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9"/>
          <p:cNvSpPr>
            <a:spLocks noGrp="1"/>
          </p:cNvSpPr>
          <p:nvPr>
            <p:ph type="body" sz="quarter" idx="12" hasCustomPrompt="1"/>
          </p:nvPr>
        </p:nvSpPr>
        <p:spPr>
          <a:xfrm>
            <a:off x="406203" y="701040"/>
            <a:ext cx="8280401" cy="39748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3400"/>
              </a:lnSpc>
              <a:spcBef>
                <a:spcPts val="0"/>
              </a:spcBef>
              <a:buNone/>
              <a:defRPr sz="3200" spc="-100" baseline="0">
                <a:solidFill>
                  <a:srgbClr val="0097A9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 smtClean="0"/>
              <a:t>Title</a:t>
            </a:r>
            <a:endParaRPr lang="en-CA" dirty="0"/>
          </a:p>
        </p:txBody>
      </p:sp>
      <p:sp>
        <p:nvSpPr>
          <p:cNvPr id="6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406203" y="1157677"/>
            <a:ext cx="8280401" cy="23820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2200"/>
              </a:lnSpc>
              <a:spcBef>
                <a:spcPts val="0"/>
              </a:spcBef>
              <a:buNone/>
              <a:defRPr sz="1800" b="0" spc="0" baseline="0">
                <a:solidFill>
                  <a:srgbClr val="DAAA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 smtClean="0"/>
              <a:t>Subtitle</a:t>
            </a:r>
            <a:endParaRPr lang="en-CA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5" hasCustomPrompt="1"/>
          </p:nvPr>
        </p:nvSpPr>
        <p:spPr>
          <a:xfrm>
            <a:off x="406400" y="1636713"/>
            <a:ext cx="8280400" cy="2743200"/>
          </a:xfrm>
          <a:prstGeom prst="rect">
            <a:avLst/>
          </a:prstGeom>
        </p:spPr>
        <p:txBody>
          <a:bodyPr lIns="0" rIns="0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 b="0" i="0" u="none" strike="noStrike" baseline="0" smtClean="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 smtClean="0"/>
              <a:t>Click to add text. Body placeholder text goes here. </a:t>
            </a:r>
            <a:r>
              <a:rPr lang="en-US" dirty="0" err="1" smtClean="0"/>
              <a:t>Aperchil</a:t>
            </a:r>
            <a:r>
              <a:rPr lang="en-US" dirty="0" smtClean="0"/>
              <a:t> </a:t>
            </a:r>
            <a:r>
              <a:rPr lang="en-US" dirty="0" err="1" smtClean="0"/>
              <a:t>inus</a:t>
            </a:r>
            <a:r>
              <a:rPr lang="en-US" dirty="0" smtClean="0"/>
              <a:t>, </a:t>
            </a:r>
            <a:r>
              <a:rPr lang="en-US" dirty="0" err="1" smtClean="0"/>
              <a:t>ullabo</a:t>
            </a:r>
            <a:r>
              <a:rPr lang="en-US" dirty="0" smtClean="0"/>
              <a:t>. </a:t>
            </a:r>
            <a:r>
              <a:rPr lang="en-US" dirty="0" err="1" smtClean="0"/>
              <a:t>Otat</a:t>
            </a:r>
            <a:r>
              <a:rPr lang="en-US" dirty="0" smtClean="0"/>
              <a:t>. </a:t>
            </a:r>
            <a:r>
              <a:rPr lang="en-US" dirty="0" err="1" smtClean="0"/>
              <a:t>Bissecto</a:t>
            </a:r>
            <a:r>
              <a:rPr lang="en-US" dirty="0" smtClean="0"/>
              <a:t> </a:t>
            </a:r>
            <a:r>
              <a:rPr lang="en-US" dirty="0" err="1" smtClean="0"/>
              <a:t>occust</a:t>
            </a:r>
            <a:r>
              <a:rPr lang="en-US" dirty="0" smtClean="0"/>
              <a:t>, to </a:t>
            </a:r>
            <a:r>
              <a:rPr lang="en-US" dirty="0" err="1" smtClean="0"/>
              <a:t>dolupta</a:t>
            </a:r>
            <a:r>
              <a:rPr lang="en-US" dirty="0" smtClean="0"/>
              <a:t> turbos </a:t>
            </a:r>
            <a:r>
              <a:rPr lang="en-US" dirty="0" err="1" smtClean="0"/>
              <a:t>consequidi</a:t>
            </a:r>
            <a:r>
              <a:rPr lang="en-US" dirty="0" smtClean="0"/>
              <a:t> </a:t>
            </a:r>
            <a:r>
              <a:rPr lang="en-US" dirty="0" err="1" smtClean="0"/>
              <a:t>aut</a:t>
            </a:r>
            <a:r>
              <a:rPr lang="en-US" dirty="0" smtClean="0"/>
              <a:t> </a:t>
            </a:r>
            <a:r>
              <a:rPr lang="en-US" dirty="0" err="1" smtClean="0"/>
              <a:t>eos</a:t>
            </a:r>
            <a:r>
              <a:rPr lang="en-US" dirty="0" smtClean="0"/>
              <a:t> </a:t>
            </a:r>
            <a:r>
              <a:rPr lang="en-US" dirty="0" err="1" smtClean="0"/>
              <a:t>aut</a:t>
            </a:r>
            <a:r>
              <a:rPr lang="en-US" dirty="0" smtClean="0"/>
              <a:t> </a:t>
            </a:r>
            <a:r>
              <a:rPr lang="en-US" dirty="0" err="1" smtClean="0"/>
              <a:t>dolesequam</a:t>
            </a:r>
            <a:r>
              <a:rPr lang="en-US" dirty="0" smtClean="0"/>
              <a:t> </a:t>
            </a:r>
            <a:r>
              <a:rPr lang="en-US" dirty="0" err="1" smtClean="0"/>
              <a:t>commole</a:t>
            </a:r>
            <a:r>
              <a:rPr lang="en-US" dirty="0" smtClean="0"/>
              <a:t> </a:t>
            </a:r>
            <a:r>
              <a:rPr lang="en-US" dirty="0" err="1" smtClean="0"/>
              <a:t>ntotas</a:t>
            </a:r>
            <a:r>
              <a:rPr lang="en-US" dirty="0" smtClean="0"/>
              <a:t> se </a:t>
            </a:r>
            <a:r>
              <a:rPr lang="en-US" dirty="0" err="1" smtClean="0"/>
              <a:t>volum</a:t>
            </a:r>
            <a:r>
              <a:rPr lang="en-US" dirty="0" smtClean="0"/>
              <a:t> </a:t>
            </a:r>
            <a:r>
              <a:rPr lang="en-US" dirty="0" err="1" smtClean="0"/>
              <a:t>est</a:t>
            </a:r>
            <a:r>
              <a:rPr lang="en-US" dirty="0" smtClean="0"/>
              <a:t> </a:t>
            </a:r>
            <a:r>
              <a:rPr lang="en-US" dirty="0" err="1" smtClean="0"/>
              <a:t>aut</a:t>
            </a:r>
            <a:r>
              <a:rPr lang="en-US" dirty="0" smtClean="0"/>
              <a:t> </a:t>
            </a:r>
            <a:r>
              <a:rPr lang="en-US" dirty="0" err="1" smtClean="0"/>
              <a:t>veliatuint</a:t>
            </a:r>
            <a:r>
              <a:rPr lang="en-US" dirty="0" smtClean="0"/>
              <a:t> </a:t>
            </a:r>
            <a:r>
              <a:rPr lang="en-US" dirty="0" err="1" smtClean="0"/>
              <a:t>fuga</a:t>
            </a:r>
            <a:r>
              <a:rPr lang="en-US" dirty="0" smtClean="0"/>
              <a:t>. </a:t>
            </a:r>
            <a:r>
              <a:rPr lang="en-US" dirty="0" err="1" smtClean="0"/>
              <a:t>Sunt</a:t>
            </a:r>
            <a:r>
              <a:rPr lang="en-US" dirty="0" smtClean="0"/>
              <a:t> </a:t>
            </a:r>
            <a:r>
              <a:rPr lang="en-US" dirty="0" err="1" smtClean="0"/>
              <a:t>volupta</a:t>
            </a:r>
            <a:r>
              <a:rPr lang="en-US" dirty="0" smtClean="0"/>
              <a:t> </a:t>
            </a:r>
            <a:r>
              <a:rPr lang="en-US" dirty="0" err="1" smtClean="0"/>
              <a:t>tiuntem</a:t>
            </a:r>
            <a:r>
              <a:rPr lang="en-US" dirty="0" smtClean="0"/>
              <a:t> </a:t>
            </a:r>
            <a:r>
              <a:rPr lang="en-US" dirty="0" err="1" smtClean="0"/>
              <a:t>inulparum</a:t>
            </a:r>
            <a:r>
              <a:rPr lang="en-US" dirty="0" smtClean="0"/>
              <a:t> et </a:t>
            </a:r>
            <a:r>
              <a:rPr lang="en-US" dirty="0" err="1" smtClean="0"/>
              <a:t>fugioto</a:t>
            </a:r>
            <a:r>
              <a:rPr lang="en-US" dirty="0" smtClean="0"/>
              <a:t> </a:t>
            </a:r>
            <a:r>
              <a:rPr lang="en-US" dirty="0" err="1" smtClean="0"/>
              <a:t>cusa</a:t>
            </a:r>
            <a:r>
              <a:rPr lang="en-US" dirty="0" smtClean="0"/>
              <a:t> net </a:t>
            </a:r>
            <a:r>
              <a:rPr lang="en-US" dirty="0" err="1" smtClean="0"/>
              <a:t>aut</a:t>
            </a:r>
            <a:r>
              <a:rPr lang="en-US" dirty="0" smtClean="0"/>
              <a:t> colossus. </a:t>
            </a:r>
            <a:r>
              <a:rPr lang="en-US" dirty="0" err="1" smtClean="0"/>
              <a:t>Evelegndigim</a:t>
            </a:r>
            <a:r>
              <a:rPr lang="en-US" dirty="0" smtClean="0"/>
              <a:t> qui </a:t>
            </a:r>
            <a:r>
              <a:rPr lang="en-US" dirty="0" err="1" smtClean="0"/>
              <a:t>ommodiao</a:t>
            </a:r>
            <a:r>
              <a:rPr lang="en-US" dirty="0" smtClean="0"/>
              <a:t> </a:t>
            </a:r>
            <a:r>
              <a:rPr lang="en-US" dirty="0" err="1" smtClean="0"/>
              <a:t>exceaswum</a:t>
            </a:r>
            <a:r>
              <a:rPr lang="en-US" dirty="0" smtClean="0"/>
              <a:t> </a:t>
            </a:r>
            <a:r>
              <a:rPr lang="en-US" dirty="0" err="1" smtClean="0"/>
              <a:t>enus</a:t>
            </a:r>
            <a:r>
              <a:rPr lang="en-US" dirty="0" smtClean="0"/>
              <a:t> as </a:t>
            </a:r>
            <a:r>
              <a:rPr lang="en-US" dirty="0" err="1" smtClean="0"/>
              <a:t>deerro</a:t>
            </a:r>
            <a:r>
              <a:rPr lang="en-US" dirty="0" smtClean="0"/>
              <a:t> </a:t>
            </a:r>
            <a:r>
              <a:rPr lang="en-US" dirty="0" err="1" smtClean="0"/>
              <a:t>consedi</a:t>
            </a:r>
            <a:r>
              <a:rPr lang="en-US" dirty="0" smtClean="0"/>
              <a:t> </a:t>
            </a:r>
            <a:r>
              <a:rPr lang="en-US" dirty="0" err="1" smtClean="0"/>
              <a:t>rerum</a:t>
            </a:r>
            <a:r>
              <a:rPr lang="en-US" dirty="0" smtClean="0"/>
              <a:t> et </a:t>
            </a:r>
            <a:r>
              <a:rPr lang="en-US" dirty="0" err="1" smtClean="0"/>
              <a:t>il</a:t>
            </a:r>
            <a:r>
              <a:rPr lang="en-US" dirty="0" smtClean="0"/>
              <a:t> </a:t>
            </a:r>
            <a:r>
              <a:rPr lang="en-US" dirty="0" err="1" smtClean="0"/>
              <a:t>est</a:t>
            </a:r>
            <a:r>
              <a:rPr lang="en-US" dirty="0" smtClean="0"/>
              <a:t> qui </a:t>
            </a:r>
            <a:r>
              <a:rPr lang="en-US" dirty="0" err="1" smtClean="0"/>
              <a:t>cus</a:t>
            </a:r>
            <a:r>
              <a:rPr lang="en-US" dirty="0" smtClean="0"/>
              <a:t> </a:t>
            </a:r>
            <a:r>
              <a:rPr lang="en-US" dirty="0" err="1" smtClean="0"/>
              <a:t>aut</a:t>
            </a:r>
            <a:r>
              <a:rPr lang="en-US" dirty="0" smtClean="0"/>
              <a:t> et </a:t>
            </a:r>
            <a:r>
              <a:rPr lang="en-US" dirty="0" err="1" smtClean="0"/>
              <a:t>secsaill</a:t>
            </a:r>
            <a:r>
              <a:rPr lang="en-US" dirty="0" smtClean="0"/>
              <a:t> to </a:t>
            </a:r>
            <a:r>
              <a:rPr lang="en-US" dirty="0" err="1" smtClean="0"/>
              <a:t>cid</a:t>
            </a:r>
            <a:r>
              <a:rPr lang="en-US" dirty="0" smtClean="0"/>
              <a:t> et </a:t>
            </a:r>
            <a:r>
              <a:rPr lang="en-US" dirty="0" err="1" smtClean="0"/>
              <a:t>poreupudam</a:t>
            </a:r>
            <a:r>
              <a:rPr lang="en-US" dirty="0" smtClean="0"/>
              <a:t> </a:t>
            </a:r>
            <a:r>
              <a:rPr lang="en-US" dirty="0" err="1" smtClean="0"/>
              <a:t>unti</a:t>
            </a:r>
            <a:r>
              <a:rPr lang="en-US" dirty="0" smtClean="0"/>
              <a:t>, </a:t>
            </a:r>
            <a:r>
              <a:rPr lang="en-US" dirty="0" err="1" smtClean="0"/>
              <a:t>uptodemsd</a:t>
            </a:r>
            <a:r>
              <a:rPr lang="en-US" dirty="0" smtClean="0"/>
              <a:t> </a:t>
            </a:r>
            <a:r>
              <a:rPr lang="en-US" dirty="0" err="1" smtClean="0"/>
              <a:t>blacsccsuam</a:t>
            </a:r>
            <a:r>
              <a:rPr lang="en-US" dirty="0" smtClean="0"/>
              <a:t> </a:t>
            </a:r>
            <a:r>
              <a:rPr lang="en-US" dirty="0" err="1" smtClean="0"/>
              <a:t>reprio</a:t>
            </a:r>
            <a:r>
              <a:rPr lang="en-US" dirty="0" smtClean="0"/>
              <a:t> </a:t>
            </a:r>
            <a:r>
              <a:rPr lang="en-US" dirty="0" err="1" smtClean="0"/>
              <a:t>endes</a:t>
            </a:r>
            <a:r>
              <a:rPr lang="en-US" dirty="0" smtClean="0"/>
              <a:t> </a:t>
            </a:r>
            <a:r>
              <a:rPr lang="en-US" dirty="0" err="1" smtClean="0"/>
              <a:t>autem</a:t>
            </a:r>
            <a:r>
              <a:rPr lang="en-US" dirty="0" smtClean="0"/>
              <a:t> </a:t>
            </a:r>
            <a:r>
              <a:rPr lang="en-US" dirty="0" err="1" smtClean="0"/>
              <a:t>quie</a:t>
            </a:r>
            <a:r>
              <a:rPr lang="en-US" dirty="0" smtClean="0"/>
              <a:t> </a:t>
            </a:r>
            <a:r>
              <a:rPr lang="en-US" dirty="0" err="1" smtClean="0"/>
              <a:t>prem</a:t>
            </a:r>
            <a:r>
              <a:rPr lang="en-US" dirty="0" smtClean="0"/>
              <a:t> </a:t>
            </a:r>
            <a:r>
              <a:rPr lang="en-US" dirty="0" err="1" smtClean="0"/>
              <a:t>aditas</a:t>
            </a:r>
            <a:r>
              <a:rPr lang="en-US" dirty="0" smtClean="0"/>
              <a:t> discus </a:t>
            </a:r>
            <a:r>
              <a:rPr lang="en-US" dirty="0" err="1" smtClean="0"/>
              <a:t>magnihilibus</a:t>
            </a:r>
            <a:r>
              <a:rPr lang="en-US" dirty="0" smtClean="0"/>
              <a:t> </a:t>
            </a:r>
            <a:r>
              <a:rPr lang="en-US" dirty="0" err="1" smtClean="0"/>
              <a:t>cusiccs</a:t>
            </a:r>
            <a:r>
              <a:rPr lang="en-US" dirty="0" smtClean="0"/>
              <a:t> </a:t>
            </a:r>
            <a:r>
              <a:rPr lang="en-US" dirty="0" err="1" smtClean="0"/>
              <a:t>eatumse</a:t>
            </a:r>
            <a:r>
              <a:rPr lang="en-US" dirty="0" smtClean="0"/>
              <a:t> </a:t>
            </a:r>
            <a:r>
              <a:rPr lang="en-US" dirty="0" err="1" smtClean="0"/>
              <a:t>luptaquie</a:t>
            </a:r>
            <a:r>
              <a:rPr lang="en-US" dirty="0" smtClean="0"/>
              <a:t> </a:t>
            </a:r>
            <a:r>
              <a:rPr lang="en-US" dirty="0" err="1" smtClean="0"/>
              <a:t>dolum</a:t>
            </a:r>
            <a:r>
              <a:rPr lang="en-US" dirty="0" smtClean="0"/>
              <a:t> </a:t>
            </a:r>
            <a:r>
              <a:rPr lang="en-US" dirty="0" err="1" smtClean="0"/>
              <a:t>Aperchil</a:t>
            </a:r>
            <a:r>
              <a:rPr lang="en-US" dirty="0" smtClean="0"/>
              <a:t> </a:t>
            </a:r>
            <a:r>
              <a:rPr lang="en-US" dirty="0" err="1" smtClean="0"/>
              <a:t>inus</a:t>
            </a:r>
            <a:r>
              <a:rPr lang="en-US" dirty="0" smtClean="0"/>
              <a:t>, </a:t>
            </a:r>
            <a:r>
              <a:rPr lang="en-US" dirty="0" err="1" smtClean="0"/>
              <a:t>ullabo</a:t>
            </a:r>
            <a:r>
              <a:rPr lang="en-US" dirty="0" smtClean="0"/>
              <a:t>. </a:t>
            </a:r>
            <a:r>
              <a:rPr lang="en-US" dirty="0" err="1" smtClean="0"/>
              <a:t>Otat</a:t>
            </a:r>
            <a:r>
              <a:rPr lang="en-US" dirty="0" smtClean="0"/>
              <a:t>. </a:t>
            </a:r>
            <a:r>
              <a:rPr lang="en-US" dirty="0" err="1" smtClean="0"/>
              <a:t>Bissecto</a:t>
            </a:r>
            <a:r>
              <a:rPr lang="en-US" dirty="0" smtClean="0"/>
              <a:t> </a:t>
            </a:r>
            <a:r>
              <a:rPr lang="en-US" dirty="0" err="1" smtClean="0"/>
              <a:t>occust</a:t>
            </a:r>
            <a:r>
              <a:rPr lang="en-US" dirty="0" smtClean="0"/>
              <a:t>, to </a:t>
            </a:r>
            <a:r>
              <a:rPr lang="en-US" dirty="0" err="1" smtClean="0"/>
              <a:t>dolupta</a:t>
            </a:r>
            <a:r>
              <a:rPr lang="en-US" dirty="0" smtClean="0"/>
              <a:t> turbos </a:t>
            </a:r>
            <a:r>
              <a:rPr lang="en-US" dirty="0" err="1" smtClean="0"/>
              <a:t>consequidi</a:t>
            </a:r>
            <a:r>
              <a:rPr lang="en-US" dirty="0" smtClean="0"/>
              <a:t> </a:t>
            </a:r>
            <a:r>
              <a:rPr lang="en-US" dirty="0" err="1" smtClean="0"/>
              <a:t>aut</a:t>
            </a:r>
            <a:r>
              <a:rPr lang="en-US" dirty="0" smtClean="0"/>
              <a:t> </a:t>
            </a:r>
            <a:r>
              <a:rPr lang="en-US" dirty="0" err="1" smtClean="0"/>
              <a:t>eos</a:t>
            </a:r>
            <a:r>
              <a:rPr lang="en-US" dirty="0" smtClean="0"/>
              <a:t> </a:t>
            </a:r>
            <a:r>
              <a:rPr lang="en-US" dirty="0" err="1" smtClean="0"/>
              <a:t>aut</a:t>
            </a:r>
            <a:r>
              <a:rPr lang="en-US" dirty="0" smtClean="0"/>
              <a:t> </a:t>
            </a:r>
            <a:r>
              <a:rPr lang="en-US" dirty="0" err="1" smtClean="0"/>
              <a:t>dolesequam</a:t>
            </a:r>
            <a:r>
              <a:rPr lang="en-US" dirty="0" smtClean="0"/>
              <a:t> </a:t>
            </a:r>
            <a:r>
              <a:rPr lang="en-US" dirty="0" err="1" smtClean="0"/>
              <a:t>commole</a:t>
            </a:r>
            <a:r>
              <a:rPr lang="en-US" dirty="0" smtClean="0"/>
              <a:t> </a:t>
            </a:r>
            <a:r>
              <a:rPr lang="en-US" dirty="0" err="1" smtClean="0"/>
              <a:t>ntotas</a:t>
            </a:r>
            <a:r>
              <a:rPr lang="en-US" dirty="0" smtClean="0"/>
              <a:t> se </a:t>
            </a:r>
            <a:r>
              <a:rPr lang="en-US" dirty="0" err="1" smtClean="0"/>
              <a:t>volum</a:t>
            </a:r>
            <a:r>
              <a:rPr lang="en-US" dirty="0" smtClean="0"/>
              <a:t> </a:t>
            </a:r>
            <a:r>
              <a:rPr lang="en-US" dirty="0" err="1" smtClean="0"/>
              <a:t>est</a:t>
            </a:r>
            <a:r>
              <a:rPr lang="en-US" dirty="0" smtClean="0"/>
              <a:t> </a:t>
            </a:r>
            <a:r>
              <a:rPr lang="en-US" dirty="0" err="1" smtClean="0"/>
              <a:t>aut</a:t>
            </a:r>
            <a:r>
              <a:rPr lang="en-US" dirty="0" smtClean="0"/>
              <a:t> </a:t>
            </a:r>
            <a:r>
              <a:rPr lang="en-US" dirty="0" err="1" smtClean="0"/>
              <a:t>veliatuint</a:t>
            </a:r>
            <a:r>
              <a:rPr lang="en-US" dirty="0" smtClean="0"/>
              <a:t> </a:t>
            </a:r>
            <a:r>
              <a:rPr lang="en-US" dirty="0" err="1" smtClean="0"/>
              <a:t>fuga</a:t>
            </a:r>
            <a:r>
              <a:rPr lang="en-US" dirty="0" smtClean="0"/>
              <a:t>. </a:t>
            </a:r>
            <a:r>
              <a:rPr lang="en-US" dirty="0" err="1" smtClean="0"/>
              <a:t>Sunt</a:t>
            </a:r>
            <a:r>
              <a:rPr lang="en-US" dirty="0" smtClean="0"/>
              <a:t> </a:t>
            </a:r>
            <a:r>
              <a:rPr lang="en-US" dirty="0" err="1" smtClean="0"/>
              <a:t>volupta</a:t>
            </a:r>
            <a:r>
              <a:rPr lang="en-US" dirty="0" smtClean="0"/>
              <a:t> </a:t>
            </a:r>
            <a:r>
              <a:rPr lang="en-US" dirty="0" err="1" smtClean="0"/>
              <a:t>tiuntem</a:t>
            </a:r>
            <a:r>
              <a:rPr lang="en-US" dirty="0" smtClean="0"/>
              <a:t> </a:t>
            </a:r>
            <a:r>
              <a:rPr lang="en-US" dirty="0" err="1" smtClean="0"/>
              <a:t>inulparum</a:t>
            </a:r>
            <a:r>
              <a:rPr lang="en-US" dirty="0" smtClean="0"/>
              <a:t> et </a:t>
            </a:r>
            <a:r>
              <a:rPr lang="en-US" dirty="0" err="1" smtClean="0"/>
              <a:t>fugioto</a:t>
            </a:r>
            <a:r>
              <a:rPr lang="en-US" dirty="0" smtClean="0"/>
              <a:t> </a:t>
            </a:r>
            <a:r>
              <a:rPr lang="en-US" dirty="0" err="1" smtClean="0"/>
              <a:t>cusa</a:t>
            </a:r>
            <a:r>
              <a:rPr lang="en-US" dirty="0" smtClean="0"/>
              <a:t> net </a:t>
            </a:r>
            <a:r>
              <a:rPr lang="en-US" dirty="0" err="1" smtClean="0"/>
              <a:t>aut</a:t>
            </a:r>
            <a:r>
              <a:rPr lang="en-US" dirty="0" smtClean="0"/>
              <a:t> colossus. </a:t>
            </a:r>
            <a:r>
              <a:rPr lang="en-US" dirty="0" err="1" smtClean="0"/>
              <a:t>Evelegndigim</a:t>
            </a:r>
            <a:r>
              <a:rPr lang="en-US" dirty="0" smtClean="0"/>
              <a:t> qui </a:t>
            </a:r>
            <a:r>
              <a:rPr lang="en-US" dirty="0" err="1" smtClean="0"/>
              <a:t>ommodiao</a:t>
            </a:r>
            <a:r>
              <a:rPr lang="en-US" dirty="0" smtClean="0"/>
              <a:t> </a:t>
            </a:r>
            <a:r>
              <a:rPr lang="en-US" dirty="0" err="1" smtClean="0"/>
              <a:t>exceaswum</a:t>
            </a:r>
            <a:r>
              <a:rPr lang="en-US" dirty="0" smtClean="0"/>
              <a:t> </a:t>
            </a:r>
            <a:r>
              <a:rPr lang="en-US" dirty="0" err="1" smtClean="0"/>
              <a:t>enus</a:t>
            </a:r>
            <a:r>
              <a:rPr lang="en-US" dirty="0" smtClean="0"/>
              <a:t> as </a:t>
            </a:r>
            <a:r>
              <a:rPr lang="en-US" dirty="0" err="1" smtClean="0"/>
              <a:t>deerro</a:t>
            </a:r>
            <a:r>
              <a:rPr lang="en-US" dirty="0" smtClean="0"/>
              <a:t> </a:t>
            </a:r>
            <a:r>
              <a:rPr lang="en-US" dirty="0" err="1" smtClean="0"/>
              <a:t>consedi</a:t>
            </a:r>
            <a:r>
              <a:rPr lang="en-US" dirty="0" smtClean="0"/>
              <a:t> </a:t>
            </a:r>
            <a:r>
              <a:rPr lang="en-US" dirty="0" err="1" smtClean="0"/>
              <a:t>rerum</a:t>
            </a:r>
            <a:r>
              <a:rPr lang="en-US" dirty="0" smtClean="0"/>
              <a:t> et </a:t>
            </a:r>
            <a:r>
              <a:rPr lang="en-US" dirty="0" err="1" smtClean="0"/>
              <a:t>il</a:t>
            </a:r>
            <a:r>
              <a:rPr lang="en-US" dirty="0" smtClean="0"/>
              <a:t> </a:t>
            </a:r>
            <a:r>
              <a:rPr lang="en-US" dirty="0" err="1" smtClean="0"/>
              <a:t>est</a:t>
            </a:r>
            <a:r>
              <a:rPr lang="en-US" dirty="0" smtClean="0"/>
              <a:t> qui </a:t>
            </a:r>
            <a:r>
              <a:rPr lang="en-US" dirty="0" err="1" smtClean="0"/>
              <a:t>cus</a:t>
            </a:r>
            <a:r>
              <a:rPr lang="en-US" dirty="0" smtClean="0"/>
              <a:t> </a:t>
            </a:r>
            <a:r>
              <a:rPr lang="en-US" dirty="0" err="1" smtClean="0"/>
              <a:t>aut</a:t>
            </a:r>
            <a:r>
              <a:rPr lang="en-US" dirty="0" smtClean="0"/>
              <a:t> et </a:t>
            </a:r>
            <a:r>
              <a:rPr lang="en-US" dirty="0" err="1" smtClean="0"/>
              <a:t>secsaill</a:t>
            </a:r>
            <a:r>
              <a:rPr lang="en-US" dirty="0" smtClean="0"/>
              <a:t> to </a:t>
            </a:r>
            <a:r>
              <a:rPr lang="en-US" dirty="0" err="1" smtClean="0"/>
              <a:t>cid</a:t>
            </a:r>
            <a:r>
              <a:rPr lang="en-US" dirty="0" smtClean="0"/>
              <a:t> et </a:t>
            </a:r>
            <a:r>
              <a:rPr lang="en-US" dirty="0" err="1" smtClean="0"/>
              <a:t>poreupudam</a:t>
            </a:r>
            <a:r>
              <a:rPr lang="en-US" dirty="0" smtClean="0"/>
              <a:t> </a:t>
            </a:r>
            <a:r>
              <a:rPr lang="en-US" dirty="0" err="1" smtClean="0"/>
              <a:t>unti</a:t>
            </a:r>
            <a:r>
              <a:rPr lang="en-US" dirty="0" smtClean="0"/>
              <a:t>, </a:t>
            </a:r>
            <a:r>
              <a:rPr lang="en-US" dirty="0" err="1" smtClean="0"/>
              <a:t>uptodemsd</a:t>
            </a:r>
            <a:r>
              <a:rPr lang="en-US" dirty="0" smtClean="0"/>
              <a:t> </a:t>
            </a:r>
            <a:r>
              <a:rPr lang="en-US" dirty="0" err="1" smtClean="0"/>
              <a:t>blacsccsuam</a:t>
            </a:r>
            <a:r>
              <a:rPr lang="en-US" dirty="0" smtClean="0"/>
              <a:t> </a:t>
            </a:r>
            <a:r>
              <a:rPr lang="en-US" dirty="0" err="1" smtClean="0"/>
              <a:t>reprio</a:t>
            </a:r>
            <a:r>
              <a:rPr lang="en-US" dirty="0" smtClean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65957824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9"/>
          <p:cNvSpPr>
            <a:spLocks noGrp="1"/>
          </p:cNvSpPr>
          <p:nvPr>
            <p:ph type="body" sz="quarter" idx="12" hasCustomPrompt="1"/>
          </p:nvPr>
        </p:nvSpPr>
        <p:spPr>
          <a:xfrm>
            <a:off x="406203" y="701040"/>
            <a:ext cx="8280597" cy="39748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3400"/>
              </a:lnSpc>
              <a:spcBef>
                <a:spcPts val="0"/>
              </a:spcBef>
              <a:buNone/>
              <a:defRPr sz="3200" spc="-100" baseline="0">
                <a:solidFill>
                  <a:srgbClr val="0097A9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 smtClean="0"/>
              <a:t>Title</a:t>
            </a:r>
            <a:endParaRPr lang="en-CA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406203" y="1157677"/>
            <a:ext cx="8280597" cy="23820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2200"/>
              </a:lnSpc>
              <a:spcBef>
                <a:spcPts val="0"/>
              </a:spcBef>
              <a:buNone/>
              <a:defRPr sz="1800" b="0" spc="0" baseline="0">
                <a:solidFill>
                  <a:srgbClr val="DAAA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 smtClean="0"/>
              <a:t>Subtitle</a:t>
            </a:r>
            <a:endParaRPr lang="en-CA" dirty="0"/>
          </a:p>
        </p:txBody>
      </p:sp>
      <p:sp>
        <p:nvSpPr>
          <p:cNvPr id="6" name="Text Placeholder 6"/>
          <p:cNvSpPr>
            <a:spLocks noGrp="1"/>
          </p:cNvSpPr>
          <p:nvPr>
            <p:ph type="body" sz="quarter" idx="15" hasCustomPrompt="1"/>
          </p:nvPr>
        </p:nvSpPr>
        <p:spPr>
          <a:xfrm>
            <a:off x="406400" y="1636713"/>
            <a:ext cx="8280400" cy="2743200"/>
          </a:xfrm>
          <a:prstGeom prst="rect">
            <a:avLst/>
          </a:prstGeom>
        </p:spPr>
        <p:txBody>
          <a:bodyPr lIns="0" tIns="36000" rIns="0" numCol="2" spcCol="288000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 b="0" i="0" u="none" strike="noStrike" baseline="0" smtClean="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 smtClean="0"/>
              <a:t>Click to add text. Body placeholder text goes here. </a:t>
            </a:r>
            <a:r>
              <a:rPr lang="en-US" dirty="0" err="1" smtClean="0"/>
              <a:t>Aperchil</a:t>
            </a:r>
            <a:r>
              <a:rPr lang="en-US" dirty="0" smtClean="0"/>
              <a:t> </a:t>
            </a:r>
            <a:r>
              <a:rPr lang="en-US" dirty="0" err="1" smtClean="0"/>
              <a:t>inus</a:t>
            </a:r>
            <a:r>
              <a:rPr lang="en-US" dirty="0" smtClean="0"/>
              <a:t>, </a:t>
            </a:r>
            <a:r>
              <a:rPr lang="en-US" dirty="0" err="1" smtClean="0"/>
              <a:t>ullabo</a:t>
            </a:r>
            <a:r>
              <a:rPr lang="en-US" dirty="0" smtClean="0"/>
              <a:t>. </a:t>
            </a:r>
            <a:r>
              <a:rPr lang="en-US" dirty="0" err="1" smtClean="0"/>
              <a:t>Otat</a:t>
            </a:r>
            <a:r>
              <a:rPr lang="en-US" dirty="0" smtClean="0"/>
              <a:t>. </a:t>
            </a:r>
            <a:r>
              <a:rPr lang="en-US" dirty="0" err="1" smtClean="0"/>
              <a:t>Bissecto</a:t>
            </a:r>
            <a:r>
              <a:rPr lang="en-US" dirty="0" smtClean="0"/>
              <a:t> </a:t>
            </a:r>
            <a:r>
              <a:rPr lang="en-US" dirty="0" err="1" smtClean="0"/>
              <a:t>occust</a:t>
            </a:r>
            <a:r>
              <a:rPr lang="en-US" dirty="0" smtClean="0"/>
              <a:t>, to </a:t>
            </a:r>
            <a:r>
              <a:rPr lang="en-US" dirty="0" err="1" smtClean="0"/>
              <a:t>dolupta</a:t>
            </a:r>
            <a:r>
              <a:rPr lang="en-US" dirty="0" smtClean="0"/>
              <a:t> turbos </a:t>
            </a:r>
            <a:r>
              <a:rPr lang="en-US" dirty="0" err="1" smtClean="0"/>
              <a:t>consequidi</a:t>
            </a:r>
            <a:r>
              <a:rPr lang="en-US" dirty="0" smtClean="0"/>
              <a:t> </a:t>
            </a:r>
            <a:r>
              <a:rPr lang="en-US" dirty="0" err="1" smtClean="0"/>
              <a:t>aut</a:t>
            </a:r>
            <a:r>
              <a:rPr lang="en-US" dirty="0" smtClean="0"/>
              <a:t> </a:t>
            </a:r>
            <a:r>
              <a:rPr lang="en-US" dirty="0" err="1" smtClean="0"/>
              <a:t>eos</a:t>
            </a:r>
            <a:r>
              <a:rPr lang="en-US" dirty="0" smtClean="0"/>
              <a:t> </a:t>
            </a:r>
            <a:r>
              <a:rPr lang="en-US" dirty="0" err="1" smtClean="0"/>
              <a:t>aut</a:t>
            </a:r>
            <a:r>
              <a:rPr lang="en-US" dirty="0" smtClean="0"/>
              <a:t> </a:t>
            </a:r>
            <a:r>
              <a:rPr lang="en-US" dirty="0" err="1" smtClean="0"/>
              <a:t>dolesequam</a:t>
            </a:r>
            <a:r>
              <a:rPr lang="en-US" dirty="0" smtClean="0"/>
              <a:t> </a:t>
            </a:r>
            <a:r>
              <a:rPr lang="en-US" dirty="0" err="1" smtClean="0"/>
              <a:t>aut</a:t>
            </a:r>
            <a:r>
              <a:rPr lang="en-US" dirty="0" smtClean="0"/>
              <a:t> colossus.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 err="1" smtClean="0"/>
              <a:t>Evelegndigim</a:t>
            </a:r>
            <a:r>
              <a:rPr lang="en-US" dirty="0" smtClean="0"/>
              <a:t> </a:t>
            </a:r>
            <a:r>
              <a:rPr lang="en-US" dirty="0" err="1" smtClean="0"/>
              <a:t>enus</a:t>
            </a:r>
            <a:r>
              <a:rPr lang="en-US" dirty="0" smtClean="0"/>
              <a:t> as </a:t>
            </a:r>
            <a:r>
              <a:rPr lang="en-US" dirty="0" err="1" smtClean="0"/>
              <a:t>deerro</a:t>
            </a:r>
            <a:r>
              <a:rPr lang="en-US" dirty="0" smtClean="0"/>
              <a:t> </a:t>
            </a:r>
            <a:r>
              <a:rPr lang="en-US" dirty="0" err="1" smtClean="0"/>
              <a:t>consedi</a:t>
            </a:r>
            <a:r>
              <a:rPr lang="en-US" dirty="0" smtClean="0"/>
              <a:t> </a:t>
            </a:r>
            <a:r>
              <a:rPr lang="en-US" dirty="0" err="1" smtClean="0"/>
              <a:t>rerum</a:t>
            </a:r>
            <a:r>
              <a:rPr lang="en-US" dirty="0" smtClean="0"/>
              <a:t> et </a:t>
            </a:r>
            <a:r>
              <a:rPr lang="en-US" dirty="0" err="1" smtClean="0"/>
              <a:t>il</a:t>
            </a:r>
            <a:r>
              <a:rPr lang="en-US" dirty="0" smtClean="0"/>
              <a:t> </a:t>
            </a:r>
            <a:r>
              <a:rPr lang="en-US" dirty="0" err="1" smtClean="0"/>
              <a:t>est</a:t>
            </a:r>
            <a:r>
              <a:rPr lang="en-US" dirty="0" smtClean="0"/>
              <a:t> qui </a:t>
            </a:r>
            <a:r>
              <a:rPr lang="en-US" dirty="0" err="1" smtClean="0"/>
              <a:t>cus</a:t>
            </a:r>
            <a:r>
              <a:rPr lang="en-US" dirty="0" smtClean="0"/>
              <a:t> </a:t>
            </a:r>
            <a:r>
              <a:rPr lang="en-US" dirty="0" err="1" smtClean="0"/>
              <a:t>aut</a:t>
            </a:r>
            <a:r>
              <a:rPr lang="en-US" dirty="0" smtClean="0"/>
              <a:t> et </a:t>
            </a:r>
            <a:r>
              <a:rPr lang="en-US" dirty="0" err="1" smtClean="0"/>
              <a:t>secsaill</a:t>
            </a:r>
            <a:r>
              <a:rPr lang="en-US" dirty="0" smtClean="0"/>
              <a:t> to </a:t>
            </a:r>
            <a:r>
              <a:rPr lang="en-US" dirty="0" err="1" smtClean="0"/>
              <a:t>cid</a:t>
            </a:r>
            <a:r>
              <a:rPr lang="en-US" dirty="0" smtClean="0"/>
              <a:t> et </a:t>
            </a:r>
            <a:r>
              <a:rPr lang="en-US" dirty="0" err="1" smtClean="0"/>
              <a:t>poreupudam</a:t>
            </a:r>
            <a:r>
              <a:rPr lang="en-US" dirty="0" smtClean="0"/>
              <a:t> </a:t>
            </a:r>
            <a:r>
              <a:rPr lang="en-US" dirty="0" err="1" smtClean="0"/>
              <a:t>unti</a:t>
            </a:r>
            <a:r>
              <a:rPr lang="en-US" dirty="0" smtClean="0"/>
              <a:t>, </a:t>
            </a:r>
            <a:r>
              <a:rPr lang="en-US" dirty="0" err="1" smtClean="0"/>
              <a:t>uptodemsd</a:t>
            </a:r>
            <a:r>
              <a:rPr lang="en-US" dirty="0" smtClean="0"/>
              <a:t> </a:t>
            </a:r>
            <a:r>
              <a:rPr lang="en-US" dirty="0" err="1" smtClean="0"/>
              <a:t>blacsccsuam</a:t>
            </a:r>
            <a:r>
              <a:rPr lang="en-US" dirty="0" smtClean="0"/>
              <a:t> </a:t>
            </a:r>
            <a:r>
              <a:rPr lang="en-US" dirty="0" err="1" smtClean="0"/>
              <a:t>reprio</a:t>
            </a:r>
            <a:r>
              <a:rPr lang="en-US" dirty="0" smtClean="0"/>
              <a:t> </a:t>
            </a:r>
            <a:r>
              <a:rPr lang="en-US" dirty="0" err="1" smtClean="0"/>
              <a:t>endes</a:t>
            </a:r>
            <a:r>
              <a:rPr lang="en-US" dirty="0" smtClean="0"/>
              <a:t> </a:t>
            </a:r>
            <a:r>
              <a:rPr lang="en-US" dirty="0" err="1" smtClean="0"/>
              <a:t>autem</a:t>
            </a:r>
            <a:r>
              <a:rPr lang="en-US" dirty="0" smtClean="0"/>
              <a:t> </a:t>
            </a:r>
            <a:r>
              <a:rPr lang="en-US" dirty="0" err="1" smtClean="0"/>
              <a:t>quie</a:t>
            </a:r>
            <a:r>
              <a:rPr lang="en-US" dirty="0" smtClean="0"/>
              <a:t> </a:t>
            </a:r>
            <a:r>
              <a:rPr lang="en-US" dirty="0" err="1" smtClean="0"/>
              <a:t>prem</a:t>
            </a:r>
            <a:r>
              <a:rPr lang="en-US" dirty="0" smtClean="0"/>
              <a:t> </a:t>
            </a:r>
            <a:r>
              <a:rPr lang="en-US" dirty="0" err="1" smtClean="0"/>
              <a:t>aditas</a:t>
            </a:r>
            <a:r>
              <a:rPr lang="en-US" dirty="0" smtClean="0"/>
              <a:t> discus.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 err="1" smtClean="0"/>
              <a:t>Aperchil</a:t>
            </a:r>
            <a:r>
              <a:rPr lang="en-US" dirty="0" smtClean="0"/>
              <a:t> </a:t>
            </a:r>
            <a:r>
              <a:rPr lang="en-US" dirty="0" err="1" smtClean="0"/>
              <a:t>inus</a:t>
            </a:r>
            <a:r>
              <a:rPr lang="en-US" dirty="0" smtClean="0"/>
              <a:t>, </a:t>
            </a:r>
            <a:r>
              <a:rPr lang="en-US" dirty="0" err="1" smtClean="0"/>
              <a:t>ullabo</a:t>
            </a:r>
            <a:r>
              <a:rPr lang="en-US" dirty="0" smtClean="0"/>
              <a:t>. </a:t>
            </a:r>
            <a:r>
              <a:rPr lang="en-US" dirty="0" err="1" smtClean="0"/>
              <a:t>Otat</a:t>
            </a:r>
            <a:r>
              <a:rPr lang="en-US" dirty="0" smtClean="0"/>
              <a:t>. </a:t>
            </a:r>
            <a:r>
              <a:rPr lang="en-US" dirty="0" err="1" smtClean="0"/>
              <a:t>Bissecto</a:t>
            </a:r>
            <a:r>
              <a:rPr lang="en-US" dirty="0" smtClean="0"/>
              <a:t> </a:t>
            </a:r>
            <a:r>
              <a:rPr lang="en-US" dirty="0" err="1" smtClean="0"/>
              <a:t>occust</a:t>
            </a:r>
            <a:r>
              <a:rPr lang="en-US" dirty="0" smtClean="0"/>
              <a:t>, to </a:t>
            </a:r>
            <a:r>
              <a:rPr lang="en-US" dirty="0" err="1" smtClean="0"/>
              <a:t>Dolupta</a:t>
            </a:r>
            <a:r>
              <a:rPr lang="en-US" dirty="0" smtClean="0"/>
              <a:t> turbos </a:t>
            </a:r>
            <a:r>
              <a:rPr lang="en-US" dirty="0" err="1" smtClean="0"/>
              <a:t>consequidi</a:t>
            </a:r>
            <a:r>
              <a:rPr lang="en-US" dirty="0" smtClean="0"/>
              <a:t> </a:t>
            </a:r>
            <a:r>
              <a:rPr lang="en-US" dirty="0" err="1" smtClean="0"/>
              <a:t>aut</a:t>
            </a:r>
            <a:r>
              <a:rPr lang="en-US" dirty="0" smtClean="0"/>
              <a:t> </a:t>
            </a:r>
            <a:r>
              <a:rPr lang="en-US" dirty="0" err="1" smtClean="0"/>
              <a:t>eos</a:t>
            </a:r>
            <a:r>
              <a:rPr lang="en-US" dirty="0" smtClean="0"/>
              <a:t> </a:t>
            </a:r>
            <a:r>
              <a:rPr lang="en-US" dirty="0" err="1" smtClean="0"/>
              <a:t>aut</a:t>
            </a:r>
            <a:r>
              <a:rPr lang="en-US" dirty="0" smtClean="0"/>
              <a:t>. </a:t>
            </a:r>
            <a:r>
              <a:rPr lang="en-US" dirty="0" err="1" smtClean="0"/>
              <a:t>est</a:t>
            </a:r>
            <a:r>
              <a:rPr lang="en-US" dirty="0" smtClean="0"/>
              <a:t> </a:t>
            </a:r>
            <a:r>
              <a:rPr lang="en-US" dirty="0" err="1" smtClean="0"/>
              <a:t>aut</a:t>
            </a:r>
            <a:r>
              <a:rPr lang="en-US" dirty="0" smtClean="0"/>
              <a:t> </a:t>
            </a:r>
            <a:r>
              <a:rPr lang="en-US" dirty="0" err="1" smtClean="0"/>
              <a:t>veliatuint</a:t>
            </a:r>
            <a:r>
              <a:rPr lang="en-US" dirty="0" smtClean="0"/>
              <a:t> </a:t>
            </a:r>
            <a:r>
              <a:rPr lang="en-US" dirty="0" err="1" smtClean="0"/>
              <a:t>fuga</a:t>
            </a:r>
            <a:r>
              <a:rPr lang="en-US" dirty="0" smtClean="0"/>
              <a:t>. </a:t>
            </a:r>
            <a:r>
              <a:rPr lang="en-US" dirty="0" err="1" smtClean="0"/>
              <a:t>Sunt</a:t>
            </a:r>
            <a:r>
              <a:rPr lang="en-US" dirty="0" smtClean="0"/>
              <a:t> </a:t>
            </a:r>
            <a:r>
              <a:rPr lang="en-US" dirty="0" err="1" smtClean="0"/>
              <a:t>volupta</a:t>
            </a:r>
            <a:r>
              <a:rPr lang="en-US" dirty="0" smtClean="0"/>
              <a:t> </a:t>
            </a:r>
            <a:r>
              <a:rPr lang="en-US" dirty="0" err="1" smtClean="0"/>
              <a:t>tiuntem</a:t>
            </a:r>
            <a:r>
              <a:rPr lang="en-US" dirty="0" smtClean="0"/>
              <a:t> </a:t>
            </a:r>
            <a:r>
              <a:rPr lang="en-US" dirty="0" err="1" smtClean="0"/>
              <a:t>inulparum</a:t>
            </a:r>
            <a:r>
              <a:rPr lang="en-US" dirty="0" smtClean="0"/>
              <a:t> et </a:t>
            </a:r>
            <a:r>
              <a:rPr lang="en-US" dirty="0" err="1" smtClean="0"/>
              <a:t>fugioto</a:t>
            </a:r>
            <a:r>
              <a:rPr lang="en-US" dirty="0" smtClean="0"/>
              <a:t> </a:t>
            </a:r>
            <a:r>
              <a:rPr lang="en-US" dirty="0" err="1" smtClean="0"/>
              <a:t>cusa</a:t>
            </a:r>
            <a:r>
              <a:rPr lang="en-US" dirty="0" smtClean="0"/>
              <a:t> net </a:t>
            </a:r>
            <a:r>
              <a:rPr lang="en-US" dirty="0" err="1" smtClean="0"/>
              <a:t>aut</a:t>
            </a:r>
            <a:r>
              <a:rPr lang="en-US" dirty="0" smtClean="0"/>
              <a:t> colossus.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 err="1" smtClean="0"/>
              <a:t>Evelegndigim</a:t>
            </a:r>
            <a:r>
              <a:rPr lang="en-US" dirty="0" smtClean="0"/>
              <a:t> qui </a:t>
            </a:r>
            <a:r>
              <a:rPr lang="en-US" dirty="0" err="1" smtClean="0"/>
              <a:t>ommodiao</a:t>
            </a:r>
            <a:r>
              <a:rPr lang="en-US" dirty="0" smtClean="0"/>
              <a:t> </a:t>
            </a:r>
            <a:r>
              <a:rPr lang="en-US" dirty="0" err="1" smtClean="0"/>
              <a:t>exceaswum</a:t>
            </a:r>
            <a:r>
              <a:rPr lang="en-US" dirty="0" smtClean="0"/>
              <a:t> </a:t>
            </a:r>
            <a:r>
              <a:rPr lang="en-US" dirty="0" err="1" smtClean="0"/>
              <a:t>enus</a:t>
            </a:r>
            <a:r>
              <a:rPr lang="en-US" dirty="0" smtClean="0"/>
              <a:t> as </a:t>
            </a:r>
            <a:r>
              <a:rPr lang="en-US" dirty="0" err="1" smtClean="0"/>
              <a:t>deerro</a:t>
            </a:r>
            <a:r>
              <a:rPr lang="en-US" dirty="0" smtClean="0"/>
              <a:t> </a:t>
            </a:r>
            <a:r>
              <a:rPr lang="en-US" dirty="0" err="1" smtClean="0"/>
              <a:t>consedi</a:t>
            </a:r>
            <a:r>
              <a:rPr lang="en-US" dirty="0" smtClean="0"/>
              <a:t> </a:t>
            </a:r>
            <a:r>
              <a:rPr lang="en-US" dirty="0" err="1" smtClean="0"/>
              <a:t>rerum</a:t>
            </a:r>
            <a:r>
              <a:rPr lang="en-US" dirty="0" smtClean="0"/>
              <a:t> et </a:t>
            </a:r>
            <a:r>
              <a:rPr lang="en-US" dirty="0" err="1" smtClean="0"/>
              <a:t>il</a:t>
            </a:r>
            <a:r>
              <a:rPr lang="en-US" dirty="0" smtClean="0"/>
              <a:t> </a:t>
            </a:r>
            <a:r>
              <a:rPr lang="en-US" dirty="0" err="1" smtClean="0"/>
              <a:t>Aperchil</a:t>
            </a:r>
            <a:r>
              <a:rPr lang="en-US" dirty="0" smtClean="0"/>
              <a:t> </a:t>
            </a:r>
            <a:r>
              <a:rPr lang="en-US" dirty="0" err="1" smtClean="0"/>
              <a:t>inus</a:t>
            </a:r>
            <a:r>
              <a:rPr lang="en-US" dirty="0" smtClean="0"/>
              <a:t>, </a:t>
            </a:r>
            <a:r>
              <a:rPr lang="en-US" dirty="0" err="1" smtClean="0"/>
              <a:t>ullabo</a:t>
            </a:r>
            <a:r>
              <a:rPr lang="en-US" dirty="0" smtClean="0"/>
              <a:t>. </a:t>
            </a:r>
            <a:r>
              <a:rPr lang="en-US" dirty="0" err="1" smtClean="0"/>
              <a:t>Otat</a:t>
            </a:r>
            <a:r>
              <a:rPr lang="en-US" dirty="0" smtClean="0"/>
              <a:t>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 err="1" smtClean="0"/>
              <a:t>Bissecto</a:t>
            </a:r>
            <a:r>
              <a:rPr lang="en-US" dirty="0" smtClean="0"/>
              <a:t> </a:t>
            </a:r>
            <a:r>
              <a:rPr lang="en-US" dirty="0" err="1" smtClean="0"/>
              <a:t>occust</a:t>
            </a:r>
            <a:r>
              <a:rPr lang="en-US" dirty="0" smtClean="0"/>
              <a:t>, to </a:t>
            </a:r>
            <a:r>
              <a:rPr lang="en-US" dirty="0" err="1" smtClean="0"/>
              <a:t>dolupta</a:t>
            </a:r>
            <a:r>
              <a:rPr lang="en-US" dirty="0" smtClean="0"/>
              <a:t> turbos </a:t>
            </a:r>
            <a:r>
              <a:rPr lang="en-US" dirty="0" err="1" smtClean="0"/>
              <a:t>consequidi</a:t>
            </a:r>
            <a:r>
              <a:rPr lang="en-US" dirty="0" smtClean="0"/>
              <a:t> </a:t>
            </a:r>
            <a:r>
              <a:rPr lang="en-US" dirty="0" err="1" smtClean="0"/>
              <a:t>aut</a:t>
            </a:r>
            <a:r>
              <a:rPr lang="en-US" dirty="0" smtClean="0"/>
              <a:t> </a:t>
            </a:r>
            <a:r>
              <a:rPr lang="en-US" dirty="0" err="1" smtClean="0"/>
              <a:t>eos</a:t>
            </a:r>
            <a:r>
              <a:rPr lang="en-US" dirty="0" smtClean="0"/>
              <a:t> </a:t>
            </a:r>
            <a:r>
              <a:rPr lang="en-US" dirty="0" err="1" smtClean="0"/>
              <a:t>aut</a:t>
            </a:r>
            <a:r>
              <a:rPr lang="en-US" dirty="0" smtClean="0"/>
              <a:t> </a:t>
            </a:r>
            <a:r>
              <a:rPr lang="en-US" dirty="0" err="1" smtClean="0"/>
              <a:t>dolesequam</a:t>
            </a:r>
            <a:r>
              <a:rPr lang="en-US" dirty="0" smtClean="0"/>
              <a:t> </a:t>
            </a:r>
            <a:r>
              <a:rPr lang="en-US" dirty="0" err="1" smtClean="0"/>
              <a:t>commole</a:t>
            </a:r>
            <a:endParaRPr lang="en-US" dirty="0" smtClean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 err="1" smtClean="0"/>
              <a:t>Evelegndigim</a:t>
            </a:r>
            <a:r>
              <a:rPr lang="en-US" dirty="0" smtClean="0"/>
              <a:t> qui </a:t>
            </a:r>
            <a:r>
              <a:rPr lang="en-US" dirty="0" err="1" smtClean="0"/>
              <a:t>ommodiao</a:t>
            </a:r>
            <a:r>
              <a:rPr lang="en-US" dirty="0" smtClean="0"/>
              <a:t> </a:t>
            </a:r>
            <a:r>
              <a:rPr lang="en-US" dirty="0" err="1" smtClean="0"/>
              <a:t>exceaswum</a:t>
            </a:r>
            <a:r>
              <a:rPr lang="en-US" dirty="0" smtClean="0"/>
              <a:t> </a:t>
            </a:r>
            <a:r>
              <a:rPr lang="en-US" dirty="0" err="1" smtClean="0"/>
              <a:t>enus</a:t>
            </a:r>
            <a:r>
              <a:rPr lang="en-US" dirty="0" smtClean="0"/>
              <a:t> as </a:t>
            </a:r>
            <a:r>
              <a:rPr lang="en-US" dirty="0" err="1" smtClean="0"/>
              <a:t>deerro</a:t>
            </a:r>
            <a:r>
              <a:rPr lang="en-US" dirty="0" smtClean="0"/>
              <a:t> </a:t>
            </a:r>
            <a:r>
              <a:rPr lang="en-US" dirty="0" err="1" smtClean="0"/>
              <a:t>consedi</a:t>
            </a:r>
            <a:r>
              <a:rPr lang="en-US" dirty="0" smtClean="0"/>
              <a:t> </a:t>
            </a:r>
            <a:r>
              <a:rPr lang="en-US" dirty="0" err="1" smtClean="0"/>
              <a:t>rerum</a:t>
            </a:r>
            <a:r>
              <a:rPr lang="en-US" dirty="0" smtClean="0"/>
              <a:t> et </a:t>
            </a:r>
            <a:r>
              <a:rPr lang="en-US" dirty="0" err="1" smtClean="0"/>
              <a:t>il</a:t>
            </a:r>
            <a:r>
              <a:rPr lang="en-US" dirty="0" smtClean="0"/>
              <a:t> </a:t>
            </a:r>
            <a:r>
              <a:rPr lang="en-US" dirty="0" err="1" smtClean="0"/>
              <a:t>est</a:t>
            </a:r>
            <a:r>
              <a:rPr lang="en-US" dirty="0" smtClean="0"/>
              <a:t> qui </a:t>
            </a:r>
            <a:r>
              <a:rPr lang="en-US" dirty="0" err="1" smtClean="0"/>
              <a:t>cus</a:t>
            </a:r>
            <a:r>
              <a:rPr lang="en-US" dirty="0" smtClean="0"/>
              <a:t> </a:t>
            </a:r>
            <a:r>
              <a:rPr lang="en-US" dirty="0" err="1" smtClean="0"/>
              <a:t>aut</a:t>
            </a:r>
            <a:r>
              <a:rPr lang="en-US" dirty="0" smtClean="0"/>
              <a:t> et </a:t>
            </a:r>
            <a:r>
              <a:rPr lang="en-US" dirty="0" err="1" smtClean="0"/>
              <a:t>secsaill</a:t>
            </a:r>
            <a:r>
              <a:rPr lang="en-US" dirty="0" smtClean="0"/>
              <a:t> to.</a:t>
            </a:r>
          </a:p>
        </p:txBody>
      </p:sp>
    </p:spTree>
    <p:extLst>
      <p:ext uri="{BB962C8B-B14F-4D97-AF65-F5344CB8AC3E}">
        <p14:creationId xmlns:p14="http://schemas.microsoft.com/office/powerpoint/2010/main" val="398675229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hoto w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7286624" y="371475"/>
            <a:ext cx="1373281" cy="400050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200" b="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smtClean="0"/>
              <a:t>Photo Caption goes here</a:t>
            </a:r>
          </a:p>
        </p:txBody>
      </p:sp>
    </p:spTree>
    <p:extLst>
      <p:ext uri="{BB962C8B-B14F-4D97-AF65-F5344CB8AC3E}">
        <p14:creationId xmlns:p14="http://schemas.microsoft.com/office/powerpoint/2010/main" val="337492291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 userDrawn="1"/>
        </p:nvCxnSpPr>
        <p:spPr>
          <a:xfrm>
            <a:off x="417830" y="4796316"/>
            <a:ext cx="8186799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417830" y="2134394"/>
            <a:ext cx="7340600" cy="530225"/>
          </a:xfrm>
          <a:prstGeom prst="rect">
            <a:avLst/>
          </a:prstGeom>
        </p:spPr>
        <p:txBody>
          <a:bodyPr lIns="0" rIns="0"/>
          <a:lstStyle>
            <a:lvl1pPr marL="0" indent="0">
              <a:buNone/>
              <a:defRPr sz="36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 marL="457200" indent="0">
              <a:buNone/>
              <a:defRPr sz="3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400" indent="0">
              <a:buNone/>
              <a:defRPr sz="3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600" indent="0">
              <a:buNone/>
              <a:defRPr sz="3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sz="3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 smtClean="0"/>
              <a:t>Section Title</a:t>
            </a:r>
            <a:endParaRPr lang="en-CA" dirty="0"/>
          </a:p>
        </p:txBody>
      </p:sp>
      <p:sp>
        <p:nvSpPr>
          <p:cNvPr id="9" name="Rectangle 8"/>
          <p:cNvSpPr/>
          <p:nvPr userDrawn="1"/>
        </p:nvSpPr>
        <p:spPr>
          <a:xfrm>
            <a:off x="8411284" y="4847236"/>
            <a:ext cx="325730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fld id="{167796FD-2C35-44D3-9582-043279E26514}" type="slidenum">
              <a:rPr lang="en-CA" sz="900" b="1" smtClean="0">
                <a:solidFill>
                  <a:schemeClr val="bg1"/>
                </a:solidFill>
                <a:latin typeface="+mn-lt"/>
              </a:rPr>
              <a:pPr/>
              <a:t>‹#›</a:t>
            </a:fld>
            <a:endParaRPr lang="en-CA" sz="90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10" name="TextBox 9"/>
          <p:cNvSpPr txBox="1"/>
          <p:nvPr userDrawn="1"/>
        </p:nvSpPr>
        <p:spPr>
          <a:xfrm>
            <a:off x="407942" y="4885010"/>
            <a:ext cx="3916551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CA" sz="1000" b="1" i="0" baseline="0" dirty="0" smtClean="0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CWB Financial Group</a:t>
            </a:r>
            <a:endParaRPr lang="en-CA" sz="1000" b="1" i="0" dirty="0">
              <a:solidFill>
                <a:schemeClr val="bg1"/>
              </a:solidFill>
              <a:latin typeface="+mn-l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0255613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3"/>
          <p:cNvSpPr>
            <a:spLocks noGrp="1"/>
          </p:cNvSpPr>
          <p:nvPr>
            <p:ph type="body" sz="quarter" idx="13" hasCustomPrompt="1"/>
          </p:nvPr>
        </p:nvSpPr>
        <p:spPr>
          <a:xfrm>
            <a:off x="3749040" y="1870102"/>
            <a:ext cx="4931609" cy="2536467"/>
          </a:xfrm>
          <a:prstGeom prst="rect">
            <a:avLst/>
          </a:prstGeom>
          <a:noFill/>
        </p:spPr>
        <p:txBody>
          <a:bodyPr/>
          <a:lstStyle>
            <a:lvl1pPr>
              <a:defRPr sz="180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Arial" panose="020B0604020202020204" pitchFamily="34" charset="0"/>
              </a:defRPr>
            </a:lvl1pPr>
            <a:lvl2pPr>
              <a:defRPr sz="16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Arial" panose="020B0604020202020204" pitchFamily="34" charset="0"/>
              </a:defRPr>
            </a:lvl2pPr>
            <a:lvl3pPr marL="1143000" indent="-228600">
              <a:buFont typeface="Wingdings" panose="05000000000000000000" pitchFamily="2" charset="2"/>
              <a:buChar char="s"/>
              <a:defRPr sz="14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Arial" panose="020B0604020202020204" pitchFamily="34" charset="0"/>
              </a:defRPr>
            </a:lvl3pPr>
          </a:lstStyle>
          <a:p>
            <a:pPr lvl="0"/>
            <a:r>
              <a:rPr lang="en-CA" dirty="0" smtClean="0"/>
              <a:t>Bullet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  <a:endParaRPr lang="en-CA" dirty="0" smtClean="0"/>
          </a:p>
          <a:p>
            <a:pPr lvl="0"/>
            <a:r>
              <a:rPr lang="en-CA" dirty="0" smtClean="0"/>
              <a:t>Bullet</a:t>
            </a:r>
          </a:p>
          <a:p>
            <a:pPr lvl="0"/>
            <a:r>
              <a:rPr lang="en-CA" dirty="0" smtClean="0"/>
              <a:t>Bullet</a:t>
            </a:r>
          </a:p>
          <a:p>
            <a:pPr lvl="0"/>
            <a:r>
              <a:rPr lang="en-CA" dirty="0" smtClean="0"/>
              <a:t>Bullet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2" hasCustomPrompt="1"/>
          </p:nvPr>
        </p:nvSpPr>
        <p:spPr>
          <a:xfrm>
            <a:off x="406203" y="399966"/>
            <a:ext cx="2832297" cy="100973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3400"/>
              </a:lnSpc>
              <a:spcBef>
                <a:spcPts val="0"/>
              </a:spcBef>
              <a:buNone/>
              <a:defRPr sz="3200" b="0" spc="-100" baseline="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 smtClean="0"/>
              <a:t>Title</a:t>
            </a:r>
            <a:endParaRPr lang="en-CA" dirty="0"/>
          </a:p>
        </p:txBody>
      </p:sp>
      <p:sp>
        <p:nvSpPr>
          <p:cNvPr id="15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406203" y="1618602"/>
            <a:ext cx="2321757" cy="120841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2200"/>
              </a:lnSpc>
              <a:spcBef>
                <a:spcPts val="0"/>
              </a:spcBef>
              <a:buNone/>
              <a:defRPr sz="2000" b="0" spc="0" baseline="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 smtClean="0"/>
              <a:t>Subtitle</a:t>
            </a:r>
            <a:endParaRPr lang="en-CA" dirty="0"/>
          </a:p>
        </p:txBody>
      </p:sp>
      <p:cxnSp>
        <p:nvCxnSpPr>
          <p:cNvPr id="16" name="Straight Connector 15"/>
          <p:cNvCxnSpPr/>
          <p:nvPr userDrawn="1"/>
        </p:nvCxnSpPr>
        <p:spPr>
          <a:xfrm>
            <a:off x="406203" y="1501140"/>
            <a:ext cx="2626557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 userDrawn="1"/>
        </p:nvSpPr>
        <p:spPr>
          <a:xfrm>
            <a:off x="8411284" y="4847236"/>
            <a:ext cx="325730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fld id="{167796FD-2C35-44D3-9582-043279E26514}" type="slidenum">
              <a:rPr lang="en-CA" sz="900" b="1" smtClean="0">
                <a:solidFill>
                  <a:srgbClr val="BAC5B9"/>
                </a:solidFill>
                <a:latin typeface="+mn-lt"/>
              </a:rPr>
              <a:pPr/>
              <a:t>‹#›</a:t>
            </a:fld>
            <a:endParaRPr lang="en-CA" sz="900" dirty="0">
              <a:solidFill>
                <a:srgbClr val="BAC5B9"/>
              </a:solidFill>
              <a:latin typeface="+mn-lt"/>
            </a:endParaRPr>
          </a:p>
        </p:txBody>
      </p:sp>
      <p:sp>
        <p:nvSpPr>
          <p:cNvPr id="18" name="TextBox 17"/>
          <p:cNvSpPr txBox="1"/>
          <p:nvPr userDrawn="1"/>
        </p:nvSpPr>
        <p:spPr>
          <a:xfrm>
            <a:off x="407942" y="4885010"/>
            <a:ext cx="3916551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CA" sz="1000" b="1" i="0" baseline="0" dirty="0" smtClean="0">
                <a:solidFill>
                  <a:srgbClr val="BAC5B9"/>
                </a:solidFill>
                <a:latin typeface="+mn-lt"/>
                <a:cs typeface="Arial" panose="020B0604020202020204" pitchFamily="34" charset="0"/>
              </a:rPr>
              <a:t>CWB Financial Group</a:t>
            </a:r>
            <a:endParaRPr lang="en-CA" sz="1000" b="1" i="0" dirty="0">
              <a:solidFill>
                <a:srgbClr val="BAC5B9"/>
              </a:solidFill>
              <a:latin typeface="+mn-l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0386361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43910" y="2372379"/>
            <a:ext cx="7886700" cy="616710"/>
          </a:xfrm>
          <a:prstGeom prst="rect">
            <a:avLst/>
          </a:prstGeom>
        </p:spPr>
        <p:txBody>
          <a:bodyPr/>
          <a:lstStyle>
            <a:lvl1pPr>
              <a:defRPr sz="3600" b="1" baseline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/>
              <a:t>“Insert Inspirational Quote here”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08063290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3" hasCustomPrompt="1"/>
          </p:nvPr>
        </p:nvSpPr>
        <p:spPr>
          <a:xfrm>
            <a:off x="406203" y="1744981"/>
            <a:ext cx="8280401" cy="2681022"/>
          </a:xfrm>
          <a:prstGeom prst="rect">
            <a:avLst/>
          </a:prstGeom>
          <a:noFill/>
        </p:spPr>
        <p:txBody>
          <a:bodyPr numCol="2" spcCol="144000"/>
          <a:lstStyle>
            <a:lvl1pPr>
              <a:defRPr sz="1500" baseline="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  <a:lvl2pPr>
              <a:defRPr sz="140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2pPr>
            <a:lvl3pPr marL="1143000" indent="-228600">
              <a:buFont typeface="Wingdings" panose="05000000000000000000" pitchFamily="2" charset="2"/>
              <a:buChar char="s"/>
              <a:defRPr sz="120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3pPr>
          </a:lstStyle>
          <a:p>
            <a:pPr lvl="0"/>
            <a:r>
              <a:rPr lang="en-CA" dirty="0"/>
              <a:t>Bullet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  <a:endParaRPr lang="en-CA" dirty="0"/>
          </a:p>
          <a:p>
            <a:pPr lvl="0"/>
            <a:r>
              <a:rPr lang="en-CA" dirty="0"/>
              <a:t>Bullet</a:t>
            </a:r>
          </a:p>
          <a:p>
            <a:pPr lvl="0"/>
            <a:r>
              <a:rPr lang="en-CA" dirty="0"/>
              <a:t>Bullet</a:t>
            </a:r>
          </a:p>
          <a:p>
            <a:pPr lvl="0"/>
            <a:r>
              <a:rPr lang="en-CA" dirty="0"/>
              <a:t>Bullet</a:t>
            </a:r>
          </a:p>
          <a:p>
            <a:pPr lvl="0"/>
            <a:r>
              <a:rPr lang="en-CA" dirty="0"/>
              <a:t>Bullet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  <a:endParaRPr lang="en-CA" dirty="0"/>
          </a:p>
          <a:p>
            <a:pPr lvl="0"/>
            <a:endParaRPr lang="en-CA" dirty="0"/>
          </a:p>
          <a:p>
            <a:pPr lvl="0"/>
            <a:r>
              <a:rPr lang="en-CA" dirty="0"/>
              <a:t>Bullet</a:t>
            </a:r>
          </a:p>
          <a:p>
            <a:pPr lvl="0"/>
            <a:r>
              <a:rPr lang="en-CA" dirty="0"/>
              <a:t>Bullet</a:t>
            </a:r>
          </a:p>
          <a:p>
            <a:pPr lvl="0"/>
            <a:r>
              <a:rPr lang="en-CA" dirty="0"/>
              <a:t>Bullet</a:t>
            </a:r>
          </a:p>
          <a:p>
            <a:pPr lvl="0"/>
            <a:r>
              <a:rPr lang="en-CA" dirty="0"/>
              <a:t>Bullet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  <a:endParaRPr lang="en-CA" dirty="0"/>
          </a:p>
          <a:p>
            <a:pPr lvl="0"/>
            <a:r>
              <a:rPr lang="en-CA" dirty="0"/>
              <a:t>Bullet</a:t>
            </a:r>
          </a:p>
          <a:p>
            <a:pPr lvl="0"/>
            <a:r>
              <a:rPr lang="en-CA" dirty="0"/>
              <a:t>Bullet</a:t>
            </a:r>
          </a:p>
          <a:p>
            <a:pPr lvl="0"/>
            <a:r>
              <a:rPr lang="en-CA" dirty="0"/>
              <a:t>Bullet</a:t>
            </a:r>
          </a:p>
          <a:p>
            <a:pPr lvl="0"/>
            <a:endParaRPr lang="en-CA" dirty="0"/>
          </a:p>
        </p:txBody>
      </p:sp>
      <p:sp>
        <p:nvSpPr>
          <p:cNvPr id="5" name="Text Placeholder 9"/>
          <p:cNvSpPr>
            <a:spLocks noGrp="1"/>
          </p:cNvSpPr>
          <p:nvPr>
            <p:ph type="body" sz="quarter" idx="12" hasCustomPrompt="1"/>
          </p:nvPr>
        </p:nvSpPr>
        <p:spPr>
          <a:xfrm>
            <a:off x="406203" y="701040"/>
            <a:ext cx="8280401" cy="39748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3400"/>
              </a:lnSpc>
              <a:spcBef>
                <a:spcPts val="0"/>
              </a:spcBef>
              <a:buNone/>
              <a:defRPr sz="3200" spc="-100" baseline="0">
                <a:solidFill>
                  <a:srgbClr val="0097A9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/>
              <a:t>Title</a:t>
            </a:r>
          </a:p>
        </p:txBody>
      </p:sp>
      <p:sp>
        <p:nvSpPr>
          <p:cNvPr id="6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406203" y="1157677"/>
            <a:ext cx="8280401" cy="23820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2200"/>
              </a:lnSpc>
              <a:spcBef>
                <a:spcPts val="0"/>
              </a:spcBef>
              <a:buNone/>
              <a:defRPr sz="1800" b="0" spc="0" baseline="0">
                <a:solidFill>
                  <a:srgbClr val="DAAA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1593446297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smtClean="0"/>
              <a:t>Click to edit Master subtitle style</a:t>
            </a:r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4BC9F-8722-4BCB-85D0-A3B873F2B0F9}" type="datetimeFigureOut">
              <a:rPr lang="en-CA" smtClean="0"/>
              <a:t>08/17/2020</a:t>
            </a:fld>
            <a:endParaRPr lang="en-CA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C189D3-8CB9-4DEC-A8C4-E7BBB4D7FF80}" type="slidenum">
              <a:rPr lang="en-CA" smtClean="0"/>
              <a:t>‹#›</a:t>
            </a:fld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00925845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4081467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w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4579683" y="4407694"/>
            <a:ext cx="4112747" cy="24288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200" b="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smtClean="0"/>
              <a:t>Photo Caption</a:t>
            </a:r>
          </a:p>
        </p:txBody>
      </p:sp>
      <p:sp>
        <p:nvSpPr>
          <p:cNvPr id="8" name="Text Placeholder 9"/>
          <p:cNvSpPr>
            <a:spLocks noGrp="1"/>
          </p:cNvSpPr>
          <p:nvPr>
            <p:ph type="body" sz="quarter" idx="12" hasCustomPrompt="1"/>
          </p:nvPr>
        </p:nvSpPr>
        <p:spPr>
          <a:xfrm>
            <a:off x="406203" y="701040"/>
            <a:ext cx="3715741" cy="39748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3400"/>
              </a:lnSpc>
              <a:spcBef>
                <a:spcPts val="0"/>
              </a:spcBef>
              <a:buNone/>
              <a:defRPr sz="3200" spc="-100" baseline="0">
                <a:solidFill>
                  <a:srgbClr val="0097A9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 smtClean="0"/>
              <a:t>Title</a:t>
            </a:r>
            <a:endParaRPr lang="en-CA" dirty="0"/>
          </a:p>
        </p:txBody>
      </p:sp>
      <p:sp>
        <p:nvSpPr>
          <p:cNvPr id="9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406203" y="1157677"/>
            <a:ext cx="3715741" cy="23820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2200"/>
              </a:lnSpc>
              <a:spcBef>
                <a:spcPts val="0"/>
              </a:spcBef>
              <a:buNone/>
              <a:defRPr sz="1800" b="0" spc="0" baseline="0">
                <a:solidFill>
                  <a:srgbClr val="DAAA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 smtClean="0"/>
              <a:t>Subtitle</a:t>
            </a:r>
            <a:endParaRPr lang="en-CA" dirty="0"/>
          </a:p>
        </p:txBody>
      </p:sp>
      <p:sp>
        <p:nvSpPr>
          <p:cNvPr id="10" name="Text Placeholder 3"/>
          <p:cNvSpPr>
            <a:spLocks noGrp="1"/>
          </p:cNvSpPr>
          <p:nvPr>
            <p:ph type="body" sz="quarter" idx="13" hasCustomPrompt="1"/>
          </p:nvPr>
        </p:nvSpPr>
        <p:spPr>
          <a:xfrm>
            <a:off x="406203" y="1744980"/>
            <a:ext cx="3715741" cy="2419825"/>
          </a:xfrm>
          <a:prstGeom prst="rect">
            <a:avLst/>
          </a:prstGeom>
          <a:noFill/>
        </p:spPr>
        <p:txBody>
          <a:bodyPr/>
          <a:lstStyle>
            <a:lvl1pPr>
              <a:defRPr sz="1500" baseline="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  <a:lvl2pPr>
              <a:defRPr sz="140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2pPr>
            <a:lvl3pPr marL="1143000" indent="-228600">
              <a:buFont typeface="Wingdings" panose="05000000000000000000" pitchFamily="2" charset="2"/>
              <a:buChar char="s"/>
              <a:defRPr sz="120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3pPr>
          </a:lstStyle>
          <a:p>
            <a:pPr lvl="0"/>
            <a:r>
              <a:rPr lang="en-CA" dirty="0" smtClean="0"/>
              <a:t>Bullet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  <a:endParaRPr lang="en-CA" dirty="0" smtClean="0"/>
          </a:p>
          <a:p>
            <a:pPr lvl="0"/>
            <a:r>
              <a:rPr lang="en-CA" dirty="0" smtClean="0"/>
              <a:t>Bullet</a:t>
            </a:r>
          </a:p>
          <a:p>
            <a:pPr lvl="0"/>
            <a:r>
              <a:rPr lang="en-CA" dirty="0" smtClean="0"/>
              <a:t>Bullet</a:t>
            </a:r>
          </a:p>
          <a:p>
            <a:pPr lvl="0"/>
            <a:r>
              <a:rPr lang="en-CA" dirty="0" smtClean="0"/>
              <a:t>Bullet</a:t>
            </a:r>
          </a:p>
        </p:txBody>
      </p:sp>
    </p:spTree>
    <p:extLst>
      <p:ext uri="{BB962C8B-B14F-4D97-AF65-F5344CB8AC3E}">
        <p14:creationId xmlns:p14="http://schemas.microsoft.com/office/powerpoint/2010/main" val="156226702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3" hasCustomPrompt="1"/>
          </p:nvPr>
        </p:nvSpPr>
        <p:spPr>
          <a:xfrm>
            <a:off x="406203" y="1744981"/>
            <a:ext cx="8280401" cy="2681022"/>
          </a:xfrm>
          <a:prstGeom prst="rect">
            <a:avLst/>
          </a:prstGeom>
          <a:noFill/>
        </p:spPr>
        <p:txBody>
          <a:bodyPr numCol="2" spcCol="144000"/>
          <a:lstStyle>
            <a:lvl1pPr>
              <a:defRPr sz="1500" baseline="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  <a:lvl2pPr>
              <a:defRPr sz="140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2pPr>
            <a:lvl3pPr marL="1143000" indent="-228600">
              <a:buFont typeface="Wingdings" panose="05000000000000000000" pitchFamily="2" charset="2"/>
              <a:buChar char="s"/>
              <a:defRPr sz="120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3pPr>
          </a:lstStyle>
          <a:p>
            <a:pPr lvl="0"/>
            <a:r>
              <a:rPr lang="en-CA" dirty="0" smtClean="0"/>
              <a:t>Bullet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  <a:endParaRPr lang="en-CA" dirty="0" smtClean="0"/>
          </a:p>
          <a:p>
            <a:pPr lvl="0"/>
            <a:r>
              <a:rPr lang="en-CA" dirty="0" smtClean="0"/>
              <a:t>Bullet</a:t>
            </a:r>
          </a:p>
          <a:p>
            <a:pPr lvl="0"/>
            <a:r>
              <a:rPr lang="en-CA" dirty="0" smtClean="0"/>
              <a:t>Bullet</a:t>
            </a:r>
          </a:p>
          <a:p>
            <a:pPr lvl="0"/>
            <a:r>
              <a:rPr lang="en-CA" dirty="0" smtClean="0"/>
              <a:t>Bullet</a:t>
            </a:r>
          </a:p>
          <a:p>
            <a:pPr lvl="0"/>
            <a:r>
              <a:rPr lang="en-CA" dirty="0" smtClean="0"/>
              <a:t>Bullet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  <a:endParaRPr lang="en-CA" dirty="0" smtClean="0"/>
          </a:p>
          <a:p>
            <a:pPr lvl="0"/>
            <a:endParaRPr lang="en-CA" dirty="0" smtClean="0"/>
          </a:p>
          <a:p>
            <a:pPr lvl="0"/>
            <a:r>
              <a:rPr lang="en-CA" dirty="0" smtClean="0"/>
              <a:t>Bullet</a:t>
            </a:r>
          </a:p>
          <a:p>
            <a:pPr lvl="0"/>
            <a:r>
              <a:rPr lang="en-CA" dirty="0" smtClean="0"/>
              <a:t>Bullet</a:t>
            </a:r>
          </a:p>
          <a:p>
            <a:pPr lvl="0"/>
            <a:r>
              <a:rPr lang="en-CA" dirty="0" smtClean="0"/>
              <a:t>Bullet</a:t>
            </a:r>
          </a:p>
          <a:p>
            <a:pPr lvl="0"/>
            <a:r>
              <a:rPr lang="en-CA" dirty="0" smtClean="0"/>
              <a:t>Bullet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  <a:endParaRPr lang="en-CA" dirty="0" smtClean="0"/>
          </a:p>
          <a:p>
            <a:pPr lvl="0"/>
            <a:r>
              <a:rPr lang="en-CA" dirty="0" smtClean="0"/>
              <a:t>Bullet</a:t>
            </a:r>
          </a:p>
          <a:p>
            <a:pPr lvl="0"/>
            <a:r>
              <a:rPr lang="en-CA" dirty="0" smtClean="0"/>
              <a:t>Bullet</a:t>
            </a:r>
          </a:p>
          <a:p>
            <a:pPr lvl="0"/>
            <a:r>
              <a:rPr lang="en-CA" dirty="0" smtClean="0"/>
              <a:t>Bullet</a:t>
            </a:r>
          </a:p>
          <a:p>
            <a:pPr lvl="0"/>
            <a:endParaRPr lang="en-CA" dirty="0" smtClean="0"/>
          </a:p>
        </p:txBody>
      </p:sp>
      <p:sp>
        <p:nvSpPr>
          <p:cNvPr id="5" name="Text Placeholder 9"/>
          <p:cNvSpPr>
            <a:spLocks noGrp="1"/>
          </p:cNvSpPr>
          <p:nvPr>
            <p:ph type="body" sz="quarter" idx="12" hasCustomPrompt="1"/>
          </p:nvPr>
        </p:nvSpPr>
        <p:spPr>
          <a:xfrm>
            <a:off x="406203" y="701040"/>
            <a:ext cx="8280401" cy="39748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3400"/>
              </a:lnSpc>
              <a:spcBef>
                <a:spcPts val="0"/>
              </a:spcBef>
              <a:buNone/>
              <a:defRPr sz="3200" spc="-100" baseline="0">
                <a:solidFill>
                  <a:srgbClr val="0097A9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 smtClean="0"/>
              <a:t>Title</a:t>
            </a:r>
            <a:endParaRPr lang="en-CA" dirty="0"/>
          </a:p>
        </p:txBody>
      </p:sp>
      <p:sp>
        <p:nvSpPr>
          <p:cNvPr id="6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406203" y="1157677"/>
            <a:ext cx="8280401" cy="23820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2200"/>
              </a:lnSpc>
              <a:spcBef>
                <a:spcPts val="0"/>
              </a:spcBef>
              <a:buNone/>
              <a:defRPr sz="1800" b="0" spc="0" baseline="0">
                <a:solidFill>
                  <a:srgbClr val="DAAA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 smtClean="0"/>
              <a:t>Subtitle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43817706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9"/>
          <p:cNvSpPr>
            <a:spLocks noGrp="1"/>
          </p:cNvSpPr>
          <p:nvPr>
            <p:ph type="body" sz="quarter" idx="12" hasCustomPrompt="1"/>
          </p:nvPr>
        </p:nvSpPr>
        <p:spPr>
          <a:xfrm>
            <a:off x="406203" y="701040"/>
            <a:ext cx="8280401" cy="39748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3400"/>
              </a:lnSpc>
              <a:spcBef>
                <a:spcPts val="0"/>
              </a:spcBef>
              <a:buNone/>
              <a:defRPr sz="3200" spc="-100" baseline="0">
                <a:solidFill>
                  <a:srgbClr val="0097A9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 smtClean="0"/>
              <a:t>Title</a:t>
            </a:r>
            <a:endParaRPr lang="en-CA" dirty="0"/>
          </a:p>
        </p:txBody>
      </p:sp>
      <p:sp>
        <p:nvSpPr>
          <p:cNvPr id="6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406203" y="1157677"/>
            <a:ext cx="8280401" cy="23820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2200"/>
              </a:lnSpc>
              <a:spcBef>
                <a:spcPts val="0"/>
              </a:spcBef>
              <a:buNone/>
              <a:defRPr sz="1800" b="0" spc="0" baseline="0">
                <a:solidFill>
                  <a:srgbClr val="DAAA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 smtClean="0"/>
              <a:t>Subtitle</a:t>
            </a:r>
            <a:endParaRPr lang="en-CA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5" hasCustomPrompt="1"/>
          </p:nvPr>
        </p:nvSpPr>
        <p:spPr>
          <a:xfrm>
            <a:off x="406400" y="1636713"/>
            <a:ext cx="8280400" cy="2743200"/>
          </a:xfrm>
          <a:prstGeom prst="rect">
            <a:avLst/>
          </a:prstGeom>
        </p:spPr>
        <p:txBody>
          <a:bodyPr lIns="0" rIns="0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 b="0" i="0" u="none" strike="noStrike" baseline="0" smtClean="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 smtClean="0"/>
              <a:t>Click to add text. Body placeholder text goes here. </a:t>
            </a:r>
            <a:r>
              <a:rPr lang="en-US" dirty="0" err="1" smtClean="0"/>
              <a:t>Aperchil</a:t>
            </a:r>
            <a:r>
              <a:rPr lang="en-US" dirty="0" smtClean="0"/>
              <a:t> </a:t>
            </a:r>
            <a:r>
              <a:rPr lang="en-US" dirty="0" err="1" smtClean="0"/>
              <a:t>inus</a:t>
            </a:r>
            <a:r>
              <a:rPr lang="en-US" dirty="0" smtClean="0"/>
              <a:t>, </a:t>
            </a:r>
            <a:r>
              <a:rPr lang="en-US" dirty="0" err="1" smtClean="0"/>
              <a:t>ullabo</a:t>
            </a:r>
            <a:r>
              <a:rPr lang="en-US" dirty="0" smtClean="0"/>
              <a:t>. </a:t>
            </a:r>
            <a:r>
              <a:rPr lang="en-US" dirty="0" err="1" smtClean="0"/>
              <a:t>Otat</a:t>
            </a:r>
            <a:r>
              <a:rPr lang="en-US" dirty="0" smtClean="0"/>
              <a:t>. </a:t>
            </a:r>
            <a:r>
              <a:rPr lang="en-US" dirty="0" err="1" smtClean="0"/>
              <a:t>Bissecto</a:t>
            </a:r>
            <a:r>
              <a:rPr lang="en-US" dirty="0" smtClean="0"/>
              <a:t> </a:t>
            </a:r>
            <a:r>
              <a:rPr lang="en-US" dirty="0" err="1" smtClean="0"/>
              <a:t>occust</a:t>
            </a:r>
            <a:r>
              <a:rPr lang="en-US" dirty="0" smtClean="0"/>
              <a:t>, to </a:t>
            </a:r>
            <a:r>
              <a:rPr lang="en-US" dirty="0" err="1" smtClean="0"/>
              <a:t>dolupta</a:t>
            </a:r>
            <a:r>
              <a:rPr lang="en-US" dirty="0" smtClean="0"/>
              <a:t> turbos </a:t>
            </a:r>
            <a:r>
              <a:rPr lang="en-US" dirty="0" err="1" smtClean="0"/>
              <a:t>consequidi</a:t>
            </a:r>
            <a:r>
              <a:rPr lang="en-US" dirty="0" smtClean="0"/>
              <a:t> </a:t>
            </a:r>
            <a:r>
              <a:rPr lang="en-US" dirty="0" err="1" smtClean="0"/>
              <a:t>aut</a:t>
            </a:r>
            <a:r>
              <a:rPr lang="en-US" dirty="0" smtClean="0"/>
              <a:t> </a:t>
            </a:r>
            <a:r>
              <a:rPr lang="en-US" dirty="0" err="1" smtClean="0"/>
              <a:t>eos</a:t>
            </a:r>
            <a:r>
              <a:rPr lang="en-US" dirty="0" smtClean="0"/>
              <a:t> </a:t>
            </a:r>
            <a:r>
              <a:rPr lang="en-US" dirty="0" err="1" smtClean="0"/>
              <a:t>aut</a:t>
            </a:r>
            <a:r>
              <a:rPr lang="en-US" dirty="0" smtClean="0"/>
              <a:t> </a:t>
            </a:r>
            <a:r>
              <a:rPr lang="en-US" dirty="0" err="1" smtClean="0"/>
              <a:t>dolesequam</a:t>
            </a:r>
            <a:r>
              <a:rPr lang="en-US" dirty="0" smtClean="0"/>
              <a:t> </a:t>
            </a:r>
            <a:r>
              <a:rPr lang="en-US" dirty="0" err="1" smtClean="0"/>
              <a:t>commole</a:t>
            </a:r>
            <a:r>
              <a:rPr lang="en-US" dirty="0" smtClean="0"/>
              <a:t> </a:t>
            </a:r>
            <a:r>
              <a:rPr lang="en-US" dirty="0" err="1" smtClean="0"/>
              <a:t>ntotas</a:t>
            </a:r>
            <a:r>
              <a:rPr lang="en-US" dirty="0" smtClean="0"/>
              <a:t> se </a:t>
            </a:r>
            <a:r>
              <a:rPr lang="en-US" dirty="0" err="1" smtClean="0"/>
              <a:t>volum</a:t>
            </a:r>
            <a:r>
              <a:rPr lang="en-US" dirty="0" smtClean="0"/>
              <a:t> </a:t>
            </a:r>
            <a:r>
              <a:rPr lang="en-US" dirty="0" err="1" smtClean="0"/>
              <a:t>est</a:t>
            </a:r>
            <a:r>
              <a:rPr lang="en-US" dirty="0" smtClean="0"/>
              <a:t> </a:t>
            </a:r>
            <a:r>
              <a:rPr lang="en-US" dirty="0" err="1" smtClean="0"/>
              <a:t>aut</a:t>
            </a:r>
            <a:r>
              <a:rPr lang="en-US" dirty="0" smtClean="0"/>
              <a:t> </a:t>
            </a:r>
            <a:r>
              <a:rPr lang="en-US" dirty="0" err="1" smtClean="0"/>
              <a:t>veliatuint</a:t>
            </a:r>
            <a:r>
              <a:rPr lang="en-US" dirty="0" smtClean="0"/>
              <a:t> </a:t>
            </a:r>
            <a:r>
              <a:rPr lang="en-US" dirty="0" err="1" smtClean="0"/>
              <a:t>fuga</a:t>
            </a:r>
            <a:r>
              <a:rPr lang="en-US" dirty="0" smtClean="0"/>
              <a:t>. </a:t>
            </a:r>
            <a:r>
              <a:rPr lang="en-US" dirty="0" err="1" smtClean="0"/>
              <a:t>Sunt</a:t>
            </a:r>
            <a:r>
              <a:rPr lang="en-US" dirty="0" smtClean="0"/>
              <a:t> </a:t>
            </a:r>
            <a:r>
              <a:rPr lang="en-US" dirty="0" err="1" smtClean="0"/>
              <a:t>volupta</a:t>
            </a:r>
            <a:r>
              <a:rPr lang="en-US" dirty="0" smtClean="0"/>
              <a:t> </a:t>
            </a:r>
            <a:r>
              <a:rPr lang="en-US" dirty="0" err="1" smtClean="0"/>
              <a:t>tiuntem</a:t>
            </a:r>
            <a:r>
              <a:rPr lang="en-US" dirty="0" smtClean="0"/>
              <a:t> </a:t>
            </a:r>
            <a:r>
              <a:rPr lang="en-US" dirty="0" err="1" smtClean="0"/>
              <a:t>inulparum</a:t>
            </a:r>
            <a:r>
              <a:rPr lang="en-US" dirty="0" smtClean="0"/>
              <a:t> et </a:t>
            </a:r>
            <a:r>
              <a:rPr lang="en-US" dirty="0" err="1" smtClean="0"/>
              <a:t>fugioto</a:t>
            </a:r>
            <a:r>
              <a:rPr lang="en-US" dirty="0" smtClean="0"/>
              <a:t> </a:t>
            </a:r>
            <a:r>
              <a:rPr lang="en-US" dirty="0" err="1" smtClean="0"/>
              <a:t>cusa</a:t>
            </a:r>
            <a:r>
              <a:rPr lang="en-US" dirty="0" smtClean="0"/>
              <a:t> net </a:t>
            </a:r>
            <a:r>
              <a:rPr lang="en-US" dirty="0" err="1" smtClean="0"/>
              <a:t>aut</a:t>
            </a:r>
            <a:r>
              <a:rPr lang="en-US" dirty="0" smtClean="0"/>
              <a:t> colossus. </a:t>
            </a:r>
            <a:r>
              <a:rPr lang="en-US" dirty="0" err="1" smtClean="0"/>
              <a:t>Evelegndigim</a:t>
            </a:r>
            <a:r>
              <a:rPr lang="en-US" dirty="0" smtClean="0"/>
              <a:t> qui </a:t>
            </a:r>
            <a:r>
              <a:rPr lang="en-US" dirty="0" err="1" smtClean="0"/>
              <a:t>ommodiao</a:t>
            </a:r>
            <a:r>
              <a:rPr lang="en-US" dirty="0" smtClean="0"/>
              <a:t> </a:t>
            </a:r>
            <a:r>
              <a:rPr lang="en-US" dirty="0" err="1" smtClean="0"/>
              <a:t>exceaswum</a:t>
            </a:r>
            <a:r>
              <a:rPr lang="en-US" dirty="0" smtClean="0"/>
              <a:t> </a:t>
            </a:r>
            <a:r>
              <a:rPr lang="en-US" dirty="0" err="1" smtClean="0"/>
              <a:t>enus</a:t>
            </a:r>
            <a:r>
              <a:rPr lang="en-US" dirty="0" smtClean="0"/>
              <a:t> as </a:t>
            </a:r>
            <a:r>
              <a:rPr lang="en-US" dirty="0" err="1" smtClean="0"/>
              <a:t>deerro</a:t>
            </a:r>
            <a:r>
              <a:rPr lang="en-US" dirty="0" smtClean="0"/>
              <a:t> </a:t>
            </a:r>
            <a:r>
              <a:rPr lang="en-US" dirty="0" err="1" smtClean="0"/>
              <a:t>consedi</a:t>
            </a:r>
            <a:r>
              <a:rPr lang="en-US" dirty="0" smtClean="0"/>
              <a:t> </a:t>
            </a:r>
            <a:r>
              <a:rPr lang="en-US" dirty="0" err="1" smtClean="0"/>
              <a:t>rerum</a:t>
            </a:r>
            <a:r>
              <a:rPr lang="en-US" dirty="0" smtClean="0"/>
              <a:t> et </a:t>
            </a:r>
            <a:r>
              <a:rPr lang="en-US" dirty="0" err="1" smtClean="0"/>
              <a:t>il</a:t>
            </a:r>
            <a:r>
              <a:rPr lang="en-US" dirty="0" smtClean="0"/>
              <a:t> </a:t>
            </a:r>
            <a:r>
              <a:rPr lang="en-US" dirty="0" err="1" smtClean="0"/>
              <a:t>est</a:t>
            </a:r>
            <a:r>
              <a:rPr lang="en-US" dirty="0" smtClean="0"/>
              <a:t> qui </a:t>
            </a:r>
            <a:r>
              <a:rPr lang="en-US" dirty="0" err="1" smtClean="0"/>
              <a:t>cus</a:t>
            </a:r>
            <a:r>
              <a:rPr lang="en-US" dirty="0" smtClean="0"/>
              <a:t> </a:t>
            </a:r>
            <a:r>
              <a:rPr lang="en-US" dirty="0" err="1" smtClean="0"/>
              <a:t>aut</a:t>
            </a:r>
            <a:r>
              <a:rPr lang="en-US" dirty="0" smtClean="0"/>
              <a:t> et </a:t>
            </a:r>
            <a:r>
              <a:rPr lang="en-US" dirty="0" err="1" smtClean="0"/>
              <a:t>secsaill</a:t>
            </a:r>
            <a:r>
              <a:rPr lang="en-US" dirty="0" smtClean="0"/>
              <a:t> to </a:t>
            </a:r>
            <a:r>
              <a:rPr lang="en-US" dirty="0" err="1" smtClean="0"/>
              <a:t>cid</a:t>
            </a:r>
            <a:r>
              <a:rPr lang="en-US" dirty="0" smtClean="0"/>
              <a:t> et </a:t>
            </a:r>
            <a:r>
              <a:rPr lang="en-US" dirty="0" err="1" smtClean="0"/>
              <a:t>poreupudam</a:t>
            </a:r>
            <a:r>
              <a:rPr lang="en-US" dirty="0" smtClean="0"/>
              <a:t> </a:t>
            </a:r>
            <a:r>
              <a:rPr lang="en-US" dirty="0" err="1" smtClean="0"/>
              <a:t>unti</a:t>
            </a:r>
            <a:r>
              <a:rPr lang="en-US" dirty="0" smtClean="0"/>
              <a:t>, </a:t>
            </a:r>
            <a:r>
              <a:rPr lang="en-US" dirty="0" err="1" smtClean="0"/>
              <a:t>uptodemsd</a:t>
            </a:r>
            <a:r>
              <a:rPr lang="en-US" dirty="0" smtClean="0"/>
              <a:t> </a:t>
            </a:r>
            <a:r>
              <a:rPr lang="en-US" dirty="0" err="1" smtClean="0"/>
              <a:t>blacsccsuam</a:t>
            </a:r>
            <a:r>
              <a:rPr lang="en-US" dirty="0" smtClean="0"/>
              <a:t> </a:t>
            </a:r>
            <a:r>
              <a:rPr lang="en-US" dirty="0" err="1" smtClean="0"/>
              <a:t>reprio</a:t>
            </a:r>
            <a:r>
              <a:rPr lang="en-US" dirty="0" smtClean="0"/>
              <a:t> </a:t>
            </a:r>
            <a:r>
              <a:rPr lang="en-US" dirty="0" err="1" smtClean="0"/>
              <a:t>endes</a:t>
            </a:r>
            <a:r>
              <a:rPr lang="en-US" dirty="0" smtClean="0"/>
              <a:t> </a:t>
            </a:r>
            <a:r>
              <a:rPr lang="en-US" dirty="0" err="1" smtClean="0"/>
              <a:t>autem</a:t>
            </a:r>
            <a:r>
              <a:rPr lang="en-US" dirty="0" smtClean="0"/>
              <a:t> </a:t>
            </a:r>
            <a:r>
              <a:rPr lang="en-US" dirty="0" err="1" smtClean="0"/>
              <a:t>quie</a:t>
            </a:r>
            <a:r>
              <a:rPr lang="en-US" dirty="0" smtClean="0"/>
              <a:t> </a:t>
            </a:r>
            <a:r>
              <a:rPr lang="en-US" dirty="0" err="1" smtClean="0"/>
              <a:t>prem</a:t>
            </a:r>
            <a:r>
              <a:rPr lang="en-US" dirty="0" smtClean="0"/>
              <a:t> </a:t>
            </a:r>
            <a:r>
              <a:rPr lang="en-US" dirty="0" err="1" smtClean="0"/>
              <a:t>aditas</a:t>
            </a:r>
            <a:r>
              <a:rPr lang="en-US" dirty="0" smtClean="0"/>
              <a:t> discus </a:t>
            </a:r>
            <a:r>
              <a:rPr lang="en-US" dirty="0" err="1" smtClean="0"/>
              <a:t>magnihilibus</a:t>
            </a:r>
            <a:r>
              <a:rPr lang="en-US" dirty="0" smtClean="0"/>
              <a:t> </a:t>
            </a:r>
            <a:r>
              <a:rPr lang="en-US" dirty="0" err="1" smtClean="0"/>
              <a:t>cusiccs</a:t>
            </a:r>
            <a:r>
              <a:rPr lang="en-US" dirty="0" smtClean="0"/>
              <a:t> </a:t>
            </a:r>
            <a:r>
              <a:rPr lang="en-US" dirty="0" err="1" smtClean="0"/>
              <a:t>eatumse</a:t>
            </a:r>
            <a:r>
              <a:rPr lang="en-US" dirty="0" smtClean="0"/>
              <a:t> </a:t>
            </a:r>
            <a:r>
              <a:rPr lang="en-US" dirty="0" err="1" smtClean="0"/>
              <a:t>luptaquie</a:t>
            </a:r>
            <a:r>
              <a:rPr lang="en-US" dirty="0" smtClean="0"/>
              <a:t> </a:t>
            </a:r>
            <a:r>
              <a:rPr lang="en-US" dirty="0" err="1" smtClean="0"/>
              <a:t>dolum</a:t>
            </a:r>
            <a:r>
              <a:rPr lang="en-US" dirty="0" smtClean="0"/>
              <a:t> </a:t>
            </a:r>
            <a:r>
              <a:rPr lang="en-US" dirty="0" err="1" smtClean="0"/>
              <a:t>Aperchil</a:t>
            </a:r>
            <a:r>
              <a:rPr lang="en-US" dirty="0" smtClean="0"/>
              <a:t> </a:t>
            </a:r>
            <a:r>
              <a:rPr lang="en-US" dirty="0" err="1" smtClean="0"/>
              <a:t>inus</a:t>
            </a:r>
            <a:r>
              <a:rPr lang="en-US" dirty="0" smtClean="0"/>
              <a:t>, </a:t>
            </a:r>
            <a:r>
              <a:rPr lang="en-US" dirty="0" err="1" smtClean="0"/>
              <a:t>ullabo</a:t>
            </a:r>
            <a:r>
              <a:rPr lang="en-US" dirty="0" smtClean="0"/>
              <a:t>. </a:t>
            </a:r>
            <a:r>
              <a:rPr lang="en-US" dirty="0" err="1" smtClean="0"/>
              <a:t>Otat</a:t>
            </a:r>
            <a:r>
              <a:rPr lang="en-US" dirty="0" smtClean="0"/>
              <a:t>. </a:t>
            </a:r>
            <a:r>
              <a:rPr lang="en-US" dirty="0" err="1" smtClean="0"/>
              <a:t>Bissecto</a:t>
            </a:r>
            <a:r>
              <a:rPr lang="en-US" dirty="0" smtClean="0"/>
              <a:t> </a:t>
            </a:r>
            <a:r>
              <a:rPr lang="en-US" dirty="0" err="1" smtClean="0"/>
              <a:t>occust</a:t>
            </a:r>
            <a:r>
              <a:rPr lang="en-US" dirty="0" smtClean="0"/>
              <a:t>, to </a:t>
            </a:r>
            <a:r>
              <a:rPr lang="en-US" dirty="0" err="1" smtClean="0"/>
              <a:t>dolupta</a:t>
            </a:r>
            <a:r>
              <a:rPr lang="en-US" dirty="0" smtClean="0"/>
              <a:t> turbos </a:t>
            </a:r>
            <a:r>
              <a:rPr lang="en-US" dirty="0" err="1" smtClean="0"/>
              <a:t>consequidi</a:t>
            </a:r>
            <a:r>
              <a:rPr lang="en-US" dirty="0" smtClean="0"/>
              <a:t> </a:t>
            </a:r>
            <a:r>
              <a:rPr lang="en-US" dirty="0" err="1" smtClean="0"/>
              <a:t>aut</a:t>
            </a:r>
            <a:r>
              <a:rPr lang="en-US" dirty="0" smtClean="0"/>
              <a:t> </a:t>
            </a:r>
            <a:r>
              <a:rPr lang="en-US" dirty="0" err="1" smtClean="0"/>
              <a:t>eos</a:t>
            </a:r>
            <a:r>
              <a:rPr lang="en-US" dirty="0" smtClean="0"/>
              <a:t> </a:t>
            </a:r>
            <a:r>
              <a:rPr lang="en-US" dirty="0" err="1" smtClean="0"/>
              <a:t>aut</a:t>
            </a:r>
            <a:r>
              <a:rPr lang="en-US" dirty="0" smtClean="0"/>
              <a:t> </a:t>
            </a:r>
            <a:r>
              <a:rPr lang="en-US" dirty="0" err="1" smtClean="0"/>
              <a:t>dolesequam</a:t>
            </a:r>
            <a:r>
              <a:rPr lang="en-US" dirty="0" smtClean="0"/>
              <a:t> </a:t>
            </a:r>
            <a:r>
              <a:rPr lang="en-US" dirty="0" err="1" smtClean="0"/>
              <a:t>commole</a:t>
            </a:r>
            <a:r>
              <a:rPr lang="en-US" dirty="0" smtClean="0"/>
              <a:t> </a:t>
            </a:r>
            <a:r>
              <a:rPr lang="en-US" dirty="0" err="1" smtClean="0"/>
              <a:t>ntotas</a:t>
            </a:r>
            <a:r>
              <a:rPr lang="en-US" dirty="0" smtClean="0"/>
              <a:t> se </a:t>
            </a:r>
            <a:r>
              <a:rPr lang="en-US" dirty="0" err="1" smtClean="0"/>
              <a:t>volum</a:t>
            </a:r>
            <a:r>
              <a:rPr lang="en-US" dirty="0" smtClean="0"/>
              <a:t> </a:t>
            </a:r>
            <a:r>
              <a:rPr lang="en-US" dirty="0" err="1" smtClean="0"/>
              <a:t>est</a:t>
            </a:r>
            <a:r>
              <a:rPr lang="en-US" dirty="0" smtClean="0"/>
              <a:t> </a:t>
            </a:r>
            <a:r>
              <a:rPr lang="en-US" dirty="0" err="1" smtClean="0"/>
              <a:t>aut</a:t>
            </a:r>
            <a:r>
              <a:rPr lang="en-US" dirty="0" smtClean="0"/>
              <a:t> </a:t>
            </a:r>
            <a:r>
              <a:rPr lang="en-US" dirty="0" err="1" smtClean="0"/>
              <a:t>veliatuint</a:t>
            </a:r>
            <a:r>
              <a:rPr lang="en-US" dirty="0" smtClean="0"/>
              <a:t> </a:t>
            </a:r>
            <a:r>
              <a:rPr lang="en-US" dirty="0" err="1" smtClean="0"/>
              <a:t>fuga</a:t>
            </a:r>
            <a:r>
              <a:rPr lang="en-US" dirty="0" smtClean="0"/>
              <a:t>. </a:t>
            </a:r>
            <a:r>
              <a:rPr lang="en-US" dirty="0" err="1" smtClean="0"/>
              <a:t>Sunt</a:t>
            </a:r>
            <a:r>
              <a:rPr lang="en-US" dirty="0" smtClean="0"/>
              <a:t> </a:t>
            </a:r>
            <a:r>
              <a:rPr lang="en-US" dirty="0" err="1" smtClean="0"/>
              <a:t>volupta</a:t>
            </a:r>
            <a:r>
              <a:rPr lang="en-US" dirty="0" smtClean="0"/>
              <a:t> </a:t>
            </a:r>
            <a:r>
              <a:rPr lang="en-US" dirty="0" err="1" smtClean="0"/>
              <a:t>tiuntem</a:t>
            </a:r>
            <a:r>
              <a:rPr lang="en-US" dirty="0" smtClean="0"/>
              <a:t> </a:t>
            </a:r>
            <a:r>
              <a:rPr lang="en-US" dirty="0" err="1" smtClean="0"/>
              <a:t>inulparum</a:t>
            </a:r>
            <a:r>
              <a:rPr lang="en-US" dirty="0" smtClean="0"/>
              <a:t> et </a:t>
            </a:r>
            <a:r>
              <a:rPr lang="en-US" dirty="0" err="1" smtClean="0"/>
              <a:t>fugioto</a:t>
            </a:r>
            <a:r>
              <a:rPr lang="en-US" dirty="0" smtClean="0"/>
              <a:t> </a:t>
            </a:r>
            <a:r>
              <a:rPr lang="en-US" dirty="0" err="1" smtClean="0"/>
              <a:t>cusa</a:t>
            </a:r>
            <a:r>
              <a:rPr lang="en-US" dirty="0" smtClean="0"/>
              <a:t> net </a:t>
            </a:r>
            <a:r>
              <a:rPr lang="en-US" dirty="0" err="1" smtClean="0"/>
              <a:t>aut</a:t>
            </a:r>
            <a:r>
              <a:rPr lang="en-US" dirty="0" smtClean="0"/>
              <a:t> colossus. </a:t>
            </a:r>
            <a:r>
              <a:rPr lang="en-US" dirty="0" err="1" smtClean="0"/>
              <a:t>Evelegndigim</a:t>
            </a:r>
            <a:r>
              <a:rPr lang="en-US" dirty="0" smtClean="0"/>
              <a:t> qui </a:t>
            </a:r>
            <a:r>
              <a:rPr lang="en-US" dirty="0" err="1" smtClean="0"/>
              <a:t>ommodiao</a:t>
            </a:r>
            <a:r>
              <a:rPr lang="en-US" dirty="0" smtClean="0"/>
              <a:t> </a:t>
            </a:r>
            <a:r>
              <a:rPr lang="en-US" dirty="0" err="1" smtClean="0"/>
              <a:t>exceaswum</a:t>
            </a:r>
            <a:r>
              <a:rPr lang="en-US" dirty="0" smtClean="0"/>
              <a:t> </a:t>
            </a:r>
            <a:r>
              <a:rPr lang="en-US" dirty="0" err="1" smtClean="0"/>
              <a:t>enus</a:t>
            </a:r>
            <a:r>
              <a:rPr lang="en-US" dirty="0" smtClean="0"/>
              <a:t> as </a:t>
            </a:r>
            <a:r>
              <a:rPr lang="en-US" dirty="0" err="1" smtClean="0"/>
              <a:t>deerro</a:t>
            </a:r>
            <a:r>
              <a:rPr lang="en-US" dirty="0" smtClean="0"/>
              <a:t> </a:t>
            </a:r>
            <a:r>
              <a:rPr lang="en-US" dirty="0" err="1" smtClean="0"/>
              <a:t>consedi</a:t>
            </a:r>
            <a:r>
              <a:rPr lang="en-US" dirty="0" smtClean="0"/>
              <a:t> </a:t>
            </a:r>
            <a:r>
              <a:rPr lang="en-US" dirty="0" err="1" smtClean="0"/>
              <a:t>rerum</a:t>
            </a:r>
            <a:r>
              <a:rPr lang="en-US" dirty="0" smtClean="0"/>
              <a:t> et </a:t>
            </a:r>
            <a:r>
              <a:rPr lang="en-US" dirty="0" err="1" smtClean="0"/>
              <a:t>il</a:t>
            </a:r>
            <a:r>
              <a:rPr lang="en-US" dirty="0" smtClean="0"/>
              <a:t> </a:t>
            </a:r>
            <a:r>
              <a:rPr lang="en-US" dirty="0" err="1" smtClean="0"/>
              <a:t>est</a:t>
            </a:r>
            <a:r>
              <a:rPr lang="en-US" dirty="0" smtClean="0"/>
              <a:t> qui </a:t>
            </a:r>
            <a:r>
              <a:rPr lang="en-US" dirty="0" err="1" smtClean="0"/>
              <a:t>cus</a:t>
            </a:r>
            <a:r>
              <a:rPr lang="en-US" dirty="0" smtClean="0"/>
              <a:t> </a:t>
            </a:r>
            <a:r>
              <a:rPr lang="en-US" dirty="0" err="1" smtClean="0"/>
              <a:t>aut</a:t>
            </a:r>
            <a:r>
              <a:rPr lang="en-US" dirty="0" smtClean="0"/>
              <a:t> et </a:t>
            </a:r>
            <a:r>
              <a:rPr lang="en-US" dirty="0" err="1" smtClean="0"/>
              <a:t>secsaill</a:t>
            </a:r>
            <a:r>
              <a:rPr lang="en-US" dirty="0" smtClean="0"/>
              <a:t> to </a:t>
            </a:r>
            <a:r>
              <a:rPr lang="en-US" dirty="0" err="1" smtClean="0"/>
              <a:t>cid</a:t>
            </a:r>
            <a:r>
              <a:rPr lang="en-US" dirty="0" smtClean="0"/>
              <a:t> et </a:t>
            </a:r>
            <a:r>
              <a:rPr lang="en-US" dirty="0" err="1" smtClean="0"/>
              <a:t>poreupudam</a:t>
            </a:r>
            <a:r>
              <a:rPr lang="en-US" dirty="0" smtClean="0"/>
              <a:t> </a:t>
            </a:r>
            <a:r>
              <a:rPr lang="en-US" dirty="0" err="1" smtClean="0"/>
              <a:t>unti</a:t>
            </a:r>
            <a:r>
              <a:rPr lang="en-US" dirty="0" smtClean="0"/>
              <a:t>, </a:t>
            </a:r>
            <a:r>
              <a:rPr lang="en-US" dirty="0" err="1" smtClean="0"/>
              <a:t>uptodemsd</a:t>
            </a:r>
            <a:r>
              <a:rPr lang="en-US" dirty="0" smtClean="0"/>
              <a:t> </a:t>
            </a:r>
            <a:r>
              <a:rPr lang="en-US" dirty="0" err="1" smtClean="0"/>
              <a:t>blacsccsuam</a:t>
            </a:r>
            <a:r>
              <a:rPr lang="en-US" dirty="0" smtClean="0"/>
              <a:t> </a:t>
            </a:r>
            <a:r>
              <a:rPr lang="en-US" dirty="0" err="1" smtClean="0"/>
              <a:t>reprio</a:t>
            </a:r>
            <a:r>
              <a:rPr lang="en-US" dirty="0" smtClean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16184943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9"/>
          <p:cNvSpPr>
            <a:spLocks noGrp="1"/>
          </p:cNvSpPr>
          <p:nvPr>
            <p:ph type="body" sz="quarter" idx="12" hasCustomPrompt="1"/>
          </p:nvPr>
        </p:nvSpPr>
        <p:spPr>
          <a:xfrm>
            <a:off x="406203" y="701040"/>
            <a:ext cx="8280597" cy="39748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3400"/>
              </a:lnSpc>
              <a:spcBef>
                <a:spcPts val="0"/>
              </a:spcBef>
              <a:buNone/>
              <a:defRPr sz="3200" spc="-100" baseline="0">
                <a:solidFill>
                  <a:srgbClr val="0097A9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 smtClean="0"/>
              <a:t>Title</a:t>
            </a:r>
            <a:endParaRPr lang="en-CA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406203" y="1157677"/>
            <a:ext cx="8280597" cy="23820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2200"/>
              </a:lnSpc>
              <a:spcBef>
                <a:spcPts val="0"/>
              </a:spcBef>
              <a:buNone/>
              <a:defRPr sz="1800" b="0" spc="0" baseline="0">
                <a:solidFill>
                  <a:srgbClr val="DAAA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CA" dirty="0" smtClean="0"/>
              <a:t>Subtitle</a:t>
            </a:r>
            <a:endParaRPr lang="en-CA" dirty="0"/>
          </a:p>
        </p:txBody>
      </p:sp>
      <p:sp>
        <p:nvSpPr>
          <p:cNvPr id="6" name="Text Placeholder 6"/>
          <p:cNvSpPr>
            <a:spLocks noGrp="1"/>
          </p:cNvSpPr>
          <p:nvPr>
            <p:ph type="body" sz="quarter" idx="15" hasCustomPrompt="1"/>
          </p:nvPr>
        </p:nvSpPr>
        <p:spPr>
          <a:xfrm>
            <a:off x="406400" y="1636713"/>
            <a:ext cx="8280400" cy="2743200"/>
          </a:xfrm>
          <a:prstGeom prst="rect">
            <a:avLst/>
          </a:prstGeom>
        </p:spPr>
        <p:txBody>
          <a:bodyPr lIns="0" tIns="36000" rIns="0" numCol="2" spcCol="288000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 b="0" i="0" u="none" strike="noStrike" baseline="0" smtClean="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 smtClean="0"/>
              <a:t>Click to add text. Body placeholder text goes here. </a:t>
            </a:r>
            <a:r>
              <a:rPr lang="en-US" dirty="0" err="1" smtClean="0"/>
              <a:t>Aperchil</a:t>
            </a:r>
            <a:r>
              <a:rPr lang="en-US" dirty="0" smtClean="0"/>
              <a:t> </a:t>
            </a:r>
            <a:r>
              <a:rPr lang="en-US" dirty="0" err="1" smtClean="0"/>
              <a:t>inus</a:t>
            </a:r>
            <a:r>
              <a:rPr lang="en-US" dirty="0" smtClean="0"/>
              <a:t>, </a:t>
            </a:r>
            <a:r>
              <a:rPr lang="en-US" dirty="0" err="1" smtClean="0"/>
              <a:t>ullabo</a:t>
            </a:r>
            <a:r>
              <a:rPr lang="en-US" dirty="0" smtClean="0"/>
              <a:t>. </a:t>
            </a:r>
            <a:r>
              <a:rPr lang="en-US" dirty="0" err="1" smtClean="0"/>
              <a:t>Otat</a:t>
            </a:r>
            <a:r>
              <a:rPr lang="en-US" dirty="0" smtClean="0"/>
              <a:t>. </a:t>
            </a:r>
            <a:r>
              <a:rPr lang="en-US" dirty="0" err="1" smtClean="0"/>
              <a:t>Bissecto</a:t>
            </a:r>
            <a:r>
              <a:rPr lang="en-US" dirty="0" smtClean="0"/>
              <a:t> </a:t>
            </a:r>
            <a:r>
              <a:rPr lang="en-US" dirty="0" err="1" smtClean="0"/>
              <a:t>occust</a:t>
            </a:r>
            <a:r>
              <a:rPr lang="en-US" dirty="0" smtClean="0"/>
              <a:t>, to </a:t>
            </a:r>
            <a:r>
              <a:rPr lang="en-US" dirty="0" err="1" smtClean="0"/>
              <a:t>dolupta</a:t>
            </a:r>
            <a:r>
              <a:rPr lang="en-US" dirty="0" smtClean="0"/>
              <a:t> turbos </a:t>
            </a:r>
            <a:r>
              <a:rPr lang="en-US" dirty="0" err="1" smtClean="0"/>
              <a:t>consequidi</a:t>
            </a:r>
            <a:r>
              <a:rPr lang="en-US" dirty="0" smtClean="0"/>
              <a:t> </a:t>
            </a:r>
            <a:r>
              <a:rPr lang="en-US" dirty="0" err="1" smtClean="0"/>
              <a:t>aut</a:t>
            </a:r>
            <a:r>
              <a:rPr lang="en-US" dirty="0" smtClean="0"/>
              <a:t> </a:t>
            </a:r>
            <a:r>
              <a:rPr lang="en-US" dirty="0" err="1" smtClean="0"/>
              <a:t>eos</a:t>
            </a:r>
            <a:r>
              <a:rPr lang="en-US" dirty="0" smtClean="0"/>
              <a:t> </a:t>
            </a:r>
            <a:r>
              <a:rPr lang="en-US" dirty="0" err="1" smtClean="0"/>
              <a:t>aut</a:t>
            </a:r>
            <a:r>
              <a:rPr lang="en-US" dirty="0" smtClean="0"/>
              <a:t> </a:t>
            </a:r>
            <a:r>
              <a:rPr lang="en-US" dirty="0" err="1" smtClean="0"/>
              <a:t>dolesequam</a:t>
            </a:r>
            <a:r>
              <a:rPr lang="en-US" dirty="0" smtClean="0"/>
              <a:t> </a:t>
            </a:r>
            <a:r>
              <a:rPr lang="en-US" dirty="0" err="1" smtClean="0"/>
              <a:t>aut</a:t>
            </a:r>
            <a:r>
              <a:rPr lang="en-US" dirty="0" smtClean="0"/>
              <a:t> colossus.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 err="1" smtClean="0"/>
              <a:t>Evelegndigim</a:t>
            </a:r>
            <a:r>
              <a:rPr lang="en-US" dirty="0" smtClean="0"/>
              <a:t> </a:t>
            </a:r>
            <a:r>
              <a:rPr lang="en-US" dirty="0" err="1" smtClean="0"/>
              <a:t>enus</a:t>
            </a:r>
            <a:r>
              <a:rPr lang="en-US" dirty="0" smtClean="0"/>
              <a:t> as </a:t>
            </a:r>
            <a:r>
              <a:rPr lang="en-US" dirty="0" err="1" smtClean="0"/>
              <a:t>deerro</a:t>
            </a:r>
            <a:r>
              <a:rPr lang="en-US" dirty="0" smtClean="0"/>
              <a:t> </a:t>
            </a:r>
            <a:r>
              <a:rPr lang="en-US" dirty="0" err="1" smtClean="0"/>
              <a:t>consedi</a:t>
            </a:r>
            <a:r>
              <a:rPr lang="en-US" dirty="0" smtClean="0"/>
              <a:t> </a:t>
            </a:r>
            <a:r>
              <a:rPr lang="en-US" dirty="0" err="1" smtClean="0"/>
              <a:t>rerum</a:t>
            </a:r>
            <a:r>
              <a:rPr lang="en-US" dirty="0" smtClean="0"/>
              <a:t> et </a:t>
            </a:r>
            <a:r>
              <a:rPr lang="en-US" dirty="0" err="1" smtClean="0"/>
              <a:t>il</a:t>
            </a:r>
            <a:r>
              <a:rPr lang="en-US" dirty="0" smtClean="0"/>
              <a:t> </a:t>
            </a:r>
            <a:r>
              <a:rPr lang="en-US" dirty="0" err="1" smtClean="0"/>
              <a:t>est</a:t>
            </a:r>
            <a:r>
              <a:rPr lang="en-US" dirty="0" smtClean="0"/>
              <a:t> qui </a:t>
            </a:r>
            <a:r>
              <a:rPr lang="en-US" dirty="0" err="1" smtClean="0"/>
              <a:t>cus</a:t>
            </a:r>
            <a:r>
              <a:rPr lang="en-US" dirty="0" smtClean="0"/>
              <a:t> </a:t>
            </a:r>
            <a:r>
              <a:rPr lang="en-US" dirty="0" err="1" smtClean="0"/>
              <a:t>aut</a:t>
            </a:r>
            <a:r>
              <a:rPr lang="en-US" dirty="0" smtClean="0"/>
              <a:t> et </a:t>
            </a:r>
            <a:r>
              <a:rPr lang="en-US" dirty="0" err="1" smtClean="0"/>
              <a:t>secsaill</a:t>
            </a:r>
            <a:r>
              <a:rPr lang="en-US" dirty="0" smtClean="0"/>
              <a:t> to </a:t>
            </a:r>
            <a:r>
              <a:rPr lang="en-US" dirty="0" err="1" smtClean="0"/>
              <a:t>cid</a:t>
            </a:r>
            <a:r>
              <a:rPr lang="en-US" dirty="0" smtClean="0"/>
              <a:t> et </a:t>
            </a:r>
            <a:r>
              <a:rPr lang="en-US" dirty="0" err="1" smtClean="0"/>
              <a:t>poreupudam</a:t>
            </a:r>
            <a:r>
              <a:rPr lang="en-US" dirty="0" smtClean="0"/>
              <a:t> </a:t>
            </a:r>
            <a:r>
              <a:rPr lang="en-US" dirty="0" err="1" smtClean="0"/>
              <a:t>unti</a:t>
            </a:r>
            <a:r>
              <a:rPr lang="en-US" dirty="0" smtClean="0"/>
              <a:t>, </a:t>
            </a:r>
            <a:r>
              <a:rPr lang="en-US" dirty="0" err="1" smtClean="0"/>
              <a:t>uptodemsd</a:t>
            </a:r>
            <a:r>
              <a:rPr lang="en-US" dirty="0" smtClean="0"/>
              <a:t> </a:t>
            </a:r>
            <a:r>
              <a:rPr lang="en-US" dirty="0" err="1" smtClean="0"/>
              <a:t>blacsccsuam</a:t>
            </a:r>
            <a:r>
              <a:rPr lang="en-US" dirty="0" smtClean="0"/>
              <a:t> </a:t>
            </a:r>
            <a:r>
              <a:rPr lang="en-US" dirty="0" err="1" smtClean="0"/>
              <a:t>reprio</a:t>
            </a:r>
            <a:r>
              <a:rPr lang="en-US" dirty="0" smtClean="0"/>
              <a:t> </a:t>
            </a:r>
            <a:r>
              <a:rPr lang="en-US" dirty="0" err="1" smtClean="0"/>
              <a:t>endes</a:t>
            </a:r>
            <a:r>
              <a:rPr lang="en-US" dirty="0" smtClean="0"/>
              <a:t> </a:t>
            </a:r>
            <a:r>
              <a:rPr lang="en-US" dirty="0" err="1" smtClean="0"/>
              <a:t>autem</a:t>
            </a:r>
            <a:r>
              <a:rPr lang="en-US" dirty="0" smtClean="0"/>
              <a:t> </a:t>
            </a:r>
            <a:r>
              <a:rPr lang="en-US" dirty="0" err="1" smtClean="0"/>
              <a:t>quie</a:t>
            </a:r>
            <a:r>
              <a:rPr lang="en-US" dirty="0" smtClean="0"/>
              <a:t> </a:t>
            </a:r>
            <a:r>
              <a:rPr lang="en-US" dirty="0" err="1" smtClean="0"/>
              <a:t>prem</a:t>
            </a:r>
            <a:r>
              <a:rPr lang="en-US" dirty="0" smtClean="0"/>
              <a:t> </a:t>
            </a:r>
            <a:r>
              <a:rPr lang="en-US" dirty="0" err="1" smtClean="0"/>
              <a:t>aditas</a:t>
            </a:r>
            <a:r>
              <a:rPr lang="en-US" dirty="0" smtClean="0"/>
              <a:t> discus.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 err="1" smtClean="0"/>
              <a:t>Aperchil</a:t>
            </a:r>
            <a:r>
              <a:rPr lang="en-US" dirty="0" smtClean="0"/>
              <a:t> </a:t>
            </a:r>
            <a:r>
              <a:rPr lang="en-US" dirty="0" err="1" smtClean="0"/>
              <a:t>inus</a:t>
            </a:r>
            <a:r>
              <a:rPr lang="en-US" dirty="0" smtClean="0"/>
              <a:t>, </a:t>
            </a:r>
            <a:r>
              <a:rPr lang="en-US" dirty="0" err="1" smtClean="0"/>
              <a:t>ullabo</a:t>
            </a:r>
            <a:r>
              <a:rPr lang="en-US" dirty="0" smtClean="0"/>
              <a:t>. </a:t>
            </a:r>
            <a:r>
              <a:rPr lang="en-US" dirty="0" err="1" smtClean="0"/>
              <a:t>Otat</a:t>
            </a:r>
            <a:r>
              <a:rPr lang="en-US" dirty="0" smtClean="0"/>
              <a:t>. </a:t>
            </a:r>
            <a:r>
              <a:rPr lang="en-US" dirty="0" err="1" smtClean="0"/>
              <a:t>Bissecto</a:t>
            </a:r>
            <a:r>
              <a:rPr lang="en-US" dirty="0" smtClean="0"/>
              <a:t> </a:t>
            </a:r>
            <a:r>
              <a:rPr lang="en-US" dirty="0" err="1" smtClean="0"/>
              <a:t>occust</a:t>
            </a:r>
            <a:r>
              <a:rPr lang="en-US" dirty="0" smtClean="0"/>
              <a:t>, to </a:t>
            </a:r>
            <a:r>
              <a:rPr lang="en-US" dirty="0" err="1" smtClean="0"/>
              <a:t>Dolupta</a:t>
            </a:r>
            <a:r>
              <a:rPr lang="en-US" dirty="0" smtClean="0"/>
              <a:t> turbos </a:t>
            </a:r>
            <a:r>
              <a:rPr lang="en-US" dirty="0" err="1" smtClean="0"/>
              <a:t>consequidi</a:t>
            </a:r>
            <a:r>
              <a:rPr lang="en-US" dirty="0" smtClean="0"/>
              <a:t> </a:t>
            </a:r>
            <a:r>
              <a:rPr lang="en-US" dirty="0" err="1" smtClean="0"/>
              <a:t>aut</a:t>
            </a:r>
            <a:r>
              <a:rPr lang="en-US" dirty="0" smtClean="0"/>
              <a:t> </a:t>
            </a:r>
            <a:r>
              <a:rPr lang="en-US" dirty="0" err="1" smtClean="0"/>
              <a:t>eos</a:t>
            </a:r>
            <a:r>
              <a:rPr lang="en-US" dirty="0" smtClean="0"/>
              <a:t> </a:t>
            </a:r>
            <a:r>
              <a:rPr lang="en-US" dirty="0" err="1" smtClean="0"/>
              <a:t>aut</a:t>
            </a:r>
            <a:r>
              <a:rPr lang="en-US" dirty="0" smtClean="0"/>
              <a:t>. </a:t>
            </a:r>
            <a:r>
              <a:rPr lang="en-US" dirty="0" err="1" smtClean="0"/>
              <a:t>est</a:t>
            </a:r>
            <a:r>
              <a:rPr lang="en-US" dirty="0" smtClean="0"/>
              <a:t> </a:t>
            </a:r>
            <a:r>
              <a:rPr lang="en-US" dirty="0" err="1" smtClean="0"/>
              <a:t>aut</a:t>
            </a:r>
            <a:r>
              <a:rPr lang="en-US" dirty="0" smtClean="0"/>
              <a:t> </a:t>
            </a:r>
            <a:r>
              <a:rPr lang="en-US" dirty="0" err="1" smtClean="0"/>
              <a:t>veliatuint</a:t>
            </a:r>
            <a:r>
              <a:rPr lang="en-US" dirty="0" smtClean="0"/>
              <a:t> </a:t>
            </a:r>
            <a:r>
              <a:rPr lang="en-US" dirty="0" err="1" smtClean="0"/>
              <a:t>fuga</a:t>
            </a:r>
            <a:r>
              <a:rPr lang="en-US" dirty="0" smtClean="0"/>
              <a:t>. </a:t>
            </a:r>
            <a:r>
              <a:rPr lang="en-US" dirty="0" err="1" smtClean="0"/>
              <a:t>Sunt</a:t>
            </a:r>
            <a:r>
              <a:rPr lang="en-US" dirty="0" smtClean="0"/>
              <a:t> </a:t>
            </a:r>
            <a:r>
              <a:rPr lang="en-US" dirty="0" err="1" smtClean="0"/>
              <a:t>volupta</a:t>
            </a:r>
            <a:r>
              <a:rPr lang="en-US" dirty="0" smtClean="0"/>
              <a:t> </a:t>
            </a:r>
            <a:r>
              <a:rPr lang="en-US" dirty="0" err="1" smtClean="0"/>
              <a:t>tiuntem</a:t>
            </a:r>
            <a:r>
              <a:rPr lang="en-US" dirty="0" smtClean="0"/>
              <a:t> </a:t>
            </a:r>
            <a:r>
              <a:rPr lang="en-US" dirty="0" err="1" smtClean="0"/>
              <a:t>inulparum</a:t>
            </a:r>
            <a:r>
              <a:rPr lang="en-US" dirty="0" smtClean="0"/>
              <a:t> et </a:t>
            </a:r>
            <a:r>
              <a:rPr lang="en-US" dirty="0" err="1" smtClean="0"/>
              <a:t>fugioto</a:t>
            </a:r>
            <a:r>
              <a:rPr lang="en-US" dirty="0" smtClean="0"/>
              <a:t> </a:t>
            </a:r>
            <a:r>
              <a:rPr lang="en-US" dirty="0" err="1" smtClean="0"/>
              <a:t>cusa</a:t>
            </a:r>
            <a:r>
              <a:rPr lang="en-US" dirty="0" smtClean="0"/>
              <a:t> net </a:t>
            </a:r>
            <a:r>
              <a:rPr lang="en-US" dirty="0" err="1" smtClean="0"/>
              <a:t>aut</a:t>
            </a:r>
            <a:r>
              <a:rPr lang="en-US" dirty="0" smtClean="0"/>
              <a:t> colossus.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 err="1" smtClean="0"/>
              <a:t>Evelegndigim</a:t>
            </a:r>
            <a:r>
              <a:rPr lang="en-US" dirty="0" smtClean="0"/>
              <a:t> qui </a:t>
            </a:r>
            <a:r>
              <a:rPr lang="en-US" dirty="0" err="1" smtClean="0"/>
              <a:t>ommodiao</a:t>
            </a:r>
            <a:r>
              <a:rPr lang="en-US" dirty="0" smtClean="0"/>
              <a:t> </a:t>
            </a:r>
            <a:r>
              <a:rPr lang="en-US" dirty="0" err="1" smtClean="0"/>
              <a:t>exceaswum</a:t>
            </a:r>
            <a:r>
              <a:rPr lang="en-US" dirty="0" smtClean="0"/>
              <a:t> </a:t>
            </a:r>
            <a:r>
              <a:rPr lang="en-US" dirty="0" err="1" smtClean="0"/>
              <a:t>enus</a:t>
            </a:r>
            <a:r>
              <a:rPr lang="en-US" dirty="0" smtClean="0"/>
              <a:t> as </a:t>
            </a:r>
            <a:r>
              <a:rPr lang="en-US" dirty="0" err="1" smtClean="0"/>
              <a:t>deerro</a:t>
            </a:r>
            <a:r>
              <a:rPr lang="en-US" dirty="0" smtClean="0"/>
              <a:t> </a:t>
            </a:r>
            <a:r>
              <a:rPr lang="en-US" dirty="0" err="1" smtClean="0"/>
              <a:t>consedi</a:t>
            </a:r>
            <a:r>
              <a:rPr lang="en-US" dirty="0" smtClean="0"/>
              <a:t> </a:t>
            </a:r>
            <a:r>
              <a:rPr lang="en-US" dirty="0" err="1" smtClean="0"/>
              <a:t>rerum</a:t>
            </a:r>
            <a:r>
              <a:rPr lang="en-US" dirty="0" smtClean="0"/>
              <a:t> et </a:t>
            </a:r>
            <a:r>
              <a:rPr lang="en-US" dirty="0" err="1" smtClean="0"/>
              <a:t>il</a:t>
            </a:r>
            <a:r>
              <a:rPr lang="en-US" dirty="0" smtClean="0"/>
              <a:t> </a:t>
            </a:r>
            <a:r>
              <a:rPr lang="en-US" dirty="0" err="1" smtClean="0"/>
              <a:t>Aperchil</a:t>
            </a:r>
            <a:r>
              <a:rPr lang="en-US" dirty="0" smtClean="0"/>
              <a:t> </a:t>
            </a:r>
            <a:r>
              <a:rPr lang="en-US" dirty="0" err="1" smtClean="0"/>
              <a:t>inus</a:t>
            </a:r>
            <a:r>
              <a:rPr lang="en-US" dirty="0" smtClean="0"/>
              <a:t>, </a:t>
            </a:r>
            <a:r>
              <a:rPr lang="en-US" dirty="0" err="1" smtClean="0"/>
              <a:t>ullabo</a:t>
            </a:r>
            <a:r>
              <a:rPr lang="en-US" dirty="0" smtClean="0"/>
              <a:t>. </a:t>
            </a:r>
            <a:r>
              <a:rPr lang="en-US" dirty="0" err="1" smtClean="0"/>
              <a:t>Otat</a:t>
            </a:r>
            <a:r>
              <a:rPr lang="en-US" dirty="0" smtClean="0"/>
              <a:t>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 err="1" smtClean="0"/>
              <a:t>Bissecto</a:t>
            </a:r>
            <a:r>
              <a:rPr lang="en-US" dirty="0" smtClean="0"/>
              <a:t> </a:t>
            </a:r>
            <a:r>
              <a:rPr lang="en-US" dirty="0" err="1" smtClean="0"/>
              <a:t>occust</a:t>
            </a:r>
            <a:r>
              <a:rPr lang="en-US" dirty="0" smtClean="0"/>
              <a:t>, to </a:t>
            </a:r>
            <a:r>
              <a:rPr lang="en-US" dirty="0" err="1" smtClean="0"/>
              <a:t>dolupta</a:t>
            </a:r>
            <a:r>
              <a:rPr lang="en-US" dirty="0" smtClean="0"/>
              <a:t> turbos </a:t>
            </a:r>
            <a:r>
              <a:rPr lang="en-US" dirty="0" err="1" smtClean="0"/>
              <a:t>consequidi</a:t>
            </a:r>
            <a:r>
              <a:rPr lang="en-US" dirty="0" smtClean="0"/>
              <a:t> </a:t>
            </a:r>
            <a:r>
              <a:rPr lang="en-US" dirty="0" err="1" smtClean="0"/>
              <a:t>aut</a:t>
            </a:r>
            <a:r>
              <a:rPr lang="en-US" dirty="0" smtClean="0"/>
              <a:t> </a:t>
            </a:r>
            <a:r>
              <a:rPr lang="en-US" dirty="0" err="1" smtClean="0"/>
              <a:t>eos</a:t>
            </a:r>
            <a:r>
              <a:rPr lang="en-US" dirty="0" smtClean="0"/>
              <a:t> </a:t>
            </a:r>
            <a:r>
              <a:rPr lang="en-US" dirty="0" err="1" smtClean="0"/>
              <a:t>aut</a:t>
            </a:r>
            <a:r>
              <a:rPr lang="en-US" dirty="0" smtClean="0"/>
              <a:t> </a:t>
            </a:r>
            <a:r>
              <a:rPr lang="en-US" dirty="0" err="1" smtClean="0"/>
              <a:t>dolesequam</a:t>
            </a:r>
            <a:r>
              <a:rPr lang="en-US" dirty="0" smtClean="0"/>
              <a:t> </a:t>
            </a:r>
            <a:r>
              <a:rPr lang="en-US" dirty="0" err="1" smtClean="0"/>
              <a:t>commole</a:t>
            </a:r>
            <a:endParaRPr lang="en-US" dirty="0" smtClean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 err="1" smtClean="0"/>
              <a:t>Evelegndigim</a:t>
            </a:r>
            <a:r>
              <a:rPr lang="en-US" dirty="0" smtClean="0"/>
              <a:t> qui </a:t>
            </a:r>
            <a:r>
              <a:rPr lang="en-US" dirty="0" err="1" smtClean="0"/>
              <a:t>ommodiao</a:t>
            </a:r>
            <a:r>
              <a:rPr lang="en-US" dirty="0" smtClean="0"/>
              <a:t> </a:t>
            </a:r>
            <a:r>
              <a:rPr lang="en-US" dirty="0" err="1" smtClean="0"/>
              <a:t>exceaswum</a:t>
            </a:r>
            <a:r>
              <a:rPr lang="en-US" dirty="0" smtClean="0"/>
              <a:t> </a:t>
            </a:r>
            <a:r>
              <a:rPr lang="en-US" dirty="0" err="1" smtClean="0"/>
              <a:t>enus</a:t>
            </a:r>
            <a:r>
              <a:rPr lang="en-US" dirty="0" smtClean="0"/>
              <a:t> as </a:t>
            </a:r>
            <a:r>
              <a:rPr lang="en-US" dirty="0" err="1" smtClean="0"/>
              <a:t>deerro</a:t>
            </a:r>
            <a:r>
              <a:rPr lang="en-US" dirty="0" smtClean="0"/>
              <a:t> </a:t>
            </a:r>
            <a:r>
              <a:rPr lang="en-US" dirty="0" err="1" smtClean="0"/>
              <a:t>consedi</a:t>
            </a:r>
            <a:r>
              <a:rPr lang="en-US" dirty="0" smtClean="0"/>
              <a:t> </a:t>
            </a:r>
            <a:r>
              <a:rPr lang="en-US" dirty="0" err="1" smtClean="0"/>
              <a:t>rerum</a:t>
            </a:r>
            <a:r>
              <a:rPr lang="en-US" dirty="0" smtClean="0"/>
              <a:t> et </a:t>
            </a:r>
            <a:r>
              <a:rPr lang="en-US" dirty="0" err="1" smtClean="0"/>
              <a:t>il</a:t>
            </a:r>
            <a:r>
              <a:rPr lang="en-US" dirty="0" smtClean="0"/>
              <a:t> </a:t>
            </a:r>
            <a:r>
              <a:rPr lang="en-US" dirty="0" err="1" smtClean="0"/>
              <a:t>est</a:t>
            </a:r>
            <a:r>
              <a:rPr lang="en-US" dirty="0" smtClean="0"/>
              <a:t> qui </a:t>
            </a:r>
            <a:r>
              <a:rPr lang="en-US" dirty="0" err="1" smtClean="0"/>
              <a:t>cus</a:t>
            </a:r>
            <a:r>
              <a:rPr lang="en-US" dirty="0" smtClean="0"/>
              <a:t> </a:t>
            </a:r>
            <a:r>
              <a:rPr lang="en-US" dirty="0" err="1" smtClean="0"/>
              <a:t>aut</a:t>
            </a:r>
            <a:r>
              <a:rPr lang="en-US" dirty="0" smtClean="0"/>
              <a:t> et </a:t>
            </a:r>
            <a:r>
              <a:rPr lang="en-US" dirty="0" err="1" smtClean="0"/>
              <a:t>secsaill</a:t>
            </a:r>
            <a:r>
              <a:rPr lang="en-US" dirty="0" smtClean="0"/>
              <a:t> to.</a:t>
            </a:r>
          </a:p>
        </p:txBody>
      </p:sp>
    </p:spTree>
    <p:extLst>
      <p:ext uri="{BB962C8B-B14F-4D97-AF65-F5344CB8AC3E}">
        <p14:creationId xmlns:p14="http://schemas.microsoft.com/office/powerpoint/2010/main" val="143302276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hoto w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7286624" y="371475"/>
            <a:ext cx="1373281" cy="400050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200" b="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smtClean="0"/>
              <a:t>Photo Caption goes here</a:t>
            </a:r>
          </a:p>
        </p:txBody>
      </p:sp>
    </p:spTree>
    <p:extLst>
      <p:ext uri="{BB962C8B-B14F-4D97-AF65-F5344CB8AC3E}">
        <p14:creationId xmlns:p14="http://schemas.microsoft.com/office/powerpoint/2010/main" val="169915372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743910" y="2372379"/>
            <a:ext cx="7886700" cy="616710"/>
          </a:xfrm>
          <a:prstGeom prst="rect">
            <a:avLst/>
          </a:prstGeom>
        </p:spPr>
        <p:txBody>
          <a:bodyPr/>
          <a:lstStyle>
            <a:lvl1pPr>
              <a:defRPr sz="3600" b="1" baseline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 smtClean="0"/>
              <a:t>“Insert Inspirational Quote here”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45008839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43910" y="2372379"/>
            <a:ext cx="7886700" cy="616710"/>
          </a:xfrm>
          <a:prstGeom prst="rect">
            <a:avLst/>
          </a:prstGeom>
        </p:spPr>
        <p:txBody>
          <a:bodyPr/>
          <a:lstStyle>
            <a:lvl1pPr>
              <a:defRPr sz="3600" b="1" baseline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 smtClean="0"/>
              <a:t>“Insert Inspirational Quote here”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405559942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43910" y="2372379"/>
            <a:ext cx="7886700" cy="616710"/>
          </a:xfrm>
          <a:prstGeom prst="rect">
            <a:avLst/>
          </a:prstGeom>
        </p:spPr>
        <p:txBody>
          <a:bodyPr/>
          <a:lstStyle>
            <a:lvl1pPr>
              <a:defRPr sz="3600" b="1" baseline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 smtClean="0"/>
              <a:t>“Insert Inspirational Quote here”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45560870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43910" y="2372379"/>
            <a:ext cx="7886700" cy="616710"/>
          </a:xfrm>
          <a:prstGeom prst="rect">
            <a:avLst/>
          </a:prstGeom>
        </p:spPr>
        <p:txBody>
          <a:bodyPr/>
          <a:lstStyle>
            <a:lvl1pPr>
              <a:defRPr sz="3600" b="1" baseline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 smtClean="0"/>
              <a:t>“Insert Inspirational Quote here”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14329818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43910" y="2372379"/>
            <a:ext cx="7886700" cy="616710"/>
          </a:xfrm>
          <a:prstGeom prst="rect">
            <a:avLst/>
          </a:prstGeom>
        </p:spPr>
        <p:txBody>
          <a:bodyPr/>
          <a:lstStyle>
            <a:lvl1pPr>
              <a:defRPr sz="3600" b="1" baseline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 smtClean="0"/>
              <a:t>“Insert Inspirational Quote here”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96161220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43910" y="2372379"/>
            <a:ext cx="7886700" cy="616710"/>
          </a:xfrm>
          <a:prstGeom prst="rect">
            <a:avLst/>
          </a:prstGeom>
        </p:spPr>
        <p:txBody>
          <a:bodyPr/>
          <a:lstStyle>
            <a:lvl1pPr>
              <a:defRPr sz="3600" b="1" baseline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 smtClean="0"/>
              <a:t>“Insert Inspirational Quote here”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5825337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3.xml"/></Relationships>
</file>

<file path=ppt/slideMasters/_rels/slideMaster4.xml.rels><?xml version="1.0" encoding="UTF-8" standalone="yes"?>
<Relationships xmlns="http://schemas.openxmlformats.org/package/2006/relationships"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4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5.xml"/></Relationships>
</file>

<file path=ppt/slideMasters/_rels/slideMaster6.xml.rels><?xml version="1.0" encoding="UTF-8" standalone="yes"?>
<Relationships xmlns="http://schemas.openxmlformats.org/package/2006/relationships"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6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g"/><Relationship Id="rId3" Type="http://schemas.openxmlformats.org/officeDocument/2006/relationships/slideLayout" Target="../slideLayouts/slideLayout9.xml"/><Relationship Id="rId7" Type="http://schemas.openxmlformats.org/officeDocument/2006/relationships/theme" Target="../theme/theme7.xml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Relationship Id="rId6" Type="http://schemas.openxmlformats.org/officeDocument/2006/relationships/slideLayout" Target="../slideLayouts/slideLayout12.xml"/><Relationship Id="rId5" Type="http://schemas.openxmlformats.org/officeDocument/2006/relationships/slideLayout" Target="../slideLayouts/slideLayout11.xml"/><Relationship Id="rId4" Type="http://schemas.openxmlformats.org/officeDocument/2006/relationships/slideLayout" Target="../slideLayouts/slideLayout10.xml"/></Relationships>
</file>

<file path=ppt/slideMasters/_rels/slideMaster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theme" Target="../theme/theme8.xml"/><Relationship Id="rId1" Type="http://schemas.openxmlformats.org/officeDocument/2006/relationships/slideLayout" Target="../slideLayouts/slideLayout13.xml"/></Relationships>
</file>

<file path=ppt/slideMasters/_rels/slideMaster9.xml.rels><?xml version="1.0" encoding="UTF-8" standalone="yes"?>
<Relationships xmlns="http://schemas.openxmlformats.org/package/2006/relationships"><Relationship Id="rId2" Type="http://schemas.openxmlformats.org/officeDocument/2006/relationships/theme" Target="../theme/theme9.xml"/><Relationship Id="rId1" Type="http://schemas.openxmlformats.org/officeDocument/2006/relationships/slideLayout" Target="../slideLayouts/slideLayout14.xml"/></Relationships>
</file>

<file path=ppt/slideMasters/_rels/slideMaster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jpg"/><Relationship Id="rId3" Type="http://schemas.openxmlformats.org/officeDocument/2006/relationships/slideLayout" Target="../slideLayouts/slideLayout17.xml"/><Relationship Id="rId7" Type="http://schemas.openxmlformats.org/officeDocument/2006/relationships/theme" Target="../theme/theme10.xml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Relationship Id="rId6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9.xml"/><Relationship Id="rId4" Type="http://schemas.openxmlformats.org/officeDocument/2006/relationships/slideLayout" Target="../slideLayouts/slideLayout18.xml"/></Relationships>
</file>

<file path=ppt/slideMasters/_rels/slideMaster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theme" Target="../theme/theme11.xml"/><Relationship Id="rId1" Type="http://schemas.openxmlformats.org/officeDocument/2006/relationships/slideLayout" Target="../slideLayouts/slideLayout21.xml"/></Relationships>
</file>

<file path=ppt/slideMasters/_rels/slideMaster12.xml.rels><?xml version="1.0" encoding="UTF-8" standalone="yes"?>
<Relationships xmlns="http://schemas.openxmlformats.org/package/2006/relationships"><Relationship Id="rId2" Type="http://schemas.openxmlformats.org/officeDocument/2006/relationships/theme" Target="../theme/theme12.xml"/><Relationship Id="rId1" Type="http://schemas.openxmlformats.org/officeDocument/2006/relationships/slideLayout" Target="../slideLayouts/slideLayout22.xml"/></Relationships>
</file>

<file path=ppt/slideMasters/_rels/slideMaster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jpg"/><Relationship Id="rId3" Type="http://schemas.openxmlformats.org/officeDocument/2006/relationships/slideLayout" Target="../slideLayouts/slideLayout25.xml"/><Relationship Id="rId7" Type="http://schemas.openxmlformats.org/officeDocument/2006/relationships/theme" Target="../theme/theme1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6.xml"/></Relationships>
</file>

<file path=ppt/slideMasters/_rels/slideMaster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theme" Target="../theme/theme14.xml"/><Relationship Id="rId1" Type="http://schemas.openxmlformats.org/officeDocument/2006/relationships/slideLayout" Target="../slideLayouts/slideLayout29.xml"/></Relationships>
</file>

<file path=ppt/slideMasters/_rels/slideMaster15.xml.rels><?xml version="1.0" encoding="UTF-8" standalone="yes"?>
<Relationships xmlns="http://schemas.openxmlformats.org/package/2006/relationships"><Relationship Id="rId2" Type="http://schemas.openxmlformats.org/officeDocument/2006/relationships/theme" Target="../theme/theme15.xml"/><Relationship Id="rId1" Type="http://schemas.openxmlformats.org/officeDocument/2006/relationships/slideLayout" Target="../slideLayouts/slideLayout30.xml"/></Relationships>
</file>

<file path=ppt/slideMasters/_rels/slideMaster16.xml.rels><?xml version="1.0" encoding="UTF-8" standalone="yes"?>
<Relationships xmlns="http://schemas.openxmlformats.org/package/2006/relationships"><Relationship Id="rId8" Type="http://schemas.openxmlformats.org/officeDocument/2006/relationships/theme" Target="../theme/theme16.xml"/><Relationship Id="rId3" Type="http://schemas.openxmlformats.org/officeDocument/2006/relationships/slideLayout" Target="../slideLayouts/slideLayout33.xml"/><Relationship Id="rId7" Type="http://schemas.openxmlformats.org/officeDocument/2006/relationships/slideLayout" Target="../slideLayouts/slideLayout37.xml"/><Relationship Id="rId2" Type="http://schemas.openxmlformats.org/officeDocument/2006/relationships/slideLayout" Target="../slideLayouts/slideLayout32.xml"/><Relationship Id="rId1" Type="http://schemas.openxmlformats.org/officeDocument/2006/relationships/slideLayout" Target="../slideLayouts/slideLayout31.xml"/><Relationship Id="rId6" Type="http://schemas.openxmlformats.org/officeDocument/2006/relationships/slideLayout" Target="../slideLayouts/slideLayout36.xml"/><Relationship Id="rId5" Type="http://schemas.openxmlformats.org/officeDocument/2006/relationships/slideLayout" Target="../slideLayouts/slideLayout35.xml"/><Relationship Id="rId4" Type="http://schemas.openxmlformats.org/officeDocument/2006/relationships/slideLayout" Target="../slideLayouts/slideLayout34.xml"/><Relationship Id="rId9" Type="http://schemas.openxmlformats.org/officeDocument/2006/relationships/image" Target="../media/image12.jpg"/></Relationships>
</file>

<file path=ppt/slideMasters/_rels/slideMaster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theme" Target="../theme/theme17.xml"/><Relationship Id="rId1" Type="http://schemas.openxmlformats.org/officeDocument/2006/relationships/slideLayout" Target="../slideLayouts/slideLayout38.xml"/></Relationships>
</file>

<file path=ppt/slideMasters/_rels/slideMaster18.xml.rels><?xml version="1.0" encoding="UTF-8" standalone="yes"?>
<Relationships xmlns="http://schemas.openxmlformats.org/package/2006/relationships"><Relationship Id="rId2" Type="http://schemas.openxmlformats.org/officeDocument/2006/relationships/theme" Target="../theme/theme18.xml"/><Relationship Id="rId1" Type="http://schemas.openxmlformats.org/officeDocument/2006/relationships/slideLayout" Target="../slideLayouts/slideLayout39.xml"/></Relationships>
</file>

<file path=ppt/slideMasters/_rels/slideMaster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jpg"/><Relationship Id="rId3" Type="http://schemas.openxmlformats.org/officeDocument/2006/relationships/slideLayout" Target="../slideLayouts/slideLayout42.xml"/><Relationship Id="rId7" Type="http://schemas.openxmlformats.org/officeDocument/2006/relationships/theme" Target="../theme/theme19.xml"/><Relationship Id="rId2" Type="http://schemas.openxmlformats.org/officeDocument/2006/relationships/slideLayout" Target="../slideLayouts/slideLayout41.xml"/><Relationship Id="rId1" Type="http://schemas.openxmlformats.org/officeDocument/2006/relationships/slideLayout" Target="../slideLayouts/slideLayout40.xml"/><Relationship Id="rId6" Type="http://schemas.openxmlformats.org/officeDocument/2006/relationships/slideLayout" Target="../slideLayouts/slideLayout45.xml"/><Relationship Id="rId5" Type="http://schemas.openxmlformats.org/officeDocument/2006/relationships/slideLayout" Target="../slideLayouts/slideLayout44.xml"/><Relationship Id="rId4" Type="http://schemas.openxmlformats.org/officeDocument/2006/relationships/slideLayout" Target="../slideLayouts/slideLayout43.xml"/></Relationships>
</file>

<file path=ppt/slideMasters/_rels/slideMaster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theme" Target="../theme/theme20.xml"/><Relationship Id="rId1" Type="http://schemas.openxmlformats.org/officeDocument/2006/relationships/slideLayout" Target="../slideLayouts/slideLayout46.xml"/></Relationships>
</file>

<file path=ppt/slideMasters/_rels/slideMaster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9.xml"/><Relationship Id="rId2" Type="http://schemas.openxmlformats.org/officeDocument/2006/relationships/slideLayout" Target="../slideLayouts/slideLayout48.xml"/><Relationship Id="rId1" Type="http://schemas.openxmlformats.org/officeDocument/2006/relationships/slideLayout" Target="../slideLayouts/slideLayout47.xml"/><Relationship Id="rId5" Type="http://schemas.openxmlformats.org/officeDocument/2006/relationships/theme" Target="../theme/theme21.xml"/><Relationship Id="rId4" Type="http://schemas.openxmlformats.org/officeDocument/2006/relationships/slideLayout" Target="../slideLayouts/slideLayout50.xml"/></Relationships>
</file>

<file path=ppt/slideMasters/_rels/slideMaster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jpg"/><Relationship Id="rId3" Type="http://schemas.openxmlformats.org/officeDocument/2006/relationships/slideLayout" Target="../slideLayouts/slideLayout53.xml"/><Relationship Id="rId7" Type="http://schemas.openxmlformats.org/officeDocument/2006/relationships/theme" Target="../theme/theme22.xml"/><Relationship Id="rId2" Type="http://schemas.openxmlformats.org/officeDocument/2006/relationships/slideLayout" Target="../slideLayouts/slideLayout52.xml"/><Relationship Id="rId1" Type="http://schemas.openxmlformats.org/officeDocument/2006/relationships/slideLayout" Target="../slideLayouts/slideLayout51.xml"/><Relationship Id="rId6" Type="http://schemas.openxmlformats.org/officeDocument/2006/relationships/slideLayout" Target="../slideLayouts/slideLayout56.xml"/><Relationship Id="rId5" Type="http://schemas.openxmlformats.org/officeDocument/2006/relationships/slideLayout" Target="../slideLayouts/slideLayout55.xml"/><Relationship Id="rId4" Type="http://schemas.openxmlformats.org/officeDocument/2006/relationships/slideLayout" Target="../slideLayouts/slideLayout54.xml"/></Relationships>
</file>

<file path=ppt/slideMasters/_rels/slideMaster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theme" Target="../theme/theme23.xml"/><Relationship Id="rId1" Type="http://schemas.openxmlformats.org/officeDocument/2006/relationships/slideLayout" Target="../slideLayouts/slideLayout57.xml"/></Relationships>
</file>

<file path=ppt/slideMasters/_rels/slideMaster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theme" Target="../theme/theme24.xml"/><Relationship Id="rId1" Type="http://schemas.openxmlformats.org/officeDocument/2006/relationships/slideLayout" Target="../slideLayouts/slideLayout58.xml"/></Relationships>
</file>

<file path=ppt/slideMasters/_rels/slideMaster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theme" Target="../theme/theme25.xml"/><Relationship Id="rId1" Type="http://schemas.openxmlformats.org/officeDocument/2006/relationships/slideLayout" Target="../slideLayouts/slideLayout59.xml"/></Relationships>
</file>

<file path=ppt/slideMasters/_rels/slideMaster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theme" Target="../theme/theme26.xml"/><Relationship Id="rId1" Type="http://schemas.openxmlformats.org/officeDocument/2006/relationships/slideLayout" Target="../slideLayouts/slideLayout60.xml"/></Relationships>
</file>

<file path=ppt/slideMasters/_rels/slideMaster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g"/><Relationship Id="rId2" Type="http://schemas.openxmlformats.org/officeDocument/2006/relationships/theme" Target="../theme/theme27.xml"/><Relationship Id="rId1" Type="http://schemas.openxmlformats.org/officeDocument/2006/relationships/slideLayout" Target="../slideLayouts/slideLayout61.xml"/></Relationships>
</file>

<file path=ppt/slideMasters/_rels/slideMaster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theme" Target="../theme/theme28.xml"/><Relationship Id="rId1" Type="http://schemas.openxmlformats.org/officeDocument/2006/relationships/slideLayout" Target="../slideLayouts/slideLayout6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914765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</p:sldLayoutIdLst>
  <p:timing>
    <p:tnLst>
      <p:par>
        <p:cTn id="1" dur="indefinite" restart="never" nodeType="tmRoot"/>
      </p:par>
    </p:tnLst>
  </p:timing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Frutiger LT Std 57 Cn" pitchFamily="34" charset="0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651425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75460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</p:sldLayoutIdLst>
  <p:timing>
    <p:tnLst>
      <p:par>
        <p:cTn id="1" dur="indefinite" restart="never" nodeType="tmRoot"/>
      </p:par>
    </p:tn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Isosceles Triangle 7"/>
          <p:cNvSpPr/>
          <p:nvPr userDrawn="1"/>
        </p:nvSpPr>
        <p:spPr>
          <a:xfrm rot="18900000">
            <a:off x="-2368025" y="-547688"/>
            <a:ext cx="7300746" cy="3652402"/>
          </a:xfrm>
          <a:prstGeom prst="triangle">
            <a:avLst/>
          </a:prstGeom>
          <a:solidFill>
            <a:srgbClr val="DAAA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573354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0" r:id="rId1"/>
  </p:sldLayoutIdLst>
  <p:timing>
    <p:tnLst>
      <p:par>
        <p:cTn id="1" dur="indefinite" restart="never" nodeType="tmRoot"/>
      </p:par>
    </p:tn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702780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0" r:id="rId1"/>
  </p:sldLayoutIdLst>
  <p:timing>
    <p:tnLst>
      <p:par>
        <p:cTn id="1" dur="indefinite" restart="never" nodeType="tmRoot"/>
      </p:par>
    </p:tn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Isosceles Triangle 7"/>
          <p:cNvSpPr/>
          <p:nvPr userDrawn="1"/>
        </p:nvSpPr>
        <p:spPr>
          <a:xfrm rot="18900000">
            <a:off x="-2368025" y="-547688"/>
            <a:ext cx="7300746" cy="3652402"/>
          </a:xfrm>
          <a:prstGeom prst="triangle">
            <a:avLst/>
          </a:prstGeom>
          <a:solidFill>
            <a:srgbClr val="0097A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3324674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2" r:id="rId1"/>
  </p:sldLayoutIdLst>
  <p:timing>
    <p:tnLst>
      <p:par>
        <p:cTn id="1" dur="indefinite" restart="never" nodeType="tmRoot"/>
      </p:par>
    </p:tn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782809"/>
            <a:ext cx="9144000" cy="357188"/>
          </a:xfrm>
          <a:prstGeom prst="rect">
            <a:avLst/>
          </a:prstGeom>
        </p:spPr>
      </p:pic>
      <p:sp>
        <p:nvSpPr>
          <p:cNvPr id="6" name="Rectangle 5"/>
          <p:cNvSpPr/>
          <p:nvPr userDrawn="1"/>
        </p:nvSpPr>
        <p:spPr>
          <a:xfrm>
            <a:off x="8411284" y="4847236"/>
            <a:ext cx="325730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fld id="{167796FD-2C35-44D3-9582-043279E26514}" type="slidenum">
              <a:rPr lang="en-CA" sz="900" b="1" smtClean="0">
                <a:solidFill>
                  <a:schemeClr val="bg1"/>
                </a:solidFill>
                <a:latin typeface="+mn-lt"/>
              </a:rPr>
              <a:pPr/>
              <a:t>‹#›</a:t>
            </a:fld>
            <a:endParaRPr lang="en-CA" sz="90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7" name="TextBox 6"/>
          <p:cNvSpPr txBox="1"/>
          <p:nvPr userDrawn="1"/>
        </p:nvSpPr>
        <p:spPr>
          <a:xfrm>
            <a:off x="407942" y="4885010"/>
            <a:ext cx="3916551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CA" sz="1000" b="1" i="0" baseline="0" dirty="0" smtClean="0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CWB Financial Group</a:t>
            </a:r>
            <a:endParaRPr lang="en-CA" sz="1000" b="1" i="0" dirty="0">
              <a:solidFill>
                <a:schemeClr val="bg1"/>
              </a:solidFill>
              <a:latin typeface="+mn-l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722721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1" r:id="rId1"/>
    <p:sldLayoutId id="2147483802" r:id="rId2"/>
    <p:sldLayoutId id="2147483803" r:id="rId3"/>
    <p:sldLayoutId id="2147483804" r:id="rId4"/>
    <p:sldLayoutId id="2147483805" r:id="rId5"/>
    <p:sldLayoutId id="2147483806" r:id="rId6"/>
  </p:sldLayoutIdLst>
  <p:timing>
    <p:tnLst>
      <p:par>
        <p:cTn id="1" dur="indefinite" restart="never" nodeType="tmRoot"/>
      </p:par>
    </p:tnLst>
  </p:timing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087444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9" r:id="rId1"/>
  </p:sldLayoutIdLst>
  <p:timing>
    <p:tnLst>
      <p:par>
        <p:cTn id="1" dur="indefinite" restart="never" nodeType="tmRoot"/>
      </p:par>
    </p:tn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Isosceles Triangle 7"/>
          <p:cNvSpPr/>
          <p:nvPr userDrawn="1"/>
        </p:nvSpPr>
        <p:spPr>
          <a:xfrm rot="18900000">
            <a:off x="-2368025" y="-547688"/>
            <a:ext cx="7300746" cy="3652402"/>
          </a:xfrm>
          <a:prstGeom prst="triangle">
            <a:avLst/>
          </a:prstGeom>
          <a:solidFill>
            <a:srgbClr val="003B5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1531014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6" r:id="rId1"/>
  </p:sldLayoutIdLst>
  <p:timing>
    <p:tnLst>
      <p:par>
        <p:cTn id="1" dur="indefinite" restart="never" nodeType="tmRoot"/>
      </p:par>
    </p:tn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786312"/>
            <a:ext cx="9144000" cy="357188"/>
          </a:xfrm>
          <a:prstGeom prst="rect">
            <a:avLst/>
          </a:prstGeom>
        </p:spPr>
      </p:pic>
      <p:sp>
        <p:nvSpPr>
          <p:cNvPr id="6" name="Rectangle 5"/>
          <p:cNvSpPr/>
          <p:nvPr userDrawn="1"/>
        </p:nvSpPr>
        <p:spPr>
          <a:xfrm>
            <a:off x="8411284" y="4847236"/>
            <a:ext cx="325730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fld id="{167796FD-2C35-44D3-9582-043279E26514}" type="slidenum">
              <a:rPr lang="en-CA" sz="900" b="1" smtClean="0">
                <a:solidFill>
                  <a:schemeClr val="bg1"/>
                </a:solidFill>
                <a:latin typeface="+mn-lt"/>
              </a:rPr>
              <a:pPr/>
              <a:t>‹#›</a:t>
            </a:fld>
            <a:endParaRPr lang="en-CA" sz="90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7" name="TextBox 6"/>
          <p:cNvSpPr txBox="1"/>
          <p:nvPr userDrawn="1"/>
        </p:nvSpPr>
        <p:spPr>
          <a:xfrm>
            <a:off x="407942" y="4885010"/>
            <a:ext cx="3916551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CA" sz="1000" b="1" i="0" baseline="0" dirty="0" smtClean="0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CWB Financial Group</a:t>
            </a:r>
            <a:endParaRPr lang="en-CA" sz="1000" b="1" i="0" dirty="0">
              <a:solidFill>
                <a:schemeClr val="bg1"/>
              </a:solidFill>
              <a:latin typeface="+mn-l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445869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9" r:id="rId1"/>
    <p:sldLayoutId id="2147483810" r:id="rId2"/>
    <p:sldLayoutId id="2147483811" r:id="rId3"/>
    <p:sldLayoutId id="2147483812" r:id="rId4"/>
    <p:sldLayoutId id="2147483813" r:id="rId5"/>
    <p:sldLayoutId id="2147483814" r:id="rId6"/>
  </p:sldLayoutIdLst>
  <p:timing>
    <p:tnLst>
      <p:par>
        <p:cTn id="1" dur="indefinite" restart="never" nodeType="tmRoot"/>
      </p:par>
    </p:tnLst>
  </p:timing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164603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6" r:id="rId1"/>
  </p:sldLayoutIdLst>
  <p:timing>
    <p:tnLst>
      <p:par>
        <p:cTn id="1" dur="indefinite" restart="never" nodeType="tmRoot"/>
      </p:par>
    </p:tn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Isosceles Triangle 7"/>
          <p:cNvSpPr/>
          <p:nvPr userDrawn="1"/>
        </p:nvSpPr>
        <p:spPr>
          <a:xfrm rot="18900000">
            <a:off x="-2368025" y="-547688"/>
            <a:ext cx="7300746" cy="3652402"/>
          </a:xfrm>
          <a:prstGeom prst="triangle">
            <a:avLst/>
          </a:prstGeom>
          <a:solidFill>
            <a:srgbClr val="2DCCD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8970244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8" r:id="rId1"/>
  </p:sldLayoutIdLst>
  <p:timing>
    <p:tnLst>
      <p:par>
        <p:cTn id="1" dur="indefinite" restart="never" nodeType="tmRoot"/>
      </p:par>
    </p:tn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786312"/>
            <a:ext cx="9144000" cy="357188"/>
          </a:xfrm>
          <a:prstGeom prst="rect">
            <a:avLst/>
          </a:prstGeom>
        </p:spPr>
      </p:pic>
      <p:sp>
        <p:nvSpPr>
          <p:cNvPr id="6" name="Rectangle 5"/>
          <p:cNvSpPr/>
          <p:nvPr userDrawn="1"/>
        </p:nvSpPr>
        <p:spPr>
          <a:xfrm>
            <a:off x="8411284" y="4847236"/>
            <a:ext cx="325730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fld id="{167796FD-2C35-44D3-9582-043279E26514}" type="slidenum">
              <a:rPr lang="en-CA" sz="900" b="1" smtClean="0">
                <a:solidFill>
                  <a:schemeClr val="bg1"/>
                </a:solidFill>
                <a:latin typeface="+mn-lt"/>
              </a:rPr>
              <a:pPr/>
              <a:t>‹#›</a:t>
            </a:fld>
            <a:endParaRPr lang="en-CA" sz="90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7" name="TextBox 6"/>
          <p:cNvSpPr txBox="1"/>
          <p:nvPr userDrawn="1"/>
        </p:nvSpPr>
        <p:spPr>
          <a:xfrm>
            <a:off x="407942" y="4885010"/>
            <a:ext cx="3916551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CA" sz="1000" b="1" i="0" baseline="0" dirty="0" smtClean="0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CWB Financial Group</a:t>
            </a:r>
            <a:endParaRPr lang="en-CA" sz="1000" b="1" i="0" dirty="0">
              <a:solidFill>
                <a:schemeClr val="bg1"/>
              </a:solidFill>
              <a:latin typeface="+mn-l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595995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7" r:id="rId1"/>
    <p:sldLayoutId id="2147483818" r:id="rId2"/>
    <p:sldLayoutId id="2147483819" r:id="rId3"/>
    <p:sldLayoutId id="2147483820" r:id="rId4"/>
    <p:sldLayoutId id="2147483821" r:id="rId5"/>
    <p:sldLayoutId id="2147483822" r:id="rId6"/>
  </p:sldLayoutIdLst>
  <p:timing>
    <p:tnLst>
      <p:par>
        <p:cTn id="1" dur="indefinite" restart="never" nodeType="tmRoot"/>
      </p:par>
    </p:tnLst>
  </p:timing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07070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4" r:id="rId1"/>
  </p:sldLayoutIdLst>
  <p:timing>
    <p:tnLst>
      <p:par>
        <p:cTn id="1" dur="indefinite" restart="never" nodeType="tmRoot"/>
      </p:par>
    </p:tn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Isosceles Triangle 7"/>
          <p:cNvSpPr/>
          <p:nvPr userDrawn="1"/>
        </p:nvSpPr>
        <p:spPr>
          <a:xfrm rot="18900000">
            <a:off x="-2368025" y="-547688"/>
            <a:ext cx="7300746" cy="3652402"/>
          </a:xfrm>
          <a:prstGeom prst="triangle">
            <a:avLst/>
          </a:prstGeom>
          <a:solidFill>
            <a:srgbClr val="84754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5328217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4" r:id="rId1"/>
  </p:sldLayoutIdLst>
  <p:timing>
    <p:tnLst>
      <p:par>
        <p:cTn id="1" dur="indefinite" restart="never" nodeType="tmRoot"/>
      </p:par>
    </p:tn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782809"/>
            <a:ext cx="9144000" cy="357188"/>
          </a:xfrm>
          <a:prstGeom prst="rect">
            <a:avLst/>
          </a:prstGeom>
        </p:spPr>
      </p:pic>
      <p:sp>
        <p:nvSpPr>
          <p:cNvPr id="6" name="Rectangle 5"/>
          <p:cNvSpPr/>
          <p:nvPr userDrawn="1"/>
        </p:nvSpPr>
        <p:spPr>
          <a:xfrm>
            <a:off x="8411284" y="4847236"/>
            <a:ext cx="325730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fld id="{167796FD-2C35-44D3-9582-043279E26514}" type="slidenum">
              <a:rPr lang="en-CA" sz="900" b="1" smtClean="0">
                <a:solidFill>
                  <a:schemeClr val="bg1"/>
                </a:solidFill>
                <a:latin typeface="+mn-lt"/>
              </a:rPr>
              <a:pPr/>
              <a:t>‹#›</a:t>
            </a:fld>
            <a:endParaRPr lang="en-CA" sz="90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7" name="TextBox 6"/>
          <p:cNvSpPr txBox="1"/>
          <p:nvPr userDrawn="1"/>
        </p:nvSpPr>
        <p:spPr>
          <a:xfrm>
            <a:off x="407942" y="4885010"/>
            <a:ext cx="3916551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CA" sz="1000" b="1" i="0" baseline="0" dirty="0" smtClean="0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CWB Financial Group</a:t>
            </a:r>
            <a:endParaRPr lang="en-CA" sz="1000" b="1" i="0" dirty="0">
              <a:solidFill>
                <a:schemeClr val="bg1"/>
              </a:solidFill>
              <a:latin typeface="+mn-l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83173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4" r:id="rId1"/>
    <p:sldLayoutId id="2147483825" r:id="rId2"/>
    <p:sldLayoutId id="2147483826" r:id="rId3"/>
    <p:sldLayoutId id="2147483827" r:id="rId4"/>
    <p:sldLayoutId id="2147483828" r:id="rId5"/>
    <p:sldLayoutId id="2147483829" r:id="rId6"/>
    <p:sldLayoutId id="2147483848" r:id="rId7"/>
  </p:sldLayoutIdLst>
  <p:timing>
    <p:tnLst>
      <p:par>
        <p:cTn id="1" dur="indefinite" restart="never" nodeType="tmRoot"/>
      </p:par>
    </p:tnLst>
  </p:timing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320637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4" r:id="rId1"/>
  </p:sldLayoutIdLst>
  <p:timing>
    <p:tnLst>
      <p:par>
        <p:cTn id="1" dur="indefinite" restart="never" nodeType="tmRoot"/>
      </p:par>
    </p:tn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Isosceles Triangle 7"/>
          <p:cNvSpPr/>
          <p:nvPr userDrawn="1"/>
        </p:nvSpPr>
        <p:spPr>
          <a:xfrm rot="18900000">
            <a:off x="-2368025" y="-547688"/>
            <a:ext cx="7300746" cy="3652402"/>
          </a:xfrm>
          <a:prstGeom prst="triangle">
            <a:avLst/>
          </a:prstGeom>
          <a:solidFill>
            <a:srgbClr val="FF82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8878201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8" r:id="rId1"/>
  </p:sldLayoutIdLst>
  <p:timing>
    <p:tnLst>
      <p:par>
        <p:cTn id="1" dur="indefinite" restart="never" nodeType="tmRoot"/>
      </p:par>
    </p:tn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782809"/>
            <a:ext cx="9144000" cy="357188"/>
          </a:xfrm>
          <a:prstGeom prst="rect">
            <a:avLst/>
          </a:prstGeom>
        </p:spPr>
      </p:pic>
      <p:sp>
        <p:nvSpPr>
          <p:cNvPr id="6" name="Rectangle 5"/>
          <p:cNvSpPr/>
          <p:nvPr userDrawn="1"/>
        </p:nvSpPr>
        <p:spPr>
          <a:xfrm>
            <a:off x="8411284" y="4847236"/>
            <a:ext cx="325730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fld id="{167796FD-2C35-44D3-9582-043279E26514}" type="slidenum">
              <a:rPr lang="en-CA" sz="900" b="1" smtClean="0">
                <a:solidFill>
                  <a:schemeClr val="bg1"/>
                </a:solidFill>
                <a:latin typeface="+mn-lt"/>
              </a:rPr>
              <a:pPr/>
              <a:t>‹#›</a:t>
            </a:fld>
            <a:endParaRPr lang="en-CA" sz="90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7" name="TextBox 6"/>
          <p:cNvSpPr txBox="1"/>
          <p:nvPr userDrawn="1"/>
        </p:nvSpPr>
        <p:spPr>
          <a:xfrm>
            <a:off x="407942" y="4885010"/>
            <a:ext cx="3916551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CA" sz="1000" b="1" i="0" baseline="0" dirty="0" smtClean="0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CWB Financial Group</a:t>
            </a:r>
            <a:endParaRPr lang="en-CA" sz="1000" b="1" i="0" dirty="0">
              <a:solidFill>
                <a:schemeClr val="bg1"/>
              </a:solidFill>
              <a:latin typeface="+mn-l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360695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31" r:id="rId1"/>
    <p:sldLayoutId id="2147483832" r:id="rId2"/>
    <p:sldLayoutId id="2147483833" r:id="rId3"/>
    <p:sldLayoutId id="2147483834" r:id="rId4"/>
    <p:sldLayoutId id="2147483835" r:id="rId5"/>
    <p:sldLayoutId id="2147483836" r:id="rId6"/>
  </p:sldLayoutIdLst>
  <p:timing>
    <p:tnLst>
      <p:par>
        <p:cTn id="1" dur="indefinite" restart="never" nodeType="tmRoot"/>
      </p:par>
    </p:tnLst>
  </p:timing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839931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4" r:id="rId1"/>
  </p:sldLayoutIdLst>
  <p:timing>
    <p:tnLst>
      <p:par>
        <p:cTn id="1" dur="indefinite" restart="never" nodeType="tmRoot"/>
      </p:par>
    </p:tn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Isosceles Triangle 7"/>
          <p:cNvSpPr/>
          <p:nvPr userDrawn="1"/>
        </p:nvSpPr>
        <p:spPr>
          <a:xfrm rot="18900000">
            <a:off x="-2368025" y="-547688"/>
            <a:ext cx="7300746" cy="3652402"/>
          </a:xfrm>
          <a:prstGeom prst="triangle">
            <a:avLst/>
          </a:prstGeom>
          <a:solidFill>
            <a:srgbClr val="BAC5B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9350474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0" r:id="rId1"/>
    <p:sldLayoutId id="2147483849" r:id="rId2"/>
    <p:sldLayoutId id="2147483850" r:id="rId3"/>
    <p:sldLayoutId id="2147483851" r:id="rId4"/>
  </p:sldLayoutIdLst>
  <p:timing>
    <p:tnLst>
      <p:par>
        <p:cTn id="1" dur="indefinite" restart="never" nodeType="tmRoot"/>
      </p:par>
    </p:tn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782809"/>
            <a:ext cx="9144000" cy="357188"/>
          </a:xfrm>
          <a:prstGeom prst="rect">
            <a:avLst/>
          </a:prstGeom>
        </p:spPr>
      </p:pic>
      <p:sp>
        <p:nvSpPr>
          <p:cNvPr id="6" name="Rectangle 5"/>
          <p:cNvSpPr/>
          <p:nvPr userDrawn="1"/>
        </p:nvSpPr>
        <p:spPr>
          <a:xfrm>
            <a:off x="8411284" y="4847236"/>
            <a:ext cx="325730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fld id="{167796FD-2C35-44D3-9582-043279E26514}" type="slidenum">
              <a:rPr lang="en-CA" sz="900" b="1" smtClean="0">
                <a:solidFill>
                  <a:schemeClr val="tx1"/>
                </a:solidFill>
                <a:latin typeface="+mn-lt"/>
              </a:rPr>
              <a:pPr/>
              <a:t>‹#›</a:t>
            </a:fld>
            <a:endParaRPr lang="en-CA" sz="90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7" name="TextBox 6"/>
          <p:cNvSpPr txBox="1"/>
          <p:nvPr userDrawn="1"/>
        </p:nvSpPr>
        <p:spPr>
          <a:xfrm>
            <a:off x="407942" y="4885010"/>
            <a:ext cx="3916551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CA" sz="1000" b="1" i="0" baseline="0" dirty="0" smtClean="0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CWB Financial Group</a:t>
            </a:r>
            <a:endParaRPr lang="en-CA" sz="1000" b="1" i="0" dirty="0">
              <a:solidFill>
                <a:schemeClr val="bg1"/>
              </a:solidFill>
              <a:latin typeface="+mn-l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877657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38" r:id="rId1"/>
    <p:sldLayoutId id="2147483839" r:id="rId2"/>
    <p:sldLayoutId id="2147483840" r:id="rId3"/>
    <p:sldLayoutId id="2147483841" r:id="rId4"/>
    <p:sldLayoutId id="2147483842" r:id="rId5"/>
    <p:sldLayoutId id="2147483843" r:id="rId6"/>
  </p:sldLayoutIdLst>
  <p:timing>
    <p:tnLst>
      <p:par>
        <p:cTn id="1" dur="indefinite" restart="never" nodeType="tmRoot"/>
      </p:par>
    </p:tnLst>
  </p:timing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807716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0" r:id="rId1"/>
  </p:sldLayoutIdLst>
  <p:timing>
    <p:tnLst>
      <p:par>
        <p:cTn id="1" dur="indefinite" restart="never" nodeType="tmRoot"/>
      </p:par>
    </p:tn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733525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7" r:id="rId1"/>
  </p:sldLayoutIdLst>
  <p:timing>
    <p:tnLst>
      <p:par>
        <p:cTn id="1" dur="indefinite" restart="never" nodeType="tmRoot"/>
      </p:par>
    </p:tn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196434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7" r:id="rId1"/>
  </p:sldLayoutIdLst>
  <p:timing>
    <p:tnLst>
      <p:par>
        <p:cTn id="1" dur="indefinite" restart="never" nodeType="tmRoot"/>
      </p:par>
    </p:tn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751277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8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587666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6" r:id="rId1"/>
  </p:sldLayoutIdLst>
  <p:timing>
    <p:tnLst>
      <p:par>
        <p:cTn id="1" dur="indefinite" restart="never" nodeType="tmRoot"/>
      </p:par>
    </p:tn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90608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9" r:id="rId1"/>
  </p:sldLayoutIdLst>
  <p:timing>
    <p:tnLst>
      <p:par>
        <p:cTn id="1" dur="indefinite" restart="never" nodeType="tmRoot"/>
      </p:par>
    </p:tn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10.xml.rels><?xml version="1.0" encoding="UTF-8" standalone="yes"?>
<Relationships xmlns="http://schemas.openxmlformats.org/package/2006/relationships"><Relationship Id="rId26" Type="http://schemas.openxmlformats.org/officeDocument/2006/relationships/tags" Target="../tags/tag26.xml"/><Relationship Id="rId21" Type="http://schemas.openxmlformats.org/officeDocument/2006/relationships/tags" Target="../tags/tag21.xml"/><Relationship Id="rId42" Type="http://schemas.openxmlformats.org/officeDocument/2006/relationships/tags" Target="../tags/tag42.xml"/><Relationship Id="rId47" Type="http://schemas.openxmlformats.org/officeDocument/2006/relationships/tags" Target="../tags/tag47.xml"/><Relationship Id="rId63" Type="http://schemas.openxmlformats.org/officeDocument/2006/relationships/tags" Target="../tags/tag63.xml"/><Relationship Id="rId68" Type="http://schemas.openxmlformats.org/officeDocument/2006/relationships/tags" Target="../tags/tag68.xml"/><Relationship Id="rId84" Type="http://schemas.openxmlformats.org/officeDocument/2006/relationships/tags" Target="../tags/tag84.xml"/><Relationship Id="rId89" Type="http://schemas.openxmlformats.org/officeDocument/2006/relationships/tags" Target="../tags/tag89.xml"/><Relationship Id="rId112" Type="http://schemas.openxmlformats.org/officeDocument/2006/relationships/tags" Target="../tags/tag112.xml"/><Relationship Id="rId2" Type="http://schemas.openxmlformats.org/officeDocument/2006/relationships/tags" Target="../tags/tag2.xml"/><Relationship Id="rId16" Type="http://schemas.openxmlformats.org/officeDocument/2006/relationships/tags" Target="../tags/tag16.xml"/><Relationship Id="rId29" Type="http://schemas.openxmlformats.org/officeDocument/2006/relationships/tags" Target="../tags/tag29.xml"/><Relationship Id="rId107" Type="http://schemas.openxmlformats.org/officeDocument/2006/relationships/tags" Target="../tags/tag107.xml"/><Relationship Id="rId11" Type="http://schemas.openxmlformats.org/officeDocument/2006/relationships/tags" Target="../tags/tag11.xml"/><Relationship Id="rId24" Type="http://schemas.openxmlformats.org/officeDocument/2006/relationships/tags" Target="../tags/tag24.xml"/><Relationship Id="rId32" Type="http://schemas.openxmlformats.org/officeDocument/2006/relationships/tags" Target="../tags/tag32.xml"/><Relationship Id="rId37" Type="http://schemas.openxmlformats.org/officeDocument/2006/relationships/tags" Target="../tags/tag37.xml"/><Relationship Id="rId40" Type="http://schemas.openxmlformats.org/officeDocument/2006/relationships/tags" Target="../tags/tag40.xml"/><Relationship Id="rId45" Type="http://schemas.openxmlformats.org/officeDocument/2006/relationships/tags" Target="../tags/tag45.xml"/><Relationship Id="rId53" Type="http://schemas.openxmlformats.org/officeDocument/2006/relationships/tags" Target="../tags/tag53.xml"/><Relationship Id="rId58" Type="http://schemas.openxmlformats.org/officeDocument/2006/relationships/tags" Target="../tags/tag58.xml"/><Relationship Id="rId66" Type="http://schemas.openxmlformats.org/officeDocument/2006/relationships/tags" Target="../tags/tag66.xml"/><Relationship Id="rId74" Type="http://schemas.openxmlformats.org/officeDocument/2006/relationships/tags" Target="../tags/tag74.xml"/><Relationship Id="rId79" Type="http://schemas.openxmlformats.org/officeDocument/2006/relationships/tags" Target="../tags/tag79.xml"/><Relationship Id="rId87" Type="http://schemas.openxmlformats.org/officeDocument/2006/relationships/tags" Target="../tags/tag87.xml"/><Relationship Id="rId102" Type="http://schemas.openxmlformats.org/officeDocument/2006/relationships/tags" Target="../tags/tag102.xml"/><Relationship Id="rId110" Type="http://schemas.openxmlformats.org/officeDocument/2006/relationships/tags" Target="../tags/tag110.xml"/><Relationship Id="rId5" Type="http://schemas.openxmlformats.org/officeDocument/2006/relationships/tags" Target="../tags/tag5.xml"/><Relationship Id="rId61" Type="http://schemas.openxmlformats.org/officeDocument/2006/relationships/tags" Target="../tags/tag61.xml"/><Relationship Id="rId82" Type="http://schemas.openxmlformats.org/officeDocument/2006/relationships/tags" Target="../tags/tag82.xml"/><Relationship Id="rId90" Type="http://schemas.openxmlformats.org/officeDocument/2006/relationships/tags" Target="../tags/tag90.xml"/><Relationship Id="rId95" Type="http://schemas.openxmlformats.org/officeDocument/2006/relationships/tags" Target="../tags/tag95.xml"/><Relationship Id="rId19" Type="http://schemas.openxmlformats.org/officeDocument/2006/relationships/tags" Target="../tags/tag19.xml"/><Relationship Id="rId14" Type="http://schemas.openxmlformats.org/officeDocument/2006/relationships/tags" Target="../tags/tag14.xml"/><Relationship Id="rId22" Type="http://schemas.openxmlformats.org/officeDocument/2006/relationships/tags" Target="../tags/tag22.xml"/><Relationship Id="rId27" Type="http://schemas.openxmlformats.org/officeDocument/2006/relationships/tags" Target="../tags/tag27.xml"/><Relationship Id="rId30" Type="http://schemas.openxmlformats.org/officeDocument/2006/relationships/tags" Target="../tags/tag30.xml"/><Relationship Id="rId35" Type="http://schemas.openxmlformats.org/officeDocument/2006/relationships/tags" Target="../tags/tag35.xml"/><Relationship Id="rId43" Type="http://schemas.openxmlformats.org/officeDocument/2006/relationships/tags" Target="../tags/tag43.xml"/><Relationship Id="rId48" Type="http://schemas.openxmlformats.org/officeDocument/2006/relationships/tags" Target="../tags/tag48.xml"/><Relationship Id="rId56" Type="http://schemas.openxmlformats.org/officeDocument/2006/relationships/tags" Target="../tags/tag56.xml"/><Relationship Id="rId64" Type="http://schemas.openxmlformats.org/officeDocument/2006/relationships/tags" Target="../tags/tag64.xml"/><Relationship Id="rId69" Type="http://schemas.openxmlformats.org/officeDocument/2006/relationships/tags" Target="../tags/tag69.xml"/><Relationship Id="rId77" Type="http://schemas.openxmlformats.org/officeDocument/2006/relationships/tags" Target="../tags/tag77.xml"/><Relationship Id="rId100" Type="http://schemas.openxmlformats.org/officeDocument/2006/relationships/tags" Target="../tags/tag100.xml"/><Relationship Id="rId105" Type="http://schemas.openxmlformats.org/officeDocument/2006/relationships/tags" Target="../tags/tag105.xml"/><Relationship Id="rId113" Type="http://schemas.openxmlformats.org/officeDocument/2006/relationships/tags" Target="../tags/tag113.xml"/><Relationship Id="rId8" Type="http://schemas.openxmlformats.org/officeDocument/2006/relationships/tags" Target="../tags/tag8.xml"/><Relationship Id="rId51" Type="http://schemas.openxmlformats.org/officeDocument/2006/relationships/tags" Target="../tags/tag51.xml"/><Relationship Id="rId72" Type="http://schemas.openxmlformats.org/officeDocument/2006/relationships/tags" Target="../tags/tag72.xml"/><Relationship Id="rId80" Type="http://schemas.openxmlformats.org/officeDocument/2006/relationships/tags" Target="../tags/tag80.xml"/><Relationship Id="rId85" Type="http://schemas.openxmlformats.org/officeDocument/2006/relationships/tags" Target="../tags/tag85.xml"/><Relationship Id="rId93" Type="http://schemas.openxmlformats.org/officeDocument/2006/relationships/tags" Target="../tags/tag93.xml"/><Relationship Id="rId98" Type="http://schemas.openxmlformats.org/officeDocument/2006/relationships/tags" Target="../tags/tag98.xml"/><Relationship Id="rId3" Type="http://schemas.openxmlformats.org/officeDocument/2006/relationships/tags" Target="../tags/tag3.xml"/><Relationship Id="rId12" Type="http://schemas.openxmlformats.org/officeDocument/2006/relationships/tags" Target="../tags/tag12.xml"/><Relationship Id="rId17" Type="http://schemas.openxmlformats.org/officeDocument/2006/relationships/tags" Target="../tags/tag17.xml"/><Relationship Id="rId25" Type="http://schemas.openxmlformats.org/officeDocument/2006/relationships/tags" Target="../tags/tag25.xml"/><Relationship Id="rId33" Type="http://schemas.openxmlformats.org/officeDocument/2006/relationships/tags" Target="../tags/tag33.xml"/><Relationship Id="rId38" Type="http://schemas.openxmlformats.org/officeDocument/2006/relationships/tags" Target="../tags/tag38.xml"/><Relationship Id="rId46" Type="http://schemas.openxmlformats.org/officeDocument/2006/relationships/tags" Target="../tags/tag46.xml"/><Relationship Id="rId59" Type="http://schemas.openxmlformats.org/officeDocument/2006/relationships/tags" Target="../tags/tag59.xml"/><Relationship Id="rId67" Type="http://schemas.openxmlformats.org/officeDocument/2006/relationships/tags" Target="../tags/tag67.xml"/><Relationship Id="rId103" Type="http://schemas.openxmlformats.org/officeDocument/2006/relationships/tags" Target="../tags/tag103.xml"/><Relationship Id="rId108" Type="http://schemas.openxmlformats.org/officeDocument/2006/relationships/tags" Target="../tags/tag108.xml"/><Relationship Id="rId20" Type="http://schemas.openxmlformats.org/officeDocument/2006/relationships/tags" Target="../tags/tag20.xml"/><Relationship Id="rId41" Type="http://schemas.openxmlformats.org/officeDocument/2006/relationships/tags" Target="../tags/tag41.xml"/><Relationship Id="rId54" Type="http://schemas.openxmlformats.org/officeDocument/2006/relationships/tags" Target="../tags/tag54.xml"/><Relationship Id="rId62" Type="http://schemas.openxmlformats.org/officeDocument/2006/relationships/tags" Target="../tags/tag62.xml"/><Relationship Id="rId70" Type="http://schemas.openxmlformats.org/officeDocument/2006/relationships/tags" Target="../tags/tag70.xml"/><Relationship Id="rId75" Type="http://schemas.openxmlformats.org/officeDocument/2006/relationships/tags" Target="../tags/tag75.xml"/><Relationship Id="rId83" Type="http://schemas.openxmlformats.org/officeDocument/2006/relationships/tags" Target="../tags/tag83.xml"/><Relationship Id="rId88" Type="http://schemas.openxmlformats.org/officeDocument/2006/relationships/tags" Target="../tags/tag88.xml"/><Relationship Id="rId91" Type="http://schemas.openxmlformats.org/officeDocument/2006/relationships/tags" Target="../tags/tag91.xml"/><Relationship Id="rId96" Type="http://schemas.openxmlformats.org/officeDocument/2006/relationships/tags" Target="../tags/tag96.xml"/><Relationship Id="rId111" Type="http://schemas.openxmlformats.org/officeDocument/2006/relationships/tags" Target="../tags/tag111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5" Type="http://schemas.openxmlformats.org/officeDocument/2006/relationships/tags" Target="../tags/tag15.xml"/><Relationship Id="rId23" Type="http://schemas.openxmlformats.org/officeDocument/2006/relationships/tags" Target="../tags/tag23.xml"/><Relationship Id="rId28" Type="http://schemas.openxmlformats.org/officeDocument/2006/relationships/tags" Target="../tags/tag28.xml"/><Relationship Id="rId36" Type="http://schemas.openxmlformats.org/officeDocument/2006/relationships/tags" Target="../tags/tag36.xml"/><Relationship Id="rId49" Type="http://schemas.openxmlformats.org/officeDocument/2006/relationships/tags" Target="../tags/tag49.xml"/><Relationship Id="rId57" Type="http://schemas.openxmlformats.org/officeDocument/2006/relationships/tags" Target="../tags/tag57.xml"/><Relationship Id="rId106" Type="http://schemas.openxmlformats.org/officeDocument/2006/relationships/tags" Target="../tags/tag106.xml"/><Relationship Id="rId114" Type="http://schemas.openxmlformats.org/officeDocument/2006/relationships/slideLayout" Target="../slideLayouts/slideLayout37.xml"/><Relationship Id="rId10" Type="http://schemas.openxmlformats.org/officeDocument/2006/relationships/tags" Target="../tags/tag10.xml"/><Relationship Id="rId31" Type="http://schemas.openxmlformats.org/officeDocument/2006/relationships/tags" Target="../tags/tag31.xml"/><Relationship Id="rId44" Type="http://schemas.openxmlformats.org/officeDocument/2006/relationships/tags" Target="../tags/tag44.xml"/><Relationship Id="rId52" Type="http://schemas.openxmlformats.org/officeDocument/2006/relationships/tags" Target="../tags/tag52.xml"/><Relationship Id="rId60" Type="http://schemas.openxmlformats.org/officeDocument/2006/relationships/tags" Target="../tags/tag60.xml"/><Relationship Id="rId65" Type="http://schemas.openxmlformats.org/officeDocument/2006/relationships/tags" Target="../tags/tag65.xml"/><Relationship Id="rId73" Type="http://schemas.openxmlformats.org/officeDocument/2006/relationships/tags" Target="../tags/tag73.xml"/><Relationship Id="rId78" Type="http://schemas.openxmlformats.org/officeDocument/2006/relationships/tags" Target="../tags/tag78.xml"/><Relationship Id="rId81" Type="http://schemas.openxmlformats.org/officeDocument/2006/relationships/tags" Target="../tags/tag81.xml"/><Relationship Id="rId86" Type="http://schemas.openxmlformats.org/officeDocument/2006/relationships/tags" Target="../tags/tag86.xml"/><Relationship Id="rId94" Type="http://schemas.openxmlformats.org/officeDocument/2006/relationships/tags" Target="../tags/tag94.xml"/><Relationship Id="rId99" Type="http://schemas.openxmlformats.org/officeDocument/2006/relationships/tags" Target="../tags/tag99.xml"/><Relationship Id="rId101" Type="http://schemas.openxmlformats.org/officeDocument/2006/relationships/tags" Target="../tags/tag101.xml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3" Type="http://schemas.openxmlformats.org/officeDocument/2006/relationships/tags" Target="../tags/tag13.xml"/><Relationship Id="rId18" Type="http://schemas.openxmlformats.org/officeDocument/2006/relationships/tags" Target="../tags/tag18.xml"/><Relationship Id="rId39" Type="http://schemas.openxmlformats.org/officeDocument/2006/relationships/tags" Target="../tags/tag39.xml"/><Relationship Id="rId109" Type="http://schemas.openxmlformats.org/officeDocument/2006/relationships/tags" Target="../tags/tag109.xml"/><Relationship Id="rId34" Type="http://schemas.openxmlformats.org/officeDocument/2006/relationships/tags" Target="../tags/tag34.xml"/><Relationship Id="rId50" Type="http://schemas.openxmlformats.org/officeDocument/2006/relationships/tags" Target="../tags/tag50.xml"/><Relationship Id="rId55" Type="http://schemas.openxmlformats.org/officeDocument/2006/relationships/tags" Target="../tags/tag55.xml"/><Relationship Id="rId76" Type="http://schemas.openxmlformats.org/officeDocument/2006/relationships/tags" Target="../tags/tag76.xml"/><Relationship Id="rId97" Type="http://schemas.openxmlformats.org/officeDocument/2006/relationships/tags" Target="../tags/tag97.xml"/><Relationship Id="rId104" Type="http://schemas.openxmlformats.org/officeDocument/2006/relationships/tags" Target="../tags/tag104.xml"/><Relationship Id="rId7" Type="http://schemas.openxmlformats.org/officeDocument/2006/relationships/tags" Target="../tags/tag7.xml"/><Relationship Id="rId71" Type="http://schemas.openxmlformats.org/officeDocument/2006/relationships/tags" Target="../tags/tag71.xml"/><Relationship Id="rId92" Type="http://schemas.openxmlformats.org/officeDocument/2006/relationships/tags" Target="../tags/tag9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emf"/><Relationship Id="rId1" Type="http://schemas.openxmlformats.org/officeDocument/2006/relationships/slideLayout" Target="../slideLayouts/slideLayout4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emf"/><Relationship Id="rId1" Type="http://schemas.openxmlformats.org/officeDocument/2006/relationships/slideLayout" Target="../slideLayouts/slideLayout4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emf"/><Relationship Id="rId1" Type="http://schemas.openxmlformats.org/officeDocument/2006/relationships/slideLayout" Target="../slideLayouts/slideLayout4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>
          <a:xfrm>
            <a:off x="377826" y="3175805"/>
            <a:ext cx="6362700" cy="688964"/>
          </a:xfrm>
        </p:spPr>
        <p:txBody>
          <a:bodyPr/>
          <a:lstStyle/>
          <a:p>
            <a:r>
              <a:rPr lang="en-CA" dirty="0" smtClean="0"/>
              <a:t>Project Kick off</a:t>
            </a:r>
          </a:p>
          <a:p>
            <a:r>
              <a:rPr lang="en-CA" dirty="0" smtClean="0"/>
              <a:t>Date</a:t>
            </a:r>
            <a:r>
              <a:rPr lang="en-CA" dirty="0"/>
              <a:t>: </a:t>
            </a:r>
            <a:r>
              <a:rPr lang="en-CA" dirty="0" smtClean="0"/>
              <a:t>August 2020</a:t>
            </a:r>
            <a:endParaRPr lang="en-CA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 smtClean="0"/>
              <a:t>Small Business Lending Project</a:t>
            </a:r>
            <a:endParaRPr lang="en-CA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377826" y="1032177"/>
            <a:ext cx="8350249" cy="528638"/>
          </a:xfrm>
        </p:spPr>
        <p:txBody>
          <a:bodyPr/>
          <a:lstStyle/>
          <a:p>
            <a:r>
              <a:rPr lang="en-CA" sz="3600" dirty="0" smtClean="0"/>
              <a:t>Digital Client Onboarding Stream</a:t>
            </a:r>
            <a:endParaRPr lang="en-CA" sz="3600" dirty="0"/>
          </a:p>
        </p:txBody>
      </p:sp>
    </p:spTree>
    <p:extLst>
      <p:ext uri="{BB962C8B-B14F-4D97-AF65-F5344CB8AC3E}">
        <p14:creationId xmlns:p14="http://schemas.microsoft.com/office/powerpoint/2010/main" val="26760119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3"/>
          </p:nvPr>
        </p:nvSpPr>
        <p:spPr>
          <a:xfrm>
            <a:off x="5020451" y="432391"/>
            <a:ext cx="3854190" cy="4564911"/>
          </a:xfrm>
        </p:spPr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en-US" dirty="0" smtClean="0">
                <a:solidFill>
                  <a:srgbClr val="0F0F0F"/>
                </a:solidFill>
              </a:rPr>
              <a:t>Project Background</a:t>
            </a:r>
            <a:endParaRPr lang="en-US" dirty="0">
              <a:solidFill>
                <a:srgbClr val="0F0F0F"/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dirty="0" smtClean="0">
                <a:solidFill>
                  <a:srgbClr val="0F0F0F"/>
                </a:solidFill>
              </a:rPr>
              <a:t>Benefits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 smtClean="0">
                <a:solidFill>
                  <a:srgbClr val="0F0F0F"/>
                </a:solidFill>
              </a:rPr>
              <a:t>Project </a:t>
            </a:r>
            <a:r>
              <a:rPr lang="en-US" dirty="0">
                <a:solidFill>
                  <a:srgbClr val="0F0F0F"/>
                </a:solidFill>
              </a:rPr>
              <a:t>Scope Overview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solidFill>
                  <a:srgbClr val="0F0F0F"/>
                </a:solidFill>
              </a:rPr>
              <a:t>Measures of Success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solidFill>
                  <a:srgbClr val="0F0F0F"/>
                </a:solidFill>
              </a:rPr>
              <a:t>Constraints/Dependencies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solidFill>
                  <a:srgbClr val="0F0F0F"/>
                </a:solidFill>
              </a:rPr>
              <a:t>Assumptions/Risks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solidFill>
                  <a:srgbClr val="0F0F0F"/>
                </a:solidFill>
              </a:rPr>
              <a:t>High Level Timeline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solidFill>
                  <a:srgbClr val="0F0F0F"/>
                </a:solidFill>
              </a:rPr>
              <a:t>Project </a:t>
            </a:r>
            <a:r>
              <a:rPr lang="en-US" dirty="0" smtClean="0">
                <a:solidFill>
                  <a:srgbClr val="0F0F0F"/>
                </a:solidFill>
              </a:rPr>
              <a:t>Team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 smtClean="0">
                <a:solidFill>
                  <a:srgbClr val="0F0F0F"/>
                </a:solidFill>
              </a:rPr>
              <a:t>Thank You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 smtClean="0">
                <a:solidFill>
                  <a:srgbClr val="0F0F0F"/>
                </a:solidFill>
              </a:rPr>
              <a:t>Appendix </a:t>
            </a:r>
          </a:p>
          <a:p>
            <a:pPr lvl="1"/>
            <a:r>
              <a:rPr lang="en-US" dirty="0">
                <a:solidFill>
                  <a:srgbClr val="0F0F0F"/>
                </a:solidFill>
              </a:rPr>
              <a:t>Issue Management and Escalation</a:t>
            </a:r>
          </a:p>
          <a:p>
            <a:pPr lvl="1"/>
            <a:r>
              <a:rPr lang="en-US" dirty="0">
                <a:solidFill>
                  <a:srgbClr val="0F0F0F"/>
                </a:solidFill>
              </a:rPr>
              <a:t>Project Management Methodology</a:t>
            </a:r>
          </a:p>
          <a:p>
            <a:pPr marL="342900" indent="-342900">
              <a:buFont typeface="+mj-lt"/>
              <a:buAutoNum type="arabicPeriod"/>
            </a:pPr>
            <a:endParaRPr lang="en-CA" dirty="0">
              <a:solidFill>
                <a:srgbClr val="0F0F0F"/>
              </a:solidFill>
            </a:endParaRPr>
          </a:p>
          <a:p>
            <a:endParaRPr lang="en-CA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2"/>
          </p:nvPr>
        </p:nvSpPr>
        <p:spPr>
          <a:xfrm>
            <a:off x="406203" y="744132"/>
            <a:ext cx="2832297" cy="665568"/>
          </a:xfrm>
        </p:spPr>
        <p:txBody>
          <a:bodyPr/>
          <a:lstStyle/>
          <a:p>
            <a:r>
              <a:rPr lang="en-US" dirty="0" smtClean="0"/>
              <a:t>Kick Off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9667466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1089274" y="1507124"/>
            <a:ext cx="7340600" cy="530225"/>
          </a:xfrm>
        </p:spPr>
        <p:txBody>
          <a:bodyPr/>
          <a:lstStyle/>
          <a:p>
            <a:pPr algn="ctr"/>
            <a:r>
              <a:rPr lang="en-US" dirty="0" smtClean="0"/>
              <a:t>Welcome to the Digital Program</a:t>
            </a:r>
          </a:p>
          <a:p>
            <a:pPr algn="ctr"/>
            <a:r>
              <a:rPr lang="en-US" sz="2000" dirty="0" smtClean="0"/>
              <a:t>Small Business Lending Project</a:t>
            </a:r>
          </a:p>
        </p:txBody>
      </p:sp>
    </p:spTree>
    <p:extLst>
      <p:ext uri="{BB962C8B-B14F-4D97-AF65-F5344CB8AC3E}">
        <p14:creationId xmlns:p14="http://schemas.microsoft.com/office/powerpoint/2010/main" val="33301636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 smtClean="0"/>
              <a:t>Project Background</a:t>
            </a:r>
            <a:endParaRPr lang="en-CA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5"/>
          </p:nvPr>
        </p:nvSpPr>
        <p:spPr>
          <a:xfrm>
            <a:off x="406204" y="1190691"/>
            <a:ext cx="8280400" cy="3367132"/>
          </a:xfrm>
        </p:spPr>
        <p:txBody>
          <a:bodyPr/>
          <a:lstStyle/>
          <a:p>
            <a:r>
              <a:rPr lang="en-US" sz="1400" dirty="0" smtClean="0"/>
              <a:t>The Small Business Lending Project is part of the overall Digital Program and the Digital Client Onboarding (DCO) </a:t>
            </a:r>
            <a:r>
              <a:rPr lang="en-US" sz="1400" dirty="0"/>
              <a:t>P</a:t>
            </a:r>
            <a:r>
              <a:rPr lang="en-US" sz="1400" dirty="0" smtClean="0"/>
              <a:t>rogram stream. The DCO Program stream includes the following Projects: </a:t>
            </a:r>
          </a:p>
          <a:p>
            <a:r>
              <a:rPr lang="en-US" sz="1400" dirty="0"/>
              <a:t>	</a:t>
            </a:r>
            <a:endParaRPr lang="en-US" sz="1400" dirty="0" smtClean="0"/>
          </a:p>
          <a:p>
            <a:r>
              <a:rPr lang="en-US" sz="1400" dirty="0"/>
              <a:t>	</a:t>
            </a:r>
            <a:r>
              <a:rPr lang="en-US" sz="1400" dirty="0" smtClean="0"/>
              <a:t>Motive/Personal/In Branch DCO</a:t>
            </a:r>
          </a:p>
          <a:p>
            <a:r>
              <a:rPr lang="en-US" sz="1400" dirty="0"/>
              <a:t>	</a:t>
            </a:r>
            <a:r>
              <a:rPr lang="en-US" sz="1400" dirty="0" smtClean="0"/>
              <a:t>Small Business DCO</a:t>
            </a:r>
          </a:p>
          <a:p>
            <a:pPr lvl="2"/>
            <a:r>
              <a:rPr lang="en-US" sz="1400" dirty="0" smtClean="0">
                <a:solidFill>
                  <a:schemeClr val="tx1"/>
                </a:solidFill>
              </a:rPr>
              <a:t>Small Business/Personal/Commercial Digital Banking</a:t>
            </a:r>
          </a:p>
          <a:p>
            <a:r>
              <a:rPr lang="en-US" sz="1400" dirty="0"/>
              <a:t>	</a:t>
            </a:r>
            <a:r>
              <a:rPr lang="en-US" sz="1400" dirty="0" smtClean="0"/>
              <a:t>Small Business Lending</a:t>
            </a:r>
          </a:p>
          <a:p>
            <a:endParaRPr lang="en-CA" sz="1400" dirty="0" smtClean="0"/>
          </a:p>
          <a:p>
            <a:r>
              <a:rPr lang="en-CA" sz="1400" dirty="0" smtClean="0"/>
              <a:t>The </a:t>
            </a:r>
            <a:r>
              <a:rPr lang="en-CA" sz="1400" dirty="0"/>
              <a:t>purpose of this P</a:t>
            </a:r>
            <a:r>
              <a:rPr lang="en-CA" sz="1400" dirty="0" smtClean="0"/>
              <a:t>rogram stream is </a:t>
            </a:r>
            <a:r>
              <a:rPr lang="en-CA" sz="1400" dirty="0"/>
              <a:t>to </a:t>
            </a:r>
            <a:r>
              <a:rPr lang="en-CA" sz="1400" dirty="0" smtClean="0"/>
              <a:t>enhance and implement </a:t>
            </a:r>
            <a:r>
              <a:rPr lang="en-CA" sz="1400" dirty="0"/>
              <a:t>the Temenos digital </a:t>
            </a:r>
            <a:r>
              <a:rPr lang="en-CA" sz="1400" dirty="0" smtClean="0"/>
              <a:t>client onboarding and digital banking platform called Infinity.  </a:t>
            </a:r>
          </a:p>
          <a:p>
            <a:endParaRPr lang="en-US" sz="1400" dirty="0" smtClean="0"/>
          </a:p>
          <a:p>
            <a:r>
              <a:rPr lang="en-US" sz="1400" dirty="0" smtClean="0"/>
              <a:t>Problem Statement: </a:t>
            </a:r>
            <a:r>
              <a:rPr lang="en-US" sz="1400" dirty="0"/>
              <a:t>The current </a:t>
            </a:r>
            <a:r>
              <a:rPr lang="en-US" sz="1400" dirty="0" smtClean="0"/>
              <a:t>Small Business Lending service is manual and needs to be conducted in/by a branch. There is no current functionality for a client to apply for a loan online independently. </a:t>
            </a:r>
            <a:endParaRPr lang="en-CA" sz="1400" dirty="0"/>
          </a:p>
        </p:txBody>
      </p:sp>
    </p:spTree>
    <p:extLst>
      <p:ext uri="{BB962C8B-B14F-4D97-AF65-F5344CB8AC3E}">
        <p14:creationId xmlns:p14="http://schemas.microsoft.com/office/powerpoint/2010/main" val="36686958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 smtClean="0"/>
              <a:t>High Level Benefits</a:t>
            </a:r>
            <a:endParaRPr lang="en-CA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5"/>
          </p:nvPr>
        </p:nvSpPr>
        <p:spPr>
          <a:xfrm>
            <a:off x="406400" y="1190847"/>
            <a:ext cx="8280400" cy="3189066"/>
          </a:xfrm>
        </p:spPr>
        <p:txBody>
          <a:bodyPr/>
          <a:lstStyle/>
          <a:p>
            <a:r>
              <a:rPr lang="en-US" sz="1400" dirty="0"/>
              <a:t>The following high level benefits have been identified</a:t>
            </a:r>
            <a:r>
              <a:rPr lang="en-US" sz="1400" dirty="0" smtClean="0"/>
              <a:t>:</a:t>
            </a:r>
          </a:p>
          <a:p>
            <a:endParaRPr lang="en-US" sz="14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CA" sz="1400" dirty="0" smtClean="0">
                <a:solidFill>
                  <a:schemeClr val="tx1"/>
                </a:solidFill>
              </a:rPr>
              <a:t>Providing our clients value proposition in acquiring small loan business capital (&lt;250k)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 smtClean="0">
                <a:solidFill>
                  <a:schemeClr val="tx1"/>
                </a:solidFill>
              </a:rPr>
              <a:t>Additional benefits will be defined once the lending partner is chosen</a:t>
            </a:r>
            <a:endParaRPr lang="en-CA" sz="1400" dirty="0" smtClean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154505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/>
          <p:cNvSpPr>
            <a:spLocks noGrp="1"/>
          </p:cNvSpPr>
          <p:nvPr>
            <p:ph type="body" sz="quarter" idx="13"/>
          </p:nvPr>
        </p:nvSpPr>
        <p:spPr>
          <a:xfrm>
            <a:off x="4765993" y="307098"/>
            <a:ext cx="4378007" cy="4680458"/>
          </a:xfrm>
        </p:spPr>
        <p:txBody>
          <a:bodyPr/>
          <a:lstStyle/>
          <a:p>
            <a:pPr marL="0" indent="0">
              <a:buNone/>
            </a:pPr>
            <a:r>
              <a:rPr lang="en-US" sz="1400" dirty="0"/>
              <a:t>The scope of the </a:t>
            </a:r>
            <a:r>
              <a:rPr lang="en-US" sz="1400" dirty="0" smtClean="0"/>
              <a:t>Small Business Lending project will be to integrate the selected loan partner into the DCO and Digital Banking streams. This will entail:</a:t>
            </a:r>
          </a:p>
          <a:p>
            <a:pPr marL="285750" indent="-285750"/>
            <a:r>
              <a:rPr lang="en-CA" sz="1400" dirty="0" smtClean="0"/>
              <a:t>It is expected that the lending </a:t>
            </a:r>
            <a:r>
              <a:rPr lang="en-CA" sz="1400" dirty="0"/>
              <a:t>partner will have responsibility for setup and adjudication of the SB </a:t>
            </a:r>
            <a:r>
              <a:rPr lang="en-CA" sz="1400" dirty="0" smtClean="0"/>
              <a:t>client (To be confirmed in RFP selection).</a:t>
            </a:r>
            <a:r>
              <a:rPr lang="en-CA" sz="1400" dirty="0"/>
              <a:t>  A redirect will be provided to the lending partner from the SB DCO application flow, which may include passing of some client data and </a:t>
            </a:r>
            <a:r>
              <a:rPr lang="en-CA" sz="1400" dirty="0" smtClean="0"/>
              <a:t>information </a:t>
            </a:r>
            <a:r>
              <a:rPr lang="en-CA" sz="1400" dirty="0"/>
              <a:t>(dependent on partner capabilities</a:t>
            </a:r>
            <a:r>
              <a:rPr lang="en-CA" sz="1400" dirty="0" smtClean="0"/>
              <a:t>)</a:t>
            </a:r>
            <a:r>
              <a:rPr lang="en-US" sz="1400" dirty="0" smtClean="0"/>
              <a:t>;</a:t>
            </a:r>
          </a:p>
          <a:p>
            <a:pPr marL="285750" indent="-285750"/>
            <a:r>
              <a:rPr lang="en-US" sz="1400" dirty="0"/>
              <a:t>Integration of the loan partner into the </a:t>
            </a:r>
            <a:r>
              <a:rPr lang="en-US" sz="1400" dirty="0" smtClean="0"/>
              <a:t>Digital Banking </a:t>
            </a:r>
            <a:r>
              <a:rPr lang="en-US" sz="1400" dirty="0"/>
              <a:t>stream to provide clients the ability </a:t>
            </a:r>
            <a:r>
              <a:rPr lang="en-US" sz="1400" dirty="0" smtClean="0"/>
              <a:t>to view attributes relating to their loan e.g. loan amount, balance, payment, etc.;</a:t>
            </a:r>
            <a:endParaRPr lang="en-US" sz="1400" dirty="0"/>
          </a:p>
          <a:p>
            <a:pPr marL="285750" indent="-285750"/>
            <a:r>
              <a:rPr lang="en-US" sz="1400" dirty="0" smtClean="0"/>
              <a:t>Requirements Definition;</a:t>
            </a:r>
          </a:p>
          <a:p>
            <a:pPr marL="285750" indent="-285750"/>
            <a:r>
              <a:rPr lang="en-US" sz="1400" dirty="0" smtClean="0"/>
              <a:t>Solution design;</a:t>
            </a:r>
          </a:p>
          <a:p>
            <a:pPr marL="285750" indent="-285750"/>
            <a:r>
              <a:rPr lang="en-US" sz="1400" dirty="0" smtClean="0"/>
              <a:t>Development including APIs to integrate into the Infinity platform and T24 as required;</a:t>
            </a:r>
            <a:endParaRPr lang="en-US" sz="1400" dirty="0"/>
          </a:p>
          <a:p>
            <a:pPr marL="285750" indent="-285750"/>
            <a:r>
              <a:rPr lang="en-US" sz="1400" dirty="0" smtClean="0"/>
              <a:t>Testing</a:t>
            </a:r>
          </a:p>
          <a:p>
            <a:pPr marL="285750" indent="-285750"/>
            <a:r>
              <a:rPr lang="en-US" sz="1400" dirty="0" smtClean="0"/>
              <a:t>Training</a:t>
            </a:r>
            <a:endParaRPr lang="en-US" sz="1400" dirty="0"/>
          </a:p>
          <a:p>
            <a:pPr marL="285750" indent="-285750"/>
            <a:r>
              <a:rPr lang="en-US" sz="1400" dirty="0"/>
              <a:t>Deployment</a:t>
            </a:r>
          </a:p>
          <a:p>
            <a:endParaRPr lang="en-CA" sz="1400" dirty="0"/>
          </a:p>
        </p:txBody>
      </p:sp>
      <p:sp>
        <p:nvSpPr>
          <p:cNvPr id="2" name="Text Placeholder 1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 smtClean="0"/>
              <a:t>Project Scope Overview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5133277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 smtClean="0"/>
              <a:t>Measures of Success</a:t>
            </a:r>
            <a:endParaRPr lang="en-CA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5"/>
          </p:nvPr>
        </p:nvSpPr>
        <p:spPr>
          <a:xfrm>
            <a:off x="406203" y="1350963"/>
            <a:ext cx="8280400" cy="2899568"/>
          </a:xfrm>
        </p:spPr>
        <p:txBody>
          <a:bodyPr/>
          <a:lstStyle/>
          <a:p>
            <a:pPr>
              <a:spcBef>
                <a:spcPts val="0"/>
              </a:spcBef>
            </a:pPr>
            <a:r>
              <a:rPr lang="en-CA" b="1" u="sng" dirty="0"/>
              <a:t>Scope</a:t>
            </a:r>
            <a:endParaRPr lang="en-CA" u="sng" dirty="0"/>
          </a:p>
          <a:p>
            <a:pPr lvl="0">
              <a:spcBef>
                <a:spcPts val="0"/>
              </a:spcBef>
            </a:pPr>
            <a:r>
              <a:rPr lang="en-CA" dirty="0"/>
              <a:t>The scope of the project aligns to the Project </a:t>
            </a:r>
            <a:r>
              <a:rPr lang="en-CA" dirty="0" smtClean="0"/>
              <a:t>Statement </a:t>
            </a:r>
            <a:r>
              <a:rPr lang="en-CA" dirty="0"/>
              <a:t>and managed within the PMO </a:t>
            </a:r>
            <a:r>
              <a:rPr lang="en-CA" dirty="0" smtClean="0"/>
              <a:t>framework.</a:t>
            </a:r>
          </a:p>
          <a:p>
            <a:pPr>
              <a:spcBef>
                <a:spcPts val="0"/>
              </a:spcBef>
            </a:pPr>
            <a:r>
              <a:rPr lang="en-CA" dirty="0" smtClean="0"/>
              <a:t> </a:t>
            </a:r>
          </a:p>
          <a:p>
            <a:pPr>
              <a:spcBef>
                <a:spcPts val="0"/>
              </a:spcBef>
            </a:pPr>
            <a:r>
              <a:rPr lang="en-CA" b="1" u="sng" dirty="0" smtClean="0"/>
              <a:t>Time</a:t>
            </a:r>
            <a:endParaRPr lang="en-CA" u="sng" dirty="0" smtClean="0"/>
          </a:p>
          <a:p>
            <a:pPr lvl="0">
              <a:spcBef>
                <a:spcPts val="0"/>
              </a:spcBef>
            </a:pPr>
            <a:r>
              <a:rPr lang="en-CA" dirty="0" smtClean="0"/>
              <a:t>Delivery </a:t>
            </a:r>
            <a:r>
              <a:rPr lang="en-CA" dirty="0"/>
              <a:t>of the project within the planned schedule</a:t>
            </a:r>
            <a:r>
              <a:rPr lang="en-CA" dirty="0" smtClean="0"/>
              <a:t>.</a:t>
            </a:r>
          </a:p>
          <a:p>
            <a:pPr lvl="0">
              <a:spcBef>
                <a:spcPts val="0"/>
              </a:spcBef>
            </a:pPr>
            <a:endParaRPr lang="en-CA" sz="1000" dirty="0"/>
          </a:p>
          <a:p>
            <a:pPr>
              <a:spcBef>
                <a:spcPts val="0"/>
              </a:spcBef>
            </a:pPr>
            <a:r>
              <a:rPr lang="en-CA" b="1" u="sng" dirty="0" smtClean="0"/>
              <a:t>Budget</a:t>
            </a:r>
            <a:endParaRPr lang="en-CA" u="sng" dirty="0"/>
          </a:p>
          <a:p>
            <a:pPr lvl="0">
              <a:spcBef>
                <a:spcPts val="0"/>
              </a:spcBef>
            </a:pPr>
            <a:r>
              <a:rPr lang="en-CA" dirty="0"/>
              <a:t>The project is completed within </a:t>
            </a:r>
            <a:r>
              <a:rPr lang="en-CA" dirty="0" smtClean="0"/>
              <a:t>budget.</a:t>
            </a:r>
            <a:endParaRPr lang="en-CA" b="1" dirty="0" smtClean="0"/>
          </a:p>
          <a:p>
            <a:pPr>
              <a:spcBef>
                <a:spcPts val="0"/>
              </a:spcBef>
            </a:pPr>
            <a:r>
              <a:rPr lang="en-CA" b="1" u="sng" dirty="0" smtClean="0"/>
              <a:t>Quality</a:t>
            </a:r>
            <a:endParaRPr lang="en-CA" u="sng" dirty="0" smtClean="0"/>
          </a:p>
          <a:p>
            <a:pPr lvl="0">
              <a:spcBef>
                <a:spcPts val="0"/>
              </a:spcBef>
            </a:pPr>
            <a:r>
              <a:rPr lang="en-CA" dirty="0" smtClean="0"/>
              <a:t>The </a:t>
            </a:r>
            <a:r>
              <a:rPr lang="en-CA" dirty="0"/>
              <a:t>s</a:t>
            </a:r>
            <a:r>
              <a:rPr lang="en-CA" dirty="0" smtClean="0"/>
              <a:t>mall business lending service is implemented per the agreed to requirements.</a:t>
            </a:r>
            <a:endParaRPr lang="en-CA" sz="1000" dirty="0"/>
          </a:p>
          <a:p>
            <a:pPr lvl="0">
              <a:spcBef>
                <a:spcPts val="0"/>
              </a:spcBef>
            </a:pPr>
            <a:endParaRPr lang="en-US" sz="1000" b="1" u="sng" dirty="0"/>
          </a:p>
          <a:p>
            <a:pPr lvl="0">
              <a:spcBef>
                <a:spcPts val="0"/>
              </a:spcBef>
            </a:pPr>
            <a:endParaRPr lang="en-US" b="1" u="sng" dirty="0" smtClean="0"/>
          </a:p>
          <a:p>
            <a:r>
              <a:rPr lang="en-US" b="1" u="sng" dirty="0" smtClean="0"/>
              <a:t>Benefits</a:t>
            </a:r>
          </a:p>
          <a:p>
            <a:r>
              <a:rPr lang="en-US" dirty="0" smtClean="0"/>
              <a:t>Achieve the benefits identified in the Project Statement.</a:t>
            </a:r>
            <a:endParaRPr lang="en-CA" dirty="0"/>
          </a:p>
          <a:p>
            <a:r>
              <a:rPr lang="en-US" dirty="0" smtClean="0"/>
              <a:t>Success rate with clients utilizing new Partner platform.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1499351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3"/>
          </p:nvPr>
        </p:nvSpPr>
        <p:spPr>
          <a:xfrm>
            <a:off x="4212391" y="1074889"/>
            <a:ext cx="4931609" cy="4068611"/>
          </a:xfrm>
        </p:spPr>
        <p:txBody>
          <a:bodyPr/>
          <a:lstStyle/>
          <a:p>
            <a:pPr marL="0" indent="0">
              <a:buNone/>
            </a:pPr>
            <a:r>
              <a:rPr lang="en-US" sz="1400" dirty="0" smtClean="0"/>
              <a:t>Constraints</a:t>
            </a:r>
          </a:p>
          <a:p>
            <a:r>
              <a:rPr lang="en-US" sz="1400" dirty="0" smtClean="0"/>
              <a:t>To be implemented with the Small Business DCO and small Business Digital Banking.</a:t>
            </a:r>
          </a:p>
          <a:p>
            <a:endParaRPr lang="en-US" sz="1400" dirty="0" smtClean="0"/>
          </a:p>
          <a:p>
            <a:pPr marL="0" indent="0">
              <a:buNone/>
            </a:pPr>
            <a:r>
              <a:rPr lang="en-US" sz="1400" dirty="0" smtClean="0"/>
              <a:t>Dependencies</a:t>
            </a:r>
          </a:p>
          <a:p>
            <a:pPr lvl="0"/>
            <a:r>
              <a:rPr lang="en-CA" sz="1400" dirty="0"/>
              <a:t>Digital </a:t>
            </a:r>
            <a:r>
              <a:rPr lang="en-CA" sz="1400" dirty="0" smtClean="0"/>
              <a:t>Banking </a:t>
            </a:r>
            <a:r>
              <a:rPr lang="en-CA" sz="1400" dirty="0"/>
              <a:t>Project for Small </a:t>
            </a:r>
            <a:r>
              <a:rPr lang="en-CA" sz="1400" dirty="0" smtClean="0"/>
              <a:t>Business; and</a:t>
            </a:r>
            <a:endParaRPr lang="en-CA" sz="1400" dirty="0"/>
          </a:p>
          <a:p>
            <a:pPr lvl="0"/>
            <a:r>
              <a:rPr lang="en-CA" sz="1400" dirty="0" smtClean="0"/>
              <a:t>Digital Client Onboarding project for Small Business.</a:t>
            </a:r>
            <a:endParaRPr lang="en-CA" sz="14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2"/>
          </p:nvPr>
        </p:nvSpPr>
        <p:spPr>
          <a:xfrm>
            <a:off x="406203" y="399966"/>
            <a:ext cx="3342837" cy="1009734"/>
          </a:xfrm>
        </p:spPr>
        <p:txBody>
          <a:bodyPr/>
          <a:lstStyle/>
          <a:p>
            <a:r>
              <a:rPr lang="en-US" dirty="0" smtClean="0"/>
              <a:t>Constraints/</a:t>
            </a:r>
          </a:p>
          <a:p>
            <a:r>
              <a:rPr lang="en-US" dirty="0" smtClean="0"/>
              <a:t>Dependencies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3012985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2"/>
          </p:nvPr>
        </p:nvSpPr>
        <p:spPr>
          <a:xfrm>
            <a:off x="443514" y="282827"/>
            <a:ext cx="8280401" cy="397483"/>
          </a:xfrm>
        </p:spPr>
        <p:txBody>
          <a:bodyPr/>
          <a:lstStyle/>
          <a:p>
            <a:r>
              <a:rPr lang="en-US" dirty="0" smtClean="0"/>
              <a:t>Risks/Assumptions</a:t>
            </a:r>
            <a:endParaRPr lang="en-CA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44385889"/>
              </p:ext>
            </p:extLst>
          </p:nvPr>
        </p:nvGraphicFramePr>
        <p:xfrm>
          <a:off x="368889" y="966060"/>
          <a:ext cx="8355026" cy="3175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77513">
                  <a:extLst>
                    <a:ext uri="{9D8B030D-6E8A-4147-A177-3AD203B41FA5}">
                      <a16:colId xmlns:a16="http://schemas.microsoft.com/office/drawing/2014/main" val="3233878785"/>
                    </a:ext>
                  </a:extLst>
                </a:gridCol>
                <a:gridCol w="4177513">
                  <a:extLst>
                    <a:ext uri="{9D8B030D-6E8A-4147-A177-3AD203B41FA5}">
                      <a16:colId xmlns:a16="http://schemas.microsoft.com/office/drawing/2014/main" val="154212561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RISKS</a:t>
                      </a:r>
                      <a:endParaRPr lang="en-CA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MITIGATION STRATEGY</a:t>
                      </a:r>
                      <a:endParaRPr lang="en-CA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87937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Solution does not meet business needs</a:t>
                      </a:r>
                      <a:endParaRPr lang="en-CA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aseline="0" dirty="0" smtClean="0"/>
                        <a:t>Define business requirements and assess against product.</a:t>
                      </a:r>
                      <a:endParaRPr lang="en-CA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8885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Inadequate testing due to complexities and dependencies of systems</a:t>
                      </a:r>
                      <a:endParaRPr lang="en-CA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Establish a formal test plan with dedicated test lead to facilitate each of the testing cycles.</a:t>
                      </a:r>
                      <a:endParaRPr lang="en-CA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382012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Application may not function as expected</a:t>
                      </a:r>
                      <a:endParaRPr lang="en-CA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Testing will be performed on applications to ensure they function as expected. Any issues identified will be addressed prior to deployment.</a:t>
                      </a:r>
                      <a:endParaRPr lang="en-CA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56188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Resource Constraints with same team members on DCO and Digital Banking.</a:t>
                      </a:r>
                      <a:endParaRPr lang="en-CA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Will work</a:t>
                      </a:r>
                      <a:r>
                        <a:rPr lang="en-US" sz="1400" baseline="0" dirty="0" smtClean="0"/>
                        <a:t> with the schedule to align resources as best as possible to minimize project impacts. </a:t>
                      </a:r>
                      <a:endParaRPr lang="en-CA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362090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Fulfilment of lender</a:t>
                      </a:r>
                      <a:r>
                        <a:rPr lang="en-US" sz="1400" baseline="0" dirty="0" smtClean="0"/>
                        <a:t> to provide our clients satisfactory service</a:t>
                      </a:r>
                      <a:endParaRPr lang="en-CA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Put</a:t>
                      </a:r>
                      <a:r>
                        <a:rPr lang="en-US" sz="1400" baseline="0" dirty="0" smtClean="0"/>
                        <a:t> in place SLAs and monitor.</a:t>
                      </a:r>
                      <a:endParaRPr lang="en-CA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8567789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071803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104726" y="883927"/>
            <a:ext cx="2415323" cy="24031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sz="750" dirty="0">
                <a:solidFill>
                  <a:schemeClr val="tx1"/>
                </a:solidFill>
              </a:rPr>
              <a:t>Note: Dates may shift over 2020/21 as the team iterates </a:t>
            </a:r>
            <a:endParaRPr lang="en-CA" sz="750" dirty="0">
              <a:solidFill>
                <a:schemeClr val="tx1"/>
              </a:solidFill>
            </a:endParaRPr>
          </a:p>
        </p:txBody>
      </p:sp>
      <p:sp>
        <p:nvSpPr>
          <p:cNvPr id="484" name="Rounded Rectangle 483"/>
          <p:cNvSpPr/>
          <p:nvPr/>
        </p:nvSpPr>
        <p:spPr>
          <a:xfrm>
            <a:off x="429491" y="2962751"/>
            <a:ext cx="8617527" cy="1753182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750" dirty="0"/>
          </a:p>
        </p:txBody>
      </p:sp>
      <p:sp>
        <p:nvSpPr>
          <p:cNvPr id="2371" name="Rounded Rectangle 2370"/>
          <p:cNvSpPr/>
          <p:nvPr/>
        </p:nvSpPr>
        <p:spPr>
          <a:xfrm>
            <a:off x="429492" y="1308411"/>
            <a:ext cx="8617526" cy="156825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750" dirty="0"/>
          </a:p>
        </p:txBody>
      </p:sp>
      <p:cxnSp>
        <p:nvCxnSpPr>
          <p:cNvPr id="2295" name="OTLSHAPE_M_01b12018c08241e6b94de0ca476d9e6b_Connector1"/>
          <p:cNvCxnSpPr/>
          <p:nvPr>
            <p:custDataLst>
              <p:tags r:id="rId2"/>
            </p:custDataLst>
          </p:nvPr>
        </p:nvCxnSpPr>
        <p:spPr>
          <a:xfrm>
            <a:off x="6533132" y="3342739"/>
            <a:ext cx="0" cy="411449"/>
          </a:xfrm>
          <a:prstGeom prst="line">
            <a:avLst/>
          </a:prstGeom>
          <a:ln w="9525" cap="flat" cmpd="sng" algn="ctr">
            <a:solidFill>
              <a:srgbClr val="44546A">
                <a:alpha val="49804"/>
              </a:srgb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Text Placeholder 2"/>
          <p:cNvSpPr txBox="1">
            <a:spLocks/>
          </p:cNvSpPr>
          <p:nvPr/>
        </p:nvSpPr>
        <p:spPr>
          <a:xfrm>
            <a:off x="462223" y="44031"/>
            <a:ext cx="8280401" cy="397483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700" spc="-100" dirty="0">
                <a:solidFill>
                  <a:srgbClr val="0097A9"/>
                </a:solidFill>
                <a:cs typeface="Arial" panose="020B0604020202020204" pitchFamily="34" charset="0"/>
              </a:rPr>
              <a:t>Digital Program – Roadmap Summary</a:t>
            </a:r>
            <a:endParaRPr lang="en-CA" sz="2700" spc="-100" dirty="0">
              <a:solidFill>
                <a:srgbClr val="0097A9"/>
              </a:solidFill>
              <a:cs typeface="Arial" panose="020B0604020202020204" pitchFamily="34" charset="0"/>
            </a:endParaRPr>
          </a:p>
        </p:txBody>
      </p:sp>
      <p:sp>
        <p:nvSpPr>
          <p:cNvPr id="2276" name="OTLSHAPE_TB_00000000000000000000000000000000_LeftEndCaps" hidden="1"/>
          <p:cNvSpPr txBox="1"/>
          <p:nvPr>
            <p:custDataLst>
              <p:tags r:id="rId3"/>
            </p:custDataLst>
          </p:nvPr>
        </p:nvSpPr>
        <p:spPr>
          <a:xfrm>
            <a:off x="190382" y="926931"/>
            <a:ext cx="352662" cy="207749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spAutoFit/>
          </a:bodyPr>
          <a:lstStyle/>
          <a:p>
            <a:pPr algn="ctr"/>
            <a:r>
              <a:rPr lang="en-CA" sz="1350" b="1" dirty="0">
                <a:solidFill>
                  <a:srgbClr val="ED7D31"/>
                </a:solidFill>
                <a:latin typeface="Calibri" panose="020F0502020204030204" pitchFamily="34" charset="0"/>
              </a:rPr>
              <a:t>2019</a:t>
            </a:r>
          </a:p>
        </p:txBody>
      </p:sp>
      <p:sp>
        <p:nvSpPr>
          <p:cNvPr id="2277" name="OTLSHAPE_TB_00000000000000000000000000000000_RightEndCaps" hidden="1"/>
          <p:cNvSpPr txBox="1"/>
          <p:nvPr>
            <p:custDataLst>
              <p:tags r:id="rId4"/>
            </p:custDataLst>
          </p:nvPr>
        </p:nvSpPr>
        <p:spPr>
          <a:xfrm>
            <a:off x="8605782" y="926931"/>
            <a:ext cx="352662" cy="207749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spAutoFit/>
          </a:bodyPr>
          <a:lstStyle/>
          <a:p>
            <a:pPr algn="ctr"/>
            <a:r>
              <a:rPr lang="en-CA" sz="1350" b="1" dirty="0">
                <a:solidFill>
                  <a:srgbClr val="ED7D31"/>
                </a:solidFill>
                <a:latin typeface="Calibri" panose="020F0502020204030204" pitchFamily="34" charset="0"/>
              </a:rPr>
              <a:t>2021</a:t>
            </a:r>
          </a:p>
        </p:txBody>
      </p:sp>
      <p:sp>
        <p:nvSpPr>
          <p:cNvPr id="2278" name="OTLSHAPE_TB_00000000000000000000000000000000_ScaleContainer"/>
          <p:cNvSpPr/>
          <p:nvPr>
            <p:custDataLst>
              <p:tags r:id="rId5"/>
            </p:custDataLst>
          </p:nvPr>
        </p:nvSpPr>
        <p:spPr>
          <a:xfrm>
            <a:off x="633349" y="715418"/>
            <a:ext cx="7886700" cy="190500"/>
          </a:xfrm>
          <a:prstGeom prst="roundRect">
            <a:avLst/>
          </a:prstGeom>
          <a:gradFill flip="none" rotWithShape="1">
            <a:gsLst>
              <a:gs pos="0">
                <a:srgbClr val="2D7175"/>
              </a:gs>
              <a:gs pos="100000">
                <a:srgbClr val="317B7F"/>
              </a:gs>
            </a:gsLst>
            <a:lin ang="5400000" scaled="1"/>
            <a:tileRect/>
          </a:gradFill>
          <a:ln w="25400" cap="flat" cmpd="sng" algn="ctr">
            <a:noFill/>
            <a:prstDash val="solid"/>
          </a:ln>
          <a:effectLst/>
          <a:scene3d>
            <a:camera prst="orthographicFront"/>
            <a:lightRig rig="threePt" dir="t">
              <a:rot lat="0" lon="0" rev="8700000"/>
            </a:lightRig>
          </a:scene3d>
          <a:sp3d>
            <a:bevelT w="165100" h="19050"/>
          </a:sp3d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350" dirty="0"/>
          </a:p>
        </p:txBody>
      </p:sp>
      <p:sp>
        <p:nvSpPr>
          <p:cNvPr id="2279" name="OTLSHAPE_TB_00000000000000000000000000000000_ElapsedTime" hidden="1"/>
          <p:cNvSpPr/>
          <p:nvPr>
            <p:custDataLst>
              <p:tags r:id="rId6"/>
            </p:custDataLst>
          </p:nvPr>
        </p:nvSpPr>
        <p:spPr>
          <a:xfrm>
            <a:off x="0" y="0"/>
            <a:ext cx="0" cy="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350" dirty="0"/>
          </a:p>
        </p:txBody>
      </p:sp>
      <p:sp>
        <p:nvSpPr>
          <p:cNvPr id="2280" name="OTLSHAPE_TB_00000000000000000000000000000000_TodayMarkerShape" hidden="1"/>
          <p:cNvSpPr/>
          <p:nvPr>
            <p:custDataLst>
              <p:tags r:id="rId7"/>
            </p:custDataLst>
          </p:nvPr>
        </p:nvSpPr>
        <p:spPr>
          <a:xfrm>
            <a:off x="1470956" y="1126054"/>
            <a:ext cx="54429" cy="63500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350" dirty="0"/>
          </a:p>
        </p:txBody>
      </p:sp>
      <p:sp>
        <p:nvSpPr>
          <p:cNvPr id="2281" name="OTLSHAPE_TB_00000000000000000000000000000000_TodayMarkerText" hidden="1"/>
          <p:cNvSpPr txBox="1"/>
          <p:nvPr>
            <p:custDataLst>
              <p:tags r:id="rId8"/>
            </p:custDataLst>
          </p:nvPr>
        </p:nvSpPr>
        <p:spPr>
          <a:xfrm>
            <a:off x="1491766" y="1189556"/>
            <a:ext cx="285335" cy="138499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spAutoFit/>
          </a:bodyPr>
          <a:lstStyle/>
          <a:p>
            <a:pPr algn="ctr"/>
            <a:r>
              <a:rPr lang="en-CA" sz="900" dirty="0">
                <a:solidFill>
                  <a:srgbClr val="000000"/>
                </a:solidFill>
                <a:latin typeface="Calibri" panose="020F0502020204030204" pitchFamily="34" charset="0"/>
              </a:rPr>
              <a:t>Today</a:t>
            </a:r>
          </a:p>
        </p:txBody>
      </p:sp>
      <p:sp>
        <p:nvSpPr>
          <p:cNvPr id="2282" name="OTLSHAPE_TB_00000000000000000000000000000000_TimescaleInterval1"/>
          <p:cNvSpPr txBox="1"/>
          <p:nvPr>
            <p:custDataLst>
              <p:tags r:id="rId9"/>
            </p:custDataLst>
          </p:nvPr>
        </p:nvSpPr>
        <p:spPr>
          <a:xfrm>
            <a:off x="680975" y="743993"/>
            <a:ext cx="269593" cy="133350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r>
              <a:rPr lang="en-CA" sz="1350" spc="-28" dirty="0">
                <a:solidFill>
                  <a:schemeClr val="lt1"/>
                </a:solidFill>
                <a:latin typeface="Calibri" panose="020F0502020204030204" pitchFamily="34" charset="0"/>
              </a:rPr>
              <a:t>Nov</a:t>
            </a:r>
          </a:p>
        </p:txBody>
      </p:sp>
      <p:sp>
        <p:nvSpPr>
          <p:cNvPr id="2283" name="OTLSHAPE_TB_00000000000000000000000000000000_TimescaleInterval2"/>
          <p:cNvSpPr txBox="1"/>
          <p:nvPr>
            <p:custDataLst>
              <p:tags r:id="rId10"/>
            </p:custDataLst>
          </p:nvPr>
        </p:nvSpPr>
        <p:spPr>
          <a:xfrm>
            <a:off x="1471297" y="743993"/>
            <a:ext cx="220397" cy="133350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r>
              <a:rPr lang="en-CA" sz="1350" spc="-28" dirty="0">
                <a:solidFill>
                  <a:schemeClr val="lt1"/>
                </a:solidFill>
                <a:latin typeface="Calibri" panose="020F0502020204030204" pitchFamily="34" charset="0"/>
              </a:rPr>
              <a:t>Jan</a:t>
            </a:r>
          </a:p>
        </p:txBody>
      </p:sp>
      <p:sp>
        <p:nvSpPr>
          <p:cNvPr id="2284" name="OTLSHAPE_TB_00000000000000000000000000000000_TimescaleInterval3"/>
          <p:cNvSpPr txBox="1"/>
          <p:nvPr>
            <p:custDataLst>
              <p:tags r:id="rId11"/>
            </p:custDataLst>
          </p:nvPr>
        </p:nvSpPr>
        <p:spPr>
          <a:xfrm>
            <a:off x="2248662" y="743993"/>
            <a:ext cx="290945" cy="133350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r>
              <a:rPr lang="en-CA" sz="1350" spc="-28" dirty="0">
                <a:solidFill>
                  <a:schemeClr val="lt1"/>
                </a:solidFill>
                <a:latin typeface="Calibri" panose="020F0502020204030204" pitchFamily="34" charset="0"/>
              </a:rPr>
              <a:t>Mar</a:t>
            </a:r>
          </a:p>
        </p:txBody>
      </p:sp>
      <p:sp>
        <p:nvSpPr>
          <p:cNvPr id="2285" name="OTLSHAPE_TB_00000000000000000000000000000000_TimescaleInterval4"/>
          <p:cNvSpPr txBox="1"/>
          <p:nvPr>
            <p:custDataLst>
              <p:tags r:id="rId12"/>
            </p:custDataLst>
          </p:nvPr>
        </p:nvSpPr>
        <p:spPr>
          <a:xfrm>
            <a:off x="3038983" y="743993"/>
            <a:ext cx="305757" cy="133350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r>
              <a:rPr lang="en-CA" sz="1350" spc="-28" dirty="0">
                <a:solidFill>
                  <a:schemeClr val="lt1"/>
                </a:solidFill>
                <a:latin typeface="Calibri" panose="020F0502020204030204" pitchFamily="34" charset="0"/>
              </a:rPr>
              <a:t>May</a:t>
            </a:r>
          </a:p>
        </p:txBody>
      </p:sp>
      <p:sp>
        <p:nvSpPr>
          <p:cNvPr id="2286" name="OTLSHAPE_TB_00000000000000000000000000000000_TimescaleInterval5"/>
          <p:cNvSpPr txBox="1"/>
          <p:nvPr>
            <p:custDataLst>
              <p:tags r:id="rId13"/>
            </p:custDataLst>
          </p:nvPr>
        </p:nvSpPr>
        <p:spPr>
          <a:xfrm>
            <a:off x="3829305" y="743993"/>
            <a:ext cx="178847" cy="133350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r>
              <a:rPr lang="en-CA" sz="1350" spc="-28" dirty="0">
                <a:solidFill>
                  <a:schemeClr val="lt1"/>
                </a:solidFill>
                <a:latin typeface="Calibri" panose="020F0502020204030204" pitchFamily="34" charset="0"/>
              </a:rPr>
              <a:t>Jul</a:t>
            </a:r>
          </a:p>
        </p:txBody>
      </p:sp>
      <p:sp>
        <p:nvSpPr>
          <p:cNvPr id="2287" name="OTLSHAPE_TB_00000000000000000000000000000000_TimescaleInterval6"/>
          <p:cNvSpPr txBox="1"/>
          <p:nvPr>
            <p:custDataLst>
              <p:tags r:id="rId14"/>
            </p:custDataLst>
          </p:nvPr>
        </p:nvSpPr>
        <p:spPr>
          <a:xfrm>
            <a:off x="4632583" y="743993"/>
            <a:ext cx="246895" cy="133350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r>
              <a:rPr lang="en-CA" sz="1350" spc="-28" dirty="0">
                <a:solidFill>
                  <a:schemeClr val="lt1"/>
                </a:solidFill>
                <a:latin typeface="Calibri" panose="020F0502020204030204" pitchFamily="34" charset="0"/>
              </a:rPr>
              <a:t>Sep</a:t>
            </a:r>
          </a:p>
        </p:txBody>
      </p:sp>
      <p:sp>
        <p:nvSpPr>
          <p:cNvPr id="2288" name="OTLSHAPE_TB_00000000000000000000000000000000_TimescaleInterval7"/>
          <p:cNvSpPr txBox="1"/>
          <p:nvPr>
            <p:custDataLst>
              <p:tags r:id="rId15"/>
            </p:custDataLst>
          </p:nvPr>
        </p:nvSpPr>
        <p:spPr>
          <a:xfrm>
            <a:off x="5422904" y="743993"/>
            <a:ext cx="269593" cy="133350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r>
              <a:rPr lang="en-CA" sz="1350" spc="-28" dirty="0">
                <a:solidFill>
                  <a:schemeClr val="lt1"/>
                </a:solidFill>
                <a:latin typeface="Calibri" panose="020F0502020204030204" pitchFamily="34" charset="0"/>
              </a:rPr>
              <a:t>Nov</a:t>
            </a:r>
          </a:p>
        </p:txBody>
      </p:sp>
      <p:sp>
        <p:nvSpPr>
          <p:cNvPr id="2289" name="OTLSHAPE_TB_00000000000000000000000000000000_TimescaleInterval8"/>
          <p:cNvSpPr txBox="1"/>
          <p:nvPr>
            <p:custDataLst>
              <p:tags r:id="rId16"/>
            </p:custDataLst>
          </p:nvPr>
        </p:nvSpPr>
        <p:spPr>
          <a:xfrm>
            <a:off x="6213226" y="743993"/>
            <a:ext cx="220397" cy="133350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r>
              <a:rPr lang="en-CA" sz="1350" spc="-28" dirty="0">
                <a:solidFill>
                  <a:schemeClr val="lt1"/>
                </a:solidFill>
                <a:latin typeface="Calibri" panose="020F0502020204030204" pitchFamily="34" charset="0"/>
              </a:rPr>
              <a:t>Jan</a:t>
            </a:r>
          </a:p>
        </p:txBody>
      </p:sp>
      <p:sp>
        <p:nvSpPr>
          <p:cNvPr id="2290" name="OTLSHAPE_TB_00000000000000000000000000000000_TimescaleInterval9"/>
          <p:cNvSpPr txBox="1"/>
          <p:nvPr>
            <p:custDataLst>
              <p:tags r:id="rId17"/>
            </p:custDataLst>
          </p:nvPr>
        </p:nvSpPr>
        <p:spPr>
          <a:xfrm>
            <a:off x="6977635" y="743993"/>
            <a:ext cx="290945" cy="133350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r>
              <a:rPr lang="en-CA" sz="1350" spc="-28" dirty="0">
                <a:solidFill>
                  <a:schemeClr val="lt1"/>
                </a:solidFill>
                <a:latin typeface="Calibri" panose="020F0502020204030204" pitchFamily="34" charset="0"/>
              </a:rPr>
              <a:t>Mar</a:t>
            </a:r>
          </a:p>
        </p:txBody>
      </p:sp>
      <p:sp>
        <p:nvSpPr>
          <p:cNvPr id="2291" name="OTLSHAPE_TB_00000000000000000000000000000000_TimescaleInterval10"/>
          <p:cNvSpPr txBox="1"/>
          <p:nvPr>
            <p:custDataLst>
              <p:tags r:id="rId18"/>
            </p:custDataLst>
          </p:nvPr>
        </p:nvSpPr>
        <p:spPr>
          <a:xfrm>
            <a:off x="7767956" y="743993"/>
            <a:ext cx="305757" cy="133350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r>
              <a:rPr lang="en-CA" sz="1350" spc="-28" dirty="0">
                <a:solidFill>
                  <a:schemeClr val="lt1"/>
                </a:solidFill>
                <a:latin typeface="Calibri" panose="020F0502020204030204" pitchFamily="34" charset="0"/>
              </a:rPr>
              <a:t>May</a:t>
            </a:r>
          </a:p>
        </p:txBody>
      </p:sp>
      <p:sp>
        <p:nvSpPr>
          <p:cNvPr id="2292" name="OTLSHAPE_TB_00000000000000000000000000000000_ScaleMarking1"/>
          <p:cNvSpPr txBox="1"/>
          <p:nvPr>
            <p:custDataLst>
              <p:tags r:id="rId19"/>
            </p:custDataLst>
          </p:nvPr>
        </p:nvSpPr>
        <p:spPr>
          <a:xfrm>
            <a:off x="680975" y="506124"/>
            <a:ext cx="338747" cy="209296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r>
              <a:rPr lang="en-CA" sz="1350" spc="-28" dirty="0">
                <a:solidFill>
                  <a:srgbClr val="2D7175"/>
                </a:solidFill>
                <a:latin typeface="Calibri" panose="020F0502020204030204" pitchFamily="34" charset="0"/>
              </a:rPr>
              <a:t>2019</a:t>
            </a:r>
          </a:p>
        </p:txBody>
      </p:sp>
      <p:sp>
        <p:nvSpPr>
          <p:cNvPr id="2293" name="OTLSHAPE_TB_00000000000000000000000000000000_ScaleMarking2"/>
          <p:cNvSpPr txBox="1"/>
          <p:nvPr>
            <p:custDataLst>
              <p:tags r:id="rId20"/>
            </p:custDataLst>
          </p:nvPr>
        </p:nvSpPr>
        <p:spPr>
          <a:xfrm>
            <a:off x="1471296" y="506124"/>
            <a:ext cx="338747" cy="209296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r>
              <a:rPr lang="en-CA" sz="1350" spc="-28" dirty="0">
                <a:solidFill>
                  <a:srgbClr val="2D7175"/>
                </a:solidFill>
                <a:latin typeface="Calibri" panose="020F0502020204030204" pitchFamily="34" charset="0"/>
              </a:rPr>
              <a:t>2020</a:t>
            </a:r>
          </a:p>
        </p:txBody>
      </p:sp>
      <p:sp>
        <p:nvSpPr>
          <p:cNvPr id="2294" name="OTLSHAPE_TB_00000000000000000000000000000000_ScaleMarking3"/>
          <p:cNvSpPr txBox="1"/>
          <p:nvPr>
            <p:custDataLst>
              <p:tags r:id="rId21"/>
            </p:custDataLst>
          </p:nvPr>
        </p:nvSpPr>
        <p:spPr>
          <a:xfrm>
            <a:off x="6213225" y="506124"/>
            <a:ext cx="338747" cy="209296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r>
              <a:rPr lang="en-CA" sz="1350" spc="-28" dirty="0">
                <a:solidFill>
                  <a:srgbClr val="2D7175"/>
                </a:solidFill>
                <a:latin typeface="Calibri" panose="020F0502020204030204" pitchFamily="34" charset="0"/>
              </a:rPr>
              <a:t>2021</a:t>
            </a:r>
          </a:p>
        </p:txBody>
      </p:sp>
      <p:sp>
        <p:nvSpPr>
          <p:cNvPr id="2296" name="OTLSHAPE_M_01b12018c08241e6b94de0ca476d9e6b_Title"/>
          <p:cNvSpPr txBox="1"/>
          <p:nvPr>
            <p:custDataLst>
              <p:tags r:id="rId22"/>
            </p:custDataLst>
          </p:nvPr>
        </p:nvSpPr>
        <p:spPr>
          <a:xfrm>
            <a:off x="6741095" y="3220216"/>
            <a:ext cx="2371725" cy="372047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noAutofit/>
          </a:bodyPr>
          <a:lstStyle/>
          <a:p>
            <a:r>
              <a:rPr lang="en-US" sz="750" dirty="0">
                <a:solidFill>
                  <a:srgbClr val="000000"/>
                </a:solidFill>
                <a:latin typeface="Calibri" panose="020F0502020204030204" pitchFamily="34" charset="0"/>
              </a:rPr>
              <a:t>Small Business Banking Launch </a:t>
            </a:r>
          </a:p>
          <a:p>
            <a:r>
              <a:rPr lang="en-US" sz="750" dirty="0">
                <a:solidFill>
                  <a:srgbClr val="000000"/>
                </a:solidFill>
                <a:latin typeface="Calibri" panose="020F0502020204030204" pitchFamily="34" charset="0"/>
              </a:rPr>
              <a:t>(Initial Focused Launch)</a:t>
            </a:r>
            <a:endParaRPr lang="en-CA" sz="750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sp>
        <p:nvSpPr>
          <p:cNvPr id="2297" name="OTLSHAPE_M_01b12018c08241e6b94de0ca476d9e6b_Date" hidden="1"/>
          <p:cNvSpPr txBox="1"/>
          <p:nvPr>
            <p:custDataLst>
              <p:tags r:id="rId23"/>
            </p:custDataLst>
          </p:nvPr>
        </p:nvSpPr>
        <p:spPr>
          <a:xfrm>
            <a:off x="6741095" y="792680"/>
            <a:ext cx="0" cy="577081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CA" sz="750" dirty="0">
                <a:solidFill>
                  <a:srgbClr val="44546A"/>
                </a:solidFill>
                <a:latin typeface="Calibri" panose="020F0502020204030204" pitchFamily="34" charset="0"/>
              </a:rPr>
              <a:t>Jan 29</a:t>
            </a:r>
          </a:p>
        </p:txBody>
      </p:sp>
      <p:sp>
        <p:nvSpPr>
          <p:cNvPr id="2300" name="OTLSHAPE_T_e32a174009c141dc9a6e62a96dcf677c_ShapePercentage" hidden="1"/>
          <p:cNvSpPr/>
          <p:nvPr>
            <p:custDataLst>
              <p:tags r:id="rId24"/>
            </p:custDataLst>
          </p:nvPr>
        </p:nvSpPr>
        <p:spPr>
          <a:xfrm>
            <a:off x="853603" y="1515706"/>
            <a:ext cx="0" cy="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350" dirty="0"/>
          </a:p>
        </p:txBody>
      </p:sp>
      <p:sp>
        <p:nvSpPr>
          <p:cNvPr id="2301" name="OTLSHAPE_T_e32a174009c141dc9a6e62a96dcf677c_Duration" hidden="1"/>
          <p:cNvSpPr txBox="1"/>
          <p:nvPr>
            <p:custDataLst>
              <p:tags r:id="rId25"/>
            </p:custDataLst>
          </p:nvPr>
        </p:nvSpPr>
        <p:spPr>
          <a:xfrm>
            <a:off x="1" y="1278881"/>
            <a:ext cx="295275" cy="115416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CA" sz="750" dirty="0">
                <a:solidFill>
                  <a:srgbClr val="ED7D31"/>
                </a:solidFill>
                <a:latin typeface="Calibri" panose="020F0502020204030204" pitchFamily="34" charset="0"/>
              </a:rPr>
              <a:t>75 days</a:t>
            </a:r>
          </a:p>
        </p:txBody>
      </p:sp>
      <p:sp>
        <p:nvSpPr>
          <p:cNvPr id="2302" name="OTLSHAPE_T_e32a174009c141dc9a6e62a96dcf677c_TextPercentage" hidden="1"/>
          <p:cNvSpPr txBox="1"/>
          <p:nvPr>
            <p:custDataLst>
              <p:tags r:id="rId26"/>
            </p:custDataLst>
          </p:nvPr>
        </p:nvSpPr>
        <p:spPr>
          <a:xfrm>
            <a:off x="0" y="1394723"/>
            <a:ext cx="0" cy="115416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endParaRPr lang="en-CA" sz="750" dirty="0">
              <a:solidFill>
                <a:srgbClr val="C0504D"/>
              </a:solidFill>
              <a:latin typeface="Calibri" panose="020F0502020204030204" pitchFamily="34" charset="0"/>
            </a:endParaRPr>
          </a:p>
        </p:txBody>
      </p:sp>
      <p:sp>
        <p:nvSpPr>
          <p:cNvPr id="2303" name="OTLSHAPE_T_e32a174009c141dc9a6e62a96dcf677c_JoinedDate" hidden="1"/>
          <p:cNvSpPr txBox="1"/>
          <p:nvPr>
            <p:custDataLst>
              <p:tags r:id="rId27"/>
            </p:custDataLst>
          </p:nvPr>
        </p:nvSpPr>
        <p:spPr>
          <a:xfrm>
            <a:off x="0" y="1394724"/>
            <a:ext cx="0" cy="150041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endParaRPr lang="en-CA" sz="975" dirty="0">
              <a:solidFill>
                <a:srgbClr val="44546A"/>
              </a:solidFill>
              <a:latin typeface="Calibri" panose="020F0502020204030204" pitchFamily="34" charset="0"/>
            </a:endParaRPr>
          </a:p>
        </p:txBody>
      </p:sp>
      <p:sp>
        <p:nvSpPr>
          <p:cNvPr id="2305" name="OTLSHAPE_T_e32a174009c141dc9a6e62a96dcf677c_Title"/>
          <p:cNvSpPr txBox="1"/>
          <p:nvPr>
            <p:custDataLst>
              <p:tags r:id="rId28"/>
            </p:custDataLst>
          </p:nvPr>
        </p:nvSpPr>
        <p:spPr>
          <a:xfrm>
            <a:off x="853604" y="939785"/>
            <a:ext cx="2924175" cy="209296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noAutofit/>
          </a:bodyPr>
          <a:lstStyle/>
          <a:p>
            <a:endParaRPr lang="en-CA" sz="750" b="1" spc="-3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sp>
        <p:nvSpPr>
          <p:cNvPr id="2307" name="OTLSHAPE_T_da3f1c3adf114f3bb18df83aad2c89d2_Shape"/>
          <p:cNvSpPr/>
          <p:nvPr>
            <p:custDataLst>
              <p:tags r:id="rId29"/>
            </p:custDataLst>
          </p:nvPr>
        </p:nvSpPr>
        <p:spPr>
          <a:xfrm>
            <a:off x="1125680" y="1538113"/>
            <a:ext cx="2527255" cy="94500"/>
          </a:xfrm>
          <a:prstGeom prst="roundRect">
            <a:avLst/>
          </a:prstGeom>
          <a:solidFill>
            <a:schemeClr val="bg1">
              <a:lumMod val="50000"/>
            </a:schemeClr>
          </a:solidFill>
          <a:ln w="25400" cap="flat" cmpd="sng" algn="ctr">
            <a:noFill/>
            <a:prstDash val="solid"/>
          </a:ln>
          <a:effectLst/>
          <a:scene3d>
            <a:camera prst="orthographicFront"/>
            <a:lightRig rig="balanced" dir="t">
              <a:rot lat="0" lon="0" rev="8700000"/>
            </a:lightRig>
          </a:scene3d>
          <a:sp3d>
            <a:bevelT w="165100" h="12700"/>
          </a:sp3d>
          <a:extLst>
            <a:ext uri="{53640926-AAD7-44D8-BBD7-CCE9431645EC}">
              <a14:shadowObscured xmlns:a14="http://schemas.microsoft.com/office/drawing/2010/main" val="1"/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750" dirty="0"/>
          </a:p>
        </p:txBody>
      </p:sp>
      <p:sp>
        <p:nvSpPr>
          <p:cNvPr id="2308" name="OTLSHAPE_T_da3f1c3adf114f3bb18df83aad2c89d2_ShapePercentage" hidden="1"/>
          <p:cNvSpPr/>
          <p:nvPr>
            <p:custDataLst>
              <p:tags r:id="rId30"/>
            </p:custDataLst>
          </p:nvPr>
        </p:nvSpPr>
        <p:spPr>
          <a:xfrm>
            <a:off x="1125680" y="1876783"/>
            <a:ext cx="0" cy="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350" dirty="0"/>
          </a:p>
        </p:txBody>
      </p:sp>
      <p:sp>
        <p:nvSpPr>
          <p:cNvPr id="2309" name="OTLSHAPE_T_da3f1c3adf114f3bb18df83aad2c89d2_Duration" hidden="1"/>
          <p:cNvSpPr txBox="1"/>
          <p:nvPr>
            <p:custDataLst>
              <p:tags r:id="rId31"/>
            </p:custDataLst>
          </p:nvPr>
        </p:nvSpPr>
        <p:spPr>
          <a:xfrm>
            <a:off x="0" y="1667913"/>
            <a:ext cx="342900" cy="115416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CA" sz="750" dirty="0">
                <a:solidFill>
                  <a:srgbClr val="ED7D31"/>
                </a:solidFill>
                <a:latin typeface="Calibri" panose="020F0502020204030204" pitchFamily="34" charset="0"/>
              </a:rPr>
              <a:t>116 days</a:t>
            </a:r>
          </a:p>
        </p:txBody>
      </p:sp>
      <p:sp>
        <p:nvSpPr>
          <p:cNvPr id="2310" name="OTLSHAPE_T_da3f1c3adf114f3bb18df83aad2c89d2_TextPercentage" hidden="1"/>
          <p:cNvSpPr txBox="1"/>
          <p:nvPr>
            <p:custDataLst>
              <p:tags r:id="rId32"/>
            </p:custDataLst>
          </p:nvPr>
        </p:nvSpPr>
        <p:spPr>
          <a:xfrm>
            <a:off x="0" y="1783755"/>
            <a:ext cx="0" cy="115416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endParaRPr lang="en-CA" sz="750" dirty="0">
              <a:solidFill>
                <a:srgbClr val="C0504D"/>
              </a:solidFill>
              <a:latin typeface="Calibri" panose="020F0502020204030204" pitchFamily="34" charset="0"/>
            </a:endParaRPr>
          </a:p>
        </p:txBody>
      </p:sp>
      <p:sp>
        <p:nvSpPr>
          <p:cNvPr id="2311" name="OTLSHAPE_T_da3f1c3adf114f3bb18df83aad2c89d2_JoinedDate" hidden="1"/>
          <p:cNvSpPr txBox="1"/>
          <p:nvPr>
            <p:custDataLst>
              <p:tags r:id="rId33"/>
            </p:custDataLst>
          </p:nvPr>
        </p:nvSpPr>
        <p:spPr>
          <a:xfrm>
            <a:off x="0" y="1783756"/>
            <a:ext cx="0" cy="150041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endParaRPr lang="en-CA" sz="975" dirty="0">
              <a:solidFill>
                <a:srgbClr val="44546A"/>
              </a:solidFill>
              <a:latin typeface="Calibri" panose="020F0502020204030204" pitchFamily="34" charset="0"/>
            </a:endParaRPr>
          </a:p>
        </p:txBody>
      </p:sp>
      <p:sp>
        <p:nvSpPr>
          <p:cNvPr id="2312" name="OTLSHAPE_T_da3f1c3adf114f3bb18df83aad2c89d2_StartDate"/>
          <p:cNvSpPr txBox="1"/>
          <p:nvPr>
            <p:custDataLst>
              <p:tags r:id="rId34"/>
            </p:custDataLst>
          </p:nvPr>
        </p:nvSpPr>
        <p:spPr>
          <a:xfrm>
            <a:off x="496714" y="1528029"/>
            <a:ext cx="600075" cy="115416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>
            <a:defPPr>
              <a:defRPr lang="en-US"/>
            </a:defPPr>
            <a:lvl1pPr algn="ctr">
              <a:defRPr sz="1000">
                <a:solidFill>
                  <a:srgbClr val="44546A"/>
                </a:solidFill>
                <a:latin typeface="Calibri" panose="020F0502020204030204" pitchFamily="34" charset="0"/>
              </a:defRPr>
            </a:lvl1pPr>
          </a:lstStyle>
          <a:p>
            <a:r>
              <a:rPr lang="en-CA" sz="750" dirty="0"/>
              <a:t>Dec 9, 2019</a:t>
            </a:r>
          </a:p>
        </p:txBody>
      </p:sp>
      <p:sp>
        <p:nvSpPr>
          <p:cNvPr id="2313" name="OTLSHAPE_T_da3f1c3adf114f3bb18df83aad2c89d2_Title"/>
          <p:cNvSpPr txBox="1"/>
          <p:nvPr>
            <p:custDataLst>
              <p:tags r:id="rId35"/>
            </p:custDataLst>
          </p:nvPr>
        </p:nvSpPr>
        <p:spPr>
          <a:xfrm>
            <a:off x="1125679" y="1359991"/>
            <a:ext cx="2527256" cy="209296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noAutofit/>
          </a:bodyPr>
          <a:lstStyle/>
          <a:p>
            <a:r>
              <a:rPr lang="en-CA" sz="750" b="1" spc="-15" dirty="0">
                <a:solidFill>
                  <a:srgbClr val="000000"/>
                </a:solidFill>
                <a:latin typeface="Calibri" panose="020F0502020204030204" pitchFamily="34" charset="0"/>
              </a:rPr>
              <a:t>Motive DCO Project </a:t>
            </a:r>
            <a:r>
              <a:rPr lang="en-CA" sz="750" b="1" spc="-5" dirty="0">
                <a:solidFill>
                  <a:srgbClr val="000000"/>
                </a:solidFill>
                <a:latin typeface="Calibri" panose="020F0502020204030204" pitchFamily="34" charset="0"/>
              </a:rPr>
              <a:t>–  </a:t>
            </a:r>
            <a:r>
              <a:rPr lang="en-CA" sz="750" b="1" spc="-15" dirty="0">
                <a:solidFill>
                  <a:srgbClr val="000000"/>
                </a:solidFill>
                <a:latin typeface="Calibri" panose="020F0502020204030204" pitchFamily="34" charset="0"/>
              </a:rPr>
              <a:t>Initial Implementation</a:t>
            </a:r>
          </a:p>
        </p:txBody>
      </p:sp>
      <p:sp>
        <p:nvSpPr>
          <p:cNvPr id="2314" name="OTLSHAPE_T_da3f1c3adf114f3bb18df83aad2c89d2_EndDate"/>
          <p:cNvSpPr txBox="1"/>
          <p:nvPr>
            <p:custDataLst>
              <p:tags r:id="rId36"/>
            </p:custDataLst>
          </p:nvPr>
        </p:nvSpPr>
        <p:spPr>
          <a:xfrm>
            <a:off x="4256130" y="1418386"/>
            <a:ext cx="745493" cy="115416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CA" sz="750" dirty="0">
                <a:solidFill>
                  <a:srgbClr val="44546A"/>
                </a:solidFill>
                <a:latin typeface="Calibri" panose="020F0502020204030204" pitchFamily="34" charset="0"/>
              </a:rPr>
              <a:t>July 13, 2020</a:t>
            </a:r>
          </a:p>
        </p:txBody>
      </p:sp>
      <p:sp>
        <p:nvSpPr>
          <p:cNvPr id="2315" name="OTLSHAPE_T_7d7a3f33bb024005950d8874ec22e8f9_Shape"/>
          <p:cNvSpPr/>
          <p:nvPr>
            <p:custDataLst>
              <p:tags r:id="rId37"/>
            </p:custDataLst>
          </p:nvPr>
        </p:nvSpPr>
        <p:spPr>
          <a:xfrm>
            <a:off x="1125680" y="1887483"/>
            <a:ext cx="3375000" cy="94500"/>
          </a:xfrm>
          <a:prstGeom prst="roundRect">
            <a:avLst/>
          </a:prstGeom>
          <a:solidFill>
            <a:schemeClr val="bg1">
              <a:lumMod val="50000"/>
            </a:schemeClr>
          </a:solidFill>
          <a:ln w="25400" cap="flat" cmpd="sng" algn="ctr">
            <a:noFill/>
            <a:prstDash val="solid"/>
          </a:ln>
          <a:effectLst/>
          <a:scene3d>
            <a:camera prst="orthographicFront"/>
            <a:lightRig rig="balanced" dir="t">
              <a:rot lat="0" lon="0" rev="8700000"/>
            </a:lightRig>
          </a:scene3d>
          <a:sp3d>
            <a:bevelT w="165100" h="12700"/>
          </a:sp3d>
          <a:extLst>
            <a:ext uri="{53640926-AAD7-44D8-BBD7-CCE9431645EC}">
              <a14:shadowObscured xmlns:a14="http://schemas.microsoft.com/office/drawing/2010/main" val="1"/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750" dirty="0"/>
          </a:p>
        </p:txBody>
      </p:sp>
      <p:sp>
        <p:nvSpPr>
          <p:cNvPr id="2316" name="OTLSHAPE_T_7d7a3f33bb024005950d8874ec22e8f9_ShapePercentage" hidden="1"/>
          <p:cNvSpPr/>
          <p:nvPr>
            <p:custDataLst>
              <p:tags r:id="rId38"/>
            </p:custDataLst>
          </p:nvPr>
        </p:nvSpPr>
        <p:spPr>
          <a:xfrm>
            <a:off x="1125680" y="2313440"/>
            <a:ext cx="0" cy="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350" dirty="0"/>
          </a:p>
        </p:txBody>
      </p:sp>
      <p:sp>
        <p:nvSpPr>
          <p:cNvPr id="2317" name="OTLSHAPE_T_7d7a3f33bb024005950d8874ec22e8f9_Duration" hidden="1"/>
          <p:cNvSpPr txBox="1"/>
          <p:nvPr>
            <p:custDataLst>
              <p:tags r:id="rId39"/>
            </p:custDataLst>
          </p:nvPr>
        </p:nvSpPr>
        <p:spPr>
          <a:xfrm>
            <a:off x="0" y="2104572"/>
            <a:ext cx="342900" cy="115416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CA" sz="750" dirty="0">
                <a:solidFill>
                  <a:srgbClr val="ED7D31"/>
                </a:solidFill>
                <a:latin typeface="Calibri" panose="020F0502020204030204" pitchFamily="34" charset="0"/>
              </a:rPr>
              <a:t>201 days</a:t>
            </a:r>
          </a:p>
        </p:txBody>
      </p:sp>
      <p:sp>
        <p:nvSpPr>
          <p:cNvPr id="2318" name="OTLSHAPE_T_7d7a3f33bb024005950d8874ec22e8f9_TextPercentage" hidden="1"/>
          <p:cNvSpPr txBox="1"/>
          <p:nvPr>
            <p:custDataLst>
              <p:tags r:id="rId40"/>
            </p:custDataLst>
          </p:nvPr>
        </p:nvSpPr>
        <p:spPr>
          <a:xfrm>
            <a:off x="0" y="2220413"/>
            <a:ext cx="0" cy="115416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endParaRPr lang="en-CA" sz="750" dirty="0">
              <a:solidFill>
                <a:srgbClr val="ED7D31"/>
              </a:solidFill>
              <a:latin typeface="Calibri" panose="020F0502020204030204" pitchFamily="34" charset="0"/>
            </a:endParaRPr>
          </a:p>
        </p:txBody>
      </p:sp>
      <p:sp>
        <p:nvSpPr>
          <p:cNvPr id="2319" name="OTLSHAPE_T_7d7a3f33bb024005950d8874ec22e8f9_JoinedDate" hidden="1"/>
          <p:cNvSpPr txBox="1"/>
          <p:nvPr>
            <p:custDataLst>
              <p:tags r:id="rId41"/>
            </p:custDataLst>
          </p:nvPr>
        </p:nvSpPr>
        <p:spPr>
          <a:xfrm>
            <a:off x="0" y="2220414"/>
            <a:ext cx="0" cy="150041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endParaRPr lang="en-CA" sz="975" dirty="0">
              <a:solidFill>
                <a:srgbClr val="44546A"/>
              </a:solidFill>
              <a:latin typeface="Calibri" panose="020F0502020204030204" pitchFamily="34" charset="0"/>
            </a:endParaRPr>
          </a:p>
        </p:txBody>
      </p:sp>
      <p:sp>
        <p:nvSpPr>
          <p:cNvPr id="2320" name="OTLSHAPE_T_7d7a3f33bb024005950d8874ec22e8f9_StartDate"/>
          <p:cNvSpPr txBox="1"/>
          <p:nvPr>
            <p:custDataLst>
              <p:tags r:id="rId42"/>
            </p:custDataLst>
          </p:nvPr>
        </p:nvSpPr>
        <p:spPr>
          <a:xfrm>
            <a:off x="496714" y="1877401"/>
            <a:ext cx="600075" cy="115416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>
            <a:defPPr>
              <a:defRPr lang="en-US"/>
            </a:defPPr>
            <a:lvl1pPr algn="ctr">
              <a:defRPr sz="1000">
                <a:solidFill>
                  <a:srgbClr val="44546A"/>
                </a:solidFill>
                <a:latin typeface="Calibri" panose="020F0502020204030204" pitchFamily="34" charset="0"/>
              </a:defRPr>
            </a:lvl1pPr>
          </a:lstStyle>
          <a:p>
            <a:r>
              <a:rPr lang="en-CA" sz="750" dirty="0"/>
              <a:t>Dec 9, 2019</a:t>
            </a:r>
          </a:p>
        </p:txBody>
      </p:sp>
      <p:sp>
        <p:nvSpPr>
          <p:cNvPr id="2321" name="OTLSHAPE_T_7d7a3f33bb024005950d8874ec22e8f9_Title"/>
          <p:cNvSpPr txBox="1"/>
          <p:nvPr>
            <p:custDataLst>
              <p:tags r:id="rId43"/>
            </p:custDataLst>
          </p:nvPr>
        </p:nvSpPr>
        <p:spPr>
          <a:xfrm>
            <a:off x="1125680" y="1696893"/>
            <a:ext cx="3648075" cy="209296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noAutofit/>
          </a:bodyPr>
          <a:lstStyle/>
          <a:p>
            <a:r>
              <a:rPr lang="en-CA" sz="750" b="1" spc="-5" dirty="0">
                <a:solidFill>
                  <a:srgbClr val="000000"/>
                </a:solidFill>
                <a:latin typeface="Calibri" panose="020F0502020204030204" pitchFamily="34" charset="0"/>
              </a:rPr>
              <a:t>Personal Online DCO Project &amp; Motive DCO Project – Full Implementation</a:t>
            </a:r>
          </a:p>
        </p:txBody>
      </p:sp>
      <p:sp>
        <p:nvSpPr>
          <p:cNvPr id="2322" name="OTLSHAPE_T_7d7a3f33bb024005950d8874ec22e8f9_EndDate"/>
          <p:cNvSpPr txBox="1"/>
          <p:nvPr>
            <p:custDataLst>
              <p:tags r:id="rId44"/>
            </p:custDataLst>
          </p:nvPr>
        </p:nvSpPr>
        <p:spPr>
          <a:xfrm>
            <a:off x="4941901" y="1821070"/>
            <a:ext cx="647700" cy="115416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>
            <a:defPPr>
              <a:defRPr lang="en-US"/>
            </a:defPPr>
            <a:lvl1pPr algn="ctr">
              <a:defRPr sz="1000">
                <a:solidFill>
                  <a:srgbClr val="44546A"/>
                </a:solidFill>
                <a:latin typeface="Calibri" panose="020F0502020204030204" pitchFamily="34" charset="0"/>
              </a:defRPr>
            </a:lvl1pPr>
          </a:lstStyle>
          <a:p>
            <a:r>
              <a:rPr lang="en-CA" sz="750" dirty="0"/>
              <a:t>Sep 14, 2020</a:t>
            </a:r>
          </a:p>
        </p:txBody>
      </p:sp>
      <p:sp>
        <p:nvSpPr>
          <p:cNvPr id="2323" name="OTLSHAPE_T_7bfb8a382a9944389375dbf246013bf7_Shape"/>
          <p:cNvSpPr/>
          <p:nvPr>
            <p:custDataLst>
              <p:tags r:id="rId45"/>
            </p:custDataLst>
          </p:nvPr>
        </p:nvSpPr>
        <p:spPr>
          <a:xfrm>
            <a:off x="3392996" y="2438620"/>
            <a:ext cx="2333625" cy="94500"/>
          </a:xfrm>
          <a:prstGeom prst="roundRect">
            <a:avLst/>
          </a:prstGeom>
          <a:solidFill>
            <a:schemeClr val="bg1">
              <a:lumMod val="50000"/>
            </a:schemeClr>
          </a:solidFill>
          <a:ln w="25400" cap="flat" cmpd="sng" algn="ctr">
            <a:noFill/>
            <a:prstDash val="solid"/>
          </a:ln>
          <a:effectLst/>
          <a:scene3d>
            <a:camera prst="orthographicFront"/>
            <a:lightRig rig="balanced" dir="t">
              <a:rot lat="0" lon="0" rev="8700000"/>
            </a:lightRig>
          </a:scene3d>
          <a:sp3d>
            <a:bevelT w="165100" h="12700"/>
          </a:sp3d>
          <a:extLst>
            <a:ext uri="{53640926-AAD7-44D8-BBD7-CCE9431645EC}">
              <a14:shadowObscured xmlns:a14="http://schemas.microsoft.com/office/drawing/2010/main" val="1"/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750" dirty="0"/>
          </a:p>
        </p:txBody>
      </p:sp>
      <p:sp>
        <p:nvSpPr>
          <p:cNvPr id="2324" name="OTLSHAPE_T_7bfb8a382a9944389375dbf246013bf7_ShapePercentage" hidden="1"/>
          <p:cNvSpPr/>
          <p:nvPr>
            <p:custDataLst>
              <p:tags r:id="rId46"/>
            </p:custDataLst>
          </p:nvPr>
        </p:nvSpPr>
        <p:spPr>
          <a:xfrm>
            <a:off x="3392996" y="2702473"/>
            <a:ext cx="0" cy="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350" dirty="0"/>
          </a:p>
        </p:txBody>
      </p:sp>
      <p:sp>
        <p:nvSpPr>
          <p:cNvPr id="2325" name="OTLSHAPE_T_7bfb8a382a9944389375dbf246013bf7_Duration" hidden="1"/>
          <p:cNvSpPr txBox="1"/>
          <p:nvPr>
            <p:custDataLst>
              <p:tags r:id="rId47"/>
            </p:custDataLst>
          </p:nvPr>
        </p:nvSpPr>
        <p:spPr>
          <a:xfrm>
            <a:off x="0" y="2465648"/>
            <a:ext cx="342900" cy="115416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CA" sz="750" dirty="0">
                <a:solidFill>
                  <a:srgbClr val="ED7D31"/>
                </a:solidFill>
                <a:latin typeface="Calibri" panose="020F0502020204030204" pitchFamily="34" charset="0"/>
              </a:rPr>
              <a:t>130 days</a:t>
            </a:r>
          </a:p>
        </p:txBody>
      </p:sp>
      <p:sp>
        <p:nvSpPr>
          <p:cNvPr id="2326" name="OTLSHAPE_T_7bfb8a382a9944389375dbf246013bf7_TextPercentage" hidden="1"/>
          <p:cNvSpPr txBox="1"/>
          <p:nvPr>
            <p:custDataLst>
              <p:tags r:id="rId48"/>
            </p:custDataLst>
          </p:nvPr>
        </p:nvSpPr>
        <p:spPr>
          <a:xfrm>
            <a:off x="0" y="2581490"/>
            <a:ext cx="0" cy="115416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endParaRPr lang="en-CA" sz="750" dirty="0">
              <a:solidFill>
                <a:srgbClr val="C0504D"/>
              </a:solidFill>
              <a:latin typeface="Calibri" panose="020F0502020204030204" pitchFamily="34" charset="0"/>
            </a:endParaRPr>
          </a:p>
        </p:txBody>
      </p:sp>
      <p:sp>
        <p:nvSpPr>
          <p:cNvPr id="2327" name="OTLSHAPE_T_7bfb8a382a9944389375dbf246013bf7_JoinedDate" hidden="1"/>
          <p:cNvSpPr txBox="1"/>
          <p:nvPr>
            <p:custDataLst>
              <p:tags r:id="rId49"/>
            </p:custDataLst>
          </p:nvPr>
        </p:nvSpPr>
        <p:spPr>
          <a:xfrm>
            <a:off x="0" y="2581491"/>
            <a:ext cx="0" cy="150041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endParaRPr lang="en-CA" sz="975" dirty="0">
              <a:solidFill>
                <a:srgbClr val="44546A"/>
              </a:solidFill>
              <a:latin typeface="Calibri" panose="020F0502020204030204" pitchFamily="34" charset="0"/>
            </a:endParaRPr>
          </a:p>
        </p:txBody>
      </p:sp>
      <p:sp>
        <p:nvSpPr>
          <p:cNvPr id="2328" name="OTLSHAPE_T_7bfb8a382a9944389375dbf246013bf7_StartDate"/>
          <p:cNvSpPr txBox="1"/>
          <p:nvPr>
            <p:custDataLst>
              <p:tags r:id="rId50"/>
            </p:custDataLst>
          </p:nvPr>
        </p:nvSpPr>
        <p:spPr>
          <a:xfrm>
            <a:off x="2784539" y="2428538"/>
            <a:ext cx="571500" cy="115416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>
            <a:defPPr>
              <a:defRPr lang="en-US"/>
            </a:defPPr>
            <a:lvl1pPr algn="ctr">
              <a:defRPr sz="1000">
                <a:solidFill>
                  <a:srgbClr val="44546A"/>
                </a:solidFill>
                <a:latin typeface="Calibri" panose="020F0502020204030204" pitchFamily="34" charset="0"/>
              </a:defRPr>
            </a:lvl1pPr>
          </a:lstStyle>
          <a:p>
            <a:r>
              <a:rPr lang="en-CA" sz="750" dirty="0"/>
              <a:t>Jun 1, 2020</a:t>
            </a:r>
          </a:p>
        </p:txBody>
      </p:sp>
      <p:sp>
        <p:nvSpPr>
          <p:cNvPr id="2329" name="OTLSHAPE_T_7bfb8a382a9944389375dbf246013bf7_Title"/>
          <p:cNvSpPr txBox="1"/>
          <p:nvPr>
            <p:custDataLst>
              <p:tags r:id="rId51"/>
            </p:custDataLst>
          </p:nvPr>
        </p:nvSpPr>
        <p:spPr>
          <a:xfrm>
            <a:off x="3392996" y="2257482"/>
            <a:ext cx="2059137" cy="209296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noAutofit/>
          </a:bodyPr>
          <a:lstStyle/>
          <a:p>
            <a:r>
              <a:rPr lang="en-US" sz="750" b="1" spc="-5" dirty="0">
                <a:solidFill>
                  <a:srgbClr val="000000"/>
                </a:solidFill>
                <a:latin typeface="Calibri" panose="020F0502020204030204" pitchFamily="34" charset="0"/>
              </a:rPr>
              <a:t>Small Business DCO Project (Go Live Ready) </a:t>
            </a:r>
            <a:endParaRPr lang="en-CA" sz="750" b="1" spc="-5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sp>
        <p:nvSpPr>
          <p:cNvPr id="2330" name="OTLSHAPE_T_7bfb8a382a9944389375dbf246013bf7_EndDate"/>
          <p:cNvSpPr txBox="1"/>
          <p:nvPr>
            <p:custDataLst>
              <p:tags r:id="rId52"/>
            </p:custDataLst>
          </p:nvPr>
        </p:nvSpPr>
        <p:spPr>
          <a:xfrm>
            <a:off x="5763183" y="2428538"/>
            <a:ext cx="666750" cy="115416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>
            <a:defPPr>
              <a:defRPr lang="en-US"/>
            </a:defPPr>
            <a:lvl1pPr algn="ctr">
              <a:defRPr sz="1000">
                <a:solidFill>
                  <a:srgbClr val="44546A"/>
                </a:solidFill>
                <a:latin typeface="Calibri" panose="020F0502020204030204" pitchFamily="34" charset="0"/>
              </a:defRPr>
            </a:lvl1pPr>
          </a:lstStyle>
          <a:p>
            <a:r>
              <a:rPr lang="en-CA" sz="750" dirty="0"/>
              <a:t>Nov 2020</a:t>
            </a:r>
          </a:p>
        </p:txBody>
      </p:sp>
      <p:sp>
        <p:nvSpPr>
          <p:cNvPr id="2331" name="OTLSHAPE_T_81f59d815daf4227a6f0ac41529bf715_Shape"/>
          <p:cNvSpPr/>
          <p:nvPr>
            <p:custDataLst>
              <p:tags r:id="rId53"/>
            </p:custDataLst>
          </p:nvPr>
        </p:nvSpPr>
        <p:spPr>
          <a:xfrm>
            <a:off x="4869992" y="2724880"/>
            <a:ext cx="1470252" cy="124354"/>
          </a:xfrm>
          <a:prstGeom prst="roundRect">
            <a:avLst/>
          </a:prstGeom>
          <a:solidFill>
            <a:srgbClr val="FF8200"/>
          </a:solidFill>
          <a:ln w="25400" cap="flat" cmpd="sng" algn="ctr">
            <a:noFill/>
            <a:prstDash val="solid"/>
          </a:ln>
          <a:effectLst/>
          <a:scene3d>
            <a:camera prst="orthographicFront"/>
            <a:lightRig rig="balanced" dir="t">
              <a:rot lat="0" lon="0" rev="8700000"/>
            </a:lightRig>
          </a:scene3d>
          <a:sp3d>
            <a:bevelT w="165100" h="12700"/>
          </a:sp3d>
          <a:extLst>
            <a:ext uri="{53640926-AAD7-44D8-BBD7-CCE9431645EC}">
              <a14:shadowObscured xmlns:a14="http://schemas.microsoft.com/office/drawing/2010/main" val="1"/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750" dirty="0"/>
          </a:p>
        </p:txBody>
      </p:sp>
      <p:sp>
        <p:nvSpPr>
          <p:cNvPr id="2332" name="OTLSHAPE_T_81f59d815daf4227a6f0ac41529bf715_ShapePercentage" hidden="1"/>
          <p:cNvSpPr/>
          <p:nvPr>
            <p:custDataLst>
              <p:tags r:id="rId54"/>
            </p:custDataLst>
          </p:nvPr>
        </p:nvSpPr>
        <p:spPr>
          <a:xfrm>
            <a:off x="4869990" y="3063550"/>
            <a:ext cx="0" cy="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350" dirty="0"/>
          </a:p>
        </p:txBody>
      </p:sp>
      <p:sp>
        <p:nvSpPr>
          <p:cNvPr id="2333" name="OTLSHAPE_T_81f59d815daf4227a6f0ac41529bf715_Duration" hidden="1"/>
          <p:cNvSpPr txBox="1"/>
          <p:nvPr>
            <p:custDataLst>
              <p:tags r:id="rId55"/>
            </p:custDataLst>
          </p:nvPr>
        </p:nvSpPr>
        <p:spPr>
          <a:xfrm>
            <a:off x="0" y="2854681"/>
            <a:ext cx="342900" cy="115416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CA" sz="750" dirty="0">
                <a:solidFill>
                  <a:srgbClr val="ED7D31"/>
                </a:solidFill>
                <a:latin typeface="Calibri" panose="020F0502020204030204" pitchFamily="34" charset="0"/>
              </a:rPr>
              <a:t>129 days</a:t>
            </a:r>
          </a:p>
        </p:txBody>
      </p:sp>
      <p:sp>
        <p:nvSpPr>
          <p:cNvPr id="2334" name="OTLSHAPE_T_81f59d815daf4227a6f0ac41529bf715_TextPercentage" hidden="1"/>
          <p:cNvSpPr txBox="1"/>
          <p:nvPr>
            <p:custDataLst>
              <p:tags r:id="rId56"/>
            </p:custDataLst>
          </p:nvPr>
        </p:nvSpPr>
        <p:spPr>
          <a:xfrm>
            <a:off x="0" y="2970523"/>
            <a:ext cx="0" cy="115416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endParaRPr lang="en-CA" sz="750" dirty="0">
              <a:solidFill>
                <a:srgbClr val="C0504D"/>
              </a:solidFill>
              <a:latin typeface="Calibri" panose="020F0502020204030204" pitchFamily="34" charset="0"/>
            </a:endParaRPr>
          </a:p>
        </p:txBody>
      </p:sp>
      <p:sp>
        <p:nvSpPr>
          <p:cNvPr id="2335" name="OTLSHAPE_T_81f59d815daf4227a6f0ac41529bf715_JoinedDate" hidden="1"/>
          <p:cNvSpPr txBox="1"/>
          <p:nvPr>
            <p:custDataLst>
              <p:tags r:id="rId57"/>
            </p:custDataLst>
          </p:nvPr>
        </p:nvSpPr>
        <p:spPr>
          <a:xfrm>
            <a:off x="0" y="2970523"/>
            <a:ext cx="0" cy="150041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endParaRPr lang="en-CA" sz="975" dirty="0">
              <a:solidFill>
                <a:srgbClr val="44546A"/>
              </a:solidFill>
              <a:latin typeface="Calibri" panose="020F0502020204030204" pitchFamily="34" charset="0"/>
            </a:endParaRPr>
          </a:p>
        </p:txBody>
      </p:sp>
      <p:sp>
        <p:nvSpPr>
          <p:cNvPr id="2336" name="OTLSHAPE_T_81f59d815daf4227a6f0ac41529bf715_StartDate"/>
          <p:cNvSpPr txBox="1"/>
          <p:nvPr>
            <p:custDataLst>
              <p:tags r:id="rId58"/>
            </p:custDataLst>
          </p:nvPr>
        </p:nvSpPr>
        <p:spPr>
          <a:xfrm>
            <a:off x="4184825" y="2714798"/>
            <a:ext cx="647700" cy="115416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>
            <a:defPPr>
              <a:defRPr lang="en-US"/>
            </a:defPPr>
            <a:lvl1pPr algn="ctr">
              <a:defRPr sz="1000">
                <a:solidFill>
                  <a:srgbClr val="44546A"/>
                </a:solidFill>
                <a:latin typeface="Calibri" panose="020F0502020204030204" pitchFamily="34" charset="0"/>
              </a:defRPr>
            </a:lvl1pPr>
          </a:lstStyle>
          <a:p>
            <a:r>
              <a:rPr lang="en-CA" sz="750" dirty="0" smtClean="0"/>
              <a:t>Aug  18, 2020</a:t>
            </a:r>
            <a:endParaRPr lang="en-CA" sz="750" dirty="0"/>
          </a:p>
        </p:txBody>
      </p:sp>
      <p:sp>
        <p:nvSpPr>
          <p:cNvPr id="2337" name="OTLSHAPE_T_81f59d815daf4227a6f0ac41529bf715_Title"/>
          <p:cNvSpPr txBox="1"/>
          <p:nvPr>
            <p:custDataLst>
              <p:tags r:id="rId59"/>
            </p:custDataLst>
          </p:nvPr>
        </p:nvSpPr>
        <p:spPr>
          <a:xfrm>
            <a:off x="4863757" y="2546758"/>
            <a:ext cx="2325119" cy="209296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noAutofit/>
          </a:bodyPr>
          <a:lstStyle/>
          <a:p>
            <a:r>
              <a:rPr lang="en-CA" sz="750" b="1" spc="-6" dirty="0">
                <a:solidFill>
                  <a:srgbClr val="000000"/>
                </a:solidFill>
                <a:latin typeface="Calibri" panose="020F0502020204030204" pitchFamily="34" charset="0"/>
              </a:rPr>
              <a:t>Small Business Lending Project (Go Live Ready)</a:t>
            </a:r>
          </a:p>
        </p:txBody>
      </p:sp>
      <p:sp>
        <p:nvSpPr>
          <p:cNvPr id="2338" name="OTLSHAPE_T_81f59d815daf4227a6f0ac41529bf715_EndDate"/>
          <p:cNvSpPr txBox="1"/>
          <p:nvPr>
            <p:custDataLst>
              <p:tags r:id="rId60"/>
            </p:custDataLst>
          </p:nvPr>
        </p:nvSpPr>
        <p:spPr>
          <a:xfrm>
            <a:off x="6426657" y="2719710"/>
            <a:ext cx="839381" cy="115416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>
            <a:defPPr>
              <a:defRPr lang="en-US"/>
            </a:defPPr>
            <a:lvl1pPr algn="ctr">
              <a:defRPr sz="1000">
                <a:solidFill>
                  <a:srgbClr val="44546A"/>
                </a:solidFill>
                <a:latin typeface="Calibri" panose="020F0502020204030204" pitchFamily="34" charset="0"/>
              </a:defRPr>
            </a:lvl1pPr>
          </a:lstStyle>
          <a:p>
            <a:r>
              <a:rPr lang="en-CA" sz="750" dirty="0" smtClean="0"/>
              <a:t>December 2020</a:t>
            </a:r>
            <a:endParaRPr lang="en-CA" sz="750" dirty="0"/>
          </a:p>
        </p:txBody>
      </p:sp>
      <p:sp>
        <p:nvSpPr>
          <p:cNvPr id="2339" name="OTLSHAPE_T_0be93c1881d14d2da09745387d4e46c5_Shape"/>
          <p:cNvSpPr/>
          <p:nvPr>
            <p:custDataLst>
              <p:tags r:id="rId61"/>
            </p:custDataLst>
          </p:nvPr>
        </p:nvSpPr>
        <p:spPr>
          <a:xfrm>
            <a:off x="1488452" y="3334048"/>
            <a:ext cx="962025" cy="95250"/>
          </a:xfrm>
          <a:prstGeom prst="roundRect">
            <a:avLst/>
          </a:prstGeom>
          <a:solidFill>
            <a:schemeClr val="bg1">
              <a:lumMod val="50000"/>
            </a:schemeClr>
          </a:solidFill>
          <a:ln w="25400" cap="flat" cmpd="sng" algn="ctr">
            <a:noFill/>
            <a:prstDash val="solid"/>
          </a:ln>
          <a:effectLst/>
          <a:scene3d>
            <a:camera prst="orthographicFront"/>
            <a:lightRig rig="balanced" dir="t">
              <a:rot lat="0" lon="0" rev="8700000"/>
            </a:lightRig>
          </a:scene3d>
          <a:sp3d>
            <a:bevelT w="165100" h="12700"/>
          </a:sp3d>
          <a:extLst>
            <a:ext uri="{53640926-AAD7-44D8-BBD7-CCE9431645EC}">
              <a14:shadowObscured xmlns:a14="http://schemas.microsoft.com/office/drawing/2010/main" val="1"/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750" dirty="0"/>
          </a:p>
        </p:txBody>
      </p:sp>
      <p:sp>
        <p:nvSpPr>
          <p:cNvPr id="2340" name="OTLSHAPE_T_0be93c1881d14d2da09745387d4e46c5_ShapePercentage" hidden="1"/>
          <p:cNvSpPr/>
          <p:nvPr>
            <p:custDataLst>
              <p:tags r:id="rId62"/>
            </p:custDataLst>
          </p:nvPr>
        </p:nvSpPr>
        <p:spPr>
          <a:xfrm>
            <a:off x="1488451" y="3452582"/>
            <a:ext cx="0" cy="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350" dirty="0"/>
          </a:p>
        </p:txBody>
      </p:sp>
      <p:sp>
        <p:nvSpPr>
          <p:cNvPr id="2341" name="OTLSHAPE_T_0be93c1881d14d2da09745387d4e46c5_Duration" hidden="1"/>
          <p:cNvSpPr txBox="1"/>
          <p:nvPr>
            <p:custDataLst>
              <p:tags r:id="rId63"/>
            </p:custDataLst>
          </p:nvPr>
        </p:nvSpPr>
        <p:spPr>
          <a:xfrm>
            <a:off x="1" y="3215758"/>
            <a:ext cx="295275" cy="115416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CA" sz="750" dirty="0">
                <a:solidFill>
                  <a:srgbClr val="ED7D31"/>
                </a:solidFill>
                <a:latin typeface="Calibri" panose="020F0502020204030204" pitchFamily="34" charset="0"/>
              </a:rPr>
              <a:t>54 days</a:t>
            </a:r>
          </a:p>
        </p:txBody>
      </p:sp>
      <p:sp>
        <p:nvSpPr>
          <p:cNvPr id="2342" name="OTLSHAPE_T_0be93c1881d14d2da09745387d4e46c5_TextPercentage" hidden="1"/>
          <p:cNvSpPr txBox="1"/>
          <p:nvPr>
            <p:custDataLst>
              <p:tags r:id="rId64"/>
            </p:custDataLst>
          </p:nvPr>
        </p:nvSpPr>
        <p:spPr>
          <a:xfrm>
            <a:off x="0" y="3331599"/>
            <a:ext cx="0" cy="115416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endParaRPr lang="en-CA" sz="750" dirty="0">
              <a:solidFill>
                <a:srgbClr val="C0504D"/>
              </a:solidFill>
              <a:latin typeface="Calibri" panose="020F0502020204030204" pitchFamily="34" charset="0"/>
            </a:endParaRPr>
          </a:p>
        </p:txBody>
      </p:sp>
      <p:sp>
        <p:nvSpPr>
          <p:cNvPr id="2343" name="OTLSHAPE_T_0be93c1881d14d2da09745387d4e46c5_JoinedDate" hidden="1"/>
          <p:cNvSpPr txBox="1"/>
          <p:nvPr>
            <p:custDataLst>
              <p:tags r:id="rId65"/>
            </p:custDataLst>
          </p:nvPr>
        </p:nvSpPr>
        <p:spPr>
          <a:xfrm>
            <a:off x="0" y="3331600"/>
            <a:ext cx="0" cy="150041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endParaRPr lang="en-CA" sz="975" dirty="0">
              <a:solidFill>
                <a:srgbClr val="44546A"/>
              </a:solidFill>
              <a:latin typeface="Calibri" panose="020F0502020204030204" pitchFamily="34" charset="0"/>
            </a:endParaRPr>
          </a:p>
        </p:txBody>
      </p:sp>
      <p:sp>
        <p:nvSpPr>
          <p:cNvPr id="2344" name="OTLSHAPE_T_0be93c1881d14d2da09745387d4e46c5_StartDate"/>
          <p:cNvSpPr txBox="1"/>
          <p:nvPr>
            <p:custDataLst>
              <p:tags r:id="rId66"/>
            </p:custDataLst>
          </p:nvPr>
        </p:nvSpPr>
        <p:spPr>
          <a:xfrm>
            <a:off x="885741" y="3323966"/>
            <a:ext cx="571500" cy="115416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>
            <a:defPPr>
              <a:defRPr lang="en-US"/>
            </a:defPPr>
            <a:lvl1pPr algn="ctr">
              <a:defRPr sz="1000">
                <a:solidFill>
                  <a:srgbClr val="44546A"/>
                </a:solidFill>
                <a:latin typeface="Calibri" panose="020F0502020204030204" pitchFamily="34" charset="0"/>
              </a:defRPr>
            </a:lvl1pPr>
          </a:lstStyle>
          <a:p>
            <a:r>
              <a:rPr lang="en-CA" sz="750" dirty="0"/>
              <a:t>Jan 6, 2020</a:t>
            </a:r>
          </a:p>
        </p:txBody>
      </p:sp>
      <p:sp>
        <p:nvSpPr>
          <p:cNvPr id="2345" name="OTLSHAPE_T_0be93c1881d14d2da09745387d4e46c5_Title"/>
          <p:cNvSpPr txBox="1"/>
          <p:nvPr>
            <p:custDataLst>
              <p:tags r:id="rId67"/>
            </p:custDataLst>
          </p:nvPr>
        </p:nvSpPr>
        <p:spPr>
          <a:xfrm>
            <a:off x="1488452" y="3096798"/>
            <a:ext cx="3381375" cy="209296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noAutofit/>
          </a:bodyPr>
          <a:lstStyle/>
          <a:p>
            <a:r>
              <a:rPr lang="en-US" sz="750" b="1" spc="-3" dirty="0">
                <a:solidFill>
                  <a:srgbClr val="000000"/>
                </a:solidFill>
                <a:latin typeface="Calibri" panose="020F0502020204030204" pitchFamily="34" charset="0"/>
              </a:rPr>
              <a:t>Small Business + Personal Banking Pre-Planning</a:t>
            </a:r>
            <a:endParaRPr lang="en-CA" sz="750" b="1" spc="-3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sp>
        <p:nvSpPr>
          <p:cNvPr id="2346" name="OTLSHAPE_T_0be93c1881d14d2da09745387d4e46c5_EndDate"/>
          <p:cNvSpPr txBox="1"/>
          <p:nvPr>
            <p:custDataLst>
              <p:tags r:id="rId68"/>
            </p:custDataLst>
          </p:nvPr>
        </p:nvSpPr>
        <p:spPr>
          <a:xfrm>
            <a:off x="2485292" y="3323966"/>
            <a:ext cx="676275" cy="115416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>
            <a:defPPr>
              <a:defRPr lang="en-US"/>
            </a:defPPr>
            <a:lvl1pPr algn="ctr">
              <a:defRPr sz="1000">
                <a:solidFill>
                  <a:srgbClr val="44546A"/>
                </a:solidFill>
                <a:latin typeface="Calibri" panose="020F0502020204030204" pitchFamily="34" charset="0"/>
              </a:defRPr>
            </a:lvl1pPr>
          </a:lstStyle>
          <a:p>
            <a:r>
              <a:rPr lang="en-CA" sz="750" dirty="0"/>
              <a:t>Mar 19, 2020</a:t>
            </a:r>
          </a:p>
        </p:txBody>
      </p:sp>
      <p:sp>
        <p:nvSpPr>
          <p:cNvPr id="2347" name="OTLSHAPE_T_f71eaf0876c645f491db5f18b9a4ad9f_Shape"/>
          <p:cNvSpPr/>
          <p:nvPr>
            <p:custDataLst>
              <p:tags r:id="rId69"/>
            </p:custDataLst>
          </p:nvPr>
        </p:nvSpPr>
        <p:spPr>
          <a:xfrm>
            <a:off x="2447201" y="3695125"/>
            <a:ext cx="4086225" cy="95250"/>
          </a:xfrm>
          <a:prstGeom prst="roundRect">
            <a:avLst/>
          </a:prstGeom>
          <a:solidFill>
            <a:schemeClr val="bg1">
              <a:lumMod val="50000"/>
            </a:schemeClr>
          </a:solidFill>
          <a:ln w="25400" cap="flat" cmpd="sng" algn="ctr">
            <a:noFill/>
            <a:prstDash val="solid"/>
          </a:ln>
          <a:effectLst/>
          <a:scene3d>
            <a:camera prst="orthographicFront"/>
            <a:lightRig rig="balanced" dir="t">
              <a:rot lat="0" lon="0" rev="8700000"/>
            </a:lightRig>
          </a:scene3d>
          <a:sp3d>
            <a:bevelT w="165100" h="12700"/>
          </a:sp3d>
          <a:extLst>
            <a:ext uri="{53640926-AAD7-44D8-BBD7-CCE9431645EC}">
              <a14:shadowObscured xmlns:a14="http://schemas.microsoft.com/office/drawing/2010/main" val="1"/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750" dirty="0"/>
          </a:p>
        </p:txBody>
      </p:sp>
      <p:sp>
        <p:nvSpPr>
          <p:cNvPr id="2348" name="OTLSHAPE_T_f71eaf0876c645f491db5f18b9a4ad9f_ShapePercentage" hidden="1"/>
          <p:cNvSpPr/>
          <p:nvPr>
            <p:custDataLst>
              <p:tags r:id="rId70"/>
            </p:custDataLst>
          </p:nvPr>
        </p:nvSpPr>
        <p:spPr>
          <a:xfrm>
            <a:off x="2447201" y="3813659"/>
            <a:ext cx="0" cy="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350" dirty="0"/>
          </a:p>
        </p:txBody>
      </p:sp>
      <p:sp>
        <p:nvSpPr>
          <p:cNvPr id="2349" name="OTLSHAPE_T_f71eaf0876c645f491db5f18b9a4ad9f_Duration" hidden="1"/>
          <p:cNvSpPr txBox="1"/>
          <p:nvPr>
            <p:custDataLst>
              <p:tags r:id="rId71"/>
            </p:custDataLst>
          </p:nvPr>
        </p:nvSpPr>
        <p:spPr>
          <a:xfrm>
            <a:off x="0" y="3604791"/>
            <a:ext cx="342900" cy="115416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CA" sz="750" dirty="0">
                <a:solidFill>
                  <a:srgbClr val="ED7D31"/>
                </a:solidFill>
                <a:latin typeface="Calibri" panose="020F0502020204030204" pitchFamily="34" charset="0"/>
              </a:rPr>
              <a:t>225 days</a:t>
            </a:r>
          </a:p>
        </p:txBody>
      </p:sp>
      <p:sp>
        <p:nvSpPr>
          <p:cNvPr id="2350" name="OTLSHAPE_T_f71eaf0876c645f491db5f18b9a4ad9f_TextPercentage" hidden="1"/>
          <p:cNvSpPr txBox="1"/>
          <p:nvPr>
            <p:custDataLst>
              <p:tags r:id="rId72"/>
            </p:custDataLst>
          </p:nvPr>
        </p:nvSpPr>
        <p:spPr>
          <a:xfrm>
            <a:off x="0" y="3720632"/>
            <a:ext cx="0" cy="115416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endParaRPr lang="en-CA" sz="750" dirty="0">
              <a:solidFill>
                <a:srgbClr val="C0504D"/>
              </a:solidFill>
              <a:latin typeface="Calibri" panose="020F0502020204030204" pitchFamily="34" charset="0"/>
            </a:endParaRPr>
          </a:p>
        </p:txBody>
      </p:sp>
      <p:sp>
        <p:nvSpPr>
          <p:cNvPr id="2351" name="OTLSHAPE_T_f71eaf0876c645f491db5f18b9a4ad9f_JoinedDate" hidden="1"/>
          <p:cNvSpPr txBox="1"/>
          <p:nvPr>
            <p:custDataLst>
              <p:tags r:id="rId73"/>
            </p:custDataLst>
          </p:nvPr>
        </p:nvSpPr>
        <p:spPr>
          <a:xfrm>
            <a:off x="0" y="3720634"/>
            <a:ext cx="0" cy="150041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endParaRPr lang="en-CA" sz="975" dirty="0">
              <a:solidFill>
                <a:srgbClr val="44546A"/>
              </a:solidFill>
              <a:latin typeface="Calibri" panose="020F0502020204030204" pitchFamily="34" charset="0"/>
            </a:endParaRPr>
          </a:p>
        </p:txBody>
      </p:sp>
      <p:sp>
        <p:nvSpPr>
          <p:cNvPr id="2352" name="OTLSHAPE_T_f71eaf0876c645f491db5f18b9a4ad9f_StartDate"/>
          <p:cNvSpPr txBox="1"/>
          <p:nvPr>
            <p:custDataLst>
              <p:tags r:id="rId74"/>
            </p:custDataLst>
          </p:nvPr>
        </p:nvSpPr>
        <p:spPr>
          <a:xfrm>
            <a:off x="1737240" y="3685041"/>
            <a:ext cx="679704" cy="115416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>
            <a:defPPr>
              <a:defRPr lang="en-US"/>
            </a:defPPr>
            <a:lvl1pPr algn="ctr">
              <a:defRPr sz="1000">
                <a:solidFill>
                  <a:srgbClr val="44546A"/>
                </a:solidFill>
                <a:latin typeface="Calibri" panose="020F0502020204030204" pitchFamily="34" charset="0"/>
              </a:defRPr>
            </a:lvl1pPr>
          </a:lstStyle>
          <a:p>
            <a:r>
              <a:rPr lang="en-CA" sz="750" dirty="0"/>
              <a:t>Mar 20, 2020</a:t>
            </a:r>
          </a:p>
        </p:txBody>
      </p:sp>
      <p:sp>
        <p:nvSpPr>
          <p:cNvPr id="2353" name="OTLSHAPE_T_f71eaf0876c645f491db5f18b9a4ad9f_Title"/>
          <p:cNvSpPr txBox="1"/>
          <p:nvPr>
            <p:custDataLst>
              <p:tags r:id="rId75"/>
            </p:custDataLst>
          </p:nvPr>
        </p:nvSpPr>
        <p:spPr>
          <a:xfrm>
            <a:off x="2447201" y="3485829"/>
            <a:ext cx="2838450" cy="209296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noAutofit/>
          </a:bodyPr>
          <a:lstStyle/>
          <a:p>
            <a:r>
              <a:rPr lang="en-CA" sz="750" b="1" spc="-3" dirty="0">
                <a:solidFill>
                  <a:srgbClr val="000000"/>
                </a:solidFill>
                <a:latin typeface="Calibri" panose="020F0502020204030204" pitchFamily="34" charset="0"/>
              </a:rPr>
              <a:t>Small Business Banking Implementation</a:t>
            </a:r>
          </a:p>
        </p:txBody>
      </p:sp>
      <p:sp>
        <p:nvSpPr>
          <p:cNvPr id="2354" name="OTLSHAPE_T_f71eaf0876c645f491db5f18b9a4ad9f_EndDate"/>
          <p:cNvSpPr txBox="1"/>
          <p:nvPr>
            <p:custDataLst>
              <p:tags r:id="rId76"/>
            </p:custDataLst>
          </p:nvPr>
        </p:nvSpPr>
        <p:spPr>
          <a:xfrm>
            <a:off x="6566460" y="3685043"/>
            <a:ext cx="628650" cy="115416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>
            <a:defPPr>
              <a:defRPr lang="en-US"/>
            </a:defPPr>
            <a:lvl1pPr algn="ctr">
              <a:defRPr sz="1000">
                <a:solidFill>
                  <a:srgbClr val="44546A"/>
                </a:solidFill>
                <a:latin typeface="Calibri" panose="020F0502020204030204" pitchFamily="34" charset="0"/>
              </a:defRPr>
            </a:lvl1pPr>
          </a:lstStyle>
          <a:p>
            <a:r>
              <a:rPr lang="en-CA" sz="750" dirty="0"/>
              <a:t>Jan 2021</a:t>
            </a:r>
          </a:p>
        </p:txBody>
      </p:sp>
      <p:sp>
        <p:nvSpPr>
          <p:cNvPr id="2355" name="OTLSHAPE_T_7da4274af3d5420aadf4aaced861acac_Shape"/>
          <p:cNvSpPr/>
          <p:nvPr>
            <p:custDataLst>
              <p:tags r:id="rId77"/>
            </p:custDataLst>
          </p:nvPr>
        </p:nvSpPr>
        <p:spPr>
          <a:xfrm>
            <a:off x="2447201" y="4131783"/>
            <a:ext cx="4457700" cy="95250"/>
          </a:xfrm>
          <a:prstGeom prst="roundRect">
            <a:avLst/>
          </a:prstGeom>
          <a:solidFill>
            <a:schemeClr val="bg1">
              <a:lumMod val="50000"/>
            </a:schemeClr>
          </a:solidFill>
          <a:ln w="25400" cap="flat" cmpd="sng" algn="ctr">
            <a:noFill/>
            <a:prstDash val="solid"/>
          </a:ln>
          <a:effectLst/>
          <a:scene3d>
            <a:camera prst="orthographicFront"/>
            <a:lightRig rig="balanced" dir="t">
              <a:rot lat="0" lon="0" rev="8700000"/>
            </a:lightRig>
          </a:scene3d>
          <a:sp3d>
            <a:bevelT w="165100" h="12700"/>
          </a:sp3d>
          <a:extLst>
            <a:ext uri="{53640926-AAD7-44D8-BBD7-CCE9431645EC}">
              <a14:shadowObscured xmlns:a14="http://schemas.microsoft.com/office/drawing/2010/main" val="1"/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750" dirty="0"/>
          </a:p>
        </p:txBody>
      </p:sp>
      <p:sp>
        <p:nvSpPr>
          <p:cNvPr id="2356" name="OTLSHAPE_T_7da4274af3d5420aadf4aaced861acac_ShapePercentage" hidden="1"/>
          <p:cNvSpPr/>
          <p:nvPr>
            <p:custDataLst>
              <p:tags r:id="rId78"/>
            </p:custDataLst>
          </p:nvPr>
        </p:nvSpPr>
        <p:spPr>
          <a:xfrm>
            <a:off x="2447201" y="4250318"/>
            <a:ext cx="0" cy="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350" dirty="0"/>
          </a:p>
        </p:txBody>
      </p:sp>
      <p:sp>
        <p:nvSpPr>
          <p:cNvPr id="2357" name="OTLSHAPE_T_7da4274af3d5420aadf4aaced861acac_Duration" hidden="1"/>
          <p:cNvSpPr txBox="1"/>
          <p:nvPr>
            <p:custDataLst>
              <p:tags r:id="rId79"/>
            </p:custDataLst>
          </p:nvPr>
        </p:nvSpPr>
        <p:spPr>
          <a:xfrm>
            <a:off x="0" y="4041448"/>
            <a:ext cx="342900" cy="115416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CA" sz="750" dirty="0">
                <a:solidFill>
                  <a:srgbClr val="ED7D31"/>
                </a:solidFill>
                <a:latin typeface="Calibri" panose="020F0502020204030204" pitchFamily="34" charset="0"/>
              </a:rPr>
              <a:t>246 days</a:t>
            </a:r>
          </a:p>
        </p:txBody>
      </p:sp>
      <p:sp>
        <p:nvSpPr>
          <p:cNvPr id="2358" name="OTLSHAPE_T_7da4274af3d5420aadf4aaced861acac_TextPercentage" hidden="1"/>
          <p:cNvSpPr txBox="1"/>
          <p:nvPr>
            <p:custDataLst>
              <p:tags r:id="rId80"/>
            </p:custDataLst>
          </p:nvPr>
        </p:nvSpPr>
        <p:spPr>
          <a:xfrm>
            <a:off x="0" y="4157290"/>
            <a:ext cx="0" cy="115416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endParaRPr lang="en-CA" sz="750" dirty="0">
              <a:solidFill>
                <a:srgbClr val="C0504D"/>
              </a:solidFill>
              <a:latin typeface="Calibri" panose="020F0502020204030204" pitchFamily="34" charset="0"/>
            </a:endParaRPr>
          </a:p>
        </p:txBody>
      </p:sp>
      <p:sp>
        <p:nvSpPr>
          <p:cNvPr id="2359" name="OTLSHAPE_T_7da4274af3d5420aadf4aaced861acac_JoinedDate" hidden="1"/>
          <p:cNvSpPr txBox="1"/>
          <p:nvPr>
            <p:custDataLst>
              <p:tags r:id="rId81"/>
            </p:custDataLst>
          </p:nvPr>
        </p:nvSpPr>
        <p:spPr>
          <a:xfrm>
            <a:off x="0" y="4157290"/>
            <a:ext cx="0" cy="150041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endParaRPr lang="en-CA" sz="975" dirty="0">
              <a:solidFill>
                <a:srgbClr val="44546A"/>
              </a:solidFill>
              <a:latin typeface="Calibri" panose="020F0502020204030204" pitchFamily="34" charset="0"/>
            </a:endParaRPr>
          </a:p>
        </p:txBody>
      </p:sp>
      <p:sp>
        <p:nvSpPr>
          <p:cNvPr id="2360" name="OTLSHAPE_T_7da4274af3d5420aadf4aaced861acac_StartDate"/>
          <p:cNvSpPr txBox="1"/>
          <p:nvPr>
            <p:custDataLst>
              <p:tags r:id="rId82"/>
            </p:custDataLst>
          </p:nvPr>
        </p:nvSpPr>
        <p:spPr>
          <a:xfrm>
            <a:off x="1737241" y="4121700"/>
            <a:ext cx="676275" cy="115416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>
            <a:defPPr>
              <a:defRPr lang="en-US"/>
            </a:defPPr>
            <a:lvl1pPr algn="ctr">
              <a:defRPr sz="1000">
                <a:solidFill>
                  <a:srgbClr val="44546A"/>
                </a:solidFill>
                <a:latin typeface="Calibri" panose="020F0502020204030204" pitchFamily="34" charset="0"/>
              </a:defRPr>
            </a:lvl1pPr>
          </a:lstStyle>
          <a:p>
            <a:r>
              <a:rPr lang="en-CA" sz="750" dirty="0"/>
              <a:t>Mar 20, 2020</a:t>
            </a:r>
          </a:p>
        </p:txBody>
      </p:sp>
      <p:sp>
        <p:nvSpPr>
          <p:cNvPr id="2361" name="OTLSHAPE_T_7da4274af3d5420aadf4aaced861acac_Title"/>
          <p:cNvSpPr txBox="1"/>
          <p:nvPr>
            <p:custDataLst>
              <p:tags r:id="rId83"/>
            </p:custDataLst>
          </p:nvPr>
        </p:nvSpPr>
        <p:spPr>
          <a:xfrm>
            <a:off x="2447201" y="3922488"/>
            <a:ext cx="3552825" cy="209296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noAutofit/>
          </a:bodyPr>
          <a:lstStyle/>
          <a:p>
            <a:r>
              <a:rPr lang="en-US" sz="750" b="1" spc="-3" dirty="0">
                <a:solidFill>
                  <a:srgbClr val="000000"/>
                </a:solidFill>
                <a:latin typeface="Calibri" panose="020F0502020204030204" pitchFamily="34" charset="0"/>
              </a:rPr>
              <a:t>Personal Banking Implementation (Go Live Ready)</a:t>
            </a:r>
            <a:endParaRPr lang="en-CA" sz="750" b="1" spc="-3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sp>
        <p:nvSpPr>
          <p:cNvPr id="2362" name="OTLSHAPE_T_7da4274af3d5420aadf4aaced861acac_EndDate"/>
          <p:cNvSpPr txBox="1"/>
          <p:nvPr>
            <p:custDataLst>
              <p:tags r:id="rId84"/>
            </p:custDataLst>
          </p:nvPr>
        </p:nvSpPr>
        <p:spPr>
          <a:xfrm>
            <a:off x="6942188" y="4121700"/>
            <a:ext cx="647700" cy="115416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>
            <a:defPPr>
              <a:defRPr lang="en-US"/>
            </a:defPPr>
            <a:lvl1pPr algn="ctr">
              <a:defRPr sz="1000">
                <a:solidFill>
                  <a:srgbClr val="44546A"/>
                </a:solidFill>
                <a:latin typeface="Calibri" panose="020F0502020204030204" pitchFamily="34" charset="0"/>
              </a:defRPr>
            </a:lvl1pPr>
          </a:lstStyle>
          <a:p>
            <a:r>
              <a:rPr lang="en-CA" sz="750" dirty="0"/>
              <a:t>Feb 2021</a:t>
            </a:r>
          </a:p>
        </p:txBody>
      </p:sp>
      <p:sp>
        <p:nvSpPr>
          <p:cNvPr id="2363" name="OTLSHAPE_T_4cea4452dbfb47b5bd115d5c2ac1a1ba_Shape"/>
          <p:cNvSpPr/>
          <p:nvPr>
            <p:custDataLst>
              <p:tags r:id="rId85"/>
            </p:custDataLst>
          </p:nvPr>
        </p:nvSpPr>
        <p:spPr>
          <a:xfrm>
            <a:off x="5025464" y="4492859"/>
            <a:ext cx="3476625" cy="95250"/>
          </a:xfrm>
          <a:prstGeom prst="roundRect">
            <a:avLst/>
          </a:prstGeom>
          <a:solidFill>
            <a:schemeClr val="bg1">
              <a:lumMod val="50000"/>
            </a:schemeClr>
          </a:solidFill>
          <a:ln w="25400" cap="flat" cmpd="sng" algn="ctr">
            <a:noFill/>
            <a:prstDash val="solid"/>
          </a:ln>
          <a:effectLst/>
          <a:scene3d>
            <a:camera prst="orthographicFront"/>
            <a:lightRig rig="balanced" dir="t">
              <a:rot lat="0" lon="0" rev="8700000"/>
            </a:lightRig>
          </a:scene3d>
          <a:sp3d>
            <a:bevelT w="165100" h="12700"/>
          </a:sp3d>
          <a:extLst>
            <a:ext uri="{53640926-AAD7-44D8-BBD7-CCE9431645EC}">
              <a14:shadowObscured xmlns:a14="http://schemas.microsoft.com/office/drawing/2010/main" val="1"/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750" dirty="0"/>
          </a:p>
        </p:txBody>
      </p:sp>
      <p:sp>
        <p:nvSpPr>
          <p:cNvPr id="2364" name="OTLSHAPE_T_4cea4452dbfb47b5bd115d5c2ac1a1ba_ShapePercentage" hidden="1"/>
          <p:cNvSpPr/>
          <p:nvPr>
            <p:custDataLst>
              <p:tags r:id="rId86"/>
            </p:custDataLst>
          </p:nvPr>
        </p:nvSpPr>
        <p:spPr>
          <a:xfrm>
            <a:off x="5025463" y="4611394"/>
            <a:ext cx="0" cy="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350" dirty="0"/>
          </a:p>
        </p:txBody>
      </p:sp>
      <p:sp>
        <p:nvSpPr>
          <p:cNvPr id="2365" name="OTLSHAPE_T_4cea4452dbfb47b5bd115d5c2ac1a1ba_Duration" hidden="1"/>
          <p:cNvSpPr txBox="1"/>
          <p:nvPr>
            <p:custDataLst>
              <p:tags r:id="rId87"/>
            </p:custDataLst>
          </p:nvPr>
        </p:nvSpPr>
        <p:spPr>
          <a:xfrm>
            <a:off x="0" y="4402525"/>
            <a:ext cx="342900" cy="115416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CA" sz="750" dirty="0">
                <a:solidFill>
                  <a:srgbClr val="ED7D31"/>
                </a:solidFill>
                <a:latin typeface="Calibri" panose="020F0502020204030204" pitchFamily="34" charset="0"/>
              </a:rPr>
              <a:t>192 days</a:t>
            </a:r>
          </a:p>
        </p:txBody>
      </p:sp>
      <p:sp>
        <p:nvSpPr>
          <p:cNvPr id="2366" name="OTLSHAPE_T_4cea4452dbfb47b5bd115d5c2ac1a1ba_TextPercentage" hidden="1"/>
          <p:cNvSpPr txBox="1"/>
          <p:nvPr>
            <p:custDataLst>
              <p:tags r:id="rId88"/>
            </p:custDataLst>
          </p:nvPr>
        </p:nvSpPr>
        <p:spPr>
          <a:xfrm>
            <a:off x="0" y="4518367"/>
            <a:ext cx="0" cy="115416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endParaRPr lang="en-CA" sz="750" dirty="0">
              <a:solidFill>
                <a:srgbClr val="C0504D"/>
              </a:solidFill>
              <a:latin typeface="Calibri" panose="020F0502020204030204" pitchFamily="34" charset="0"/>
            </a:endParaRPr>
          </a:p>
        </p:txBody>
      </p:sp>
      <p:sp>
        <p:nvSpPr>
          <p:cNvPr id="2367" name="OTLSHAPE_T_4cea4452dbfb47b5bd115d5c2ac1a1ba_JoinedDate" hidden="1"/>
          <p:cNvSpPr txBox="1"/>
          <p:nvPr>
            <p:custDataLst>
              <p:tags r:id="rId89"/>
            </p:custDataLst>
          </p:nvPr>
        </p:nvSpPr>
        <p:spPr>
          <a:xfrm>
            <a:off x="0" y="4518367"/>
            <a:ext cx="0" cy="150041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endParaRPr lang="en-CA" sz="975" dirty="0">
              <a:solidFill>
                <a:srgbClr val="44546A"/>
              </a:solidFill>
              <a:latin typeface="Calibri" panose="020F0502020204030204" pitchFamily="34" charset="0"/>
            </a:endParaRPr>
          </a:p>
        </p:txBody>
      </p:sp>
      <p:sp>
        <p:nvSpPr>
          <p:cNvPr id="2368" name="OTLSHAPE_T_4cea4452dbfb47b5bd115d5c2ac1a1ba_StartDate"/>
          <p:cNvSpPr txBox="1"/>
          <p:nvPr>
            <p:custDataLst>
              <p:tags r:id="rId90"/>
            </p:custDataLst>
          </p:nvPr>
        </p:nvSpPr>
        <p:spPr>
          <a:xfrm>
            <a:off x="4410815" y="4482777"/>
            <a:ext cx="581025" cy="115416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>
            <a:defPPr>
              <a:defRPr lang="en-US"/>
            </a:defPPr>
            <a:lvl1pPr algn="ctr">
              <a:defRPr sz="1000">
                <a:solidFill>
                  <a:srgbClr val="44546A"/>
                </a:solidFill>
                <a:latin typeface="Calibri" panose="020F0502020204030204" pitchFamily="34" charset="0"/>
              </a:defRPr>
            </a:lvl1pPr>
          </a:lstStyle>
          <a:p>
            <a:r>
              <a:rPr lang="en-CA" sz="750" dirty="0"/>
              <a:t>Oct 5, 2020</a:t>
            </a:r>
          </a:p>
        </p:txBody>
      </p:sp>
      <p:sp>
        <p:nvSpPr>
          <p:cNvPr id="2369" name="OTLSHAPE_T_4cea4452dbfb47b5bd115d5c2ac1a1ba_Title"/>
          <p:cNvSpPr txBox="1"/>
          <p:nvPr>
            <p:custDataLst>
              <p:tags r:id="rId91"/>
            </p:custDataLst>
          </p:nvPr>
        </p:nvSpPr>
        <p:spPr>
          <a:xfrm>
            <a:off x="5025463" y="4283565"/>
            <a:ext cx="3635201" cy="209296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noAutofit/>
          </a:bodyPr>
          <a:lstStyle/>
          <a:p>
            <a:r>
              <a:rPr lang="en-CA" sz="750" b="1" spc="-5" dirty="0">
                <a:solidFill>
                  <a:srgbClr val="000000"/>
                </a:solidFill>
                <a:latin typeface="Calibri" panose="020F0502020204030204" pitchFamily="34" charset="0"/>
              </a:rPr>
              <a:t>Corporate Banking Implementation (Go Live Ready)</a:t>
            </a:r>
          </a:p>
        </p:txBody>
      </p:sp>
      <p:sp>
        <p:nvSpPr>
          <p:cNvPr id="2370" name="OTLSHAPE_T_4cea4452dbfb47b5bd115d5c2ac1a1ba_EndDate"/>
          <p:cNvSpPr txBox="1"/>
          <p:nvPr>
            <p:custDataLst>
              <p:tags r:id="rId92"/>
            </p:custDataLst>
          </p:nvPr>
        </p:nvSpPr>
        <p:spPr>
          <a:xfrm>
            <a:off x="8535787" y="4482777"/>
            <a:ext cx="511232" cy="115416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>
            <a:defPPr>
              <a:defRPr lang="en-US"/>
            </a:defPPr>
            <a:lvl1pPr algn="ctr">
              <a:defRPr sz="1000">
                <a:solidFill>
                  <a:srgbClr val="44546A"/>
                </a:solidFill>
                <a:latin typeface="Calibri" panose="020F0502020204030204" pitchFamily="34" charset="0"/>
              </a:defRPr>
            </a:lvl1pPr>
          </a:lstStyle>
          <a:p>
            <a:r>
              <a:rPr lang="en-CA" sz="750" dirty="0"/>
              <a:t>Jun 2021</a:t>
            </a:r>
          </a:p>
        </p:txBody>
      </p:sp>
      <p:sp>
        <p:nvSpPr>
          <p:cNvPr id="2372" name="TextBox 2371"/>
          <p:cNvSpPr txBox="1"/>
          <p:nvPr/>
        </p:nvSpPr>
        <p:spPr>
          <a:xfrm>
            <a:off x="569643" y="2421862"/>
            <a:ext cx="162698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accent3">
                    <a:lumMod val="75000"/>
                  </a:schemeClr>
                </a:solidFill>
              </a:rPr>
              <a:t>Program Stream 1</a:t>
            </a:r>
            <a:endParaRPr lang="en-CA" sz="1200" b="1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486" name="TextBox 485"/>
          <p:cNvSpPr txBox="1"/>
          <p:nvPr/>
        </p:nvSpPr>
        <p:spPr>
          <a:xfrm>
            <a:off x="586989" y="4303601"/>
            <a:ext cx="159773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accent3">
                    <a:lumMod val="75000"/>
                  </a:schemeClr>
                </a:solidFill>
              </a:rPr>
              <a:t>Program Stream 2</a:t>
            </a:r>
            <a:endParaRPr lang="en-CA" sz="1200" b="1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118" name="OTLSHAPE_T_7d7a3f33bb024005950d8874ec22e8f9_StartDate"/>
          <p:cNvSpPr txBox="1"/>
          <p:nvPr>
            <p:custDataLst>
              <p:tags r:id="rId93"/>
            </p:custDataLst>
          </p:nvPr>
        </p:nvSpPr>
        <p:spPr>
          <a:xfrm>
            <a:off x="5137627" y="2139994"/>
            <a:ext cx="791426" cy="115416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>
            <a:defPPr>
              <a:defRPr lang="en-US"/>
            </a:defPPr>
            <a:lvl1pPr algn="ctr">
              <a:defRPr sz="1000">
                <a:solidFill>
                  <a:srgbClr val="44546A"/>
                </a:solidFill>
                <a:latin typeface="Calibri" panose="020F0502020204030204" pitchFamily="34" charset="0"/>
              </a:defRPr>
            </a:lvl1pPr>
          </a:lstStyle>
          <a:p>
            <a:r>
              <a:rPr lang="en-CA" sz="750" dirty="0"/>
              <a:t>Oct 2020 - TBC</a:t>
            </a:r>
          </a:p>
        </p:txBody>
      </p:sp>
      <p:sp>
        <p:nvSpPr>
          <p:cNvPr id="119" name="OTLSHAPE_T_7d7a3f33bb024005950d8874ec22e8f9_Shape"/>
          <p:cNvSpPr/>
          <p:nvPr>
            <p:custDataLst>
              <p:tags r:id="rId94"/>
            </p:custDataLst>
          </p:nvPr>
        </p:nvSpPr>
        <p:spPr>
          <a:xfrm>
            <a:off x="3142905" y="2158575"/>
            <a:ext cx="1994722" cy="94500"/>
          </a:xfrm>
          <a:prstGeom prst="roundRect">
            <a:avLst/>
          </a:prstGeom>
          <a:solidFill>
            <a:schemeClr val="bg1">
              <a:lumMod val="50000"/>
            </a:schemeClr>
          </a:solidFill>
          <a:ln w="25400" cap="flat" cmpd="sng" algn="ctr">
            <a:noFill/>
            <a:prstDash val="solid"/>
          </a:ln>
          <a:effectLst/>
          <a:scene3d>
            <a:camera prst="orthographicFront"/>
            <a:lightRig rig="balanced" dir="t">
              <a:rot lat="0" lon="0" rev="8700000"/>
            </a:lightRig>
          </a:scene3d>
          <a:sp3d>
            <a:bevelT w="165100" h="12700"/>
          </a:sp3d>
          <a:extLst>
            <a:ext uri="{53640926-AAD7-44D8-BBD7-CCE9431645EC}">
              <a14:shadowObscured xmlns:a14="http://schemas.microsoft.com/office/drawing/2010/main" val="1"/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750" dirty="0"/>
          </a:p>
        </p:txBody>
      </p:sp>
      <p:sp>
        <p:nvSpPr>
          <p:cNvPr id="120" name="OTLSHAPE_T_7d7a3f33bb024005950d8874ec22e8f9_Title"/>
          <p:cNvSpPr txBox="1"/>
          <p:nvPr>
            <p:custDataLst>
              <p:tags r:id="rId95"/>
            </p:custDataLst>
          </p:nvPr>
        </p:nvSpPr>
        <p:spPr>
          <a:xfrm>
            <a:off x="3161567" y="2000960"/>
            <a:ext cx="2304807" cy="156972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noAutofit/>
          </a:bodyPr>
          <a:lstStyle/>
          <a:p>
            <a:r>
              <a:rPr lang="en-CA" sz="750" b="1" spc="-4" dirty="0">
                <a:solidFill>
                  <a:srgbClr val="000000"/>
                </a:solidFill>
                <a:latin typeface="Calibri" panose="020F0502020204030204" pitchFamily="34" charset="0"/>
              </a:rPr>
              <a:t>Personal In Branch DCO Project - Full Implementation</a:t>
            </a:r>
          </a:p>
        </p:txBody>
      </p:sp>
      <p:sp>
        <p:nvSpPr>
          <p:cNvPr id="121" name="OTLSHAPE_T_7d7a3f33bb024005950d8874ec22e8f9_StartDate"/>
          <p:cNvSpPr txBox="1"/>
          <p:nvPr>
            <p:custDataLst>
              <p:tags r:id="rId96"/>
            </p:custDataLst>
          </p:nvPr>
        </p:nvSpPr>
        <p:spPr>
          <a:xfrm>
            <a:off x="2539607" y="2141015"/>
            <a:ext cx="569366" cy="115416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>
            <a:defPPr>
              <a:defRPr lang="en-US"/>
            </a:defPPr>
            <a:lvl1pPr algn="ctr">
              <a:defRPr sz="1000">
                <a:solidFill>
                  <a:srgbClr val="44546A"/>
                </a:solidFill>
                <a:latin typeface="Calibri" panose="020F0502020204030204" pitchFamily="34" charset="0"/>
              </a:defRPr>
            </a:lvl1pPr>
          </a:lstStyle>
          <a:p>
            <a:r>
              <a:rPr lang="en-CA" sz="750" dirty="0"/>
              <a:t>May 2020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9643" y="2618325"/>
            <a:ext cx="1430200" cy="2077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50" dirty="0"/>
              <a:t>Digital Client Onboarding (DCO)</a:t>
            </a:r>
            <a:endParaRPr lang="en-CA" sz="750" dirty="0"/>
          </a:p>
        </p:txBody>
      </p:sp>
      <p:sp>
        <p:nvSpPr>
          <p:cNvPr id="123" name="TextBox 122"/>
          <p:cNvSpPr txBox="1"/>
          <p:nvPr/>
        </p:nvSpPr>
        <p:spPr>
          <a:xfrm>
            <a:off x="590335" y="4501636"/>
            <a:ext cx="962123" cy="2077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50" dirty="0"/>
              <a:t>Digital Banking (DB)</a:t>
            </a:r>
            <a:endParaRPr lang="en-CA" sz="750" dirty="0"/>
          </a:p>
        </p:txBody>
      </p:sp>
      <p:sp>
        <p:nvSpPr>
          <p:cNvPr id="124" name="OTLSHAPE_T_da3f1c3adf114f3bb18df83aad2c89d2_Shape"/>
          <p:cNvSpPr/>
          <p:nvPr>
            <p:custDataLst>
              <p:tags r:id="rId97"/>
            </p:custDataLst>
          </p:nvPr>
        </p:nvSpPr>
        <p:spPr>
          <a:xfrm>
            <a:off x="3658260" y="1534052"/>
            <a:ext cx="564373" cy="94500"/>
          </a:xfrm>
          <a:prstGeom prst="roundRect">
            <a:avLst/>
          </a:prstGeom>
          <a:solidFill>
            <a:schemeClr val="bg1">
              <a:lumMod val="50000"/>
            </a:schemeClr>
          </a:solidFill>
          <a:ln w="25400" cap="flat" cmpd="sng" algn="ctr">
            <a:noFill/>
            <a:prstDash val="solid"/>
          </a:ln>
          <a:effectLst/>
          <a:scene3d>
            <a:camera prst="orthographicFront"/>
            <a:lightRig rig="balanced" dir="t">
              <a:rot lat="0" lon="0" rev="8700000"/>
            </a:lightRig>
          </a:scene3d>
          <a:sp3d>
            <a:bevelT w="165100" h="12700"/>
          </a:sp3d>
          <a:extLst>
            <a:ext uri="{53640926-AAD7-44D8-BBD7-CCE9431645EC}">
              <a14:shadowObscured xmlns:a14="http://schemas.microsoft.com/office/drawing/2010/main" val="1"/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750" dirty="0"/>
          </a:p>
        </p:txBody>
      </p:sp>
      <p:cxnSp>
        <p:nvCxnSpPr>
          <p:cNvPr id="125" name="OTLSHAPE_M_7da4274af3d5420aadf4aaced861acac_Connector1"/>
          <p:cNvCxnSpPr/>
          <p:nvPr>
            <p:custDataLst>
              <p:tags r:id="rId98"/>
            </p:custDataLst>
          </p:nvPr>
        </p:nvCxnSpPr>
        <p:spPr>
          <a:xfrm>
            <a:off x="3652934" y="1359991"/>
            <a:ext cx="0" cy="174062"/>
          </a:xfrm>
          <a:prstGeom prst="line">
            <a:avLst/>
          </a:prstGeom>
          <a:ln w="9525" cap="flat" cmpd="sng" algn="ctr">
            <a:solidFill>
              <a:srgbClr val="44546A">
                <a:alpha val="49804"/>
              </a:srgb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7" name="OTLSHAPE_M_7da4274af3d5420aadf4aaced861acac_Shape"/>
          <p:cNvSpPr/>
          <p:nvPr>
            <p:custDataLst>
              <p:tags r:id="rId99"/>
            </p:custDataLst>
          </p:nvPr>
        </p:nvSpPr>
        <p:spPr>
          <a:xfrm rot="16200000">
            <a:off x="3668363" y="1245095"/>
            <a:ext cx="88648" cy="130184"/>
          </a:xfrm>
          <a:prstGeom prst="flowChartMerge">
            <a:avLst/>
          </a:prstGeom>
          <a:solidFill>
            <a:schemeClr val="accent6"/>
          </a:solidFill>
          <a:ln w="25400" cap="flat" cmpd="sng" algn="ctr">
            <a:noFill/>
            <a:prstDash val="solid"/>
          </a:ln>
          <a:effectLst/>
          <a:scene3d>
            <a:camera prst="orthographicFront"/>
            <a:lightRig rig="threePt" dir="t"/>
          </a:scene3d>
          <a:sp3d>
            <a:bevelT h="12700"/>
          </a:sp3d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>
                    <a:scrgbClr r="0" g="0" b="0">
                      <a:alpha val="50000"/>
                    </a:scrgbClr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750" dirty="0"/>
          </a:p>
        </p:txBody>
      </p:sp>
      <p:sp>
        <p:nvSpPr>
          <p:cNvPr id="128" name="OTLSHAPE_M_7da4274af3d5420aadf4aaced861acac_Title"/>
          <p:cNvSpPr txBox="1"/>
          <p:nvPr>
            <p:custDataLst>
              <p:tags r:id="rId100"/>
            </p:custDataLst>
          </p:nvPr>
        </p:nvSpPr>
        <p:spPr>
          <a:xfrm>
            <a:off x="3658260" y="944772"/>
            <a:ext cx="1578536" cy="244174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noAutofit/>
          </a:bodyPr>
          <a:lstStyle/>
          <a:p>
            <a:r>
              <a:rPr lang="en-CA" sz="750" spc="-6" dirty="0">
                <a:solidFill>
                  <a:srgbClr val="000000"/>
                </a:solidFill>
                <a:latin typeface="Calibri" panose="020F0502020204030204" pitchFamily="34" charset="0"/>
              </a:rPr>
              <a:t>Motive DCO - Friends &amp; Family Launch</a:t>
            </a:r>
          </a:p>
        </p:txBody>
      </p:sp>
      <p:cxnSp>
        <p:nvCxnSpPr>
          <p:cNvPr id="129" name="OTLSHAPE_M_7bfb8a382a9944389375dbf246013bf7_Connector1"/>
          <p:cNvCxnSpPr/>
          <p:nvPr>
            <p:custDataLst>
              <p:tags r:id="rId101"/>
            </p:custDataLst>
          </p:nvPr>
        </p:nvCxnSpPr>
        <p:spPr>
          <a:xfrm flipH="1">
            <a:off x="4209970" y="1436269"/>
            <a:ext cx="719" cy="138500"/>
          </a:xfrm>
          <a:prstGeom prst="line">
            <a:avLst/>
          </a:prstGeom>
          <a:ln w="9525" cap="flat" cmpd="sng" algn="ctr">
            <a:solidFill>
              <a:srgbClr val="4F81BD">
                <a:alpha val="49804"/>
              </a:srgb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6" name="OTLSHAPE_M_7bfb8a382a9944389375dbf246013bf7_Shape"/>
          <p:cNvSpPr/>
          <p:nvPr>
            <p:custDataLst>
              <p:tags r:id="rId102"/>
            </p:custDataLst>
          </p:nvPr>
        </p:nvSpPr>
        <p:spPr>
          <a:xfrm>
            <a:off x="4206645" y="1363196"/>
            <a:ext cx="128588" cy="81000"/>
          </a:xfrm>
          <a:prstGeom prst="wave">
            <a:avLst>
              <a:gd name="adj1" fmla="val 10000"/>
              <a:gd name="adj2" fmla="val 0"/>
            </a:avLst>
          </a:prstGeom>
          <a:solidFill>
            <a:srgbClr val="44546A"/>
          </a:solidFill>
          <a:ln w="25400" cap="flat" cmpd="sng" algn="ctr">
            <a:noFill/>
            <a:prstDash val="solid"/>
          </a:ln>
          <a:effectLst/>
          <a:scene3d>
            <a:camera prst="orthographicFront"/>
            <a:lightRig rig="threePt" dir="t"/>
          </a:scene3d>
          <a:sp3d>
            <a:bevelT h="12700"/>
          </a:sp3d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>
                    <a:scrgbClr r="0" g="0" b="0">
                      <a:alpha val="50000"/>
                    </a:scrgbClr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750" dirty="0"/>
          </a:p>
        </p:txBody>
      </p:sp>
      <p:sp>
        <p:nvSpPr>
          <p:cNvPr id="137" name="OTLSHAPE_M_7bfb8a382a9944389375dbf246013bf7_Title"/>
          <p:cNvSpPr txBox="1"/>
          <p:nvPr>
            <p:custDataLst>
              <p:tags r:id="rId103"/>
            </p:custDataLst>
          </p:nvPr>
        </p:nvSpPr>
        <p:spPr>
          <a:xfrm>
            <a:off x="4372689" y="1319540"/>
            <a:ext cx="986818" cy="14146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noAutofit/>
          </a:bodyPr>
          <a:lstStyle/>
          <a:p>
            <a:r>
              <a:rPr lang="en-CA" sz="750" spc="-5" dirty="0">
                <a:solidFill>
                  <a:srgbClr val="000000"/>
                </a:solidFill>
                <a:latin typeface="Calibri" panose="020F0502020204030204" pitchFamily="34" charset="0"/>
              </a:rPr>
              <a:t>Motive DCO - Full Launch </a:t>
            </a:r>
          </a:p>
        </p:txBody>
      </p:sp>
      <p:sp>
        <p:nvSpPr>
          <p:cNvPr id="138" name="OTLSHAPE_T_da3f1c3adf114f3bb18df83aad2c89d2_EndDate"/>
          <p:cNvSpPr txBox="1"/>
          <p:nvPr>
            <p:custDataLst>
              <p:tags r:id="rId104"/>
            </p:custDataLst>
          </p:nvPr>
        </p:nvSpPr>
        <p:spPr>
          <a:xfrm>
            <a:off x="3540898" y="1089950"/>
            <a:ext cx="745493" cy="115416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CA" sz="750" dirty="0">
                <a:solidFill>
                  <a:srgbClr val="44546A"/>
                </a:solidFill>
                <a:latin typeface="Calibri" panose="020F0502020204030204" pitchFamily="34" charset="0"/>
              </a:rPr>
              <a:t>June 22, 2020</a:t>
            </a:r>
          </a:p>
        </p:txBody>
      </p:sp>
      <p:sp>
        <p:nvSpPr>
          <p:cNvPr id="139" name="OTLSHAPE_T_da3f1c3adf114f3bb18df83aad2c89d2_Shape"/>
          <p:cNvSpPr/>
          <p:nvPr>
            <p:custDataLst>
              <p:tags r:id="rId105"/>
            </p:custDataLst>
          </p:nvPr>
        </p:nvSpPr>
        <p:spPr>
          <a:xfrm>
            <a:off x="4500680" y="1887383"/>
            <a:ext cx="337500" cy="94500"/>
          </a:xfrm>
          <a:prstGeom prst="roundRect">
            <a:avLst/>
          </a:prstGeom>
          <a:solidFill>
            <a:schemeClr val="bg1">
              <a:lumMod val="50000"/>
            </a:schemeClr>
          </a:solidFill>
          <a:ln w="25400" cap="flat" cmpd="sng" algn="ctr">
            <a:noFill/>
            <a:prstDash val="solid"/>
          </a:ln>
          <a:effectLst/>
          <a:scene3d>
            <a:camera prst="orthographicFront"/>
            <a:lightRig rig="balanced" dir="t">
              <a:rot lat="0" lon="0" rev="8700000"/>
            </a:lightRig>
          </a:scene3d>
          <a:sp3d>
            <a:bevelT w="165100" h="12700"/>
          </a:sp3d>
          <a:extLst>
            <a:ext uri="{53640926-AAD7-44D8-BBD7-CCE9431645EC}">
              <a14:shadowObscured xmlns:a14="http://schemas.microsoft.com/office/drawing/2010/main" val="1"/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750" dirty="0"/>
          </a:p>
        </p:txBody>
      </p:sp>
      <p:cxnSp>
        <p:nvCxnSpPr>
          <p:cNvPr id="140" name="OTLSHAPE_M_7da4274af3d5420aadf4aaced861acac_Connector1"/>
          <p:cNvCxnSpPr/>
          <p:nvPr>
            <p:custDataLst>
              <p:tags r:id="rId106"/>
            </p:custDataLst>
          </p:nvPr>
        </p:nvCxnSpPr>
        <p:spPr>
          <a:xfrm>
            <a:off x="4492670" y="1742511"/>
            <a:ext cx="0" cy="174062"/>
          </a:xfrm>
          <a:prstGeom prst="line">
            <a:avLst/>
          </a:prstGeom>
          <a:ln w="9525" cap="flat" cmpd="sng" algn="ctr">
            <a:solidFill>
              <a:srgbClr val="44546A">
                <a:alpha val="49804"/>
              </a:srgb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2" name="OTLSHAPE_M_7da4274af3d5420aadf4aaced861acac_Shape"/>
          <p:cNvSpPr/>
          <p:nvPr>
            <p:custDataLst>
              <p:tags r:id="rId107"/>
            </p:custDataLst>
          </p:nvPr>
        </p:nvSpPr>
        <p:spPr>
          <a:xfrm rot="16200000">
            <a:off x="4517075" y="1617238"/>
            <a:ext cx="90663" cy="140354"/>
          </a:xfrm>
          <a:prstGeom prst="flowChartMerge">
            <a:avLst/>
          </a:prstGeom>
          <a:solidFill>
            <a:schemeClr val="accent6"/>
          </a:solidFill>
          <a:ln w="25400" cap="flat" cmpd="sng" algn="ctr">
            <a:noFill/>
            <a:prstDash val="solid"/>
          </a:ln>
          <a:effectLst/>
          <a:scene3d>
            <a:camera prst="orthographicFront"/>
            <a:lightRig rig="threePt" dir="t"/>
          </a:scene3d>
          <a:sp3d>
            <a:bevelT h="12700"/>
          </a:sp3d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>
                    <a:scrgbClr r="0" g="0" b="0">
                      <a:alpha val="50000"/>
                    </a:scrgbClr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750" dirty="0"/>
          </a:p>
        </p:txBody>
      </p:sp>
      <p:sp>
        <p:nvSpPr>
          <p:cNvPr id="143" name="OTLSHAPE_M_7da4274af3d5420aadf4aaced861acac_Title"/>
          <p:cNvSpPr txBox="1"/>
          <p:nvPr>
            <p:custDataLst>
              <p:tags r:id="rId108"/>
            </p:custDataLst>
          </p:nvPr>
        </p:nvSpPr>
        <p:spPr>
          <a:xfrm>
            <a:off x="4676389" y="1526454"/>
            <a:ext cx="1578536" cy="244174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noAutofit/>
          </a:bodyPr>
          <a:lstStyle/>
          <a:p>
            <a:r>
              <a:rPr lang="en-CA" sz="750" spc="-6" dirty="0">
                <a:solidFill>
                  <a:srgbClr val="000000"/>
                </a:solidFill>
                <a:latin typeface="Calibri" panose="020F0502020204030204" pitchFamily="34" charset="0"/>
              </a:rPr>
              <a:t>Personal DCO - Friends &amp; Family Launch</a:t>
            </a:r>
          </a:p>
        </p:txBody>
      </p:sp>
      <p:sp>
        <p:nvSpPr>
          <p:cNvPr id="144" name="OTLSHAPE_M_7da4274af3d5420aadf4aaced861acac_Title"/>
          <p:cNvSpPr txBox="1"/>
          <p:nvPr>
            <p:custDataLst>
              <p:tags r:id="rId109"/>
            </p:custDataLst>
          </p:nvPr>
        </p:nvSpPr>
        <p:spPr>
          <a:xfrm>
            <a:off x="5012794" y="1664988"/>
            <a:ext cx="1578536" cy="244174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noAutofit/>
          </a:bodyPr>
          <a:lstStyle/>
          <a:p>
            <a:r>
              <a:rPr lang="en-CA" sz="750" spc="-6" dirty="0">
                <a:solidFill>
                  <a:srgbClr val="000000"/>
                </a:solidFill>
                <a:latin typeface="Calibri" panose="020F0502020204030204" pitchFamily="34" charset="0"/>
              </a:rPr>
              <a:t>Personal Online DCO – Full Launch</a:t>
            </a:r>
          </a:p>
        </p:txBody>
      </p:sp>
      <p:cxnSp>
        <p:nvCxnSpPr>
          <p:cNvPr id="145" name="OTLSHAPE_M_7bfb8a382a9944389375dbf246013bf7_Connector1"/>
          <p:cNvCxnSpPr/>
          <p:nvPr>
            <p:custDataLst>
              <p:tags r:id="rId110"/>
            </p:custDataLst>
          </p:nvPr>
        </p:nvCxnSpPr>
        <p:spPr>
          <a:xfrm flipH="1">
            <a:off x="4829595" y="1837781"/>
            <a:ext cx="719" cy="138500"/>
          </a:xfrm>
          <a:prstGeom prst="line">
            <a:avLst/>
          </a:prstGeom>
          <a:ln w="9525" cap="flat" cmpd="sng" algn="ctr">
            <a:solidFill>
              <a:srgbClr val="4F81BD">
                <a:alpha val="49804"/>
              </a:srgb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6" name="OTLSHAPE_M_7bfb8a382a9944389375dbf246013bf7_Shape"/>
          <p:cNvSpPr/>
          <p:nvPr>
            <p:custDataLst>
              <p:tags r:id="rId111"/>
            </p:custDataLst>
          </p:nvPr>
        </p:nvSpPr>
        <p:spPr>
          <a:xfrm>
            <a:off x="4826269" y="1758474"/>
            <a:ext cx="128588" cy="81000"/>
          </a:xfrm>
          <a:prstGeom prst="wave">
            <a:avLst>
              <a:gd name="adj1" fmla="val 10000"/>
              <a:gd name="adj2" fmla="val 0"/>
            </a:avLst>
          </a:prstGeom>
          <a:solidFill>
            <a:srgbClr val="44546A"/>
          </a:solidFill>
          <a:ln w="25400" cap="flat" cmpd="sng" algn="ctr">
            <a:noFill/>
            <a:prstDash val="solid"/>
          </a:ln>
          <a:effectLst/>
          <a:scene3d>
            <a:camera prst="orthographicFront"/>
            <a:lightRig rig="threePt" dir="t"/>
          </a:scene3d>
          <a:sp3d>
            <a:bevelT h="12700"/>
          </a:sp3d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>
                    <a:scrgbClr r="0" g="0" b="0">
                      <a:alpha val="50000"/>
                    </a:scrgbClr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750" dirty="0"/>
          </a:p>
        </p:txBody>
      </p:sp>
      <p:sp>
        <p:nvSpPr>
          <p:cNvPr id="147" name="OTLSHAPE_T_7d7a3f33bb024005950d8874ec22e8f9_EndDate"/>
          <p:cNvSpPr txBox="1"/>
          <p:nvPr>
            <p:custDataLst>
              <p:tags r:id="rId112"/>
            </p:custDataLst>
          </p:nvPr>
        </p:nvSpPr>
        <p:spPr>
          <a:xfrm>
            <a:off x="6165298" y="1585737"/>
            <a:ext cx="647700" cy="115416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>
            <a:defPPr>
              <a:defRPr lang="en-US"/>
            </a:defPPr>
            <a:lvl1pPr algn="ctr">
              <a:defRPr sz="1000">
                <a:solidFill>
                  <a:srgbClr val="44546A"/>
                </a:solidFill>
                <a:latin typeface="Calibri" panose="020F0502020204030204" pitchFamily="34" charset="0"/>
              </a:defRPr>
            </a:lvl1pPr>
          </a:lstStyle>
          <a:p>
            <a:r>
              <a:rPr lang="en-CA" sz="750" dirty="0"/>
              <a:t>Aug 17, 2020</a:t>
            </a:r>
          </a:p>
        </p:txBody>
      </p:sp>
      <p:sp>
        <p:nvSpPr>
          <p:cNvPr id="148" name="OTLSHAPE_M_7bfb8a382a9944389375dbf246013bf7_Shape"/>
          <p:cNvSpPr/>
          <p:nvPr>
            <p:custDataLst>
              <p:tags r:id="rId113"/>
            </p:custDataLst>
          </p:nvPr>
        </p:nvSpPr>
        <p:spPr>
          <a:xfrm>
            <a:off x="6532839" y="3270170"/>
            <a:ext cx="128588" cy="81000"/>
          </a:xfrm>
          <a:prstGeom prst="wave">
            <a:avLst>
              <a:gd name="adj1" fmla="val 10000"/>
              <a:gd name="adj2" fmla="val 0"/>
            </a:avLst>
          </a:prstGeom>
          <a:solidFill>
            <a:srgbClr val="44546A"/>
          </a:solidFill>
          <a:ln w="25400" cap="flat" cmpd="sng" algn="ctr">
            <a:noFill/>
            <a:prstDash val="solid"/>
          </a:ln>
          <a:effectLst/>
          <a:scene3d>
            <a:camera prst="orthographicFront"/>
            <a:lightRig rig="threePt" dir="t"/>
          </a:scene3d>
          <a:sp3d>
            <a:bevelT h="12700"/>
          </a:sp3d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>
                    <a:scrgbClr r="0" g="0" b="0">
                      <a:alpha val="50000"/>
                    </a:scrgbClr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75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7284947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2"/>
          </p:nvPr>
        </p:nvSpPr>
        <p:spPr>
          <a:xfrm>
            <a:off x="406202" y="169412"/>
            <a:ext cx="8280401" cy="397483"/>
          </a:xfrm>
        </p:spPr>
        <p:txBody>
          <a:bodyPr/>
          <a:lstStyle/>
          <a:p>
            <a:r>
              <a:rPr lang="en-US" sz="2800" dirty="0" smtClean="0"/>
              <a:t>High Level Estimated Timeline – Small Business Lending</a:t>
            </a:r>
            <a:endParaRPr lang="en-CA" sz="2800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039" y="566895"/>
            <a:ext cx="8572303" cy="3933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38380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2"/>
          </p:nvPr>
        </p:nvSpPr>
        <p:spPr>
          <a:xfrm>
            <a:off x="363673" y="119794"/>
            <a:ext cx="8280401" cy="397483"/>
          </a:xfrm>
        </p:spPr>
        <p:txBody>
          <a:bodyPr/>
          <a:lstStyle/>
          <a:p>
            <a:r>
              <a:rPr lang="en-US" dirty="0" smtClean="0"/>
              <a:t>Project Organization</a:t>
            </a:r>
            <a:endParaRPr lang="en-CA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3656" y="587828"/>
            <a:ext cx="8314660" cy="4012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0745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2"/>
          </p:nvPr>
        </p:nvSpPr>
        <p:spPr>
          <a:xfrm>
            <a:off x="406203" y="655846"/>
            <a:ext cx="2832297" cy="753854"/>
          </a:xfrm>
        </p:spPr>
        <p:txBody>
          <a:bodyPr/>
          <a:lstStyle/>
          <a:p>
            <a:r>
              <a:rPr lang="en-US" dirty="0" smtClean="0"/>
              <a:t>Thank You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3174611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2"/>
          </p:nvPr>
        </p:nvSpPr>
        <p:spPr>
          <a:xfrm>
            <a:off x="363673" y="119794"/>
            <a:ext cx="8280401" cy="397483"/>
          </a:xfrm>
        </p:spPr>
        <p:txBody>
          <a:bodyPr/>
          <a:lstStyle/>
          <a:p>
            <a:r>
              <a:rPr lang="en-US" dirty="0" smtClean="0"/>
              <a:t>Issue Management and Escalation Process</a:t>
            </a:r>
            <a:endParaRPr lang="en-CA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0468" y="766916"/>
            <a:ext cx="7283063" cy="3609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05910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13184" y="342900"/>
            <a:ext cx="7659303" cy="457200"/>
          </a:xfrm>
          <a:prstGeom prst="rect">
            <a:avLst/>
          </a:prstGeom>
          <a:solidFill>
            <a:srgbClr val="00006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Project Management Project Delivery Lifecycle</a:t>
            </a:r>
            <a:endParaRPr lang="en-CA" dirty="0"/>
          </a:p>
        </p:txBody>
      </p:sp>
      <p:sp>
        <p:nvSpPr>
          <p:cNvPr id="3" name="Rounded Rectangle 2"/>
          <p:cNvSpPr/>
          <p:nvPr/>
        </p:nvSpPr>
        <p:spPr>
          <a:xfrm>
            <a:off x="813185" y="1202380"/>
            <a:ext cx="1451384" cy="3132091"/>
          </a:xfrm>
          <a:prstGeom prst="roundRect">
            <a:avLst/>
          </a:prstGeom>
          <a:solidFill>
            <a:srgbClr val="D7D7CB"/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 smtClean="0">
                <a:solidFill>
                  <a:srgbClr val="0F0F0F"/>
                </a:solidFill>
              </a:rPr>
              <a:t>Monitoring and Controlling ensuring controls are in place to manage the project work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000" dirty="0" smtClean="0">
              <a:solidFill>
                <a:srgbClr val="0F0F0F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 smtClean="0">
                <a:solidFill>
                  <a:srgbClr val="0F0F0F"/>
                </a:solidFill>
              </a:rPr>
              <a:t>Performing Integrated Change Control</a:t>
            </a:r>
            <a:endParaRPr lang="en-CA" sz="1000" dirty="0">
              <a:solidFill>
                <a:srgbClr val="0F0F0F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968219" y="1202381"/>
            <a:ext cx="2371725" cy="285750"/>
          </a:xfrm>
          <a:prstGeom prst="rect">
            <a:avLst/>
          </a:prstGeom>
          <a:solidFill>
            <a:srgbClr val="87E1E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smtClean="0">
                <a:solidFill>
                  <a:srgbClr val="0F0F0F"/>
                </a:solidFill>
              </a:rPr>
              <a:t>Initiation Phase</a:t>
            </a:r>
            <a:endParaRPr lang="en-CA" sz="1600" dirty="0">
              <a:solidFill>
                <a:srgbClr val="0F0F0F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926552" y="2217389"/>
            <a:ext cx="2371725" cy="285750"/>
          </a:xfrm>
          <a:prstGeom prst="rect">
            <a:avLst/>
          </a:prstGeom>
          <a:solidFill>
            <a:srgbClr val="F2B8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smtClean="0">
                <a:solidFill>
                  <a:srgbClr val="0F0F0F"/>
                </a:solidFill>
              </a:rPr>
              <a:t>Planning Phase</a:t>
            </a:r>
            <a:endParaRPr lang="en-CA" sz="1600" dirty="0">
              <a:solidFill>
                <a:srgbClr val="0F0F0F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2926552" y="3048295"/>
            <a:ext cx="2371725" cy="285750"/>
          </a:xfrm>
          <a:prstGeom prst="rect">
            <a:avLst/>
          </a:prstGeom>
          <a:solidFill>
            <a:srgbClr val="FA95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smtClean="0"/>
              <a:t>Execution Phase</a:t>
            </a:r>
            <a:endParaRPr lang="en-CA" sz="1600" dirty="0"/>
          </a:p>
        </p:txBody>
      </p:sp>
      <p:sp>
        <p:nvSpPr>
          <p:cNvPr id="10" name="Rectangle 9"/>
          <p:cNvSpPr/>
          <p:nvPr/>
        </p:nvSpPr>
        <p:spPr>
          <a:xfrm>
            <a:off x="2926555" y="4048722"/>
            <a:ext cx="2371725" cy="285750"/>
          </a:xfrm>
          <a:prstGeom prst="rect">
            <a:avLst/>
          </a:prstGeom>
          <a:solidFill>
            <a:srgbClr val="99663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Closure </a:t>
            </a:r>
            <a:r>
              <a:rPr lang="en-US" sz="1600" dirty="0" smtClean="0"/>
              <a:t>Phase</a:t>
            </a:r>
            <a:endParaRPr lang="en-CA" sz="1600" dirty="0"/>
          </a:p>
        </p:txBody>
      </p:sp>
      <p:sp>
        <p:nvSpPr>
          <p:cNvPr id="11" name="Rounded Rectangle 10"/>
          <p:cNvSpPr/>
          <p:nvPr/>
        </p:nvSpPr>
        <p:spPr>
          <a:xfrm>
            <a:off x="5710238" y="1009947"/>
            <a:ext cx="2762250" cy="835818"/>
          </a:xfrm>
          <a:prstGeom prst="roundRect">
            <a:avLst/>
          </a:prstGeom>
          <a:solidFill>
            <a:srgbClr val="87E1E5"/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dirty="0" smtClean="0">
                <a:solidFill>
                  <a:srgbClr val="0F0F0F"/>
                </a:solidFill>
              </a:rPr>
              <a:t>Project Kick off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dirty="0" smtClean="0">
                <a:solidFill>
                  <a:srgbClr val="0F0F0F"/>
                </a:solidFill>
              </a:rPr>
              <a:t>Project Statement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dirty="0" smtClean="0">
                <a:solidFill>
                  <a:srgbClr val="0F0F0F"/>
                </a:solidFill>
              </a:rPr>
              <a:t>New Initiative/Change Risk Assessment Tool</a:t>
            </a:r>
            <a:endParaRPr lang="en-CA" sz="900" dirty="0">
              <a:solidFill>
                <a:srgbClr val="0F0F0F"/>
              </a:solidFill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5710238" y="2027337"/>
            <a:ext cx="2762250" cy="687288"/>
          </a:xfrm>
          <a:prstGeom prst="roundRect">
            <a:avLst/>
          </a:prstGeom>
          <a:solidFill>
            <a:srgbClr val="F2B800"/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 dirty="0" smtClean="0">
                <a:solidFill>
                  <a:srgbClr val="0F0F0F"/>
                </a:solidFill>
              </a:rPr>
              <a:t>Project Management Plan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 dirty="0" smtClean="0">
                <a:solidFill>
                  <a:srgbClr val="0F0F0F"/>
                </a:solidFill>
              </a:rPr>
              <a:t>Develop project schedule and plans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 dirty="0" smtClean="0">
                <a:solidFill>
                  <a:srgbClr val="0F0F0F"/>
                </a:solidFill>
              </a:rPr>
              <a:t>SDLC: Requirements Gathering</a:t>
            </a:r>
            <a:endParaRPr lang="en-CA" sz="800" dirty="0">
              <a:solidFill>
                <a:srgbClr val="0F0F0F"/>
              </a:solidFill>
            </a:endParaRPr>
          </a:p>
        </p:txBody>
      </p:sp>
      <p:sp>
        <p:nvSpPr>
          <p:cNvPr id="16" name="Rectangle 15"/>
          <p:cNvSpPr/>
          <p:nvPr/>
        </p:nvSpPr>
        <p:spPr>
          <a:xfrm rot="16200000">
            <a:off x="1050349" y="2625551"/>
            <a:ext cx="3132089" cy="285750"/>
          </a:xfrm>
          <a:prstGeom prst="rect">
            <a:avLst/>
          </a:prstGeom>
          <a:solidFill>
            <a:srgbClr val="D7D7CB"/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>
                <a:solidFill>
                  <a:srgbClr val="0F0F0F"/>
                </a:solidFill>
              </a:rPr>
              <a:t>Monitoring and Controlling Phase</a:t>
            </a:r>
            <a:endParaRPr lang="en-CA" sz="1200" dirty="0">
              <a:solidFill>
                <a:srgbClr val="0F0F0F"/>
              </a:solidFill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5710238" y="2874933"/>
            <a:ext cx="2762250" cy="835818"/>
          </a:xfrm>
          <a:prstGeom prst="roundRect">
            <a:avLst/>
          </a:prstGeom>
          <a:solidFill>
            <a:srgbClr val="FA9500"/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 dirty="0" smtClean="0"/>
              <a:t>Direct and manage the work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 dirty="0" smtClean="0"/>
              <a:t>Manage Communications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 dirty="0" smtClean="0"/>
              <a:t>Perform quality assurance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 dirty="0" smtClean="0"/>
              <a:t>Conduct procurement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 dirty="0" smtClean="0"/>
              <a:t>SDLC: Design, Build, Test, Go Live</a:t>
            </a:r>
            <a:endParaRPr lang="en-CA" sz="800" dirty="0"/>
          </a:p>
        </p:txBody>
      </p:sp>
      <p:sp>
        <p:nvSpPr>
          <p:cNvPr id="19" name="Rounded Rectangle 18"/>
          <p:cNvSpPr/>
          <p:nvPr/>
        </p:nvSpPr>
        <p:spPr>
          <a:xfrm>
            <a:off x="5710238" y="3878147"/>
            <a:ext cx="2762250" cy="647701"/>
          </a:xfrm>
          <a:prstGeom prst="roundRect">
            <a:avLst/>
          </a:prstGeom>
          <a:solidFill>
            <a:srgbClr val="996633"/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 dirty="0" smtClean="0"/>
              <a:t>Close of project or phase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 dirty="0" smtClean="0"/>
              <a:t>Lessons Learned Report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 dirty="0" smtClean="0"/>
              <a:t>Closure Report</a:t>
            </a:r>
            <a:endParaRPr lang="en-CA" sz="800" dirty="0"/>
          </a:p>
        </p:txBody>
      </p:sp>
    </p:spTree>
    <p:extLst>
      <p:ext uri="{BB962C8B-B14F-4D97-AF65-F5344CB8AC3E}">
        <p14:creationId xmlns:p14="http://schemas.microsoft.com/office/powerpoint/2010/main" val="22249470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MASTER" val="__part_0"/>
  <p:tag name="__PART_0" val="eyIkaWQiOiIxIiwiQ3VsdHVyZUluZm9OYW1lIjoiZW4tVVMiLCJTdHlsZU5hbWUiOm51bGwsIlZlcnNpb24iOnsiJGlkIjoiMiIsIlZlcnNpb24iOiIzLjIuMCIsIk9yaWdpbmFsQXNzZW1ibHlWZXJzaW9uIjoiMy42Mi4xMS4wMCIsIkVkaXRpb24iOiJQcm8iLCJJc1BsdXNFZGl0aW9uIjp0cnVlLCJJc1Byb0VkaXRpb24iOnRydWV9LCJFZmZlY3QiOjEsIlN0eWxlIjp7IiRpZCI6IjMiLCJUaW1lYmFuZFN0eWxlIjp7IiRpZCI6IjQiLCJTY2FsZU1hcmtpbmciOjEsIlNoYXBlIjoxMCwiU2hhcGVTdHlsZSI6eyIkaWQiOiI1IiwiTWFyZ2luIjp7IiRpZCI6IjYiLCJUb3AiOjAsIkxlZnQiOjEwLCJSaWdodCI6MTAsIkJvdHRvbSI6MH0sIlBhZGRpbmciOnsiJGlkIjoiNyIsIlRvcCI6MywiTGVmdCI6MCwiUmlnaHQiOjAsIkJvdHRvbSI6M30sIkJhY2tncm91bmQiOnsiJGlkIjoiOCIsIkNvbG9yIjp7IiRpZCI6IjkiLCJBIjoyNTUsIlIiOjQ1LCJHIjoxMTMsIkIiOjExN319LCJJc1Zpc2libGUiOnRydWUsIldpZHRoIjo4NTguMCwiSGVpZ2h0IjoyMC4wLCJCb3JkZXJTdHlsZSI6eyIkaWQiOiIxMCIsIkxpbmVDb2xvciI6eyIkaWQiOiIxMSIsIiR0eXBlIjoiTkxSRS5Db21tb24uRG9tLlNvbGlkQ29sb3JCcnVzaCwgTkxSRS5Db21tb24iLCJDb2xvciI6eyIkaWQiOiIxMiIsIkEiOjI1NSwiUiI6MjU1LCJHIjowLCJCIjowfX0sIkxpbmVXZWlnaHQiOjAuMCwiTGluZVR5cGUiOjAsIlBhcmVudFN0eWxlIjpudWxsfSwiUGFyZW50U3R5bGUiOm51bGx9LCJSaWdodEVuZENhcHNTdHlsZSI6eyIkaWQiOiIxMyIsIkZvbnRTZXR0aW5ncyI6eyIkaWQiOiIxNCIsIkZvbnRTaXplIjoxOCwiRm9udE5hbWUiOiJDYWxpYnJpIiwiSXNCb2xkIjp0cnVlLCJJc0l0YWxpYyI6ZmFsc2UsIklzVW5kZXJsaW5lZCI6ZmFsc2UsIlBhcmVudFN0eWxlIjpudWxsfSwiQXV0b1NpemUiOjAsIkZvcmVncm91bmQiOnsiJGlkIjoiMTUiLCJDb2xvciI6eyIkaWQiOiIxNiIsIkEiOjI1NSwiUiI6MjM3LCJHIjoxMjUsIkIiOjQ5fX0sIk1heFdpZHRoIjoiSW5maW5pdHkiLCJNYXhIZWlnaHQiOiJJbmZpbml0eSIsIlNtYXJ0Rm9yZWdyb3VuZElzQWN0aXZlIjpmYWxzZSwiSG9yaXpvbnRhbEFsaWdubWVudCI6MCwiVmVydGljYWxBbGlnbm1lbnQiOjAsIlNtYXJ0Rm9yZWdyb3VuZCI6bnVsbCwiQmFja2dyb3VuZEZpbGxUeXBlIjowLCJNYXJnaW4iOnsiJGlkIjoiMTciLCJUb3AiOjAsIkxlZnQiOjAsIlJpZ2h0IjoyMCwiQm90dG9tIjowfSwiUGFkZGluZyI6eyIkaWQiOiIxOCIsIlRvcCI6MCwiTGVmdCI6MCwiUmlnaHQiOjAsIkJvdHRvbSI6MH0sIkJhY2tncm91bmQiOnsiJGlkIjoiMTkiLCJDb2xvciI6eyIkaWQiOiIyMCIsIkEiOjI1NSwiUiI6MjU1LCJHIjoyNTUsIkIiOjI1NX19LCJJc1Zpc2libGUiOmZhbHNlLCJXaWR0aCI6MC4wLCJIZWlnaHQiOjAuMCwiQm9yZGVyU3R5bGUiOm51bGwsIlBhcmVudFN0eWxlIjpudWxsfSwiTGVmdEVuZENhcHNTdHlsZSI6eyIkaWQiOiIyMSIsIkZvbnRTZXR0aW5ncyI6eyIkaWQiOiIyMiIsIkZvbnRTaXplIjoxOCwiRm9udE5hbWUiOiJDYWxpYnJpIiwiSXNCb2xkIjp0cnVlLCJJc0l0YWxpYyI6ZmFsc2UsIklzVW5kZXJsaW5lZCI6ZmFsc2UsIlBhcmVudFN0eWxlIjpudWxsfSwiQXV0b1NpemUiOjAsIkZvcmVncm91bmQiOnsiJGlkIjoiMjMiLCJDb2xvciI6eyIkaWQiOiIyNCIsIkEiOjI1NSwiUiI6MjM3LCJHIjoxMjUsIkIiOjQ5fX0sIk1heFdpZHRoIjoiSW5maW5pdHkiLCJNYXhIZWlnaHQiOiJJbmZpbml0eSIsIlNtYXJ0Rm9yZWdyb3VuZElzQWN0aXZlIjpmYWxzZSwiSG9yaXpvbnRhbEFsaWdubWVudCI6MCwiVmVydGljYWxBbGlnbm1lbnQiOjAsIlNtYXJ0Rm9yZWdyb3VuZCI6bnVsbCwiQmFja2dyb3VuZEZpbGxUeXBlIjowLCJNYXJnaW4iOnsiJGlkIjoiMjUiLCJUb3AiOjAsIkxlZnQiOjIwLCJSaWdodCI6MCwiQm90dG9tIjowfSwiUGFkZGluZyI6eyIkaWQiOiIyNiIsIlRvcCI6MCwiTGVmdCI6MCwiUmlnaHQiOjAsIkJvdHRvbSI6MH0sIkJhY2tncm91bmQiOnsiJGlkIjoiMjciLCJDb2xvciI6eyIkaWQiOiIyOCIsIkEiOjg5LCJSIjowLCJHIjowLCJCIjowfX0sIklzVmlzaWJsZSI6ZmFsc2UsIldpZHRoIjowLjAsIkhlaWdodCI6MC4wLCJCb3JkZXJTdHlsZSI6bnVsbCwiUGFyZW50U3R5bGUiOm51bGx9LCJUb2RheVRleHRTdHlsZSI6eyIkaWQiOiIyOSIsIkZvbnRTZXR0aW5ncyI6eyIkaWQiOiIzMCIsIkZvbnRTaXplIjoxMiwiRm9udE5hbWUiOiJDYWxpYnJpIiwiSXNCb2xkIjpmYWxzZSwiSXNJdGFsaWMiOmZhbHNlLCJJc1VuZGVybGluZWQiOmZhbHNlLCJQYXJlbnRTdHlsZSI6bnVsbH0sIkF1dG9TaXplIjowLCJGb3JlZ3JvdW5kIjp7IiRpZCI6IjMxIiwiQ29sb3IiOnsiJGlkIjoiMzIiLCJBIjoyNTUsIlIiOjAsIkciOjAsIkIiOjB9fSwiTWF4V2lkdGgiOjIwMC4wLCJNYXhIZWlnaHQiOiJJbmZpbml0eSIsIlNtYXJ0Rm9yZWdyb3VuZElzQWN0aXZlIjpmYWxzZSwiSG9yaXpvbnRhbEFsaWdubWVudCI6MCwiVmVydGljYWxBbGlnbm1lbnQiOjAsIlNtYXJ0Rm9yZWdyb3VuZCI6bnVsbCwiQmFja2dyb3VuZEZpbGxUeXBlIjowLCJNYXJnaW4iOnsiJGlkIjoiMzMiLCJUb3AiOjAsIkxlZnQiOjAsIlJpZ2h0IjowLCJCb3R0b20iOjB9LCJQYWRkaW5nIjp7IiRpZCI6IjM0IiwiVG9wIjowLCJMZWZ0IjowLCJSaWdodCI6MCwiQm90dG9tIjowfSwiQmFja2dyb3VuZCI6eyIkaWQiOiIzNSIsIkNvbG9yIjp7IiRyZWYiOiIyOCJ9fSwiSXNWaXNpYmxlIjp0cnVlLCJXaWR0aCI6MC4wLCJIZWlnaHQiOjAuMCwiQm9yZGVyU3R5bGUiOm51bGwsIlBhcmVudFN0eWxlIjpudWxsfSwiVG9kYXlNYXJrZXJTdHlsZSI6eyIkaWQiOiIzNiIsIk1hcmdpbiI6eyIkaWQiOiIzNyIsIlRvcCI6MCwiTGVmdCI6MCwiUmlnaHQiOjAsIkJvdHRvbSI6MH0sIlBhZGRpbmciOnsiJGlkIjoiMzgiLCJUb3AiOjAsIkxlZnQiOjAsIlJpZ2h0IjowLCJCb3R0b20iOjB9LCJCYWNrZ3JvdW5kIjp7IiRpZCI6IjM5IiwiQ29sb3IiOnsiJGlkIjoiNDAiLCJBIjoyNTUsIlIiOjI1NSwiRyI6MCwiQiI6MH19LCJJc1Zpc2libGUiOnRydWUsIldpZHRoIjowLjAsIkhlaWdodCI6MC4wLCJCb3JkZXJTdHlsZSI6bnVsbCwiUGFyZW50U3R5bGUiOm51bGx9LCJTY2FsZVN0eWxlIjp7IiRpZCI6IjQxIiwiU2hvd1NlZ21lbnRTZXBhcmF0b3JzIjpmYWxzZSwiU2VnbWVudFNlcGFyYXRvck9wYWNpdHkiOjMwLCJGb250U2V0dGluZ3MiOnsiJGlkIjoiNDIiLCJGb250U2l6ZSI6MTgsIkZvbnROYW1lIjoiQ2FsaWJyaSIsIklzQm9sZCI6ZmFsc2UsIklzSXRhbGljIjpmYWxzZSwiSXNVbmRlcmxpbmVkIjpmYWxzZSwiUGFyZW50U3R5bGUiOm51bGx9LCJBdXRvU2l6ZSI6MCwiRm9yZWdyb3VuZCI6eyIkaWQiOiI0MyIsIkNvbG9yIjp7IiRpZCI6IjQ0IiwiQSI6MjU1LCJSIjoyNTUsIkciOjI1NSwiQiI6MjU1fX0sIk1heFdpZHRoIjoyMDAuMCwiTWF4SGVpZ2h0IjoiSW5maW5pdHkiLCJTbWFydEZvcmVncm91bmRJc0FjdGl2ZSI6ZmFsc2UsIkhvcml6b250YWxBbGlnbm1lbnQiOjAsIlZlcnRpY2FsQWxpZ25tZW50IjoxLCJTbWFydEZvcmVncm91bmQiOm51bGwsIkJhY2tncm91bmRGaWxsVHlwZSI6MCwiTWFyZ2luIjp7IiRpZCI6IjQ1IiwiVG9wIjowLCJMZWZ0Ijo1LCJSaWdodCI6MCwiQm90dG9tIjowfSwiUGFkZGluZyI6eyIkaWQiOiI0NiIsIlRvcCI6MCwiTGVmdCI6MCwiUmlnaHQiOjAsIkJvdHRvbSI6MH0sIkJhY2tncm91bmQiOnsiJGlkIjoiNDciLCJDb2xvciI6eyIkcmVmIjoiMjgifX0sIklzVmlzaWJsZSI6dHJ1ZSwiV2lkdGgiOjAuMCwiSGVpZ2h0IjowLjAsIkJvcmRlclN0eWxlIjpudWxsLCJQYXJlbnRTdHlsZSI6bnVsbH0sIkVsYXBzZWRUaW1lQmFja2dyb3VuZCI6eyIkaWQiOiI0OCIsIkNvbG9yIjp7IiRpZCI6IjQ5IiwiQSI6MTkxLCJSIjoyNTUsIkciOjAsIkIiOjB9fSwiQXBwZW5kWWVhck9uWWVhckNoYW5nZSI6ZmFsc2UsIkVsYXBzZWRUaW1lRm9ybWF0IjowLCJUb2RheU1hcmtlclBvc2l0aW9uIjowLCJRdWlja1Bvc2l0aW9uIjozLCJBYnNvbHV0ZVBvc2l0aW9uIjo5OC4yMjA4NiwiTWFyZ2luIjp7IiRpZCI6IjUwIiwiVG9wIjowLCJMZWZ0IjoxMCwiUmlnaHQiOjEwLCJCb3R0b20iOjB9LCJQYWRkaW5nIjp7IiRpZCI6IjUxIiwiVG9wIjowLCJMZWZ0IjowLCJSaWdodCI6MCwiQm90dG9tIjowfSwiQmFja2dyb3VuZCI6eyIkaWQiOiI1MiIsIkNvbG9yIjp7IiRpZCI6IjUzIiwiQSI6MjU1LCJSIjo0NywiRyI6NTQsIkIiOjE1M319LCJJc1Zpc2libGUiOnRydWUsIldpZHRoIjowLjAsIkhlaWdodCI6MC4wLCJCb3JkZXJTdHlsZSI6bnVsbCwiUGFyZW50U3R5bGUiOm51bGx9LCJEZWZhdWx0TWlsZXN0b25lU3R5bGUiOnsiJGlkIjoiNTQiLCJTaGFwZSI6MiwiQ29ubmVjdG9yTWFyZ2luIjp7IiRpZCI6IjU1IiwiVG9wIjowLCJMZWZ0IjoyLCJSaWdodCI6MiwiQm90dG9tIjowfSwiQ29ubmVjdG9yU3R5bGUiOnsiJGlkIjoiNTYiLCJMaW5lQ29sb3IiOnsiJGlkIjoiNTciLCIkdHlwZSI6Ik5MUkUuQ29tbW9uLkRvbS5Tb2xpZENvbG9yQnJ1c2gsIE5MUkUuQ29tbW9uIiwiQ29sb3IiOnsiJGlkIjoiNTgiLCJBIjoxMjcsIlIiOjY4LCJHIjo4NCwiQiI6MTA2fX0sIkxpbmVXZWlnaHQiOjEuMCwiTGluZVR5cGUiOjAsIlBhcmVudFN0eWxlIjpudWxsfSwiSXNCZWxvd1RpbWViYW5kIjpmYWxzZSwiUG9zaXRpb25PblRhc2siOjAsIkhpZGVEYXRlIjpmYWxzZSwiU2hhcGVTaXplIjoxLCJTcGFjaW5nIjoyLjAsIlBhZGRpbmciOnsiJGlkIjoiNTkiLCJUb3AiOjcsIkxlZnQiOjMsIlJpZ2h0IjowLCJCb3R0b20iOjJ9LCJTaGFwZVN0eWxlIjp7IiRpZCI6IjYwIiwiTWFyZ2luIjp7IiRpZCI6IjYxIiwiVG9wIjowLCJMZWZ0IjowLCJSaWdodCI6MCwiQm90dG9tIjowfSwiUGFkZGluZyI6eyIkaWQiOiI2MiIsIlRvcCI6MCwiTGVmdCI6MCwiUmlnaHQiOjAsIkJvdHRvbSI6MH0sIkJhY2tncm91bmQiOnsiJGlkIjoiNjMiLCJDb2xvciI6eyIkaWQiOiI2NCIsIkEiOjI1NSwiUiI6NjgsIkciOjg0LCJCIjoxMDZ9fSwiSXNWaXNpYmxlIjp0cnVlLCJXaWR0aCI6MTMuMCwiSGVpZ2h0IjoxMy4wLCJCb3JkZXJTdHlsZSI6eyIkaWQiOiI2NSIsIkxpbmVDb2xvciI6eyIkaWQiOiI2NiIsIiR0eXBlIjoiTkxSRS5Db21tb24uRG9tLlNvbGlkQ29sb3JCcnVzaCwgTkxSRS5Db21tb24iLCJDb2xvciI6eyIkaWQiOiI2NyIsIkEiOjI1NSwiUiI6MjU1LCJHIjowLCJCIjowfX0sIkxpbmVXZWlnaHQiOjAuMCwiTGluZVR5cGUiOjAsIlBhcmVudFN0eWxlIjpudWxsfSwiUGFyZW50U3R5bGUiOm51bGx9LCJUaXRsZVN0eWxlIjp7IiRpZCI6IjY4IiwiRm9udFNldHRpbmdzIjp7IiRpZCI6IjY5IiwiRm9udFNpemUiOjEyLCJGb250TmFtZSI6IkNhbGlicmkiLCJJc0JvbGQiOmZhbHNlLCJJc0l0YWxpYyI6ZmFsc2UsIklzVW5kZXJsaW5lZCI6ZmFsc2UsIlBhcmVudFN0eWxlIjpudWxsfSwiQXV0b1NpemUiOjAsIkZvcmVncm91bmQiOnsiJGlkIjoiNzAiLCJDb2xvciI6eyIkaWQiOiI3MSIsIkEiOjI1NSwiUiI6MCwiRyI6MCwiQiI6MH19LCJNYXhXaWR0aCI6MjAwLjAsIk1heEhlaWdodCI6IkluZmluaXR5IiwiU21hcnRGb3JlZ3JvdW5kSXNBY3RpdmUiOmZhbHNlLCJIb3Jpem9udGFsQWxpZ25tZW50IjowLCJWZXJ0aWNhbEFsaWdubWVudCI6MCwiU21hcnRGb3JlZ3JvdW5kIjpudWxsLCJCYWNrZ3JvdW5kRmlsbFR5cGUiOjAsIk1hcmdpbiI6eyIkaWQiOiI3MiIsIlRvcCI6MCwiTGVmdCI6MCwiUmlnaHQiOjAsIkJvdHRvbSI6MH0sIlBhZGRpbmciOnsiJGlkIjoiNzMiLCJUb3AiOjAsIkxlZnQiOjAsIlJpZ2h0IjowLCJCb3R0b20iOjB9LCJCYWNrZ3JvdW5kIjp7IiRpZCI6Ijc0IiwiQ29sb3IiOnsiJHJlZiI6IjI4In19LCJJc1Zpc2libGUiOnRydWUsIldpZHRoIjowLjAsIkhlaWdodCI6MC4wLCJCb3JkZXJTdHlsZSI6bnVsbCwiUGFyZW50U3R5bGUiOm51bGx9LCJEYXRlU3R5bGUiOnsiJGlkIjoiNzUiLCJGb250U2V0dGluZ3MiOnsiJGlkIjoiNzYiLCJGb250U2l6ZSI6MTAsIkZvbnROYW1lIjoiQ2FsaWJyaSIsIklzQm9sZCI6ZmFsc2UsIklzSXRhbGljIjpmYWxzZSwiSXNVbmRlcmxpbmVkIjpmYWxzZSwiUGFyZW50U3R5bGUiOm51bGx9LCJBdXRvU2l6ZSI6MCwiRm9yZWdyb3VuZCI6eyIkaWQiOiI3NyIsIkNvbG9yIjp7IiRpZCI6Ijc4IiwiQSI6MjU1LCJSIjo2OCwiRyI6ODQsIkIiOjEwNn19LCJNYXhXaWR0aCI6MjAwLjAsIk1heEhlaWdodCI6IkluZmluaXR5IiwiU21hcnRGb3JlZ3JvdW5kSXNBY3RpdmUiOmZhbHNlLCJIb3Jpem9udGFsQWxpZ25tZW50IjowLCJWZXJ0aWNhbEFsaWdubWVudCI6MCwiU21hcnRGb3JlZ3JvdW5kIjpudWxsLCJCYWNrZ3JvdW5kRmlsbFR5cGUiOjAsIk1hcmdpbiI6eyIkaWQiOiI3OSIsIlRvcCI6MCwiTGVmdCI6MCwiUmlnaHQiOjAsIkJvdHRvbSI6MH0sIlBhZGRpbmciOnsiJGlkIjoiODAiLCJUb3AiOjAsIkxlZnQiOjAsIlJpZ2h0IjowLCJCb3R0b20iOjB9LCJCYWNrZ3JvdW5kIjp7IiRpZCI6IjgxIiwiQ29sb3IiOnsiJHJlZiI6IjI4In19LCJJc1Zpc2libGUiOmZhbHNlLCJXaWR0aCI6MC4wLCJIZWlnaHQiOjAuMCwiQm9yZGVyU3R5bGUiOm51bGwsIlBhcmVudFN0eWxlIjpudWxsfSwiRGF0ZUZvcm1hdCI6eyIkaWQiOiI4MiIsIkZvcm1hdFN0cmluZyI6Ik1NTSBkIiwiU2VwYXJhdG9yIjoiLyIsIlVzZUludGVybmF0aW9uYWxEYXRlRm9ybWF0IjpmYWxzZSwiRGF0ZUlzVmlzaWJsZSI6dHJ1ZSwiVGltZUlzVmlzaWJsZSI6ZmFsc2UsIkhvdXJEaWdpdHMiOjEsIkFtUG1EZXNpZ25hdG9yIjoyLCJUcmltMDBNaW51dGVzIjpmYWxzZSwiTGFzdEtub3duVmlzaWJpbGl0eVN0YXRlIjp7IiRpZCI6IjgzIiwiRGF0ZVBhcnRJc1Zpc2libGUiOmZhbHNlLCJUaW1lUGFydElzVmlzaWJsZSI6ZmFsc2V9fSwiSXNWaXNpYmxlIjp0cnVlLCJQYXJlbnRTdHlsZSI6bnVsbH0sIkRlZmF1bHRUYXNrU3R5bGUiOnsiJGlkIjoiODQiLCJTaGFwZSI6MSwiU2hhcGVUaGlja25lc3MiOjAsIkR1cmF0aW9uRm9ybWF0IjowLCJJbmNsdWRlTm9uV29ya2luZ0RheXNJbkR1cmF0aW9uIjpmYWxzZSwiUGVyY2VudGFnZUNvbXBsZXRlU3R5bGUiOnsiJGlkIjoiODUiLCJGb250U2V0dGluZ3MiOnsiJGlkIjoiODYiLCJGb250U2l6ZSI6MTAsIkZvbnROYW1lIjoiQ2FsaWJyaSIsIklzQm9sZCI6ZmFsc2UsIklzSXRhbGljIjpmYWxzZSwiSXNVbmRlcmxpbmVkIjpmYWxzZSwiUGFyZW50U3R5bGUiOm51bGx9LCJBdXRvU2l6ZSI6MCwiRm9yZWdyb3VuZCI6eyIkaWQiOiI4NyIsIkNvbG9yIjp7IiRpZCI6Ijg4IiwiQSI6MjU1LCJSIjoxOTIsIkciOjgwLCJCIjo3N319LCJNYXhXaWR0aCI6MjAwLjAsIk1heEhlaWdodCI6IkluZmluaXR5IiwiU21hcnRGb3JlZ3JvdW5kSXNBY3RpdmUiOmZhbHNlLCJIb3Jpem9udGFsQWxpZ25tZW50IjowLCJWZXJ0aWNhbEFsaWdubWVudCI6MCwiU21hcnRGb3JlZ3JvdW5kIjpudWxsLCJCYWNrZ3JvdW5kRmlsbFR5cGUiOjAsIk1hcmdpbiI6eyIkaWQiOiI4OSIsIlRvcCI6MCwiTGVmdCI6MCwiUmlnaHQiOjAsIkJvdHRvbSI6MH0sIlBhZGRpbmciOnsiJGlkIjoiOTAiLCJUb3AiOjAsIkxlZnQiOjAsIlJpZ2h0IjowLCJCb3R0b20iOjB9LCJCYWNrZ3JvdW5kIjp7IiRpZCI6IjkxIiwiQ29sb3IiOnsiJHJlZiI6IjI4In19LCJJc1Zpc2libGUiOnRydWUsIldpZHRoIjowLjAsIkhlaWdodCI6MC4wLCJCb3JkZXJTdHlsZSI6bnVsbCwiUGFyZW50U3R5bGUiOm51bGx9LCJEdXJhdGlvblN0eWxlIjp7IiRpZCI6IjkyIiwiRm9udFNldHRpbmdzIjp7IiRpZCI6IjkzIiwiRm9udFNpemUiOjEwLCJGb250TmFtZSI6IkNhbGlicmkiLCJJc0JvbGQiOmZhbHNlLCJJc0l0YWxpYyI6ZmFsc2UsIklzVW5kZXJsaW5lZCI6ZmFsc2UsIlBhcmVudFN0eWxlIjpudWxsfSwiQXV0b1NpemUiOjAsIkZvcmVncm91bmQiOnsiJGlkIjoiOTQiLCJDb2xvciI6eyIkaWQiOiI5NSIsIkEiOjI1NSwiUiI6MjM3LCJHIjoxMjUsIkIiOjQ5fX0sIk1heFdpZHRoIjoyMDAuMCwiTWF4SGVpZ2h0IjoiSW5maW5pdHkiLCJTbWFydEZvcmVncm91bmRJc0FjdGl2ZSI6ZmFsc2UsIkhvcml6b250YWxBbGlnbm1lbnQiOjAsIlZlcnRpY2FsQWxpZ25tZW50IjowLCJTbWFydEZvcmVncm91bmQiOm51bGwsIkJhY2tncm91bmRGaWxsVHlwZSI6MCwiTWFyZ2luIjp7IiRpZCI6Ijk2IiwiVG9wIjowLCJMZWZ0IjowLCJSaWdodCI6MCwiQm90dG9tIjowfSwiUGFkZGluZyI6eyIkaWQiOiI5NyIsIlRvcCI6MCwiTGVmdCI6MCwiUmlnaHQiOjAsIkJvdHRvbSI6MH0sIkJhY2tncm91bmQiOnsiJGlkIjoiOTgiLCJDb2xvciI6eyIkcmVmIjoiMjgifX0sIklzVmlzaWJsZSI6dHJ1ZSwiV2lkdGgiOjAuMCwiSGVpZ2h0IjowLjAsIkJvcmRlclN0eWxlIjpudWxsLCJQYXJlbnRTdHlsZSI6bnVsbH0sIkhvcml6b250YWxDb25uZWN0b3JTdHlsZSI6eyIkaWQiOiI5OSIsIkxpbmVDb2xvciI6eyIkaWQiOiIxMDAiLCIkdHlwZSI6Ik5MUkUuQ29tbW9uLkRvbS5Tb2xpZENvbG9yQnJ1c2gsIE5MUkUuQ29tbW9uIiwiQ29sb3IiOnsiJGlkIjoiMTAxIiwiQSI6MjU1LCJSIjoyMDQsIkciOjIwNCwiQiI6MjA0fX0sIkxpbmVXZWlnaHQiOjEuMCwiTGluZVR5cGUiOjAsIlBhcmVudFN0eWxlIjpudWxsfSwiVmVydGljYWxDb25uZWN0b3JTdHlsZSI6eyIkaWQiOiIxMDIiLCJMaW5lQ29sb3IiOnsiJGlkIjoiMTAzIiwiJHR5cGUiOiJOTFJFLkNvbW1vbi5Eb20uU29saWRDb2xvckJydXNoLCBOTFJFLkNvbW1vbiIsIkNvbG9yIjp7IiRpZCI6IjEwNCIsIkEiOjI1NSwiUiI6MjA0LCJHIjoyMDQsIkIiOjIwNH19LCJMaW5lV2VpZ2h0IjowLjAsIkxpbmVUeXBlIjowLCJQYXJlbnRTdHlsZSI6bnVsbH0sIk1hcmdpbiI6bnVsbCwiU3RhcnREYXRlUG9zaXRpb24iOjYsIkVuZERhdGVQb3NpdGlvbiI6NiwiRGF0ZUlzVmlzaWJsZSI6ZmFsc2UsIlRpdGxlUG9zaXRpb24iOjAsIkR1cmF0aW9uUG9zaXRpb24iOjYsIlBlcmNlbnRhZ2VDb21wbGV0ZWRQb3NpdGlvbiI6NiwiU3BhY2luZyI6MywiSXNCZWxvd1RpbWViYW5kIjp0cnVlLCJQZXJjZW50YWdlQ29tcGxldGVTaGFwZU9wYWNpdHkiOjM1LCJTaGFwZVN0eWxlIjp7IiRpZCI6IjEwNSIsIk1hcmdpbiI6eyIkaWQiOiIxMDYiLCJUb3AiOjAsIkxlZnQiOjQsIlJpZ2h0Ijo0LCJCb3R0b20iOjB9LCJQYWRkaW5nIjp7IiRpZCI6IjEwNyIsIlRvcCI6MCwiTGVmdCI6MCwiUmlnaHQiOjAsIkJvdHRvbSI6MH0sIkJhY2tncm91bmQiOnsiJGlkIjoiMTA4IiwiQ29sb3IiOnsiJGlkIjoiMTA5IiwiQSI6MjU1LCJSIjowLCJHIjoxMTQsIkIiOjE4OH19LCJJc1Zpc2libGUiOnRydWUsIldpZHRoIjowLjAsIkhlaWdodCI6MTAuMCwiQm9yZGVyU3R5bGUiOnsiJGlkIjoiMTEwIiwiTGluZUNvbG9yIjp7IiRpZCI6IjExMSIsIiR0eXBlIjoiTkxSRS5Db21tb24uRG9tLlNvbGlkQ29sb3JCcnVzaCwgTkxSRS5Db21tb24iLCJDb2xvciI6eyIkaWQiOiIxMTIiLCJBIjoyNTUsIlIiOjI1NSwiRyI6MCwiQiI6MH19LCJMaW5lV2VpZ2h0IjowLjAsIkxpbmVUeXBlIjowLCJQYXJlbnRTdHlsZSI6bnVsbH0sIlBhcmVudFN0eWxlIjpudWxsfSwiVGl0bGVTdHlsZSI6eyIkaWQiOiIxMTMiLCJGb250U2V0dGluZ3MiOnsiJGlkIjoiMTE0IiwiRm9udFNpemUiOjE0LCJGb250TmFtZSI6IkNhbGlicmkiLCJJc0JvbGQiOnRydWUsIklzSXRhbGljIjpmYWxzZSwiSXNVbmRlcmxpbmVkIjpmYWxzZSwiUGFyZW50U3R5bGUiOm51bGx9LCJBdXRvU2l6ZSI6MCwiRm9yZWdyb3VuZCI6eyIkaWQiOiIxMTUiLCJDb2xvciI6eyIkaWQiOiIxMTYiLCJBIjoyNTUsIlIiOjAsIkciOjAsIkIiOjB9fSwiTWF4V2lkdGgiOjk2MC4wLCJNYXhIZWlnaHQiOiJJbmZpbml0eSIsIlNtYXJ0Rm9yZWdyb3VuZElzQWN0aXZlIjpmYWxzZSwiSG9yaXpvbnRhbEFsaWdubWVudCI6MCwiVmVydGljYWxBbGlnbm1lbnQiOjAsIlNtYXJ0Rm9yZWdyb3VuZCI6bnVsbCwiQmFja2dyb3VuZEZpbGxUeXBlIjowLCJNYXJnaW4iOnsiJGlkIjoiMTE3IiwiVG9wIjowLCJMZWZ0IjowLCJSaWdodCI6MCwiQm90dG9tIjowfSwiUGFkZGluZyI6eyIkaWQiOiIxMTgiLCJUb3AiOjAsIkxlZnQiOjAsIlJpZ2h0IjowLCJCb3R0b20iOjB9LCJCYWNrZ3JvdW5kIjp7IiRpZCI6IjExOSIsIkNvbG9yIjp7IiRyZWYiOiIyOCJ9fSwiSXNWaXNpYmxlIjp0cnVlLCJXaWR0aCI6MC4wLCJIZWlnaHQiOjAuMCwiQm9yZGVyU3R5bGUiOm51bGwsIlBhcmVudFN0eWxlIjpudWxsfSwiRGF0ZVN0eWxlIjp7IiRpZCI6IjEyMCIsIkZvbnRTZXR0aW5ncyI6eyIkaWQiOiIxMjEiLCJGb250U2l6ZSI6MTAsIkZvbnROYW1lIjoiQ2FsaWJyaSIsIklzQm9sZCI6ZmFsc2UsIklzSXRhbGljIjpmYWxzZSwiSXNVbmRlcmxpbmVkIjpmYWxzZSwiUGFyZW50U3R5bGUiOm51bGx9LCJBdXRvU2l6ZSI6MCwiRm9yZWdyb3VuZCI6eyIkaWQiOiIxMjIiLCJDb2xvciI6eyIkaWQiOiIxMjMiLCJBIjoyNTUsIlIiOjY4LCJHIjo4NCwiQiI6MTA2fX0sIk1heFdpZHRoIjoyMDAuMCwiTWF4SGVpZ2h0IjoiSW5maW5pdHkiLCJTbWFydEZvcmVncm91bmRJc0FjdGl2ZSI6ZmFsc2UsIkhvcml6b250YWxBbGlnbm1lbnQiOjAsIlZlcnRpY2FsQWxpZ25tZW50IjowLCJTbWFydEZvcmVncm91bmQiOm51bGwsIkJhY2tncm91bmRGaWxsVHlwZSI6MCwiTWFyZ2luIjp7IiRpZCI6IjEyNCIsIlRvcCI6MCwiTGVmdCI6MCwiUmlnaHQiOjAsIkJvdHRvbSI6MH0sIlBhZGRpbmciOnsiJGlkIjoiMTI1IiwiVG9wIjowLCJMZWZ0IjowLCJSaWdodCI6MCwiQm90dG9tIjowfSwiQmFja2dyb3VuZCI6eyIkaWQiOiIxMjYiLCJDb2xvciI6eyIkcmVmIjoiMjgifX0sIklzVmlzaWJsZSI6dHJ1ZSwiV2lkdGgiOjAuMCwiSGVpZ2h0IjowLjAsIkJvcmRlclN0eWxlIjpudWxsLCJQYXJlbnRTdHlsZSI6bnVsbH0sIkRhdGVGb3JtYXQiOnsiJGlkIjoiMTI3IiwiRm9ybWF0U3RyaW5nIjoiTU1NIGQiLCJTZXBhcmF0b3IiOiIvIiwiVXNlSW50ZXJuYXRpb25hbERhdGVGb3JtYXQiOmZhbHNlLCJEYXRlSXNWaXNpYmxlIjp0cnVlLCJUaW1lSXNWaXNpYmxlIjpmYWxzZSwiSG91ckRpZ2l0cyI6MSwiQW1QbURlc2lnbmF0b3IiOjIsIlRyaW0wME1pbnV0ZXMiOmZhbHNlLCJMYXN0S25vd25WaXNpYmlsaXR5U3RhdGUiOm51bGx9LCJJc1Zpc2libGUiOnRydWUsIlBhcmVudFN0eWxlIjpudWxsLCJfZXhwbGljaXRseVNldCI6eyIkaWQiOiIxMjgiLCJTaGFwZVN0eWxlIjpmYWxzZSwiVGl0bGVTdHlsZSI6ZmFsc2UsIkRhdGVTdHlsZSI6ZmFsc2UsIkhvcml6b250YWxDb25uZWN0b3JTdHlsZSI6ZmFsc2UsIlZlcnRpY2FsQ29ubmVjdG9yU3R5bGUiOmZhbHNlLCJQZXJjZW50YWdlQ29tcGxldGVTaGFwZU9wYWNpdHkiOmZhbHNlLCJTaGFwZSI6ZmFsc2UsIlNoYXBlVGhpY2tuZXNzIjpmYWxzZSwiRHVyYXRpb25Gb3JtYXQiOmZhbHNlLCJJbmNsdWRlTm9uV29ya2luZ0RheXNJbkR1cmF0aW9uIjpmYWxzZSwiTWFyZ2luIjpmYWxzZSwiU3RhcnREYXRlUG9zaXRpb24iOmZhbHNlLCJFbmREYXRlUG9zaXRpb24iOmZhbHNlLCJUaXRsZVBvc2l0aW9uIjpmYWxzZSwiRHVyYXRpb25Qb3NpdGlvbiI6ZmFsc2UsIlBlcmNlbnRhZ2VDb21wbGV0ZWRQb3NpdGlvbiI6ZmFsc2UsIlNwYWNpbmciOmZhbHNlLCJJc0JlbG93VGltZWJhbmQiOmZhbHNlLCJEYXRlRm9ybWF0IjpmYWxzZSwiSXNWaXNpYmxlIjpmYWxzZX19LCJHcmlkbGluZVBhbmVsU3R5bGUiOnsiJGlkIjoiMTI5IiwiR3JpZGxpbmVTdHlsZSI6eyIkaWQiOiIxMzAiLCJMaW5lQ29sb3IiOnsiJGlkIjoiMTMxIiwiJHR5cGUiOiJOTFJFLkNvbW1vbi5Eb20uU29saWRDb2xvckJydXNoLCBOTFJFLkNvbW1vbiIsIkNvbG9yIjp7IiRpZCI6IjEzMiIsIkEiOjM4LCJSIjo5MSwiRyI6MTU1LCJCIjoyMTN9fSwiTGluZVdlaWdodCI6MS4wLCJMaW5lVHlwZSI6MCwiUGFyZW50U3R5bGUiOm51bGx9LCJNYXJnaW4iOnsiJGlkIjoiMTMzIiwiVG9wIjowLCJMZWZ0IjowLCJSaWdodCI6MCwiQm90dG9tIjowfSwiUGFkZGluZyI6eyIkaWQiOiIxMzQiLCJUb3AiOjAsIkxlZnQiOjAsIlJpZ2h0IjowLCJCb3R0b20iOjB9LCJCYWNrZ3JvdW5kIjpudWxsLCJJc1Zpc2libGUiOnRydWUsIldpZHRoIjowLjAsIkhlaWdodCI6MC4wLCJCb3JkZXJTdHlsZSI6bnVsbCwiUGFyZW50U3R5bGUiOm51bGx9LCJTaG93RWxhcHNlZFRpbWVHcmFkaWVudFN0eWxlIjpmYWxzZSwiRGVmYXVsdFN3aW1sYW5lU3R5bGUiOnsiJGlkIjoiMTM1IiwiSGVhZGVyU3R5bGUiOnsiJGlkIjoiMTM2IiwiVGV4dFN0eWxlIjp7IiRpZCI6IjEzNyIsIkZvbnRTZXR0aW5ncyI6eyIkaWQiOiIxMzgiLCJGb250U2l6ZSI6MTIsIkZvbnROYW1lIjoiQ2FsaWJyaSIsIklzQm9sZCI6ZmFsc2UsIklzSXRhbGljIjpmYWxzZSwiSXNVbmRlcmxpbmVkIjpmYWxzZSwiUGFyZW50U3R5bGUiOm51bGx9LCJBdXRvU2l6ZSI6MCwiRm9yZWdyb3VuZCI6eyIkaWQiOiIxMzkiLCJDb2xvciI6eyIkaWQiOiIxNDAiLCJBIjoyNTUsIlIiOjMyLCJHIjo1NiwiQiI6MTAwfX0sIk1heFdpZHRoIjoiSW5maW5pdHkiLCJNYXhIZWlnaHQiOiJJbmZpbml0eSIsIlNtYXJ0Rm9yZWdyb3VuZElzQWN0aXZlIjpmYWxzZSwiSG9yaXpvbnRhbEFsaWdubWVudCI6MCwiVmVydGljYWxBbGlnbm1lbnQiOjAsIlNtYXJ0Rm9yZWdyb3VuZCI6bnVsbCwiQmFja2dyb3VuZEZpbGxUeXBlIjowLCJNYXJnaW4iOnsiJGlkIjoiMTQxIiwiVG9wIjowLCJMZWZ0IjowLCJSaWdodCI6MCwiQm90dG9tIjowfSwiUGFkZGluZyI6eyIkaWQiOiIxNDIiLCJUb3AiOjAsIkxlZnQiOjAsIlJpZ2h0IjowLCJCb3R0b20iOjB9LCJCYWNrZ3JvdW5kIjpudWxsLCJJc1Zpc2libGUiOnRydWUsIldpZHRoIjowLjAsIkhlaWdodCI6MC4wLCJCb3JkZXJTdHlsZSI6bnVsbCwiUGFyZW50U3R5bGUiOm51bGx9LCJSZWN0YW5nbGVTdHlsZSI6eyIkaWQiOiIxNDMiLCJNYXJnaW4iOnsiJGlkIjoiMTQ0IiwiVG9wIjowLCJMZWZ0IjowLCJSaWdodCI6MCwiQm90dG9tIjowfSwiUGFkZGluZyI6eyIkaWQiOiIxNDUiLCJUb3AiOjAsIkxlZnQiOjAsIlJpZ2h0IjowLCJCb3R0b20iOjB9LCJCYWNrZ3JvdW5kIjp7IiRpZCI6IjE0NiIsIkNvbG9yIjp7IiRpZCI6IjE0NyIsIkEiOjEyNywiUiI6OTEsIkciOjE1NSwiQiI6MjEzfX0sIklzVmlzaWJsZSI6dHJ1ZSwiV2lkdGgiOjAuMCwiSGVpZ2h0IjowLjAsIkJvcmRlclN0eWxlIjp7IiRpZCI6IjE0OCIsIkxpbmVDb2xvciI6eyIkaWQiOiIxNDkiLCIkdHlwZSI6Ik5MUkUuQ29tbW9uLkRvbS5Tb2xpZENvbG9yQnJ1c2gsIE5MUkUuQ29tbW9uIiwiQ29sb3IiOnsiJGlkIjoiMTUwIiwiQSI6MjU1LCJSIjoyNTUsIkciOjAsIkIiOjB9fSwiTGluZVdlaWdodCI6MC4wLCJMaW5lVHlwZSI6MCwiUGFyZW50U3R5bGUiOm51bGx9LCJQYXJlbnRTdHlsZSI6bnVsbH0sIk1hcmdpbiI6eyIkaWQiOiIxNTEiLCJUb3AiOjAsIkxlZnQiOjAsIlJpZ2h0IjowLCJCb3R0b20iOjB9LCJQYWRkaW5nIjp7IiRpZCI6IjE1MiIsIlRvcCI6MCwiTGVmdCI6MCwiUmlnaHQiOjAsIkJvdHRvbSI6MH0sIkJhY2tncm91bmQiOm51bGwsIklzVmlzaWJsZSI6dHJ1ZSwiV2lkdGgiOjAuMCwiSGVpZ2h0IjowLjAsIkJvcmRlclN0eWxlIjpudWxsLCJQYXJlbnRTdHlsZSI6bnVsbH0sIkJhY2tncm91bmRTdHlsZSI6eyIkaWQiOiIxNTMiLCJNYXJnaW4iOnsiJGlkIjoiMTU0IiwiVG9wIjowLCJMZWZ0IjowLCJSaWdodCI6MCwiQm90dG9tIjowfSwiUGFkZGluZyI6eyIkaWQiOiIxNTUiLCJUb3AiOjAsIkxlZnQiOjAsIlJpZ2h0IjowLCJCb3R0b20iOjB9LCJCYWNrZ3JvdW5kIjp7IiRpZCI6IjE1NiIsIkNvbG9yIjp7IiRpZCI6IjE1NyIsIkEiOjM4LCJSIjo5MSwiRyI6MTU1LCJCIjoyMTN9fSwiSXNWaXNpYmxlIjp0cnVlLCJXaWR0aCI6MC4wLCJIZWlnaHQiOjAuMCwiQm9yZGVyU3R5bGUiOnsiJGlkIjoiMTU4IiwiTGluZUNvbG9yIjp7IiRpZCI6IjE1OSIsIiR0eXBlIjoiTkxSRS5Db21tb24uRG9tLlNvbGlkQ29sb3JCcnVzaCwgTkxSRS5Db21tb24iLCJDb2xvciI6eyIkaWQiOiIxNjAiLCJBIjoyNTUsIlIiOjI1NSwiRyI6MCwiQiI6MH19LCJMaW5lV2VpZ2h0IjowLjAsIkxpbmVUeXBlIjowLCJQYXJlbnRTdHlsZSI6bnVsbH0sIlBhcmVudFN0eWxlIjpudWxsfSwiSXNBYm92ZVRpbWViYW5kIjpmYWxzZSwiTWFyZ2luIjp7IiRpZCI6IjE2MSIsIlRvcCI6MCwiTGVmdCI6MCwiUmlnaHQiOjAsIkJvdHRvbSI6MH0sIlBhZGRpbmciOnsiJGlkIjoiMTYyIiwiVG9wIjowLCJMZWZ0IjowLCJSaWdodCI6MCwiQm90dG9tIjowfSwiSXNWaXNpYmxlIjp0cnVlLCJXaWR0aCI6MC4wLCJIZWlnaHQiOjAuMCwiQm9yZGVyU3R5bGUiOm51bGwsIlBhcmVudFN0eWxlIjpudWxsfX0sIlNjYWxlIjp7IiRpZCI6IjE2MyIsIlN0YXJ0RGF0ZSI6IjAwMDEtMDEtMDFUMDA6MDA6MDAiLCJFbmREYXRlIjoiMjAyMS0xMS0zMFQwMDowMDowMCIsIkZvcm1hdCI6Ik1NTSIsIlR5cGUiOjIsIkF1dG9EYXRlUmFuZ2UiOnRydWUsIldvcmtpbmdEYXlzIjozMSwiVG9kYXlNYXJrZXJUZXh0IjoiVG9kYXkiLCJBdXRvU2NhbGVUeXBlIjp0cnVlfSwiTWlsZXN0b25lcyI6W3siJGlkIjoiMTY0IiwiRGF0ZSI6IjIwMjEtMDEtMjlUMDA6MDA6MDAiLCJTdHlsZSI6eyIkaWQiOiIxNjUiLCJTaGFwZSI6MTksIkNvbm5lY3Rvck1hcmdpbiI6eyIkcmVmIjoiNTUifSwiQ29ubmVjdG9yU3R5bGUiOnsiJGlkIjoiMTY2IiwiTGluZUNvbG9yIjp7IiRyZWYiOiI1NyJ9LCJMaW5lV2VpZ2h0IjoxLjAsIkxpbmVUeXBlIjowLCJQYXJlbnRTdHlsZSI6bnVsbH0sIklzQmVsb3dUaW1lYmFuZCI6ZmFsc2UsIlBvc2l0aW9uT25UYXNrIjowLCJIaWRlRGF0ZSI6ZmFsc2UsIlNoYXBlU2l6ZSI6MywiU3BhY2luZyI6Mi4wLCJQYWRkaW5nIjp7IiRyZWYiOiI1OSJ9LCJTaGFwZVN0eWxlIjp7IiRpZCI6IjE2NyIsIk1hcmdpbiI6eyIkcmVmIjoiNjEifSwiUGFkZGluZyI6eyIkcmVmIjoiNjIifSwiQmFja2dyb3VuZCI6eyIkaWQiOiIxNjgiLCJDb2xvciI6eyIkaWQiOiIxNjkiLCJBIjoyNTUsIlIiOjI1NSwiRyI6MjEwLCJCIjowfX0sIklzVmlzaWJsZSI6dHJ1ZSwiV2lkdGgiOjE3LjMzMzMwNzI2NjIzNTM1MiwiSGVpZ2h0IjoxNy4zMzMzMDcyNjYyMzUzNTIsIkJvcmRlclN0eWxlIjp7IiRpZCI6IjE3MCIsIkxpbmVDb2xvciI6eyIkcmVmIjoiNjYifSwiTGluZVdlaWdodCI6MC4wLCJMaW5lVHlwZSI6MCwiUGFyZW50U3R5bGUiOm51bGx9LCJQYXJlbnRTdHlsZSI6bnVsbH0sIlRpdGxlU3R5bGUiOnsiJGlkIjoiMTcxIiwiRm9udFNldHRpbmdzIjp7IiRpZCI6IjE3MiIsIkZvbnRTaXplIjoxNiwiRm9udE5hbWUiOiJDYWxpYnJpIiwiSXNCb2xkIjpmYWxzZSwiSXNJdGFsaWMiOmZhbHNlLCJJc1VuZGVybGluZWQiOmZhbHNlLCJQYXJlbnRTdHlsZSI6bnVsbH0sIkF1dG9TaXplIjoyLCJGb3JlZ3JvdW5kIjp7IiRpZCI6IjE3MyIsIkNvbG9yIjp7IiRpZCI6IjE3NCIsIkEiOjI1NSwiUiI6MCwiRyI6MCwiQiI6MH19LCJNYXhXaWR0aCI6MjQ5LjMzMzMxMjk4ODI4MTI1LCJNYXhIZWlnaHQiOiJJbmZpbml0eSIsIlNtYXJ0Rm9yZWdyb3VuZElzQWN0aXZlIjpmYWxzZSwiSG9yaXpvbnRhbEFsaWdubWVudCI6MCwiVmVydGljYWxBbGlnbm1lbnQiOjAsIlNtYXJ0Rm9yZWdyb3VuZCI6bnVsbCwiQmFja2dyb3VuZEZpbGxUeXBlIjowLCJNYXJnaW4iOnsiJHJlZiI6IjcyIn0sIlBhZGRpbmciOnsiJHJlZiI6IjczIn0sIkJhY2tncm91bmQiOnsiJHJlZiI6Ijc0In0sIklzVmlzaWJsZSI6dHJ1ZSwiV2lkdGgiOjAuMCwiSGVpZ2h0IjowLjAsIkJvcmRlclN0eWxlIjp7IiRpZCI6IjE3NSIsIkxpbmVDb2xvciI6bnVsbCwiTGluZVdlaWdodCI6MC4wLCJMaW5lVHlwZSI6MCwiUGFyZW50U3R5bGUiOm51bGx9LCJQYXJlbnRTdHlsZSI6bnVsbH0sIkRhdGVTdHlsZSI6eyIkaWQiOiIxNzYiLCJGb250U2V0dGluZ3MiOnsiJGlkIjoiMTc3IiwiRm9udFNpemUiOjEwLCJGb250TmFtZSI6IkNhbGlicmkiLCJJc0JvbGQiOmZhbHNlLCJJc0l0YWxpYyI6ZmFsc2UsIklzVW5kZXJsaW5lZCI6ZmFsc2UsIlBhcmVudFN0eWxlIjpudWxsfSwiQXV0b1NpemUiOjAsIkZvcmVncm91bmQiOnsiJHJlZiI6Ijc3In0sIk1heFdpZHRoIjoyMDAuMCwiTWF4SGVpZ2h0IjoiSW5maW5pdHkiLCJTbWFydEZvcmVncm91bmRJc0FjdGl2ZSI6ZmFsc2UsIkhvcml6b250YWxBbGlnbm1lbnQiOjAsIlZlcnRpY2FsQWxpZ25tZW50IjowLCJTbWFydEZvcmVncm91bmQiOm51bGwsIkJhY2tncm91bmRGaWxsVHlwZSI6MCwiTWFyZ2luIjp7IiRyZWYiOiI3OSJ9LCJQYWRkaW5nIjp7IiRyZWYiOiI4MCJ9LCJCYWNrZ3JvdW5kIjp7IiRyZWYiOiI4MSJ9LCJJc1Zpc2libGUiOmZhbHNlLCJXaWR0aCI6MC4wLCJIZWlnaHQiOjAuMCwiQm9yZGVyU3R5bGUiOnsiJGlkIjoiMTc4IiwiTGluZUNvbG9yIjpudWxsLCJMaW5lV2VpZ2h0IjowLjAsIkxpbmVUeXBlIjowLCJQYXJlbnRTdHlsZSI6bnVsbH0sIlBhcmVudFN0eWxlIjpudWxsfSwiRGF0ZUZvcm1hdCI6eyIkcmVmIjoiODIifSwiSXNWaXNpYmxlIjp0cnVlLCJQYXJlbnRTdHlsZSI6bnVsbH0sIkluZGV4Ijo4LCJQZXJjZW50YWdlQ29tcGxldGUiOm51bGwsIlBvc2l0aW9uIjp7IlJhdGlvIjowLjM5MDgzMTMwNDQ3OTUyODM1LCJJc0N1c3RvbSI6ZmFsc2V9LCJEYXRlRm9ybWF0Ijp7IiRyZWYiOiI4MiJ9LCJSZWxhdGVkVGFza0lkIjoiMDAwMDAwMDAtMDAwMC0wMDAwLTAwMDAtMDAwMDAwMDAwMDAwIiwiSWQiOiIwMWIxMjAxOC1jMDgyLTQxZTYtYjk0ZC1lMGNhNDc2ZDllNmIiLCJJbXBvcnRJZCI6bnVsbCwiVGl0bGUiOiJTbWFsbCBCdXNpbmVzcyBCYW5raW5nIExhdW5jaCAoSW5pdGlhbCBGb2N1c2VkIExhdW5jaCkiLCJOb3RlIjpudWxsLCJIeXBlcmxpbmsiOnsiJGlkIjoiMTc5IiwiQWRkcmVzcyI6bnVsbCwiU3ViQWRkcmVzcyI6bnVsbH0sIklzQ2hhbmdlZCI6ZmFsc2UsIklzTmV3IjpmYWxzZX1dLCJUYXNrcyI6W3siJGlkIjoiMTgwIiwiR3JvdXBOYW1lIjpudWxsLCJTdGFydERhdGUiOiIyMDE5LTExLTE4VDAwOjAwOjAwWiIsIkVuZERhdGUiOiIyMDIwLTAyLTI4VDIzOjU5OjAwWiIsIlBlcmNlbnRhZ2VDb21wbGV0ZSI6bnVsbCwiU3R5bGUiOnsiJGlkIjoiMTgxIiwiU2hhcGUiOjEsIlNoYXBlVGhpY2tuZXNzIjowLCJEdXJhdGlvbkZvcm1hdCI6MCwiSW5jbHVkZU5vbldvcmtpbmdEYXlzSW5EdXJhdGlvbiI6ZmFsc2UsIlBlcmNlbnRhZ2VDb21wbGV0ZVN0eWxlIjp7IiRpZCI6IjE4MiIsIkZvbnRTZXR0aW5ncyI6eyIkaWQiOiIxODMiLCJGb250U2l6ZSI6MTAsIkZvbnROYW1lIjoiQ2FsaWJyaSIsIklzQm9sZCI6ZmFsc2UsIklzSXRhbGljIjpmYWxzZSwiSXNVbmRlcmxpbmVkIjpmYWxzZSwiUGFyZW50U3R5bGUiOm51bGx9LCJBdXRvU2l6ZSI6MCwiRm9yZWdyb3VuZCI6eyIkaWQiOiIxODQiLCJDb2xvciI6eyIkaWQiOiIxODUiLCJBIjoyNTUsIlIiOjE5MiwiRyI6ODAsIkIiOjc3fX0sIk1heFdpZHRoIjoyMDAuMCwiTWF4SGVpZ2h0IjoiSW5maW5pdHkiLCJTbWFydEZvcmVncm91bmRJc0FjdGl2ZSI6ZmFsc2UsIkhvcml6b250YWxBbGlnbm1lbnQiOjAsIlZlcnRpY2FsQWxpZ25tZW50IjowLCJTbWFydEZvcmVncm91bmQiOm51bGwsIkJhY2tncm91bmRGaWxsVHlwZSI6MCwiTWFyZ2luIjp7IiRyZWYiOiI4OSJ9LCJQYWRkaW5nIjp7IiRyZWYiOiI5MCJ9LCJCYWNrZ3JvdW5kIjp7IiRyZWYiOiI5MSJ9LCJJc1Zpc2libGUiOnRydWUsIldpZHRoIjowLjAsIkhlaWdodCI6MC4wLCJCb3JkZXJTdHlsZSI6eyIkaWQiOiIxODYiLCJMaW5lQ29sb3IiOm51bGwsIkxpbmVXZWlnaHQiOjAuMCwiTGluZVR5cGUiOjAsIlBhcmVudFN0eWxlIjpudWxsfSwiUGFyZW50U3R5bGUiOm51bGx9LCJEdXJhdGlvblN0eWxlIjp7IiRpZCI6IjE4NyIsIkZvbnRTZXR0aW5ncyI6eyIkaWQiOiIxODgiLCJGb250U2l6ZSI6MTAsIkZvbnROYW1lIjoiQ2FsaWJyaSIsIklzQm9sZCI6ZmFsc2UsIklzSXRhbGljIjpmYWxzZSwiSXNVbmRlcmxpbmVkIjpmYWxzZSwiUGFyZW50U3R5bGUiOm51bGx9LCJBdXRvU2l6ZSI6MCwiRm9yZWdyb3VuZCI6eyIkcmVmIjoiOTQifSwiTWF4V2lkdGgiOjIwMC4wLCJNYXhIZWlnaHQiOiJJbmZpbml0eSIsIlNtYXJ0Rm9yZWdyb3VuZElzQWN0aXZlIjpmYWxzZSwiSG9yaXpvbnRhbEFsaWdubWVudCI6MCwiVmVydGljYWxBbGlnbm1lbnQiOjAsIlNtYXJ0Rm9yZWdyb3VuZCI6bnVsbCwiQmFja2dyb3VuZEZpbGxUeXBlIjowLCJNYXJnaW4iOnsiJHJlZiI6Ijk2In0sIlBhZGRpbmciOnsiJHJlZiI6Ijk3In0sIkJhY2tncm91bmQiOnsiJHJlZiI6Ijk4In0sIklzVmlzaWJsZSI6dHJ1ZSwiV2lkdGgiOjAuMCwiSGVpZ2h0IjowLjAsIkJvcmRlclN0eWxlIjp7IiRpZCI6IjE4OSIsIkxpbmVDb2xvciI6bnVsbCwiTGluZVdlaWdodCI6MC4wLCJMaW5lVHlwZSI6MCwiUGFyZW50U3R5bGUiOm51bGx9LCJQYXJlbnRTdHlsZSI6bnVsbH0sIkhvcml6b250YWxDb25uZWN0b3JTdHlsZSI6eyIkaWQiOiIxOTAiLCJMaW5lQ29sb3IiOnsiJHJlZiI6IjEwMCJ9LCJMaW5lV2VpZ2h0IjoxLjAsIkxpbmVUeXBlIjowLCJQYXJlbnRTdHlsZSI6bnVsbH0sIlZlcnRpY2FsQ29ubmVjdG9yU3R5bGUiOnsiJGlkIjoiMTkxIiwiTGluZUNvbG9yIjp7IiRyZWYiOiIxMDMifSwiTGluZVdlaWdodCI6MC4wLCJMaW5lVHlwZSI6MCwiUGFyZW50U3R5bGUiOm51bGx9LCJNYXJnaW4iOm51bGwsIlN0YXJ0RGF0ZVBvc2l0aW9uIjozLCJFbmREYXRlUG9zaXRpb24iOjQsIkRhdGVJc1Zpc2libGUiOnRydWUsIlRpdGxlUG9zaXRpb24iOjAsIkR1cmF0aW9uUG9zaXRpb24iOjYsIlBlcmNlbnRhZ2VDb21wbGV0ZWRQb3NpdGlvbiI6NiwiU3BhY2luZyI6MywiSXNCZWxvd1RpbWViYW5kIjp0cnVlLCJQZXJjZW50YWdlQ29tcGxldGVTaGFwZU9wYWNpdHkiOjM1LCJTaGFwZVN0eWxlIjp7IiRpZCI6IjE5MiIsIk1hcmdpbiI6eyIkcmVmIjoiMTA2In0sIlBhZGRpbmciOnsiJHJlZiI6IjEwNyJ9LCJCYWNrZ3JvdW5kIjp7IiRpZCI6IjE5MyIsIkNvbG9yIjp7IiRpZCI6IjE5NCIsIkEiOjI1NSwiUiI6MTMyLCJHIjoxMTcsIkIiOjc4fX0sIklzVmlzaWJsZSI6dHJ1ZSwiV2lkdGgiOjAuMCwiSGVpZ2h0IjoxMC4wLCJCb3JkZXJTdHlsZSI6eyIkaWQiOiIxOTUiLCJMaW5lQ29sb3IiOnsiJHJlZiI6IjExMSJ9LCJMaW5lV2VpZ2h0IjowLjAsIkxpbmVUeXBlIjowLCJQYXJlbnRTdHlsZSI6bnVsbH0sIlBhcmVudFN0eWxlIjpudWxsfSwiVGl0bGVTdHlsZSI6eyIkaWQiOiIxOTYiLCJGb250U2V0dGluZ3MiOnsiJGlkIjoiMTk3IiwiRm9udFNpemUiOjE4LCJGb250TmFtZSI6IkNhbGlicmkiLCJJc0JvbGQiOnRydWUsIklzSXRhbGljIjpmYWxzZSwiSXNVbmRlcmxpbmVkIjpmYWxzZSwiUGFyZW50U3R5bGUiOm51bGx9LCJBdXRvU2l6ZSI6MiwiRm9yZWdyb3VuZCI6eyIkaWQiOiIxOTgiLCJDb2xvciI6eyIkaWQiOiIxOTkiLCJBIjoyNTUsIlIiOjAsIkciOjAsIkIiOjB9fSwiTWF4V2lkdGgiOjMxOC42NjY2ODcwMTE3MTg3NSwiTWF4SGVpZ2h0IjoiSW5maW5pdHkiLCJTbWFydEZvcmVncm91bmRJc0FjdGl2ZSI6ZmFsc2UsIkhvcml6b250YWxBbGlnbm1lbnQiOjAsIlZlcnRpY2FsQWxpZ25tZW50IjowLCJTbWFydEZvcmVncm91bmQiOm51bGwsIkJhY2tncm91bmRGaWxsVHlwZSI6MCwiTWFyZ2luIjp7IiRyZWYiOiIxMTcifSwiUGFkZGluZyI6eyIkcmVmIjoiMTE4In0sIkJhY2tncm91bmQiOnsiJHJlZiI6IjExOSJ9LCJJc1Zpc2libGUiOnRydWUsIldpZHRoIjowLjAsIkhlaWdodCI6MC4wLCJCb3JkZXJTdHlsZSI6eyIkaWQiOiIyMDAiLCJMaW5lQ29sb3IiOm51bGwsIkxpbmVXZWlnaHQiOjAuMCwiTGluZVR5cGUiOjAsIlBhcmVudFN0eWxlIjpudWxsfSwiUGFyZW50U3R5bGUiOm51bGx9LCJEYXRlU3R5bGUiOnsiJGlkIjoiMjAxIiwiRm9udFNldHRpbmdzIjp7IiRpZCI6IjIwMiIsIkZvbnRTaXplIjoxMywiRm9udE5hbWUiOiJDYWxpYnJpIiwiSXNCb2xkIjpmYWxzZSwiSXNJdGFsaWMiOmZhbHNlLCJJc1VuZGVybGluZWQiOmZhbHNlLCJQYXJlbnRTdHlsZSI6bnVsbH0sIkF1dG9TaXplIjoyLCJGb3JlZ3JvdW5kIjp7IiRpZCI6IjIwMyIsIkNvbG9yIjp7IiRpZCI6IjIwNCIsIkEiOjI1NSwiUiI6NjgsIkciOjg0LCJCIjoxMDZ9fSwiTWF4V2lkdGgiOjcwLjY2NjY5NDY0MTExMzI4MSwiTWF4SGVpZ2h0IjoiSW5maW5pdHkiLCJTbWFydEZvcmVncm91bmRJc0FjdGl2ZSI6ZmFsc2UsIkhvcml6b250YWxBbGlnbm1lbnQiOjIsIlZlcnRpY2FsQWxpZ25tZW50IjowLCJTbWFydEZvcmVncm91bmQiOm51bGwsIkJhY2tncm91bmRGaWxsVHlwZSI6MCwiTWFyZ2luIjp7IiRyZWYiOiIxMjQifSwiUGFkZGluZyI6eyIkcmVmIjoiMTI1In0sIkJhY2tncm91bmQiOnsiJHJlZiI6IjEyNiJ9LCJJc1Zpc2libGUiOnRydWUsIldpZHRoIjowLjAsIkhlaWdodCI6MC4wLCJCb3JkZXJTdHlsZSI6eyIkaWQiOiIyMDUiLCJMaW5lQ29sb3IiOm51bGwsIkxpbmVXZWlnaHQiOjAuMCwiTGluZVR5cGUiOjAsIlBhcmVudFN0eWxlIjpudWxsfSwiUGFyZW50U3R5bGUiOm51bGx9LCJEYXRlRm9ybWF0Ijp7IiRpZCI6IjIwNiIsIkZvcm1hdFN0cmluZyI6Ik1NTSBkLCB5eXl5IiwiU2VwYXJhdG9yIjoiLyIsIlVzZUludGVybmF0aW9uYWxEYXRlRm9ybWF0IjpmYWxzZSwiRGF0ZUlzVmlzaWJsZSI6dHJ1ZSwiVGltZUlzVmlzaWJsZSI6ZmFsc2UsIkhvdXJEaWdpdHMiOjEsIkFtUG1EZXNpZ25hdG9yIjoyLCJUcmltMDBNaW51dGVzIjpmYWxzZSwiTGFzdEtub3duVmlzaWJpbGl0eVN0YXRlIjp7IiRpZCI6IjIwNyIsIkRhdGVQYXJ0SXNWaXNpYmxlIjpmYWxzZSwiVGltZVBhcnRJc1Zpc2libGUiOmZhbHNlfX0sIklzVmlzaWJsZSI6dHJ1ZSwiUGFyZW50U3R5bGUiOm51bGx9LCJJbmRleCI6MSwiU21hcnREdXJhdGlvbkFjdGl2YXRlZCI6ZmFsc2UsIkRhdGVGb3JtYXQiOnsiJHJlZiI6IjIwNiJ9LCJJZCI6ImUzMmExNzQwLTA5YzEtNDFkYy05YTZlLTYyYTk2ZGNmNjc3YyIsIkltcG9ydElkIjpudWxsLCJUaXRsZSI6IlByb2dyYW0gU2V0dXAgKyBHb3Zlcm5hbmNlIEVzdGFibGlzaGVkIiwiTm90ZSI6bnVsbCwiSHlwZXJsaW5rIjp7IiRpZCI6IjIwOCIsIkFkZHJlc3MiOm51bGwsIlN1YkFkZHJlc3MiOm51bGx9LCJJc0NoYW5nZWQiOmZhbHNlLCJJc05ldyI6ZmFsc2V9LHsiJGlkIjoiMjA5IiwiR3JvdXBOYW1lIjpudWxsLCJTdGFydERhdGUiOiIyMDE5LTEyLTA5VDAwOjAwOjAwWiIsIkVuZERhdGUiOiIyMDIwLTA1LTE4VDIzOjU5OjAwWiIsIlBlcmNlbnRhZ2VDb21wbGV0ZSI6bnVsbCwiU3R5bGUiOnsiJGlkIjoiMjEwIiwiU2hhcGUiOjEsIlNoYXBlVGhpY2tuZXNzIjowLCJEdXJhdGlvbkZvcm1hdCI6MCwiSW5jbHVkZU5vbldvcmtpbmdEYXlzSW5EdXJhdGlvbiI6ZmFsc2UsIlBlcmNlbnRhZ2VDb21wbGV0ZVN0eWxlIjp7IiRpZCI6IjIxMSIsIkZvbnRTZXR0aW5ncyI6eyIkaWQiOiIyMTIiLCJGb250U2l6ZSI6MTAsIkZvbnROYW1lIjoiQ2FsaWJyaSIsIklzQm9sZCI6ZmFsc2UsIklzSXRhbGljIjpmYWxzZSwiSXNVbmRlcmxpbmVkIjpmYWxzZSwiUGFyZW50U3R5bGUiOm51bGx9LCJBdXRvU2l6ZSI6MCwiRm9yZWdyb3VuZCI6eyIkaWQiOiIyMTMiLCJDb2xvciI6eyIkaWQiOiIyMTQiLCJBIjoyNTUsIlIiOjE5MiwiRyI6ODAsIkIiOjc3fX0sIk1heFdpZHRoIjoyMDAuMCwiTWF4SGVpZ2h0IjoiSW5maW5pdHkiLCJTbWFydEZvcmVncm91bmRJc0FjdGl2ZSI6ZmFsc2UsIkhvcml6b250YWxBbGlnbm1lbnQiOjAsIlZlcnRpY2FsQWxpZ25tZW50IjowLCJTbWFydEZvcmVncm91bmQiOm51bGwsIkJhY2tncm91bmRGaWxsVHlwZSI6MCwiTWFyZ2luIjp7IiRyZWYiOiI4OSJ9LCJQYWRkaW5nIjp7IiRyZWYiOiI5MCJ9LCJCYWNrZ3JvdW5kIjp7IiRyZWYiOiI5MSJ9LCJJc1Zpc2libGUiOnRydWUsIldpZHRoIjowLjAsIkhlaWdodCI6MC4wLCJCb3JkZXJTdHlsZSI6eyIkaWQiOiIyMTUiLCJMaW5lQ29sb3IiOm51bGwsIkxpbmVXZWlnaHQiOjAuMCwiTGluZVR5cGUiOjAsIlBhcmVudFN0eWxlIjpudWxsfSwiUGFyZW50U3R5bGUiOm51bGx9LCJEdXJhdGlvblN0eWxlIjp7IiRpZCI6IjIxNiIsIkZvbnRTZXR0aW5ncyI6eyIkaWQiOiIyMTciLCJGb250U2l6ZSI6MTAsIkZvbnROYW1lIjoiQ2FsaWJyaSIsIklzQm9sZCI6ZmFsc2UsIklzSXRhbGljIjpmYWxzZSwiSXNVbmRlcmxpbmVkIjpmYWxzZSwiUGFyZW50U3R5bGUiOm51bGx9LCJBdXRvU2l6ZSI6MCwiRm9yZWdyb3VuZCI6eyIkcmVmIjoiOTQifSwiTWF4V2lkdGgiOjIwMC4wLCJNYXhIZWlnaHQiOiJJbmZpbml0eSIsIlNtYXJ0Rm9yZWdyb3VuZElzQWN0aXZlIjpmYWxzZSwiSG9yaXpvbnRhbEFsaWdubWVudCI6MCwiVmVydGljYWxBbGlnbm1lbnQiOjAsIlNtYXJ0Rm9yZWdyb3VuZCI6bnVsbCwiQmFja2dyb3VuZEZpbGxUeXBlIjowLCJNYXJnaW4iOnsiJHJlZiI6Ijk2In0sIlBhZGRpbmciOnsiJHJlZiI6Ijk3In0sIkJhY2tncm91bmQiOnsiJHJlZiI6Ijk4In0sIklzVmlzaWJsZSI6dHJ1ZSwiV2lkdGgiOjAuMCwiSGVpZ2h0IjowLjAsIkJvcmRlclN0eWxlIjp7IiRpZCI6IjIxOCIsIkxpbmVDb2xvciI6bnVsbCwiTGluZVdlaWdodCI6MC4wLCJMaW5lVHlwZSI6MCwiUGFyZW50U3R5bGUiOm51bGx9LCJQYXJlbnRTdHlsZSI6bnVsbH0sIkhvcml6b250YWxDb25uZWN0b3JTdHlsZSI6eyIkaWQiOiIyMTkiLCJMaW5lQ29sb3IiOnsiJHJlZiI6IjEwMCJ9LCJMaW5lV2VpZ2h0IjoxLjAsIkxpbmVUeXBlIjowLCJQYXJlbnRTdHlsZSI6bnVsbH0sIlZlcnRpY2FsQ29ubmVjdG9yU3R5bGUiOnsiJGlkIjoiMjIwIiwiTGluZUNvbG9yIjp7IiRyZWYiOiIxMDMifSwiTGluZVdlaWdodCI6MC4wLCJMaW5lVHlwZSI6MCwiUGFyZW50U3R5bGUiOm51bGx9LCJNYXJnaW4iOm51bGwsIlN0YXJ0RGF0ZVBvc2l0aW9uIjozLCJFbmREYXRlUG9zaXRpb24iOjQsIkRhdGVJc1Zpc2libGUiOnRydWUsIlRpdGxlUG9zaXRpb24iOjAsIkR1cmF0aW9uUG9zaXRpb24iOjYsIlBlcmNlbnRhZ2VDb21wbGV0ZWRQb3NpdGlvbiI6NiwiU3BhY2luZyI6MywiSXNCZWxvd1RpbWViYW5kIjp0cnVlLCJQZXJjZW50YWdlQ29tcGxldGVTaGFwZU9wYWNpdHkiOjM1LCJTaGFwZVN0eWxlIjp7IiRpZCI6IjIyMSIsIk1hcmdpbiI6eyIkcmVmIjoiMTA2In0sIlBhZGRpbmciOnsiJHJlZiI6IjEwNyJ9LCJCYWNrZ3JvdW5kIjp7IiRpZCI6IjIyMiIsIkNvbG9yIjp7IiRpZCI6IjIyMyIsIkEiOjI1NSwiUiI6MCwiRyI6MTU0LCJCIjoxNjZ9fSwiSXNWaXNpYmxlIjp0cnVlLCJXaWR0aCI6MC4wLCJIZWlnaHQiOjEwLjAsIkJvcmRlclN0eWxlIjp7IiRpZCI6IjIyNCIsIkxpbmVDb2xvciI6eyIkcmVmIjoiMTExIn0sIkxpbmVXZWlnaHQiOjAuMCwiTGluZVR5cGUiOjAsIlBhcmVudFN0eWxlIjpudWxsfSwiUGFyZW50U3R5bGUiOm51bGx9LCJUaXRsZVN0eWxlIjp7IiRpZCI6IjIyNSIsIkZvbnRTZXR0aW5ncyI6eyIkaWQiOiIyMjYiLCJGb250U2l6ZSI6MTgsIkZvbnROYW1lIjoiQ2FsaWJyaSIsIklzQm9sZCI6dHJ1ZSwiSXNJdGFsaWMiOmZhbHNlLCJJc1VuZGVybGluZWQiOmZhbHNlLCJQYXJlbnRTdHlsZSI6bnVsbH0sIkF1dG9TaXplIjoyLCJGb3JlZ3JvdW5kIjp7IiRpZCI6IjIyNyIsIkNvbG9yIjp7IiRpZCI6IjIyOCIsIkEiOjI1NSwiUiI6MCwiRyI6MCwiQiI6MH19LCJNYXhXaWR0aCI6OTQuNjY2Njk0NjQxMTEzMjgxLCJNYXhIZWlnaHQiOiJJbmZpbml0eSIsIlNtYXJ0Rm9yZWdyb3VuZElzQWN0aXZlIjpmYWxzZSwiSG9yaXpvbnRhbEFsaWdubWVudCI6MCwiVmVydGljYWxBbGlnbm1lbnQiOjAsIlNtYXJ0Rm9yZWdyb3VuZCI6bnVsbCwiQmFja2dyb3VuZEZpbGxUeXBlIjowLCJNYXJnaW4iOnsiJHJlZiI6IjExNyJ9LCJQYWRkaW5nIjp7IiRyZWYiOiIxMTgifSwiQmFja2dyb3VuZCI6eyIkcmVmIjoiMTE5In0sIklzVmlzaWJsZSI6dHJ1ZSwiV2lkdGgiOjAuMCwiSGVpZ2h0IjowLjAsIkJvcmRlclN0eWxlIjp7IiRpZCI6IjIyOSIsIkxpbmVDb2xvciI6bnVsbCwiTGluZVdlaWdodCI6MC4wLCJMaW5lVHlwZSI6MCwiUGFyZW50U3R5bGUiOm51bGx9LCJQYXJlbnRTdHlsZSI6bnVsbH0sIkRhdGVTdHlsZSI6eyIkaWQiOiIyMzAiLCJGb250U2V0dGluZ3MiOnsiJGlkIjoiMjMxIiwiRm9udFNpemUiOjEzLCJGb250TmFtZSI6IkNhbGlicmkiLCJJc0JvbGQiOmZhbHNlLCJJc0l0YWxpYyI6ZmFsc2UsIklzVW5kZXJsaW5lZCI6ZmFsc2UsIlBhcmVudFN0eWxlIjpudWxsfSwiQXV0b1NpemUiOjIsIkZvcmVncm91bmQiOnsiJGlkIjoiMjMyIiwiQ29sb3IiOnsiJGlkIjoiMjMzIiwiQSI6MjU1LCJSIjo2OCwiRyI6ODQsIkIiOjEwNn19LCJNYXhXaWR0aCI6NjkuMzMzMzA1MzU4ODg2NzE5LCJNYXhIZWlnaHQiOiJJbmZpbml0eSIsIlNtYXJ0Rm9yZWdyb3VuZElzQWN0aXZlIjpmYWxzZSwiSG9yaXpvbnRhbEFsaWdubWVudCI6MiwiVmVydGljYWxBbGlnbm1lbnQiOjAsIlNtYXJ0Rm9yZWdyb3VuZCI6bnVsbCwiQmFja2dyb3VuZEZpbGxUeXBlIjowLCJNYXJnaW4iOnsiJHJlZiI6IjEyNCJ9LCJQYWRkaW5nIjp7IiRyZWYiOiIxMjUifSwiQmFja2dyb3VuZCI6eyIkcmVmIjoiMTI2In0sIklzVmlzaWJsZSI6dHJ1ZSwiV2lkdGgiOjAuMCwiSGVpZ2h0IjowLjAsIkJvcmRlclN0eWxlIjp7IiRpZCI6IjIzNCIsIkxpbmVDb2xvciI6bnVsbCwiTGluZVdlaWdodCI6MC4wLCJMaW5lVHlwZSI6MCwiUGFyZW50U3R5bGUiOm51bGx9LCJQYXJlbnRTdHlsZSI6bnVsbH0sIkRhdGVGb3JtYXQiOnsiJHJlZiI6IjIwNiJ9LCJJc1Zpc2libGUiOnRydWUsIlBhcmVudFN0eWxlIjpudWxsfSwiSW5kZXgiOjIsIlNtYXJ0RHVyYXRpb25BY3RpdmF0ZWQiOmZhbHNlLCJEYXRlRm9ybWF0Ijp7IiRyZWYiOiIyMDYifSwiSWQiOiJkYTNmMWMzYS1kZjExLTRmM2ItYjE4ZC1mODNhYWQyYzg5ZDIiLCJJbXBvcnRJZCI6bnVsbCwiVGl0bGUiOiJEQU8gTW90aXZlIiwiTm90ZSI6bnVsbCwiSHlwZXJsaW5rIjp7IiRpZCI6IjIzNSIsIkFkZHJlc3MiOm51bGwsIlN1YkFkZHJlc3MiOm51bGx9LCJJc0NoYW5nZWQiOmZhbHNlLCJJc05ldyI6ZmFsc2V9LHsiJGlkIjoiMjM2IiwiR3JvdXBOYW1lIjpudWxsLCJTdGFydERhdGUiOiIyMDE5LTEyLTA5VDAwOjAwOjAwWiIsIkVuZERhdGUiOiIyMDIwLTA5LTE0VDIzOjU5OjAwWiIsIlBlcmNlbnRhZ2VDb21wbGV0ZSI6bnVsbCwiU3R5bGUiOnsiJGlkIjoiMjM3IiwiU2hhcGUiOjEsIlNoYXBlVGhpY2tuZXNzIjowLCJEdXJhdGlvbkZvcm1hdCI6MCwiSW5jbHVkZU5vbldvcmtpbmdEYXlzSW5EdXJhdGlvbiI6ZmFsc2UsIlBlcmNlbnRhZ2VDb21wbGV0ZVN0eWxlIjp7IiRpZCI6IjIzOCIsIkZvbnRTZXR0aW5ncyI6eyIkaWQiOiIyMzkiLCJGb250U2l6ZSI6MTAsIkZvbnROYW1lIjoiQ2FsaWJyaSIsIklzQm9sZCI6ZmFsc2UsIklzSXRhbGljIjpmYWxzZSwiSXNVbmRlcmxpbmVkIjpmYWxzZSwiUGFyZW50U3R5bGUiOm51bGx9LCJBdXRvU2l6ZSI6MCwiRm9yZWdyb3VuZCI6eyIkaWQiOiIyNDAiLCJDb2xvciI6eyIkaWQiOiIyNDEiLCJBIjoyNTUsIlIiOjIzNywiRyI6MTI1LCJCIjo0OX19LCJNYXhXaWR0aCI6MjAwLjAsIk1heEhlaWdodCI6IkluZmluaXR5IiwiU21hcnRGb3JlZ3JvdW5kSXNBY3RpdmUiOmZhbHNlLCJIb3Jpem9udGFsQWxpZ25tZW50IjowLCJWZXJ0aWNhbEFsaWdubWVudCI6MCwiU21hcnRGb3JlZ3JvdW5kIjpudWxsLCJCYWNrZ3JvdW5kRmlsbFR5cGUiOjAsIk1hcmdpbiI6eyIkcmVmIjoiODkifSwiUGFkZGluZyI6eyIkcmVmIjoiOTAifSwiQmFja2dyb3VuZCI6eyIkcmVmIjoiOTEifSwiSXNWaXNpYmxlIjp0cnVlLCJXaWR0aCI6MC4wLCJIZWlnaHQiOjAuMCwiQm9yZGVyU3R5bGUiOnsiJGlkIjoiMjQyIiwiTGluZUNvbG9yIjpudWxsLCJMaW5lV2VpZ2h0IjowLjAsIkxpbmVUeXBlIjowLCJQYXJlbnRTdHlsZSI6bnVsbH0sIlBhcmVudFN0eWxlIjpudWxsfSwiRHVyYXRpb25TdHlsZSI6eyIkaWQiOiIyNDMiLCJGb250U2V0dGluZ3MiOnsiJGlkIjoiMjQ0IiwiRm9udFNpemUiOjEwLCJGb250TmFtZSI6IkNhbGlicmkiLCJJc0JvbGQiOmZhbHNlLCJJc0l0YWxpYyI6ZmFsc2UsIklzVW5kZXJsaW5lZCI6ZmFsc2UsIlBhcmVudFN0eWxlIjpudWxsfSwiQXV0b1NpemUiOjAsIkZvcmVncm91bmQiOnsiJHJlZiI6Ijk0In0sIk1heFdpZHRoIjoyMDAuMCwiTWF4SGVpZ2h0IjoiSW5maW5pdHkiLCJTbWFydEZvcmVncm91bmRJc0FjdGl2ZSI6ZmFsc2UsIkhvcml6b250YWxBbGlnbm1lbnQiOjAsIlZlcnRpY2FsQWxpZ25tZW50IjowLCJTbWFydEZvcmVncm91bmQiOm51bGwsIkJhY2tncm91bmRGaWxsVHlwZSI6MCwiTWFyZ2luIjp7IiRyZWYiOiI5NiJ9LCJQYWRkaW5nIjp7IiRyZWYiOiI5NyJ9LCJCYWNrZ3JvdW5kIjp7IiRyZWYiOiI5OCJ9LCJJc1Zpc2libGUiOnRydWUsIldpZHRoIjowLjAsIkhlaWdodCI6MC4wLCJCb3JkZXJTdHlsZSI6eyIkaWQiOiIyNDUiLCJMaW5lQ29sb3IiOm51bGwsIkxpbmVXZWlnaHQiOjAuMCwiTGluZVR5cGUiOjAsIlBhcmVudFN0eWxlIjpudWxsfSwiUGFyZW50U3R5bGUiOm51bGx9LCJIb3Jpem9udGFsQ29ubmVjdG9yU3R5bGUiOnsiJGlkIjoiMjQ2IiwiTGluZUNvbG9yIjp7IiRyZWYiOiIxMDAifSwiTGluZVdlaWdodCI6MS4wLCJMaW5lVHlwZSI6MCwiUGFyZW50U3R5bGUiOm51bGx9LCJWZXJ0aWNhbENvbm5lY3RvclN0eWxlIjp7IiRpZCI6IjI0NyIsIkxpbmVDb2xvciI6eyIkcmVmIjoiMTAzIn0sIkxpbmVXZWlnaHQiOjAuMCwiTGluZVR5cGUiOjAsIlBhcmVudFN0eWxlIjpudWxsfSwiTWFyZ2luIjpudWxsLCJTdGFydERhdGVQb3NpdGlvbiI6MywiRW5kRGF0ZVBvc2l0aW9uIjo0LCJEYXRlSXNWaXNpYmxlIjp0cnVlLCJUaXRsZVBvc2l0aW9uIjowLCJEdXJhdGlvblBvc2l0aW9uIjo2LCJQZXJjZW50YWdlQ29tcGxldGVkUG9zaXRpb24iOjYsIlNwYWNpbmciOjMsIklzQmVsb3dUaW1lYmFuZCI6dHJ1ZSwiUGVyY2VudGFnZUNvbXBsZXRlU2hhcGVPcGFjaXR5IjozNSwiU2hhcGVTdHlsZSI6eyIkaWQiOiIyNDgiLCJNYXJnaW4iOnsiJHJlZiI6IjEwNiJ9LCJQYWRkaW5nIjp7IiRyZWYiOiIxMDcifSwiQmFja2dyb3VuZCI6eyIkaWQiOiIyNDkiLCJDb2xvciI6eyIkaWQiOiIyNTAiLCJBIjoyNTUsIlIiOjAsIkciOjE1NCwiQiI6MTY2fX0sIklzVmlzaWJsZSI6dHJ1ZSwiV2lkdGgiOjAuMCwiSGVpZ2h0IjoxMC4wLCJCb3JkZXJTdHlsZSI6eyIkaWQiOiIyNTEiLCJMaW5lQ29sb3IiOnsiJHJlZiI6IjExMSJ9LCJMaW5lV2VpZ2h0IjowLjAsIkxpbmVUeXBlIjowLCJQYXJlbnRTdHlsZSI6bnVsbH0sIlBhcmVudFN0eWxlIjpudWxsfSwiVGl0bGVTdHlsZSI6eyIkaWQiOiIyNTIiLCJGb250U2V0dGluZ3MiOnsiJGlkIjoiMjUzIiwiRm9udFNpemUiOjE4LCJGb250TmFtZSI6IkNhbGlicmkiLCJJc0JvbGQiOnRydWUsIklzSXRhbGljIjpmYWxzZSwiSXNVbmRlcmxpbmVkIjpmYWxzZSwiUGFyZW50U3R5bGUiOm51bGx9LCJBdXRvU2l6ZSI6MiwiRm9yZWdyb3VuZCI6eyIkaWQiOiIyNTQiLCJDb2xvciI6eyIkaWQiOiIyNTUiLCJBIjoyNTUsIlIiOjAsIkciOjAsIkIiOjB9fSwiTWF4V2lkdGgiOjI1Ni4wLCJNYXhIZWlnaHQiOiJJbmZpbml0eSIsIlNtYXJ0Rm9yZWdyb3VuZElzQWN0aXZlIjpmYWxzZSwiSG9yaXpvbnRhbEFsaWdubWVudCI6MCwiVmVydGljYWxBbGlnbm1lbnQiOjAsIlNtYXJ0Rm9yZWdyb3VuZCI6bnVsbCwiQmFja2dyb3VuZEZpbGxUeXBlIjowLCJNYXJnaW4iOnsiJHJlZiI6IjExNyJ9LCJQYWRkaW5nIjp7IiRyZWYiOiIxMTgifSwiQmFja2dyb3VuZCI6eyIkcmVmIjoiMTE5In0sIklzVmlzaWJsZSI6dHJ1ZSwiV2lkdGgiOjAuMCwiSGVpZ2h0IjowLjAsIkJvcmRlclN0eWxlIjp7IiRpZCI6IjI1NiIsIkxpbmVDb2xvciI6bnVsbCwiTGluZVdlaWdodCI6MC4wLCJMaW5lVHlwZSI6MCwiUGFyZW50U3R5bGUiOm51bGx9LCJQYXJlbnRTdHlsZSI6bnVsbH0sIkRhdGVTdHlsZSI6eyIkaWQiOiIyNTciLCJGb250U2V0dGluZ3MiOnsiJGlkIjoiMjU4IiwiRm9udFNpemUiOjEzLCJGb250TmFtZSI6IkNhbGlicmkiLCJJc0JvbGQiOmZhbHNlLCJJc0l0YWxpYyI6ZmFsc2UsIklzVW5kZXJsaW5lZCI6ZmFsc2UsIlBhcmVudFN0eWxlIjpudWxsfSwiQXV0b1NpemUiOjIsIkZvcmVncm91bmQiOnsiJGlkIjoiMjU5IiwiQ29sb3IiOnsiJGlkIjoiMjYwIiwiQSI6MjU1LCJSIjo2OCwiRyI6ODQsIkIiOjEwNn19LCJNYXhXaWR0aCI6NzAuNjY2Njk0NjQxMTEzMjgxLCJNYXhIZWlnaHQiOiJJbmZpbml0eSIsIlNtYXJ0Rm9yZWdyb3VuZElzQWN0aXZlIjpmYWxzZSwiSG9yaXpvbnRhbEFsaWdubWVudCI6MiwiVmVydGljYWxBbGlnbm1lbnQiOjAsIlNtYXJ0Rm9yZWdyb3VuZCI6bnVsbCwiQmFja2dyb3VuZEZpbGxUeXBlIjowLCJNYXJnaW4iOnsiJHJlZiI6IjEyNCJ9LCJQYWRkaW5nIjp7IiRyZWYiOiIxMjUifSwiQmFja2dyb3VuZCI6eyIkcmVmIjoiMTI2In0sIklzVmlzaWJsZSI6dHJ1ZSwiV2lkdGgiOjAuMCwiSGVpZ2h0IjowLjAsIkJvcmRlclN0eWxlIjp7IiRpZCI6IjI2MSIsIkxpbmVDb2xvciI6bnVsbCwiTGluZVdlaWdodCI6MC4wLCJMaW5lVHlwZSI6MCwiUGFyZW50U3R5bGUiOm51bGx9LCJQYXJlbnRTdHlsZSI6bnVsbH0sIkRhdGVGb3JtYXQiOnsiJHJlZiI6IjIwNiJ9LCJJc1Zpc2libGUiOnRydWUsIlBhcmVudFN0eWxlIjpudWxsfSwiSW5kZXgiOjMsIlNtYXJ0RHVyYXRpb25BY3RpdmF0ZWQiOmZhbHNlLCJEYXRlRm9ybWF0Ijp7IiRyZWYiOiIyMDYifSwiSWQiOiI3ZDdhM2YzMy1iYjAyLTQwMDUtOTUwZC04ODc0ZWMyMmU4ZjkiLCJJbXBvcnRJZCI6bnVsbCwiVGl0bGUiOiJEQU8gUGVyc29uYWwgKEZ1bGwgRnVuY3Rpb25hbGl0eSkiLCJOb3RlIjpudWxsLCJIeXBlcmxpbmsiOnsiJGlkIjoiMjYyIiwiQWRkcmVzcyI6bnVsbCwiU3ViQWRkcmVzcyI6bnVsbH0sIklzQ2hhbmdlZCI6ZmFsc2UsIklzTmV3IjpmYWxzZX0seyIkaWQiOiIyNjMiLCJHcm91cE5hbWUiOm51bGwsIlN0YXJ0RGF0ZSI6IjIwMjAtMDYtMDFUMDA6MDA6MDBaIiwiRW5kRGF0ZSI6IjIwMjAtMTEtMjdUMjM6NTk6MDBaIiwiUGVyY2VudGFnZUNvbXBsZXRlIjpudWxsLCJTdHlsZSI6eyIkaWQiOiIyNjQiLCJTaGFwZSI6MSwiU2hhcGVUaGlja25lc3MiOjAsIkR1cmF0aW9uRm9ybWF0IjowLCJJbmNsdWRlTm9uV29ya2luZ0RheXNJbkR1cmF0aW9uIjpmYWxzZSwiUGVyY2VudGFnZUNvbXBsZXRlU3R5bGUiOnsiJGlkIjoiMjY1IiwiRm9udFNldHRpbmdzIjp7IiRpZCI6IjI2NiIsIkZvbnRTaXplIjoxMCwiRm9udE5hbWUiOiJDYWxpYnJpIiwiSXNCb2xkIjpmYWxzZSwiSXNJdGFsaWMiOmZhbHNlLCJJc1VuZGVybGluZWQiOmZhbHNlLCJQYXJlbnRTdHlsZSI6bnVsbH0sIkF1dG9TaXplIjowLCJGb3JlZ3JvdW5kIjp7IiRpZCI6IjI2NyIsIkNvbG9yIjp7IiRpZCI6IjI2OCIsIkEiOjI1NSwiUiI6MTkyLCJHIjo4MCwiQiI6Nzd9fSwiTWF4V2lkdGgiOjIwMC4wLCJNYXhIZWlnaHQiOiJJbmZpbml0eSIsIlNtYXJ0Rm9yZWdyb3VuZElzQWN0aXZlIjpmYWxzZSwiSG9yaXpvbnRhbEFsaWdubWVudCI6MCwiVmVydGljYWxBbGlnbm1lbnQiOjAsIlNtYXJ0Rm9yZWdyb3VuZCI6bnVsbCwiQmFja2dyb3VuZEZpbGxUeXBlIjowLCJNYXJnaW4iOnsiJHJlZiI6Ijg5In0sIlBhZGRpbmciOnsiJHJlZiI6IjkwIn0sIkJhY2tncm91bmQiOnsiJHJlZiI6IjkxIn0sIklzVmlzaWJsZSI6dHJ1ZSwiV2lkdGgiOjAuMCwiSGVpZ2h0IjowLjAsIkJvcmRlclN0eWxlIjp7IiRpZCI6IjI2OSIsIkxpbmVDb2xvciI6bnVsbCwiTGluZVdlaWdodCI6MC4wLCJMaW5lVHlwZSI6MCwiUGFyZW50U3R5bGUiOm51bGx9LCJQYXJlbnRTdHlsZSI6bnVsbH0sIkR1cmF0aW9uU3R5bGUiOnsiJGlkIjoiMjcwIiwiRm9udFNldHRpbmdzIjp7IiRpZCI6IjI3MSIsIkZvbnRTaXplIjoxMCwiRm9udE5hbWUiOiJDYWxpYnJpIiwiSXNCb2xkIjpmYWxzZSwiSXNJdGFsaWMiOmZhbHNlLCJJc1VuZGVybGluZWQiOmZhbHNlLCJQYXJlbnRTdHlsZSI6bnVsbH0sIkF1dG9TaXplIjowLCJGb3JlZ3JvdW5kIjp7IiRyZWYiOiI5NCJ9LCJNYXhXaWR0aCI6MjAwLjAsIk1heEhlaWdodCI6IkluZmluaXR5IiwiU21hcnRGb3JlZ3JvdW5kSXNBY3RpdmUiOmZhbHNlLCJIb3Jpem9udGFsQWxpZ25tZW50IjowLCJWZXJ0aWNhbEFsaWdubWVudCI6MCwiU21hcnRGb3JlZ3JvdW5kIjpudWxsLCJCYWNrZ3JvdW5kRmlsbFR5cGUiOjAsIk1hcmdpbiI6eyIkcmVmIjoiOTYifSwiUGFkZGluZyI6eyIkcmVmIjoiOTcifSwiQmFja2dyb3VuZCI6eyIkcmVmIjoiOTgifSwiSXNWaXNpYmxlIjp0cnVlLCJXaWR0aCI6MC4wLCJIZWlnaHQiOjAuMCwiQm9yZGVyU3R5bGUiOnsiJGlkIjoiMjcyIiwiTGluZUNvbG9yIjpudWxsLCJMaW5lV2VpZ2h0IjowLjAsIkxpbmVUeXBlIjowLCJQYXJlbnRTdHlsZSI6bnVsbH0sIlBhcmVudFN0eWxlIjpudWxsfSwiSG9yaXpvbnRhbENvbm5lY3RvclN0eWxlIjp7IiRpZCI6IjI3MyIsIkxpbmVDb2xvciI6eyIkcmVmIjoiMTAwIn0sIkxpbmVXZWlnaHQiOjEuMCwiTGluZVR5cGUiOjAsIlBhcmVudFN0eWxlIjpudWxsfSwiVmVydGljYWxDb25uZWN0b3JTdHlsZSI6eyIkaWQiOiIyNzQiLCJMaW5lQ29sb3IiOnsiJHJlZiI6IjEwMyJ9LCJMaW5lV2VpZ2h0IjowLjAsIkxpbmVUeXBlIjowLCJQYXJlbnRTdHlsZSI6bnVsbH0sIk1hcmdpbiI6bnVsbCwiU3RhcnREYXRlUG9zaXRpb24iOjMsIkVuZERhdGVQb3NpdGlvbiI6NCwiRGF0ZUlzVmlzaWJsZSI6dHJ1ZSwiVGl0bGVQb3NpdGlvbiI6MCwiRHVyYXRpb25Qb3NpdGlvbiI6NiwiUGVyY2VudGFnZUNvbXBsZXRlZFBvc2l0aW9uIjo2LCJTcGFjaW5nIjozLCJJc0JlbG93VGltZWJhbmQiOnRydWUsIlBlcmNlbnRhZ2VDb21wbGV0ZVNoYXBlT3BhY2l0eSI6MzUsIlNoYXBlU3R5bGUiOnsiJGlkIjoiMjc1IiwiTWFyZ2luIjp7IiRyZWYiOiIxMDYifSwiUGFkZGluZyI6eyIkcmVmIjoiMTA3In0sIkJhY2tncm91bmQiOnsiJGlkIjoiMjc2IiwiQ29sb3IiOnsiJGlkIjoiMjc3IiwiQSI6MjU1LCJSIjowLCJHIjoxNTQsIkIiOjE2Nn19LCJJc1Zpc2libGUiOnRydWUsIldpZHRoIjowLjAsIkhlaWdodCI6MTAuMCwiQm9yZGVyU3R5bGUiOnsiJGlkIjoiMjc4IiwiTGluZUNvbG9yIjp7IiRyZWYiOiIxMTEifSwiTGluZVdlaWdodCI6MC4wLCJMaW5lVHlwZSI6MCwiUGFyZW50U3R5bGUiOm51bGx9LCJQYXJlbnRTdHlsZSI6bnVsbH0sIlRpdGxlU3R5bGUiOnsiJGlkIjoiMjc5IiwiRm9udFNldHRpbmdzIjp7IiRpZCI6IjI4MCIsIkZvbnRTaXplIjoxOCwiRm9udE5hbWUiOiJDYWxpYnJpIiwiSXNCb2xkIjp0cnVlLCJJc0l0YWxpYyI6ZmFsc2UsIklzVW5kZXJsaW5lZCI6ZmFsc2UsIlBhcmVudFN0eWxlIjpudWxsfSwiQXV0b1NpemUiOjIsIkZvcmVncm91bmQiOnsiJGlkIjoiMjgxIiwiQ29sb3IiOnsiJGlkIjoiMjgyIiwiQSI6MjU1LCJSIjowLCJHIjowLCJCIjowfX0sIk1heFdpZHRoIjoyODIuNjY2Njg3MDExNzE4NzUsIk1heEhlaWdodCI6IkluZmluaXR5IiwiU21hcnRGb3JlZ3JvdW5kSXNBY3RpdmUiOmZhbHNlLCJIb3Jpem9udGFsQWxpZ25tZW50IjowLCJWZXJ0aWNhbEFsaWdubWVudCI6MCwiU21hcnRGb3JlZ3JvdW5kIjpudWxsLCJCYWNrZ3JvdW5kRmlsbFR5cGUiOjAsIk1hcmdpbiI6eyIkcmVmIjoiMTE3In0sIlBhZGRpbmciOnsiJHJlZiI6IjExOCJ9LCJCYWNrZ3JvdW5kIjp7IiRyZWYiOiIxMTkifSwiSXNWaXNpYmxlIjp0cnVlLCJXaWR0aCI6MC4wLCJIZWlnaHQiOjAuMCwiQm9yZGVyU3R5bGUiOnsiJGlkIjoiMjgzIiwiTGluZUNvbG9yIjpudWxsLCJMaW5lV2VpZ2h0IjowLjAsIkxpbmVUeXBlIjowLCJQYXJlbnRTdHlsZSI6bnVsbH0sIlBhcmVudFN0eWxlIjpudWxsfSwiRGF0ZVN0eWxlIjp7IiRpZCI6IjI4NCIsIkZvbnRTZXR0aW5ncyI6eyIkaWQiOiIyODUiLCJGb250U2l6ZSI6MTMsIkZvbnROYW1lIjoiQ2FsaWJyaSIsIklzQm9sZCI6ZmFsc2UsIklzSXRhbGljIjpmYWxzZSwiSXNVbmRlcmxpbmVkIjpmYWxzZSwiUGFyZW50U3R5bGUiOm51bGx9LCJBdXRvU2l6ZSI6MiwiRm9yZWdyb3VuZCI6eyIkaWQiOiIyODYiLCJDb2xvciI6eyIkaWQiOiIyODciLCJBIjoyNTUsIlIiOjY4LCJHIjo4NCwiQiI6MTA2fX0sIk1heFdpZHRoIjo3Mi4wLCJNYXhIZWlnaHQiOiJJbmZpbml0eSIsIlNtYXJ0Rm9yZWdyb3VuZElzQWN0aXZlIjpmYWxzZSwiSG9yaXpvbnRhbEFsaWdubWVudCI6MCwiVmVydGljYWxBbGlnbm1lbnQiOjAsIlNtYXJ0Rm9yZWdyb3VuZCI6bnVsbCwiQmFja2dyb3VuZEZpbGxUeXBlIjowLCJNYXJnaW4iOnsiJHJlZiI6IjEyNCJ9LCJQYWRkaW5nIjp7IiRyZWYiOiIxMjUifSwiQmFja2dyb3VuZCI6eyIkcmVmIjoiMTI2In0sIklzVmlzaWJsZSI6dHJ1ZSwiV2lkdGgiOjAuMCwiSGVpZ2h0IjowLjAsIkJvcmRlclN0eWxlIjp7IiRpZCI6IjI4OCIsIkxpbmVDb2xvciI6bnVsbCwiTGluZVdlaWdodCI6MC4wLCJMaW5lVHlwZSI6MCwiUGFyZW50U3R5bGUiOm51bGx9LCJQYXJlbnRTdHlsZSI6bnVsbH0sIkRhdGVGb3JtYXQiOnsiJHJlZiI6IjIwNiJ9LCJJc1Zpc2libGUiOnRydWUsIlBhcmVudFN0eWxlIjpudWxsfSwiSW5kZXgiOjQsIlNtYXJ0RHVyYXRpb25BY3RpdmF0ZWQiOmZhbHNlLCJEYXRlRm9ybWF0Ijp7IiRyZWYiOiIyMDYifSwiSWQiOiI3YmZiOGEzOC0yYTk5LTQ0MzgtOTM3NS1kYmYyNDYwMTNiZjciLCJJbXBvcnRJZCI6bnVsbCwiVGl0bGUiOiJTbWFsbCBCdXNpbmVzcyBEQU8gKEdvIExpdmUgUmVhZHkpICIsIk5vdGUiOm51bGwsIkh5cGVybGluayI6eyIkaWQiOiIyODkiLCJBZGRyZXNzIjpudWxsLCJTdWJBZGRyZXNzIjpudWxsfSwiSXNDaGFuZ2VkIjpmYWxzZSwiSXNOZXciOmZhbHNlfSx7IiRpZCI6IjI5MCIsIkdyb3VwTmFtZSI6bnVsbCwiU3RhcnREYXRlIjoiMjAyMC0wOS0yM1QwMDowMDowMFoiLCJFbmREYXRlIjoiMjAyMS0wMy0yMlQyMzo1OTowMFoiLCJQZXJjZW50YWdlQ29tcGxldGUiOm51bGwsIlN0eWxlIjp7IiRpZCI6IjI5MSIsIlNoYXBlIjoxLCJTaGFwZVRoaWNrbmVzcyI6MCwiRHVyYXRpb25Gb3JtYXQiOjAsIkluY2x1ZGVOb25Xb3JraW5nRGF5c0luRHVyYXRpb24iOmZhbHNlLCJQZXJjZW50YWdlQ29tcGxldGVTdHlsZSI6eyIkaWQiOiIyOTIiLCJGb250U2V0dGluZ3MiOnsiJGlkIjoiMjkzIiwiRm9udFNpemUiOjEwLCJGb250TmFtZSI6IkNhbGlicmkiLCJJc0JvbGQiOmZhbHNlLCJJc0l0YWxpYyI6ZmFsc2UsIklzVW5kZXJsaW5lZCI6ZmFsc2UsIlBhcmVudFN0eWxlIjpudWxsfSwiQXV0b1NpemUiOjAsIkZvcmVncm91bmQiOnsiJGlkIjoiMjk0IiwiQ29sb3IiOnsiJGlkIjoiMjk1IiwiQSI6MjU1LCJSIjoxOTIsIkciOjgwLCJCIjo3N319LCJNYXhXaWR0aCI6MjAwLjAsIk1heEhlaWdodCI6IkluZmluaXR5IiwiU21hcnRGb3JlZ3JvdW5kSXNBY3RpdmUiOmZhbHNlLCJIb3Jpem9udGFsQWxpZ25tZW50IjowLCJWZXJ0aWNhbEFsaWdubWVudCI6MCwiU21hcnRGb3JlZ3JvdW5kIjpudWxsLCJCYWNrZ3JvdW5kRmlsbFR5cGUiOjAsIk1hcmdpbiI6eyIkcmVmIjoiODkifSwiUGFkZGluZyI6eyIkcmVmIjoiOTAifSwiQmFja2dyb3VuZCI6eyIkcmVmIjoiOTEifSwiSXNWaXNpYmxlIjp0cnVlLCJXaWR0aCI6MC4wLCJIZWlnaHQiOjAuMCwiQm9yZGVyU3R5bGUiOnsiJGlkIjoiMjk2IiwiTGluZUNvbG9yIjpudWxsLCJMaW5lV2VpZ2h0IjowLjAsIkxpbmVUeXBlIjowLCJQYXJlbnRTdHlsZSI6bnVsbH0sIlBhcmVudFN0eWxlIjpudWxsfSwiRHVyYXRpb25TdHlsZSI6eyIkaWQiOiIyOTciLCJGb250U2V0dGluZ3MiOnsiJGlkIjoiMjk4IiwiRm9udFNpemUiOjEwLCJGb250TmFtZSI6IkNhbGlicmkiLCJJc0JvbGQiOmZhbHNlLCJJc0l0YWxpYyI6ZmFsc2UsIklzVW5kZXJsaW5lZCI6ZmFsc2UsIlBhcmVudFN0eWxlIjpudWxsfSwiQXV0b1NpemUiOjAsIkZvcmVncm91bmQiOnsiJHJlZiI6Ijk0In0sIk1heFdpZHRoIjoyMDAuMCwiTWF4SGVpZ2h0IjoiSW5maW5pdHkiLCJTbWFydEZvcmVncm91bmRJc0FjdGl2ZSI6ZmFsc2UsIkhvcml6b250YWxBbGlnbm1lbnQiOjAsIlZlcnRpY2FsQWxpZ25tZW50IjowLCJTbWFydEZvcmVncm91bmQiOm51bGwsIkJhY2tncm91bmRGaWxsVHlwZSI6MCwiTWFyZ2luIjp7IiRyZWYiOiI5NiJ9LCJQYWRkaW5nIjp7IiRyZWYiOiI5NyJ9LCJCYWNrZ3JvdW5kIjp7IiRyZWYiOiI5OCJ9LCJJc1Zpc2libGUiOnRydWUsIldpZHRoIjowLjAsIkhlaWdodCI6MC4wLCJCb3JkZXJTdHlsZSI6eyIkaWQiOiIyOTkiLCJMaW5lQ29sb3IiOm51bGwsIkxpbmVXZWlnaHQiOjAuMCwiTGluZVR5cGUiOjAsIlBhcmVudFN0eWxlIjpudWxsfSwiUGFyZW50U3R5bGUiOm51bGx9LCJIb3Jpem9udGFsQ29ubmVjdG9yU3R5bGUiOnsiJGlkIjoiMzAwIiwiTGluZUNvbG9yIjp7IiRyZWYiOiIxMDAifSwiTGluZVdlaWdodCI6MS4wLCJMaW5lVHlwZSI6MCwiUGFyZW50U3R5bGUiOm51bGx9LCJWZXJ0aWNhbENvbm5lY3RvclN0eWxlIjp7IiRpZCI6IjMwMSIsIkxpbmVDb2xvciI6eyIkcmVmIjoiMTAzIn0sIkxpbmVXZWlnaHQiOjAuMCwiTGluZVR5cGUiOjAsIlBhcmVudFN0eWxlIjpudWxsfSwiTWFyZ2luIjpudWxsLCJTdGFydERhdGVQb3NpdGlvbiI6MywiRW5kRGF0ZVBvc2l0aW9uIjo0LCJEYXRlSXNWaXNpYmxlIjp0cnVlLCJUaXRsZVBvc2l0aW9uIjowLCJEdXJhdGlvblBvc2l0aW9uIjo2LCJQZXJjZW50YWdlQ29tcGxldGVkUG9zaXRpb24iOjYsIlNwYWNpbmciOjMsIklzQmVsb3dUaW1lYmFuZCI6dHJ1ZSwiUGVyY2VudGFnZUNvbXBsZXRlU2hhcGVPcGFjaXR5IjozNSwiU2hhcGVTdHlsZSI6eyIkaWQiOiIzMDIiLCJNYXJnaW4iOnsiJHJlZiI6IjEwNiJ9LCJQYWRkaW5nIjp7IiRyZWYiOiIxMDcifSwiQmFja2dyb3VuZCI6eyIkaWQiOiIzMDMiLCJDb2xvciI6eyIkaWQiOiIzMDQiLCJBIjoyNTUsIlIiOjAsIkciOjE1NCwiQiI6MTY2fX0sIklzVmlzaWJsZSI6dHJ1ZSwiV2lkdGgiOjAuMCwiSGVpZ2h0IjoxMC4wLCJCb3JkZXJTdHlsZSI6eyIkaWQiOiIzMDUiLCJMaW5lQ29sb3IiOnsiJHJlZiI6IjExMSJ9LCJMaW5lV2VpZ2h0IjowLjAsIkxpbmVUeXBlIjowLCJQYXJlbnRTdHlsZSI6bnVsbH0sIlBhcmVudFN0eWxlIjpudWxsfSwiVGl0bGVTdHlsZSI6eyIkaWQiOiIzMDYiLCJGb250U2V0dGluZ3MiOnsiJGlkIjoiMzA3IiwiRm9udFNpemUiOjE4LCJGb250TmFtZSI6IkNhbGlicmkiLCJJc0JvbGQiOnRydWUsIklzSXRhbGljIjpmYWxzZSwiSXNVbmRlcmxpbmVkIjpmYWxzZSwiUGFyZW50U3R5bGUiOm51bGx9LCJBdXRvU2l6ZSI6MiwiRm9yZWdyb3VuZCI6eyIkaWQiOiIzMDgiLCJDb2xvciI6eyIkaWQiOiIzMDkiLCJBIjoyNTUsIlIiOjAsIkciOjAsIkIiOjB9fSwiTWF4V2lkdGgiOjE3OC42NjY2ODcwMTE3MTg3NSwiTWF4SGVpZ2h0IjoiSW5maW5pdHkiLCJTbWFydEZvcmVncm91bmRJc0FjdGl2ZSI6ZmFsc2UsIkhvcml6b250YWxBbGlnbm1lbnQiOjAsIlZlcnRpY2FsQWxpZ25tZW50IjowLCJTbWFydEZvcmVncm91bmQiOm51bGwsIkJhY2tncm91bmRGaWxsVHlwZSI6MCwiTWFyZ2luIjp7IiRyZWYiOiIxMTcifSwiUGFkZGluZyI6eyIkcmVmIjoiMTE4In0sIkJhY2tncm91bmQiOnsiJHJlZiI6IjExOSJ9LCJJc1Zpc2libGUiOnRydWUsIldpZHRoIjowLjAsIkhlaWdodCI6MC4wLCJCb3JkZXJTdHlsZSI6eyIkaWQiOiIzMTAiLCJMaW5lQ29sb3IiOm51bGwsIkxpbmVXZWlnaHQiOjAuMCwiTGluZVR5cGUiOjAsIlBhcmVudFN0eWxlIjpudWxsfSwiUGFyZW50U3R5bGUiOm51bGx9LCJEYXRlU3R5bGUiOnsiJGlkIjoiMzExIiwiRm9udFNldHRpbmdzIjp7IiRpZCI6IjMxMiIsIkZvbnRTaXplIjoxMywiRm9udE5hbWUiOiJDYWxpYnJpIiwiSXNCb2xkIjpmYWxzZSwiSXNJdGFsaWMiOmZhbHNlLCJJc1VuZGVybGluZWQiOmZhbHNlLCJQYXJlbnRTdHlsZSI6bnVsbH0sIkF1dG9TaXplIjoyLCJGb3JlZ3JvdW5kIjp7IiRpZCI6IjMxMyIsIkNvbG9yIjp7IiRpZCI6IjMxNCIsIkEiOjI1NSwiUiI6NjgsIkciOjg0LCJCIjoxMDZ9fSwiTWF4V2lkdGgiOjczLjMzMzMwNTM1ODg4NjcxOSwiTWF4SGVpZ2h0IjoiSW5maW5pdHkiLCJTbWFydEZvcmVncm91bmRJc0FjdGl2ZSI6ZmFsc2UsIkhvcml6b250YWxBbGlnbm1lbnQiOjAsIlZlcnRpY2FsQWxpZ25tZW50IjowLCJTbWFydEZvcmVncm91bmQiOm51bGwsIkJhY2tncm91bmRGaWxsVHlwZSI6MCwiTWFyZ2luIjp7IiRyZWYiOiIxMjQifSwiUGFkZGluZyI6eyIkcmVmIjoiMTI1In0sIkJhY2tncm91bmQiOnsiJHJlZiI6IjEyNiJ9LCJJc1Zpc2libGUiOnRydWUsIldpZHRoIjowLjAsIkhlaWdodCI6MC4wLCJCb3JkZXJTdHlsZSI6eyIkaWQiOiIzMTUiLCJMaW5lQ29sb3IiOm51bGwsIkxpbmVXZWlnaHQiOjAuMCwiTGluZVR5cGUiOjAsIlBhcmVudFN0eWxlIjpudWxsfSwiUGFyZW50U3R5bGUiOm51bGx9LCJEYXRlRm9ybWF0Ijp7IiRyZWYiOiIyMDYifSwiSXNWaXNpYmxlIjp0cnVlLCJQYXJlbnRTdHlsZSI6bnVsbH0sIkluZGV4Ijo1LCJTbWFydER1cmF0aW9uQWN0aXZhdGVkIjpmYWxzZSwiRGF0ZUZvcm1hdCI6eyIkcmVmIjoiMjA2In0sIklkIjoiODFmNTlkODEtNWRhZi00MjI3LWE2ZjAtYWM0MTUyOWJmNzE1IiwiSW1wb3J0SWQiOm51bGwsIlRpdGxlIjoiU21hbGwgQnVzaW5lc3MgTGVuZGluZyIsIk5vdGUiOm51bGwsIkh5cGVybGluayI6eyIkaWQiOiIzMTYiLCJBZGRyZXNzIjpudWxsLCJTdWJBZGRyZXNzIjpudWxsfSwiSXNDaGFuZ2VkIjpmYWxzZSwiSXNOZXciOmZhbHNlfSx7IiRpZCI6IjMxNyIsIkdyb3VwTmFtZSI6bnVsbCwiU3RhcnREYXRlIjoiMjAyMC0wMS0wNlQwMDowMDowMFoiLCJFbmREYXRlIjoiMjAyMC0wMy0xOVQyMzo1OTowMFoiLCJQZXJjZW50YWdlQ29tcGxldGUiOm51bGwsIlN0eWxlIjp7IiRpZCI6IjMxOCIsIlNoYXBlIjoxLCJTaGFwZVRoaWNrbmVzcyI6MCwiRHVyYXRpb25Gb3JtYXQiOjAsIkluY2x1ZGVOb25Xb3JraW5nRGF5c0luRHVyYXRpb24iOmZhbHNlLCJQZXJjZW50YWdlQ29tcGxldGVTdHlsZSI6eyIkaWQiOiIzMTkiLCJGb250U2V0dGluZ3MiOnsiJGlkIjoiMzIwIiwiRm9udFNpemUiOjEwLCJGb250TmFtZSI6IkNhbGlicmkiLCJJc0JvbGQiOmZhbHNlLCJJc0l0YWxpYyI6ZmFsc2UsIklzVW5kZXJsaW5lZCI6ZmFsc2UsIlBhcmVudFN0eWxlIjpudWxsfSwiQXV0b1NpemUiOjAsIkZvcmVncm91bmQiOnsiJGlkIjoiMzIxIiwiQ29sb3IiOnsiJGlkIjoiMzIyIiwiQSI6MjU1LCJSIjoxOTIsIkciOjgwLCJCIjo3N319LCJNYXhXaWR0aCI6MjAwLjAsIk1heEhlaWdodCI6IkluZmluaXR5IiwiU21hcnRGb3JlZ3JvdW5kSXNBY3RpdmUiOmZhbHNlLCJIb3Jpem9udGFsQWxpZ25tZW50IjowLCJWZXJ0aWNhbEFsaWdubWVudCI6MCwiU21hcnRGb3JlZ3JvdW5kIjpudWxsLCJCYWNrZ3JvdW5kRmlsbFR5cGUiOjAsIk1hcmdpbiI6eyIkcmVmIjoiODkifSwiUGFkZGluZyI6eyIkcmVmIjoiOTAifSwiQmFja2dyb3VuZCI6eyIkcmVmIjoiOTEifSwiSXNWaXNpYmxlIjp0cnVlLCJXaWR0aCI6MC4wLCJIZWlnaHQiOjAuMCwiQm9yZGVyU3R5bGUiOnsiJGlkIjoiMzIzIiwiTGluZUNvbG9yIjpudWxsLCJMaW5lV2VpZ2h0IjowLjAsIkxpbmVUeXBlIjowLCJQYXJlbnRTdHlsZSI6bnVsbH0sIlBhcmVudFN0eWxlIjpudWxsfSwiRHVyYXRpb25TdHlsZSI6eyIkaWQiOiIzMjQiLCJGb250U2V0dGluZ3MiOnsiJGlkIjoiMzI1IiwiRm9udFNpemUiOjEwLCJGb250TmFtZSI6IkNhbGlicmkiLCJJc0JvbGQiOmZhbHNlLCJJc0l0YWxpYyI6ZmFsc2UsIklzVW5kZXJsaW5lZCI6ZmFsc2UsIlBhcmVudFN0eWxlIjpudWxsfSwiQXV0b1NpemUiOjAsIkZvcmVncm91bmQiOnsiJHJlZiI6Ijk0In0sIk1heFdpZHRoIjoyMDAuMCwiTWF4SGVpZ2h0IjoiSW5maW5pdHkiLCJTbWFydEZvcmVncm91bmRJc0FjdGl2ZSI6ZmFsc2UsIkhvcml6b250YWxBbGlnbm1lbnQiOjAsIlZlcnRpY2FsQWxpZ25tZW50IjowLCJTbWFydEZvcmVncm91bmQiOm51bGwsIkJhY2tncm91bmRGaWxsVHlwZSI6MCwiTWFyZ2luIjp7IiRyZWYiOiI5NiJ9LCJQYWRkaW5nIjp7IiRyZWYiOiI5NyJ9LCJCYWNrZ3JvdW5kIjp7IiRyZWYiOiI5OCJ9LCJJc1Zpc2libGUiOnRydWUsIldpZHRoIjowLjAsIkhlaWdodCI6MC4wLCJCb3JkZXJTdHlsZSI6eyIkaWQiOiIzMjYiLCJMaW5lQ29sb3IiOm51bGwsIkxpbmVXZWlnaHQiOjAuMCwiTGluZVR5cGUiOjAsIlBhcmVudFN0eWxlIjpudWxsfSwiUGFyZW50U3R5bGUiOm51bGx9LCJIb3Jpem9udGFsQ29ubmVjdG9yU3R5bGUiOnsiJGlkIjoiMzI3IiwiTGluZUNvbG9yIjp7IiRyZWYiOiIxMDAifSwiTGluZVdlaWdodCI6MS4wLCJMaW5lVHlwZSI6MCwiUGFyZW50U3R5bGUiOm51bGx9LCJWZXJ0aWNhbENvbm5lY3RvclN0eWxlIjp7IiRpZCI6IjMyOCIsIkxpbmVDb2xvciI6eyIkcmVmIjoiMTAzIn0sIkxpbmVXZWlnaHQiOjAuMCwiTGluZVR5cGUiOjAsIlBhcmVudFN0eWxlIjpudWxsfSwiTWFyZ2luIjpudWxsLCJTdGFydERhdGVQb3NpdGlvbiI6MywiRW5kRGF0ZVBvc2l0aW9uIjo0LCJEYXRlSXNWaXNpYmxlIjp0cnVlLCJUaXRsZVBvc2l0aW9uIjowLCJEdXJhdGlvblBvc2l0aW9uIjo2LCJQZXJjZW50YWdlQ29tcGxldGVkUG9zaXRpb24iOjYsIlNwYWNpbmciOjMsIklzQmVsb3dUaW1lYmFuZCI6dHJ1ZSwiUGVyY2VudGFnZUNvbXBsZXRlU2hhcGVPcGFjaXR5IjozNSwiU2hhcGVTdHlsZSI6eyIkaWQiOiIzMjkiLCJNYXJnaW4iOnsiJHJlZiI6IjEwNiJ9LCJQYWRkaW5nIjp7IiRyZWYiOiIxMDcifSwiQmFja2dyb3VuZCI6eyIkaWQiOiIzMzAiLCJDb2xvciI6eyIkaWQiOiIzMzEiLCJBIjoyNTUsIlIiOjE1MCwiRyI6MjE0LCJCIjo2Nn19LCJJc1Zpc2libGUiOnRydWUsIldpZHRoIjowLjAsIkhlaWdodCI6MTAuMCwiQm9yZGVyU3R5bGUiOnsiJGlkIjoiMzMyIiwiTGluZUNvbG9yIjp7IiRyZWYiOiIxMTEifSwiTGluZVdlaWdodCI6MC4wLCJMaW5lVHlwZSI6MCwiUGFyZW50U3R5bGUiOm51bGx9LCJQYXJlbnRTdHlsZSI6bnVsbH0sIlRpdGxlU3R5bGUiOnsiJGlkIjoiMzMzIiwiRm9udFNldHRpbmdzIjp7IiRpZCI6IjMzNCIsIkZvbnRTaXplIjoxOCwiRm9udE5hbWUiOiJDYWxpYnJpIiwiSXNCb2xkIjp0cnVlLCJJc0l0YWxpYyI6ZmFsc2UsIklzVW5kZXJsaW5lZCI6ZmFsc2UsIlBhcmVudFN0eWxlIjpudWxsfSwiQXV0b1NpemUiOjIsIkZvcmVncm91bmQiOnsiJGlkIjoiMzM1IiwiQ29sb3IiOnsiJGlkIjoiMzM2IiwiQSI6MjU1LCJSIjowLCJHIjowLCJCIjowfX0sIk1heFdpZHRoIjozNjguMCwiTWF4SGVpZ2h0IjoiSW5maW5pdHkiLCJTbWFydEZvcmVncm91bmRJc0FjdGl2ZSI6ZmFsc2UsIkhvcml6b250YWxBbGlnbm1lbnQiOjAsIlZlcnRpY2FsQWxpZ25tZW50IjowLCJTbWFydEZvcmVncm91bmQiOm51bGwsIkJhY2tncm91bmRGaWxsVHlwZSI6MCwiTWFyZ2luIjp7IiRyZWYiOiIxMTcifSwiUGFkZGluZyI6eyIkcmVmIjoiMTE4In0sIkJhY2tncm91bmQiOnsiJHJlZiI6IjExOSJ9LCJJc1Zpc2libGUiOnRydWUsIldpZHRoIjowLjAsIkhlaWdodCI6MC4wLCJCb3JkZXJTdHlsZSI6eyIkaWQiOiIzMzciLCJMaW5lQ29sb3IiOm51bGwsIkxpbmVXZWlnaHQiOjAuMCwiTGluZVR5cGUiOjAsIlBhcmVudFN0eWxlIjpudWxsfSwiUGFyZW50U3R5bGUiOm51bGx9LCJEYXRlU3R5bGUiOnsiJGlkIjoiMzM4IiwiRm9udFNldHRpbmdzIjp7IiRpZCI6IjMzOSIsIkZvbnRTaXplIjoxMywiRm9udE5hbWUiOiJDYWxpYnJpIiwiSXNCb2xkIjpmYWxzZSwiSXNJdGFsaWMiOmZhbHNlLCJJc1VuZGVybGluZWQiOmZhbHNlLCJQYXJlbnRTdHlsZSI6bnVsbH0sIkF1dG9TaXplIjoyLCJGb3JlZ3JvdW5kIjp7IiRpZCI6IjM0MCIsIkNvbG9yIjp7IiRpZCI6IjM0MSIsIkEiOjI1NSwiUiI6NjgsIkciOjg0LCJCIjoxMDZ9fSwiTWF4V2lkdGgiOjczLjMzMzMwNTM1ODg4NjcxOSwiTWF4SGVpZ2h0IjoiSW5maW5pdHkiLCJTbWFydEZvcmVncm91bmRJc0FjdGl2ZSI6ZmFsc2UsIkhvcml6b250YWxBbGlnbm1lbnQiOjIsIlZlcnRpY2FsQWxpZ25tZW50IjowLCJTbWFydEZvcmVncm91bmQiOm51bGwsIkJhY2tncm91bmRGaWxsVHlwZSI6MCwiTWFyZ2luIjp7IiRyZWYiOiIxMjQifSwiUGFkZGluZyI6eyIkcmVmIjoiMTI1In0sIkJhY2tncm91bmQiOnsiJHJlZiI6IjEyNiJ9LCJJc1Zpc2libGUiOnRydWUsIldpZHRoIjowLjAsIkhlaWdodCI6MC4wLCJCb3JkZXJTdHlsZSI6eyIkaWQiOiIzNDIiLCJMaW5lQ29sb3IiOm51bGwsIkxpbmVXZWlnaHQiOjAuMCwiTGluZVR5cGUiOjAsIlBhcmVudFN0eWxlIjpudWxsfSwiUGFyZW50U3R5bGUiOm51bGx9LCJEYXRlRm9ybWF0Ijp7IiRyZWYiOiIyMDYifSwiSXNWaXNpYmxlIjp0cnVlLCJQYXJlbnRTdHlsZSI6bnVsbH0sIkluZGV4Ijo2LCJTbWFydER1cmF0aW9uQWN0aXZhdGVkIjpmYWxzZSwiRGF0ZUZvcm1hdCI6eyIkcmVmIjoiMjA2In0sIklkIjoiMGJlOTNjMTgtODFkMS00ZDJkLWEwOTctNDUzODdkNGU0NmM1IiwiSW1wb3J0SWQiOm51bGwsIlRpdGxlIjoiU21hbGwgQnVzaW5lc3MgKyBQZXJzb25hbCBCYW5raW5nIFByZS1QbGFubmluZyIsIk5vdGUiOm51bGwsIkh5cGVybGluayI6eyIkaWQiOiIzNDMiLCJBZGRyZXNzIjpudWxsLCJTdWJBZGRyZXNzIjpudWxsfSwiSXNDaGFuZ2VkIjpmYWxzZSwiSXNOZXciOmZhbHNlfSx7IiRpZCI6IjM0NCIsIkdyb3VwTmFtZSI6bnVsbCwiU3RhcnREYXRlIjoiMjAyMC0wMy0yMFQwMDowMDowMFoiLCJFbmREYXRlIjoiMjAyMS0wMS0yOFQyMzo1OTowMFoiLCJQZXJjZW50YWdlQ29tcGxldGUiOm51bGwsIlN0eWxlIjp7IiRpZCI6IjM0NSIsIlNoYXBlIjoxLCJTaGFwZVRoaWNrbmVzcyI6MCwiRHVyYXRpb25Gb3JtYXQiOjAsIkluY2x1ZGVOb25Xb3JraW5nRGF5c0luRHVyYXRpb24iOmZhbHNlLCJQZXJjZW50YWdlQ29tcGxldGVTdHlsZSI6eyIkaWQiOiIzNDYiLCJGb250U2V0dGluZ3MiOnsiJGlkIjoiMzQ3IiwiRm9udFNpemUiOjEwLCJGb250TmFtZSI6IkNhbGlicmkiLCJJc0JvbGQiOmZhbHNlLCJJc0l0YWxpYyI6ZmFsc2UsIklzVW5kZXJsaW5lZCI6ZmFsc2UsIlBhcmVudFN0eWxlIjpudWxsfSwiQXV0b1NpemUiOjAsIkZvcmVncm91bmQiOnsiJGlkIjoiMzQ4IiwiQ29sb3IiOnsiJGlkIjoiMzQ5IiwiQSI6MjU1LCJSIjoxOTIsIkciOjgwLCJCIjo3N319LCJNYXhXaWR0aCI6MjAwLjAsIk1heEhlaWdodCI6IkluZmluaXR5IiwiU21hcnRGb3JlZ3JvdW5kSXNBY3RpdmUiOmZhbHNlLCJIb3Jpem9udGFsQWxpZ25tZW50IjowLCJWZXJ0aWNhbEFsaWdubWVudCI6MCwiU21hcnRGb3JlZ3JvdW5kIjpudWxsLCJCYWNrZ3JvdW5kRmlsbFR5cGUiOjAsIk1hcmdpbiI6eyIkcmVmIjoiODkifSwiUGFkZGluZyI6eyIkcmVmIjoiOTAifSwiQmFja2dyb3VuZCI6eyIkcmVmIjoiOTEifSwiSXNWaXNpYmxlIjp0cnVlLCJXaWR0aCI6MC4wLCJIZWlnaHQiOjAuMCwiQm9yZGVyU3R5bGUiOnsiJGlkIjoiMzUwIiwiTGluZUNvbG9yIjpudWxsLCJMaW5lV2VpZ2h0IjowLjAsIkxpbmVUeXBlIjowLCJQYXJlbnRTdHlsZSI6bnVsbH0sIlBhcmVudFN0eWxlIjpudWxsfSwiRHVyYXRpb25TdHlsZSI6eyIkaWQiOiIzNTEiLCJGb250U2V0dGluZ3MiOnsiJGlkIjoiMzUyIiwiRm9udFNpemUiOjEwLCJGb250TmFtZSI6IkNhbGlicmkiLCJJc0JvbGQiOmZhbHNlLCJJc0l0YWxpYyI6ZmFsc2UsIklzVW5kZXJsaW5lZCI6ZmFsc2UsIlBhcmVudFN0eWxlIjpudWxsfSwiQXV0b1NpemUiOjAsIkZvcmVncm91bmQiOnsiJHJlZiI6Ijk0In0sIk1heFdpZHRoIjoyMDAuMCwiTWF4SGVpZ2h0IjoiSW5maW5pdHkiLCJTbWFydEZvcmVncm91bmRJc0FjdGl2ZSI6ZmFsc2UsIkhvcml6b250YWxBbGlnbm1lbnQiOjAsIlZlcnRpY2FsQWxpZ25tZW50IjowLCJTbWFydEZvcmVncm91bmQiOm51bGwsIkJhY2tncm91bmRGaWxsVHlwZSI6MCwiTWFyZ2luIjp7IiRyZWYiOiI5NiJ9LCJQYWRkaW5nIjp7IiRyZWYiOiI5NyJ9LCJCYWNrZ3JvdW5kIjp7IiRyZWYiOiI5OCJ9LCJJc1Zpc2libGUiOnRydWUsIldpZHRoIjowLjAsIkhlaWdodCI6MC4wLCJCb3JkZXJTdHlsZSI6eyIkaWQiOiIzNTMiLCJMaW5lQ29sb3IiOm51bGwsIkxpbmVXZWlnaHQiOjAuMCwiTGluZVR5cGUiOjAsIlBhcmVudFN0eWxlIjpudWxsfSwiUGFyZW50U3R5bGUiOm51bGx9LCJIb3Jpem9udGFsQ29ubmVjdG9yU3R5bGUiOnsiJGlkIjoiMzU0IiwiTGluZUNvbG9yIjp7IiRyZWYiOiIxMDAifSwiTGluZVdlaWdodCI6MS4wLCJMaW5lVHlwZSI6MCwiUGFyZW50U3R5bGUiOm51bGx9LCJWZXJ0aWNhbENvbm5lY3RvclN0eWxlIjp7IiRpZCI6IjM1NSIsIkxpbmVDb2xvciI6eyIkcmVmIjoiMTAzIn0sIkxpbmVXZWlnaHQiOjAuMCwiTGluZVR5cGUiOjAsIlBhcmVudFN0eWxlIjpudWxsfSwiTWFyZ2luIjpudWxsLCJTdGFydERhdGVQb3NpdGlvbiI6MywiRW5kRGF0ZVBvc2l0aW9uIjo0LCJEYXRlSXNWaXNpYmxlIjp0cnVlLCJUaXRsZVBvc2l0aW9uIjowLCJEdXJhdGlvblBvc2l0aW9uIjo2LCJQZXJjZW50YWdlQ29tcGxldGVkUG9zaXRpb24iOjYsIlNwYWNpbmciOjMsIklzQmVsb3dUaW1lYmFuZCI6dHJ1ZSwiUGVyY2VudGFnZUNvbXBsZXRlU2hhcGVPcGFjaXR5IjozNSwiU2hhcGVTdHlsZSI6eyIkaWQiOiIzNTYiLCJNYXJnaW4iOnsiJHJlZiI6IjEwNiJ9LCJQYWRkaW5nIjp7IiRyZWYiOiIxMDcifSwiQmFja2dyb3VuZCI6eyIkaWQiOiIzNTciLCJDb2xvciI6eyIkaWQiOiIzNTgiLCJBIjoyNTUsIlIiOjE1MCwiRyI6MjE0LCJCIjo2Nn19LCJJc1Zpc2libGUiOnRydWUsIldpZHRoIjowLjAsIkhlaWdodCI6MTAuMCwiQm9yZGVyU3R5bGUiOnsiJGlkIjoiMzU5IiwiTGluZUNvbG9yIjp7IiRyZWYiOiIxMTEifSwiTGluZVdlaWdodCI6MC4wLCJMaW5lVHlwZSI6MCwiUGFyZW50U3R5bGUiOm51bGx9LCJQYXJlbnRTdHlsZSI6bnVsbH0sIlRpdGxlU3R5bGUiOnsiJGlkIjoiMzYwIiwiRm9udFNldHRpbmdzIjp7IiRpZCI6IjM2MSIsIkZvbnRTaXplIjoxOCwiRm9udE5hbWUiOiJDYWxpYnJpIiwiSXNCb2xkIjp0cnVlLCJJc0l0YWxpYyI6ZmFsc2UsIklzVW5kZXJsaW5lZCI6ZmFsc2UsIlBhcmVudFN0eWxlIjpudWxsfSwiQXV0b1NpemUiOjIsIkZvcmVncm91bmQiOnsiJGlkIjoiMzYyIiwiQ29sb3IiOnsiJGlkIjoiMzYzIiwiQSI6MjU1LCJSIjowLCJHIjowLCJCIjowfX0sIk1heFdpZHRoIjozMDkuMzMzMzEyOTg4MjgxMjUsIk1heEhlaWdodCI6IkluZmluaXR5IiwiU21hcnRGb3JlZ3JvdW5kSXNBY3RpdmUiOmZhbHNlLCJIb3Jpem9udGFsQWxpZ25tZW50IjowLCJWZXJ0aWNhbEFsaWdubWVudCI6MCwiU21hcnRGb3JlZ3JvdW5kIjpudWxsLCJCYWNrZ3JvdW5kRmlsbFR5cGUiOjAsIk1hcmdpbiI6eyIkcmVmIjoiMTE3In0sIlBhZGRpbmciOnsiJHJlZiI6IjExOCJ9LCJCYWNrZ3JvdW5kIjp7IiRyZWYiOiIxMTkifSwiSXNWaXNpYmxlIjp0cnVlLCJXaWR0aCI6MC4wLCJIZWlnaHQiOjAuMCwiQm9yZGVyU3R5bGUiOnsiJGlkIjoiMzY0IiwiTGluZUNvbG9yIjpudWxsLCJMaW5lV2VpZ2h0IjowLjAsIkxpbmVUeXBlIjowLCJQYXJlbnRTdHlsZSI6bnVsbH0sIlBhcmVudFN0eWxlIjpudWxsfSwiRGF0ZVN0eWxlIjp7IiRpZCI6IjM2NSIsIkZvbnRTZXR0aW5ncyI6eyIkaWQiOiIzNjYiLCJGb250U2l6ZSI6MTMsIkZvbnROYW1lIjoiQ2FsaWJyaSIsIklzQm9sZCI6ZmFsc2UsIklzSXRhbGljIjpmYWxzZSwiSXNVbmRlcmxpbmVkIjpmYWxzZSwiUGFyZW50U3R5bGUiOm51bGx9LCJBdXRvU2l6ZSI6MiwiRm9yZWdyb3VuZCI6eyIkaWQiOiIzNjciLCJDb2xvciI6eyIkaWQiOiIzNjgiLCJBIjoyNTUsIlIiOjY4LCJHIjo4NCwiQiI6MTA2fX0sIk1heFdpZHRoIjo2OC4wLCJNYXhIZWlnaHQiOiJJbmZpbml0eSIsIlNtYXJ0Rm9yZWdyb3VuZElzQWN0aXZlIjpmYWxzZSwiSG9yaXpvbnRhbEFsaWdubWVudCI6MCwiVmVydGljYWxBbGlnbm1lbnQiOjAsIlNtYXJ0Rm9yZWdyb3VuZCI6bnVsbCwiQmFja2dyb3VuZEZpbGxUeXBlIjowLCJNYXJnaW4iOnsiJHJlZiI6IjEyNCJ9LCJQYWRkaW5nIjp7IiRyZWYiOiIxMjUifSwiQmFja2dyb3VuZCI6eyIkcmVmIjoiMTI2In0sIklzVmlzaWJsZSI6dHJ1ZSwiV2lkdGgiOjAuMCwiSGVpZ2h0IjowLjAsIkJvcmRlclN0eWxlIjp7IiRpZCI6IjM2OSIsIkxpbmVDb2xvciI6bnVsbCwiTGluZVdlaWdodCI6MC4wLCJMaW5lVHlwZSI6MCwiUGFyZW50U3R5bGUiOm51bGx9LCJQYXJlbnRTdHlsZSI6bnVsbH0sIkRhdGVGb3JtYXQiOnsiJHJlZiI6IjIwNiJ9LCJJc1Zpc2libGUiOnRydWUsIlBhcmVudFN0eWxlIjpudWxsfSwiSW5kZXgiOjcsIlNtYXJ0RHVyYXRpb25BY3RpdmF0ZWQiOmZhbHNlLCJEYXRlRm9ybWF0Ijp7IiRyZWYiOiIyMDYifSwiSWQiOiJmNzFlYWYwOC03NmM2LTQ1ZjQtOTFkYi01ZjE4YjlhNGFkOWYiLCJJbXBvcnRJZCI6bnVsbCwiVGl0bGUiOiJTbWFsbCBCdXNpbmVzcyBCYW5raW5nIEltcGxlbWVudGF0aW9uIiwiTm90ZSI6bnVsbCwiSHlwZXJsaW5rIjp7IiRpZCI6IjM3MCIsIkFkZHJlc3MiOm51bGwsIlN1YkFkZHJlc3MiOm51bGx9LCJJc0NoYW5nZWQiOmZhbHNlLCJJc05ldyI6ZmFsc2V9LHsiJGlkIjoiMzcxIiwiR3JvdXBOYW1lIjpudWxsLCJTdGFydERhdGUiOiIyMDIwLTAzLTIwVDAwOjAwOjAwWiIsIkVuZERhdGUiOiIyMDIxLTAyLTI2VDIzOjU5OjAwWiIsIlBlcmNlbnRhZ2VDb21wbGV0ZSI6bnVsbCwiU3R5bGUiOnsiJGlkIjoiMzcyIiwiU2hhcGUiOjEsIlNoYXBlVGhpY2tuZXNzIjowLCJEdXJhdGlvbkZvcm1hdCI6MCwiSW5jbHVkZU5vbldvcmtpbmdEYXlzSW5EdXJhdGlvbiI6ZmFsc2UsIlBlcmNlbnRhZ2VDb21wbGV0ZVN0eWxlIjp7IiRpZCI6IjM3MyIsIkZvbnRTZXR0aW5ncyI6eyIkaWQiOiIzNzQiLCJGb250U2l6ZSI6MTAsIkZvbnROYW1lIjoiQ2FsaWJyaSIsIklzQm9sZCI6ZmFsc2UsIklzSXRhbGljIjpmYWxzZSwiSXNVbmRlcmxpbmVkIjpmYWxzZSwiUGFyZW50U3R5bGUiOm51bGx9LCJBdXRvU2l6ZSI6MCwiRm9yZWdyb3VuZCI6eyIkaWQiOiIzNzUiLCJDb2xvciI6eyIkaWQiOiIzNzYiLCJBIjoyNTUsIlIiOjE5MiwiRyI6ODAsIkIiOjc3fX0sIk1heFdpZHRoIjoyMDAuMCwiTWF4SGVpZ2h0IjoiSW5maW5pdHkiLCJTbWFydEZvcmVncm91bmRJc0FjdGl2ZSI6ZmFsc2UsIkhvcml6b250YWxBbGlnbm1lbnQiOjAsIlZlcnRpY2FsQWxpZ25tZW50IjowLCJTbWFydEZvcmVncm91bmQiOm51bGwsIkJhY2tncm91bmRGaWxsVHlwZSI6MCwiTWFyZ2luIjp7IiRyZWYiOiI4OSJ9LCJQYWRkaW5nIjp7IiRyZWYiOiI5MCJ9LCJCYWNrZ3JvdW5kIjp7IiRyZWYiOiI5MSJ9LCJJc1Zpc2libGUiOnRydWUsIldpZHRoIjowLjAsIkhlaWdodCI6MC4wLCJCb3JkZXJTdHlsZSI6eyIkaWQiOiIzNzciLCJMaW5lQ29sb3IiOm51bGwsIkxpbmVXZWlnaHQiOjAuMCwiTGluZVR5cGUiOjAsIlBhcmVudFN0eWxlIjpudWxsfSwiUGFyZW50U3R5bGUiOm51bGx9LCJEdXJhdGlvblN0eWxlIjp7IiRpZCI6IjM3OCIsIkZvbnRTZXR0aW5ncyI6eyIkaWQiOiIzNzkiLCJGb250U2l6ZSI6MTAsIkZvbnROYW1lIjoiQ2FsaWJyaSIsIklzQm9sZCI6ZmFsc2UsIklzSXRhbGljIjpmYWxzZSwiSXNVbmRlcmxpbmVkIjpmYWxzZSwiUGFyZW50U3R5bGUiOm51bGx9LCJBdXRvU2l6ZSI6MCwiRm9yZWdyb3VuZCI6eyIkcmVmIjoiOTQifSwiTWF4V2lkdGgiOjIwMC4wLCJNYXhIZWlnaHQiOiJJbmZpbml0eSIsIlNtYXJ0Rm9yZWdyb3VuZElzQWN0aXZlIjpmYWxzZSwiSG9yaXpvbnRhbEFsaWdubWVudCI6MCwiVmVydGljYWxBbGlnbm1lbnQiOjAsIlNtYXJ0Rm9yZWdyb3VuZCI6bnVsbCwiQmFja2dyb3VuZEZpbGxUeXBlIjowLCJNYXJnaW4iOnsiJHJlZiI6Ijk2In0sIlBhZGRpbmciOnsiJHJlZiI6Ijk3In0sIkJhY2tncm91bmQiOnsiJHJlZiI6Ijk4In0sIklzVmlzaWJsZSI6dHJ1ZSwiV2lkdGgiOjAuMCwiSGVpZ2h0IjowLjAsIkJvcmRlclN0eWxlIjp7IiRpZCI6IjM4MCIsIkxpbmVDb2xvciI6bnVsbCwiTGluZVdlaWdodCI6MC4wLCJMaW5lVHlwZSI6MCwiUGFyZW50U3R5bGUiOm51bGx9LCJQYXJlbnRTdHlsZSI6bnVsbH0sIkhvcml6b250YWxDb25uZWN0b3JTdHlsZSI6eyIkaWQiOiIzODEiLCJMaW5lQ29sb3IiOnsiJHJlZiI6IjEwMCJ9LCJMaW5lV2VpZ2h0IjoxLjAsIkxpbmVUeXBlIjowLCJQYXJlbnRTdHlsZSI6bnVsbH0sIlZlcnRpY2FsQ29ubmVjdG9yU3R5bGUiOnsiJGlkIjoiMzgyIiwiTGluZUNvbG9yIjp7IiRyZWYiOiIxMDMifSwiTGluZVdlaWdodCI6MC4wLCJMaW5lVHlwZSI6MCwiUGFyZW50U3R5bGUiOm51bGx9LCJNYXJnaW4iOm51bGwsIlN0YXJ0RGF0ZVBvc2l0aW9uIjozLCJFbmREYXRlUG9zaXRpb24iOjQsIkRhdGVJc1Zpc2libGUiOnRydWUsIlRpdGxlUG9zaXRpb24iOjAsIkR1cmF0aW9uUG9zaXRpb24iOjYsIlBlcmNlbnRhZ2VDb21wbGV0ZWRQb3NpdGlvbiI6NiwiU3BhY2luZyI6MywiSXNCZWxvd1RpbWViYW5kIjp0cnVlLCJQZXJjZW50YWdlQ29tcGxldGVTaGFwZU9wYWNpdHkiOjM1LCJTaGFwZVN0eWxlIjp7IiRpZCI6IjM4MyIsIk1hcmdpbiI6eyIkcmVmIjoiMTA2In0sIlBhZGRpbmciOnsiJHJlZiI6IjEwNyJ9LCJCYWNrZ3JvdW5kIjp7IiRpZCI6IjM4NCIsIkNvbG9yIjp7IiRpZCI6IjM4NSIsIkEiOjI1NSwiUiI6MTUwLCJHIjoyMTQsIkIiOjY2fX0sIklzVmlzaWJsZSI6dHJ1ZSwiV2lkdGgiOjAuMCwiSGVpZ2h0IjoxMC4wLCJCb3JkZXJTdHlsZSI6eyIkaWQiOiIzODYiLCJMaW5lQ29sb3IiOnsiJHJlZiI6IjExMSJ9LCJMaW5lV2VpZ2h0IjowLjAsIkxpbmVUeXBlIjowLCJQYXJlbnRTdHlsZSI6bnVsbH0sIlBhcmVudFN0eWxlIjpudWxsfSwiVGl0bGVTdHlsZSI6eyIkaWQiOiIzODciLCJGb250U2V0dGluZ3MiOnsiJGlkIjoiMzg4IiwiRm9udFNpemUiOjE4LCJGb250TmFtZSI6IkNhbGlicmkiLCJJc0JvbGQiOnRydWUsIklzSXRhbGljIjpmYWxzZSwiSXNVbmRlcmxpbmVkIjpmYWxzZSwiUGFyZW50U3R5bGUiOm51bGx9LCJBdXRvU2l6ZSI6MiwiRm9yZWdyb3VuZCI6eyIkaWQiOiIzODkiLCJDb2xvciI6eyIkaWQiOiIzOTAiLCJBIjoyNTUsIlIiOjAsIkciOjAsIkIiOjB9fSwiTWF4V2lkdGgiOjM4Ni42NjY2ODcwMTE3MTg3NSwiTWF4SGVpZ2h0IjoiSW5maW5pdHkiLCJTbWFydEZvcmVncm91bmRJc0FjdGl2ZSI6ZmFsc2UsIkhvcml6b250YWxBbGlnbm1lbnQiOjAsIlZlcnRpY2FsQWxpZ25tZW50IjowLCJTbWFydEZvcmVncm91bmQiOm51bGwsIkJhY2tncm91bmRGaWxsVHlwZSI6MCwiTWFyZ2luIjp7IiRyZWYiOiIxMTcifSwiUGFkZGluZyI6eyIkcmVmIjoiMTE4In0sIkJhY2tncm91bmQiOnsiJHJlZiI6IjExOSJ9LCJJc1Zpc2libGUiOnRydWUsIldpZHRoIjowLjAsIkhlaWdodCI6MC4wLCJCb3JkZXJTdHlsZSI6eyIkaWQiOiIzOTEiLCJMaW5lQ29sb3IiOm51bGwsIkxpbmVXZWlnaHQiOjAuMCwiTGluZVR5cGUiOjAsIlBhcmVudFN0eWxlIjpudWxsfSwiUGFyZW50U3R5bGUiOm51bGx9LCJEYXRlU3R5bGUiOnsiJGlkIjoiMzkyIiwiRm9udFNldHRpbmdzIjp7IiRpZCI6IjM5MyIsIkZvbnRTaXplIjoxMywiRm9udE5hbWUiOiJDYWxpYnJpIiwiSXNCb2xkIjpmYWxzZSwiSXNJdGFsaWMiOmZhbHNlLCJJc1VuZGVybGluZWQiOmZhbHNlLCJQYXJlbnRTdHlsZSI6bnVsbH0sIkF1dG9TaXplIjoyLCJGb3JlZ3JvdW5kIjp7IiRpZCI6IjM5NCIsIkNvbG9yIjp7IiRpZCI6IjM5NSIsIkEiOjI1NSwiUiI6NjgsIkciOjg0LCJCIjoxMDZ9fSwiTWF4V2lkdGgiOjcwLjY2NjY5NDY0MTExMzI4MSwiTWF4SGVpZ2h0IjoiSW5maW5pdHkiLCJTbWFydEZvcmVncm91bmRJc0FjdGl2ZSI6ZmFsc2UsIkhvcml6b250YWxBbGlnbm1lbnQiOjAsIlZlcnRpY2FsQWxpZ25tZW50IjowLCJTbWFydEZvcmVncm91bmQiOm51bGwsIkJhY2tncm91bmRGaWxsVHlwZSI6MCwiTWFyZ2luIjp7IiRyZWYiOiIxMjQifSwiUGFkZGluZyI6eyIkcmVmIjoiMTI1In0sIkJhY2tncm91bmQiOnsiJHJlZiI6IjEyNiJ9LCJJc1Zpc2libGUiOnRydWUsIldpZHRoIjowLjAsIkhlaWdodCI6MC4wLCJCb3JkZXJTdHlsZSI6eyIkaWQiOiIzOTYiLCJMaW5lQ29sb3IiOm51bGwsIkxpbmVXZWlnaHQiOjAuMCwiTGluZVR5cGUiOjAsIlBhcmVudFN0eWxlIjpudWxsfSwiUGFyZW50U3R5bGUiOm51bGx9LCJEYXRlRm9ybWF0Ijp7IiRyZWYiOiIyMDYifSwiSXNWaXNpYmxlIjp0cnVlLCJQYXJlbnRTdHlsZSI6bnVsbH0sIkluZGV4Ijo5LCJTbWFydER1cmF0aW9uQWN0aXZhdGVkIjpmYWxzZSwiRGF0ZUZvcm1hdCI6eyIkcmVmIjoiMjA2In0sIklkIjoiN2RhNDI3NGEtZjNkNS00MjBhLWFkZjQtYWFjZWQ4NjFhY2FjIiwiSW1wb3J0SWQiOm51bGwsIlRpdGxlIjoiUGVyc29uYWwgQmFua2luZyBJbXBsZW1lbnRhdGlvbiAoR28gTGl2ZSBSZWFkeSkiLCJOb3RlIjpudWxsLCJIeXBlcmxpbmsiOnsiJGlkIjoiMzk3IiwiQWRkcmVzcyI6bnVsbCwiU3ViQWRkcmVzcyI6bnVsbH0sIklzQ2hhbmdlZCI6ZmFsc2UsIklzTmV3IjpmYWxzZX0seyIkaWQiOiIzOTgiLCJHcm91cE5hbWUiOm51bGwsIlN0YXJ0RGF0ZSI6IjIwMjAtMTAtMDVUMDA6MDA6MDBaIiwiRW5kRGF0ZSI6IjIwMjEtMDYtMjlUMjM6NTk6MDBaIiwiUGVyY2VudGFnZUNvbXBsZXRlIjpudWxsLCJTdHlsZSI6eyIkaWQiOiIzOTkiLCJTaGFwZSI6MSwiU2hhcGVUaGlja25lc3MiOjAsIkR1cmF0aW9uRm9ybWF0IjowLCJJbmNsdWRlTm9uV29ya2luZ0RheXNJbkR1cmF0aW9uIjpmYWxzZSwiUGVyY2VudGFnZUNvbXBsZXRlU3R5bGUiOnsiJGlkIjoiNDAwIiwiRm9udFNldHRpbmdzIjp7IiRpZCI6IjQwMSIsIkZvbnRTaXplIjoxMCwiRm9udE5hbWUiOiJDYWxpYnJpIiwiSXNCb2xkIjpmYWxzZSwiSXNJdGFsaWMiOmZhbHNlLCJJc1VuZGVybGluZWQiOmZhbHNlLCJQYXJlbnRTdHlsZSI6bnVsbH0sIkF1dG9TaXplIjowLCJGb3JlZ3JvdW5kIjp7IiRpZCI6IjQwMiIsIkNvbG9yIjp7IiRpZCI6IjQwMyIsIkEiOjI1NSwiUiI6MTkyLCJHIjo4MCwiQiI6Nzd9fSwiTWF4V2lkdGgiOjIwMC4wLCJNYXhIZWlnaHQiOiJJbmZpbml0eSIsIlNtYXJ0Rm9yZWdyb3VuZElzQWN0aXZlIjpmYWxzZSwiSG9yaXpvbnRhbEFsaWdubWVudCI6MCwiVmVydGljYWxBbGlnbm1lbnQiOjAsIlNtYXJ0Rm9yZWdyb3VuZCI6bnVsbCwiQmFja2dyb3VuZEZpbGxUeXBlIjowLCJNYXJnaW4iOnsiJHJlZiI6Ijg5In0sIlBhZGRpbmciOnsiJHJlZiI6IjkwIn0sIkJhY2tncm91bmQiOnsiJHJlZiI6IjkxIn0sIklzVmlzaWJsZSI6dHJ1ZSwiV2lkdGgiOjAuMCwiSGVpZ2h0IjowLjAsIkJvcmRlclN0eWxlIjp7IiRpZCI6IjQwNCIsIkxpbmVDb2xvciI6bnVsbCwiTGluZVdlaWdodCI6MC4wLCJMaW5lVHlwZSI6MCwiUGFyZW50U3R5bGUiOm51bGx9LCJQYXJlbnRTdHlsZSI6bnVsbH0sIkR1cmF0aW9uU3R5bGUiOnsiJGlkIjoiNDA1IiwiRm9udFNldHRpbmdzIjp7IiRpZCI6IjQwNiIsIkZvbnRTaXplIjoxMCwiRm9udE5hbWUiOiJDYWxpYnJpIiwiSXNCb2xkIjpmYWxzZSwiSXNJdGFsaWMiOmZhbHNlLCJJc1VuZGVybGluZWQiOmZhbHNlLCJQYXJlbnRTdHlsZSI6bnVsbH0sIkF1dG9TaXplIjowLCJGb3JlZ3JvdW5kIjp7IiRyZWYiOiI5NCJ9LCJNYXhXaWR0aCI6MjAwLjAsIk1heEhlaWdodCI6IkluZmluaXR5IiwiU21hcnRGb3JlZ3JvdW5kSXNBY3RpdmUiOmZhbHNlLCJIb3Jpem9udGFsQWxpZ25tZW50IjowLCJWZXJ0aWNhbEFsaWdubWVudCI6MCwiU21hcnRGb3JlZ3JvdW5kIjpudWxsLCJCYWNrZ3JvdW5kRmlsbFR5cGUiOjAsIk1hcmdpbiI6eyIkcmVmIjoiOTYifSwiUGFkZGluZyI6eyIkcmVmIjoiOTcifSwiQmFja2dyb3VuZCI6eyIkcmVmIjoiOTgifSwiSXNWaXNpYmxlIjp0cnVlLCJXaWR0aCI6MC4wLCJIZWlnaHQiOjAuMCwiQm9yZGVyU3R5bGUiOnsiJGlkIjoiNDA3IiwiTGluZUNvbG9yIjpudWxsLCJMaW5lV2VpZ2h0IjowLjAsIkxpbmVUeXBlIjowLCJQYXJlbnRTdHlsZSI6bnVsbH0sIlBhcmVudFN0eWxlIjpudWxsfSwiSG9yaXpvbnRhbENvbm5lY3RvclN0eWxlIjp7IiRpZCI6IjQwOCIsIkxpbmVDb2xvciI6eyIkcmVmIjoiMTAwIn0sIkxpbmVXZWlnaHQiOjEuMCwiTGluZVR5cGUiOjAsIlBhcmVudFN0eWxlIjpudWxsfSwiVmVydGljYWxDb25uZWN0b3JTdHlsZSI6eyIkaWQiOiI0MDkiLCJMaW5lQ29sb3IiOnsiJHJlZiI6IjEwMyJ9LCJMaW5lV2VpZ2h0IjowLjAsIkxpbmVUeXBlIjowLCJQYXJlbnRTdHlsZSI6bnVsbH0sIk1hcmdpbiI6bnVsbCwiU3RhcnREYXRlUG9zaXRpb24iOjMsIkVuZERhdGVQb3NpdGlvbiI6NCwiRGF0ZUlzVmlzaWJsZSI6dHJ1ZSwiVGl0bGVQb3NpdGlvbiI6MCwiRHVyYXRpb25Qb3NpdGlvbiI6NiwiUGVyY2VudGFnZUNvbXBsZXRlZFBvc2l0aW9uIjo2LCJTcGFjaW5nIjozLCJJc0JlbG93VGltZWJhbmQiOnRydWUsIlBlcmNlbnRhZ2VDb21wbGV0ZVNoYXBlT3BhY2l0eSI6MzUsIlNoYXBlU3R5bGUiOnsiJGlkIjoiNDEwIiwiTWFyZ2luIjp7IiRyZWYiOiIxMDYifSwiUGFkZGluZyI6eyIkcmVmIjoiMTA3In0sIkJhY2tncm91bmQiOnsiJGlkIjoiNDExIiwiQ29sb3IiOnsiJGlkIjoiNDEyIiwiQSI6MjU1LCJSIjoxNTAsIkciOjIxNCwiQiI6NjZ9fSwiSXNWaXNpYmxlIjp0cnVlLCJXaWR0aCI6MC4wLCJIZWlnaHQiOjEwLjAsIkJvcmRlclN0eWxlIjp7IiRpZCI6IjQxMyIsIkxpbmVDb2xvciI6eyIkcmVmIjoiMTExIn0sIkxpbmVXZWlnaHQiOjAuMCwiTGluZVR5cGUiOjAsIlBhcmVudFN0eWxlIjpudWxsfSwiUGFyZW50U3R5bGUiOm51bGx9LCJUaXRsZVN0eWxlIjp7IiRpZCI6IjQxNCIsIkZvbnRTZXR0aW5ncyI6eyIkaWQiOiI0MTUiLCJGb250U2l6ZSI6MTgsIkZvbnROYW1lIjoiQ2FsaWJyaSIsIklzQm9sZCI6dHJ1ZSwiSXNJdGFsaWMiOmZhbHNlLCJJc1VuZGVybGluZWQiOmZhbHNlLCJQYXJlbnRTdHlsZSI6bnVsbH0sIkF1dG9TaXplIjoyLCJGb3JlZ3JvdW5kIjp7IiRpZCI6IjQxNiIsIkNvbG9yIjp7IiRpZCI6IjQxNyIsIkEiOjI1NSwiUiI6MCwiRyI6MCwiQiI6MH19LCJNYXhXaWR0aCI6MjczLjMzMzMxMjk4ODI4MTI1LCJNYXhIZWlnaHQiOiJJbmZpbml0eSIsIlNtYXJ0Rm9yZWdyb3VuZElzQWN0aXZlIjpmYWxzZSwiSG9yaXpvbnRhbEFsaWdubWVudCI6MCwiVmVydGljYWxBbGlnbm1lbnQiOjAsIlNtYXJ0Rm9yZWdyb3VuZCI6bnVsbCwiQmFja2dyb3VuZEZpbGxUeXBlIjowLCJNYXJnaW4iOnsiJHJlZiI6IjExNyJ9LCJQYWRkaW5nIjp7IiRyZWYiOiIxMTgifSwiQmFja2dyb3VuZCI6eyIkcmVmIjoiMTE5In0sIklzVmlzaWJsZSI6dHJ1ZSwiV2lkdGgiOjAuMCwiSGVpZ2h0IjowLjAsIkJvcmRlclN0eWxlIjp7IiRpZCI6IjQxOCIsIkxpbmVDb2xvciI6bnVsbCwiTGluZVdlaWdodCI6MC4wLCJMaW5lVHlwZSI6MCwiUGFyZW50U3R5bGUiOm51bGx9LCJQYXJlbnRTdHlsZSI6bnVsbH0sIkRhdGVTdHlsZSI6eyIkaWQiOiI0MTkiLCJGb250U2V0dGluZ3MiOnsiJGlkIjoiNDIwIiwiRm9udFNpemUiOjEzLCJGb250TmFtZSI6IkNhbGlicmkiLCJJc0JvbGQiOmZhbHNlLCJJc0l0YWxpYyI6ZmFsc2UsIklzVW5kZXJsaW5lZCI6ZmFsc2UsIlBhcmVudFN0eWxlIjpudWxsfSwiQXV0b1NpemUiOjIsIkZvcmVncm91bmQiOnsiJGlkIjoiNDIxIiwiQ29sb3IiOnsiJGlkIjoiNDIyIiwiQSI6MjU1LCJSIjo2OCwiRyI6ODQsIkIiOjEwNn19LCJNYXhXaWR0aCI6NjkuMzMzMzA1MzU4ODg2NzE5LCJNYXhIZWlnaHQiOiJJbmZpbml0eSIsIlNtYXJ0Rm9yZWdyb3VuZElzQWN0aXZlIjpmYWxzZSwiSG9yaXpvbnRhbEFsaWdubWVudCI6MCwiVmVydGljYWxBbGlnbm1lbnQiOjAsIlNtYXJ0Rm9yZWdyb3VuZCI6bnVsbCwiQmFja2dyb3VuZEZpbGxUeXBlIjowLCJNYXJnaW4iOnsiJHJlZiI6IjEyNCJ9LCJQYWRkaW5nIjp7IiRyZWYiOiIxMjUifSwiQmFja2dyb3VuZCI6eyIkcmVmIjoiMTI2In0sIklzVmlzaWJsZSI6dHJ1ZSwiV2lkdGgiOjAuMCwiSGVpZ2h0IjowLjAsIkJvcmRlclN0eWxlIjp7IiRpZCI6IjQyMyIsIkxpbmVDb2xvciI6bnVsbCwiTGluZVdlaWdodCI6MC4wLCJMaW5lVHlwZSI6MCwiUGFyZW50U3R5bGUiOm51bGx9LCJQYXJlbnRTdHlsZSI6bnVsbH0sIkRhdGVGb3JtYXQiOnsiJHJlZiI6IjIwNiJ9LCJJc1Zpc2libGUiOnRydWUsIlBhcmVudFN0eWxlIjpudWxsfSwiSW5kZXgiOjEwLCJTbWFydER1cmF0aW9uQWN0aXZhdGVkIjpmYWxzZSwiRGF0ZUZvcm1hdCI6eyIkcmVmIjoiMjA2In0sIklkIjoiNGNlYTQ0NTItZGJmYi00N2I1LWJkMTEtNWQ1YzJhYzFhMWJhIiwiSW1wb3J0SWQiOm51bGwsIlRpdGxlIjoiQ29ycG9yYXRlIEJhbmtpbmcgSW1wbGVtZW50YXRpb24iLCJOb3RlIjpudWxsLCJIeXBlcmxpbmsiOnsiJGlkIjoiNDI0IiwiQWRkcmVzcyI6bnVsbCwiU3ViQWRkcmVzcyI6bnVsbH0sIklzQ2hhbmdlZCI6ZmFsc2UsIklzTmV3IjpmYWxzZX1dLCJTd2ltbGFuZXMiOltdLCJNc1Byb2plY3RJdGVtc1RyZWUiOnsiJGlkIjoiNDI1IiwiUm9vdCI6eyJJbXBvcnRJZCI6bnVsbCwiSXNJbXBvcnRlZCI6ZmFsc2UsIkNoaWxkcmVuIjpbXX19LCJNZXRhZGF0YSI6eyIkaWQiOiI0MjYiLCJSZWNlbnRDb2xvcnNDb2xsZWN0aW9uIjoiW1wiI0ZGOTZENjQyXCIsXCIjRkYzNTYxOTVcIixcIiNGRjAwOUFBNlwiLFwiI0ZGMUFBQTQyXCIsXCIjRkZGRkQyMDBcIixcIiNGRjZGMzE5OFwiLFwiI0ZGMkRDQ0QzXCIsXCIjRkY4NDc1NEVcIl0ifSwiU2V0dGluZ3MiOnsiJGlkIjoiNDI3IiwiSW1wYU9wdGlvbnMiOnsiJGlkIjoiNDI4IiwiTGVmdFRvUmlnaHQiOmZhbHNlLCJQYXlsb2FkT3B0aW9ucyI6Mn0sIlVzZUNvbXByZXNzaW9uIjpmYWxzZSwiQ29tcHJlc2lvblBlcmNlbnRhZ2UiOjUwLjAsIkluYWN0aXZlSW50ZXJ2YWxXaWR0aFRocmVzaG9sZCI6MzAuMCwiSW5hY3RpdmVJbnRlcnZhbFdpZHRoIjoxLjAsIlNwbGl0VGFza3MiOmZhbHNlLCJVc2VDbHVzdGVyIjpmYWxzZSwiRXBzaWxvbiI6MC4wLCJNaW5Qb2ludHNUb0Zvcm1BQ2x1c3RlciI6MiwiR2VuZXJhdGVJbnZpc2libGVTaGFwZXMiOmZhbHNlLCJTbWFydFRpbWVsaW5lVGFza1BlcmNlbnRhZ2VGaXQiOmZhbHNlfSwiSXNOZXciOnRydWUsIkltcG9ydFR5cGUiOjAsIkZpbGVQYXRoIjpudWxsLCJUaW1lQ29uZmlndXJhdGlvbiI6eyIkaWQiOiI0MjkiLCJVc2VUaW1lIjpmYWxzZSwiV29ya0RheVN0YXJ0IjoiMDA6MDA6MDAiLCJXb3JrRGF5RW5kIjoiMjM6NTk6MDAifSwiTGFzdFVzZWRUZW1wbGF0ZUlkIjoiY2MyNmY4NjMtMjdjZS00ODBlLWE1ODktYjNmMTJmMmQ2ZWIwIn0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heme/theme1.xml><?xml version="1.0" encoding="utf-8"?>
<a:theme xmlns:a="http://schemas.openxmlformats.org/drawingml/2006/main" name="Title Slide Option 1">
  <a:themeElements>
    <a:clrScheme name="CWBG Corporate Colours">
      <a:dk1>
        <a:srgbClr val="111111"/>
      </a:dk1>
      <a:lt1>
        <a:srgbClr val="FFFFFF"/>
      </a:lt1>
      <a:dk2>
        <a:srgbClr val="77777A"/>
      </a:dk2>
      <a:lt2>
        <a:srgbClr val="FFFFFF"/>
      </a:lt2>
      <a:accent1>
        <a:srgbClr val="009AA6"/>
      </a:accent1>
      <a:accent2>
        <a:srgbClr val="937A46"/>
      </a:accent2>
      <a:accent3>
        <a:srgbClr val="5AB7B2"/>
      </a:accent3>
      <a:accent4>
        <a:srgbClr val="FFC843"/>
      </a:accent4>
      <a:accent5>
        <a:srgbClr val="A9ACA0"/>
      </a:accent5>
      <a:accent6>
        <a:srgbClr val="356195"/>
      </a:accent6>
      <a:hlink>
        <a:srgbClr val="009AA6"/>
      </a:hlink>
      <a:folHlink>
        <a:srgbClr val="9BD3D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4516CF2B-338A-4454-BE95-921F2D7B11F4}" vid="{F7E95BB7-831E-4E25-80F3-94728565E23B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4516CF2B-338A-4454-BE95-921F2D7B11F4}" vid="{99035E62-F7A9-4709-9788-2DAD6D496E76}"/>
    </a:ext>
  </a:extLst>
</a:theme>
</file>

<file path=ppt/theme/theme3.xml><?xml version="1.0" encoding="utf-8"?>
<a:theme xmlns:a="http://schemas.openxmlformats.org/drawingml/2006/main" name="1 Primary Gold - Section Titl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4516CF2B-338A-4454-BE95-921F2D7B11F4}" vid="{AE23DD20-C299-45FE-BE38-3ECFBE876F77}"/>
    </a:ext>
  </a:extLst>
</a:theme>
</file>

<file path=ppt/theme/theme4.xml><?xml version="1.0" encoding="utf-8"?>
<a:theme xmlns:a="http://schemas.openxmlformats.org/drawingml/2006/main" name="1 Primary Gold - Section Content">
  <a:themeElements>
    <a:clrScheme name="CWB 2019 Brand Colours">
      <a:dk1>
        <a:srgbClr val="777777"/>
      </a:dk1>
      <a:lt1>
        <a:srgbClr val="FFFFFF"/>
      </a:lt1>
      <a:dk2>
        <a:srgbClr val="003B5C"/>
      </a:dk2>
      <a:lt2>
        <a:srgbClr val="BAC5B9"/>
      </a:lt2>
      <a:accent1>
        <a:srgbClr val="0097A9"/>
      </a:accent1>
      <a:accent2>
        <a:srgbClr val="DAAA00"/>
      </a:accent2>
      <a:accent3>
        <a:srgbClr val="2DCCD3"/>
      </a:accent3>
      <a:accent4>
        <a:srgbClr val="84754E"/>
      </a:accent4>
      <a:accent5>
        <a:srgbClr val="FF8200"/>
      </a:accent5>
      <a:accent6>
        <a:srgbClr val="FFD200"/>
      </a:accent6>
      <a:hlink>
        <a:srgbClr val="0097A9"/>
      </a:hlink>
      <a:folHlink>
        <a:srgbClr val="2DCCD3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4516CF2B-338A-4454-BE95-921F2D7B11F4}" vid="{2401E65E-5FE9-4F80-8D58-5DEB6F901CAD}"/>
    </a:ext>
  </a:extLst>
</a:theme>
</file>

<file path=ppt/theme/theme5.xml><?xml version="1.0" encoding="utf-8"?>
<a:theme xmlns:a="http://schemas.openxmlformats.org/drawingml/2006/main" name="2 Primary Teal - Section Titl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4516CF2B-338A-4454-BE95-921F2D7B11F4}" vid="{FB1C4462-D851-490F-A071-83D9978A48A1}"/>
    </a:ext>
  </a:extLst>
</a:theme>
</file>

<file path=ppt/theme/theme6.xml><?xml version="1.0" encoding="utf-8"?>
<a:theme xmlns:a="http://schemas.openxmlformats.org/drawingml/2006/main" name="2 Primary Gold - Section Content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4516CF2B-338A-4454-BE95-921F2D7B11F4}" vid="{46035B87-CB5B-410B-9AAC-64B535A96964}"/>
    </a:ext>
  </a:extLst>
</a:theme>
</file>

<file path=ppt/theme/theme7.xml><?xml version="1.0" encoding="utf-8"?>
<a:theme xmlns:a="http://schemas.openxmlformats.org/drawingml/2006/main" name="2 Primary Gold - Content">
  <a:themeElements>
    <a:clrScheme name="CWB 2019 Brand Colours">
      <a:dk1>
        <a:srgbClr val="777777"/>
      </a:dk1>
      <a:lt1>
        <a:srgbClr val="FFFFFF"/>
      </a:lt1>
      <a:dk2>
        <a:srgbClr val="003B5C"/>
      </a:dk2>
      <a:lt2>
        <a:srgbClr val="BAC5B9"/>
      </a:lt2>
      <a:accent1>
        <a:srgbClr val="0097A9"/>
      </a:accent1>
      <a:accent2>
        <a:srgbClr val="DAAA00"/>
      </a:accent2>
      <a:accent3>
        <a:srgbClr val="2DCCD3"/>
      </a:accent3>
      <a:accent4>
        <a:srgbClr val="84754E"/>
      </a:accent4>
      <a:accent5>
        <a:srgbClr val="FF8200"/>
      </a:accent5>
      <a:accent6>
        <a:srgbClr val="FFD200"/>
      </a:accent6>
      <a:hlink>
        <a:srgbClr val="0097A9"/>
      </a:hlink>
      <a:folHlink>
        <a:srgbClr val="2DCCD3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4516CF2B-338A-4454-BE95-921F2D7B11F4}" vid="{CDA640F7-AFB6-43ED-B923-FE7A9B072F38}"/>
    </a:ext>
  </a:extLst>
</a:theme>
</file>

<file path=ppt/theme/theme8.xml><?xml version="1.0" encoding="utf-8"?>
<a:theme xmlns:a="http://schemas.openxmlformats.org/drawingml/2006/main" name="3 Navy - Section Titl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4516CF2B-338A-4454-BE95-921F2D7B11F4}" vid="{EDB0E078-49A4-415F-AB6F-6218604714D1}"/>
    </a:ext>
  </a:extLst>
</a:theme>
</file>

<file path=ppt/theme/theme9.xml><?xml version="1.0" encoding="utf-8"?>
<a:theme xmlns:a="http://schemas.openxmlformats.org/drawingml/2006/main" name="3 Navy - Section Content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4516CF2B-338A-4454-BE95-921F2D7B11F4}" vid="{99C5C860-9E7D-46C5-84E0-F852A12412EF}"/>
    </a:ext>
  </a:extLst>
</a:theme>
</file>

<file path=ppt/theme/theme10.xml><?xml version="1.0" encoding="utf-8"?>
<a:theme xmlns:a="http://schemas.openxmlformats.org/drawingml/2006/main" name="3 Navy - Content">
  <a:themeElements>
    <a:clrScheme name="CWB 2019 Brand Colours">
      <a:dk1>
        <a:srgbClr val="777777"/>
      </a:dk1>
      <a:lt1>
        <a:srgbClr val="FFFFFF"/>
      </a:lt1>
      <a:dk2>
        <a:srgbClr val="003B5C"/>
      </a:dk2>
      <a:lt2>
        <a:srgbClr val="BAC5B9"/>
      </a:lt2>
      <a:accent1>
        <a:srgbClr val="0097A9"/>
      </a:accent1>
      <a:accent2>
        <a:srgbClr val="DAAA00"/>
      </a:accent2>
      <a:accent3>
        <a:srgbClr val="2DCCD3"/>
      </a:accent3>
      <a:accent4>
        <a:srgbClr val="84754E"/>
      </a:accent4>
      <a:accent5>
        <a:srgbClr val="FF8200"/>
      </a:accent5>
      <a:accent6>
        <a:srgbClr val="FFD200"/>
      </a:accent6>
      <a:hlink>
        <a:srgbClr val="0097A9"/>
      </a:hlink>
      <a:folHlink>
        <a:srgbClr val="2DCCD3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4516CF2B-338A-4454-BE95-921F2D7B11F4}" vid="{AE0A915C-8F2B-4AF5-A5F6-2308CCC4A1F7}"/>
    </a:ext>
  </a:extLst>
</a:theme>
</file>

<file path=ppt/theme/theme11.xml><?xml version="1.0" encoding="utf-8"?>
<a:theme xmlns:a="http://schemas.openxmlformats.org/drawingml/2006/main" name="4 Light Teal - Section Titl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4516CF2B-338A-4454-BE95-921F2D7B11F4}" vid="{F3E576D2-46C1-4D06-A356-1A502FF846C1}"/>
    </a:ext>
  </a:extLst>
</a:theme>
</file>

<file path=ppt/theme/theme12.xml><?xml version="1.0" encoding="utf-8"?>
<a:theme xmlns:a="http://schemas.openxmlformats.org/drawingml/2006/main" name="4 Light Teal - Section Content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4516CF2B-338A-4454-BE95-921F2D7B11F4}" vid="{A2007AE9-90AD-4EAB-9E6A-8A0B25333A29}"/>
    </a:ext>
  </a:extLst>
</a:theme>
</file>

<file path=ppt/theme/theme13.xml><?xml version="1.0" encoding="utf-8"?>
<a:theme xmlns:a="http://schemas.openxmlformats.org/drawingml/2006/main" name="4 Light Teal - Content">
  <a:themeElements>
    <a:clrScheme name="CWB 2019 Brand Colours">
      <a:dk1>
        <a:srgbClr val="777777"/>
      </a:dk1>
      <a:lt1>
        <a:srgbClr val="FFFFFF"/>
      </a:lt1>
      <a:dk2>
        <a:srgbClr val="003B5C"/>
      </a:dk2>
      <a:lt2>
        <a:srgbClr val="BAC5B9"/>
      </a:lt2>
      <a:accent1>
        <a:srgbClr val="0097A9"/>
      </a:accent1>
      <a:accent2>
        <a:srgbClr val="DAAA00"/>
      </a:accent2>
      <a:accent3>
        <a:srgbClr val="2DCCD3"/>
      </a:accent3>
      <a:accent4>
        <a:srgbClr val="84754E"/>
      </a:accent4>
      <a:accent5>
        <a:srgbClr val="FF8200"/>
      </a:accent5>
      <a:accent6>
        <a:srgbClr val="FFD200"/>
      </a:accent6>
      <a:hlink>
        <a:srgbClr val="0097A9"/>
      </a:hlink>
      <a:folHlink>
        <a:srgbClr val="2DCCD3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4516CF2B-338A-4454-BE95-921F2D7B11F4}" vid="{3BD8E73B-8D44-47DC-B9DD-454DC4A8F8C3}"/>
    </a:ext>
  </a:extLst>
</a:theme>
</file>

<file path=ppt/theme/theme14.xml><?xml version="1.0" encoding="utf-8"?>
<a:theme xmlns:a="http://schemas.openxmlformats.org/drawingml/2006/main" name="6 Dark Gold - Section Titl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4516CF2B-338A-4454-BE95-921F2D7B11F4}" vid="{10C14875-9AB3-47ED-AB71-4C919763E1CD}"/>
    </a:ext>
  </a:extLst>
</a:theme>
</file>

<file path=ppt/theme/theme15.xml><?xml version="1.0" encoding="utf-8"?>
<a:theme xmlns:a="http://schemas.openxmlformats.org/drawingml/2006/main" name="6 Dark Gold - Section Content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4516CF2B-338A-4454-BE95-921F2D7B11F4}" vid="{3ABA026F-A002-44BA-9B18-62C016E99774}"/>
    </a:ext>
  </a:extLst>
</a:theme>
</file>

<file path=ppt/theme/theme16.xml><?xml version="1.0" encoding="utf-8"?>
<a:theme xmlns:a="http://schemas.openxmlformats.org/drawingml/2006/main" name="6 Dark Gold - Content">
  <a:themeElements>
    <a:clrScheme name="CWB 2019 Brand Colours">
      <a:dk1>
        <a:srgbClr val="777777"/>
      </a:dk1>
      <a:lt1>
        <a:srgbClr val="FFFFFF"/>
      </a:lt1>
      <a:dk2>
        <a:srgbClr val="003B5C"/>
      </a:dk2>
      <a:lt2>
        <a:srgbClr val="BAC5B9"/>
      </a:lt2>
      <a:accent1>
        <a:srgbClr val="0097A9"/>
      </a:accent1>
      <a:accent2>
        <a:srgbClr val="DAAA00"/>
      </a:accent2>
      <a:accent3>
        <a:srgbClr val="2DCCD3"/>
      </a:accent3>
      <a:accent4>
        <a:srgbClr val="84754E"/>
      </a:accent4>
      <a:accent5>
        <a:srgbClr val="FF8200"/>
      </a:accent5>
      <a:accent6>
        <a:srgbClr val="FFD200"/>
      </a:accent6>
      <a:hlink>
        <a:srgbClr val="0097A9"/>
      </a:hlink>
      <a:folHlink>
        <a:srgbClr val="2DCCD3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4516CF2B-338A-4454-BE95-921F2D7B11F4}" vid="{2287062D-3723-4591-A086-D05B2BEB5C2A}"/>
    </a:ext>
  </a:extLst>
</a:theme>
</file>

<file path=ppt/theme/theme17.xml><?xml version="1.0" encoding="utf-8"?>
<a:theme xmlns:a="http://schemas.openxmlformats.org/drawingml/2006/main" name="7 Orange - Section Titl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4516CF2B-338A-4454-BE95-921F2D7B11F4}" vid="{CD308C4A-9746-4EC0-AB22-C9FF9D13EBFE}"/>
    </a:ext>
  </a:extLst>
</a:theme>
</file>

<file path=ppt/theme/theme18.xml><?xml version="1.0" encoding="utf-8"?>
<a:theme xmlns:a="http://schemas.openxmlformats.org/drawingml/2006/main" name="7 Orange - Section Content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4516CF2B-338A-4454-BE95-921F2D7B11F4}" vid="{5D8BE8D6-2228-4BBE-AD7B-EA5B02113C31}"/>
    </a:ext>
  </a:extLst>
</a:theme>
</file>

<file path=ppt/theme/theme19.xml><?xml version="1.0" encoding="utf-8"?>
<a:theme xmlns:a="http://schemas.openxmlformats.org/drawingml/2006/main" name="7 Orange - Content">
  <a:themeElements>
    <a:clrScheme name="CWB 2019 Brand Colours">
      <a:dk1>
        <a:srgbClr val="777777"/>
      </a:dk1>
      <a:lt1>
        <a:srgbClr val="FFFFFF"/>
      </a:lt1>
      <a:dk2>
        <a:srgbClr val="003B5C"/>
      </a:dk2>
      <a:lt2>
        <a:srgbClr val="BAC5B9"/>
      </a:lt2>
      <a:accent1>
        <a:srgbClr val="0097A9"/>
      </a:accent1>
      <a:accent2>
        <a:srgbClr val="DAAA00"/>
      </a:accent2>
      <a:accent3>
        <a:srgbClr val="2DCCD3"/>
      </a:accent3>
      <a:accent4>
        <a:srgbClr val="84754E"/>
      </a:accent4>
      <a:accent5>
        <a:srgbClr val="FF8200"/>
      </a:accent5>
      <a:accent6>
        <a:srgbClr val="FFD200"/>
      </a:accent6>
      <a:hlink>
        <a:srgbClr val="0097A9"/>
      </a:hlink>
      <a:folHlink>
        <a:srgbClr val="2DCCD3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4516CF2B-338A-4454-BE95-921F2D7B11F4}" vid="{AB5999AE-FE2E-47A0-9234-DB1B1F6C3304}"/>
    </a:ext>
  </a:extLst>
</a:theme>
</file>

<file path=ppt/theme/theme20.xml><?xml version="1.0" encoding="utf-8"?>
<a:theme xmlns:a="http://schemas.openxmlformats.org/drawingml/2006/main" name="8 Grey - Section Titl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4516CF2B-338A-4454-BE95-921F2D7B11F4}" vid="{E5733D46-7F88-4C62-A70E-AEFB56884803}"/>
    </a:ext>
  </a:extLst>
</a:theme>
</file>

<file path=ppt/theme/theme21.xml><?xml version="1.0" encoding="utf-8"?>
<a:theme xmlns:a="http://schemas.openxmlformats.org/drawingml/2006/main" name="8 Grey - Section Content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4516CF2B-338A-4454-BE95-921F2D7B11F4}" vid="{65B855E7-18DA-4632-A2AC-82399EFB56B2}"/>
    </a:ext>
  </a:extLst>
</a:theme>
</file>

<file path=ppt/theme/theme22.xml><?xml version="1.0" encoding="utf-8"?>
<a:theme xmlns:a="http://schemas.openxmlformats.org/drawingml/2006/main" name="8 Grey - Content">
  <a:themeElements>
    <a:clrScheme name="CWB 2019 Brand Colours">
      <a:dk1>
        <a:srgbClr val="777777"/>
      </a:dk1>
      <a:lt1>
        <a:srgbClr val="FFFFFF"/>
      </a:lt1>
      <a:dk2>
        <a:srgbClr val="003B5C"/>
      </a:dk2>
      <a:lt2>
        <a:srgbClr val="BAC5B9"/>
      </a:lt2>
      <a:accent1>
        <a:srgbClr val="0097A9"/>
      </a:accent1>
      <a:accent2>
        <a:srgbClr val="DAAA00"/>
      </a:accent2>
      <a:accent3>
        <a:srgbClr val="2DCCD3"/>
      </a:accent3>
      <a:accent4>
        <a:srgbClr val="84754E"/>
      </a:accent4>
      <a:accent5>
        <a:srgbClr val="FF8200"/>
      </a:accent5>
      <a:accent6>
        <a:srgbClr val="FFD200"/>
      </a:accent6>
      <a:hlink>
        <a:srgbClr val="0097A9"/>
      </a:hlink>
      <a:folHlink>
        <a:srgbClr val="2DCCD3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4516CF2B-338A-4454-BE95-921F2D7B11F4}" vid="{E3B8F19F-AEBC-40C9-B21D-FDA96295FBE3}"/>
    </a:ext>
  </a:extLst>
</a:theme>
</file>

<file path=ppt/theme/theme23.xml><?xml version="1.0" encoding="utf-8"?>
<a:theme xmlns:a="http://schemas.openxmlformats.org/drawingml/2006/main" name="Section Title - Photo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4516CF2B-338A-4454-BE95-921F2D7B11F4}" vid="{8F04F41E-E41C-497B-B29F-CF6A3B05936B}"/>
    </a:ext>
  </a:extLst>
</a:theme>
</file>

<file path=ppt/theme/theme24.xml><?xml version="1.0" encoding="utf-8"?>
<a:theme xmlns:a="http://schemas.openxmlformats.org/drawingml/2006/main" name="1_Section Title - Photo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4516CF2B-338A-4454-BE95-921F2D7B11F4}" vid="{AE07C077-D013-4410-ADA1-95E6C454497A}"/>
    </a:ext>
  </a:extLst>
</a:theme>
</file>

<file path=ppt/theme/theme25.xml><?xml version="1.0" encoding="utf-8"?>
<a:theme xmlns:a="http://schemas.openxmlformats.org/drawingml/2006/main" name="2_Section Title - Photo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4516CF2B-338A-4454-BE95-921F2D7B11F4}" vid="{9454C1E6-EFBD-401B-AB4C-34E045B7B88A}"/>
    </a:ext>
  </a:extLst>
</a:theme>
</file>

<file path=ppt/theme/theme26.xml><?xml version="1.0" encoding="utf-8"?>
<a:theme xmlns:a="http://schemas.openxmlformats.org/drawingml/2006/main" name="Quote - Teal Ladder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4516CF2B-338A-4454-BE95-921F2D7B11F4}" vid="{CFFE18D8-FEE5-44D0-A7A9-579D76B662FD}"/>
    </a:ext>
  </a:extLst>
</a:theme>
</file>

<file path=ppt/theme/theme27.xml><?xml version="1.0" encoding="utf-8"?>
<a:theme xmlns:a="http://schemas.openxmlformats.org/drawingml/2006/main" name="Quote - Navy Path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4516CF2B-338A-4454-BE95-921F2D7B11F4}" vid="{46F7E41F-42DE-4DB4-8A8A-5D9990EA9F79}"/>
    </a:ext>
  </a:extLst>
</a:theme>
</file>

<file path=ppt/theme/theme28.xml><?xml version="1.0" encoding="utf-8"?>
<a:theme xmlns:a="http://schemas.openxmlformats.org/drawingml/2006/main" name="1_Quote - Navy Path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4516CF2B-338A-4454-BE95-921F2D7B11F4}" vid="{23B89475-9F16-4323-A97E-5AD303D66C1F}"/>
    </a:ext>
  </a:extLst>
</a:theme>
</file>

<file path=ppt/theme/theme29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0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A6E2191C135504F9351B7DBCB2BE606" ma:contentTypeVersion="19" ma:contentTypeDescription="Create a new document." ma:contentTypeScope="" ma:versionID="144ddb5c3dec5e6553fff6a9e46bb08f">
  <xsd:schema xmlns:xsd="http://www.w3.org/2001/XMLSchema" xmlns:xs="http://www.w3.org/2001/XMLSchema" xmlns:p="http://schemas.microsoft.com/office/2006/metadata/properties" xmlns:ns2="6d778449-ff75-428e-914f-0c7c3a330bda" xmlns:ns3="9685b3f0-18b8-4ac0-8917-75cacc3928c8" xmlns:ns4="http://schemas.microsoft.com/sharepoint/v4" targetNamespace="http://schemas.microsoft.com/office/2006/metadata/properties" ma:root="true" ma:fieldsID="20e32d3dfd06a5d03c1eec57e40fefd4" ns2:_="" ns3:_="" ns4:_="">
    <xsd:import namespace="6d778449-ff75-428e-914f-0c7c3a330bda"/>
    <xsd:import namespace="9685b3f0-18b8-4ac0-8917-75cacc3928c8"/>
    <xsd:import namespace="http://schemas.microsoft.com/sharepoint/v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DateTaken" minOccurs="0"/>
                <xsd:element ref="ns4:IconOverlay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d778449-ff75-428e-914f-0c7c3a330bd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3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5" nillable="true" ma:taxonomy="true" ma:internalName="lcf76f155ced4ddcb4097134ff3c332f" ma:taxonomyFieldName="MediaServiceImageTags" ma:displayName="Image Tags" ma:readOnly="false" ma:fieldId="{5cf76f15-5ced-4ddc-b409-7134ff3c332f}" ma:taxonomyMulti="true" ma:sspId="a104f31a-2814-4102-809d-73f760290a8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earchProperties" ma:index="2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685b3f0-18b8-4ac0-8917-75cacc3928c8" elementFormDefault="qualified">
    <xsd:import namespace="http://schemas.microsoft.com/office/2006/documentManagement/types"/>
    <xsd:import namespace="http://schemas.microsoft.com/office/infopath/2007/PartnerControls"/>
    <xsd:element name="TaxCatchAll" ma:index="16" nillable="true" ma:displayName="Taxonomy Catch All Column" ma:hidden="true" ma:list="{fdc0967b-2da2-44e6-873a-f241ab05c942}" ma:internalName="TaxCatchAll" ma:showField="CatchAllData" ma:web="9685b3f0-18b8-4ac0-8917-75cacc3928c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4" elementFormDefault="qualified">
    <xsd:import namespace="http://schemas.microsoft.com/office/2006/documentManagement/types"/>
    <xsd:import namespace="http://schemas.microsoft.com/office/infopath/2007/PartnerControls"/>
    <xsd:element name="IconOverlay" ma:index="19" nillable="true" ma:displayName="IconOverlay" ma:hidden="true" ma:internalName="IconOverlay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6d778449-ff75-428e-914f-0c7c3a330bda">
      <Terms xmlns="http://schemas.microsoft.com/office/infopath/2007/PartnerControls"/>
    </lcf76f155ced4ddcb4097134ff3c332f>
    <TaxCatchAll xmlns="9685b3f0-18b8-4ac0-8917-75cacc3928c8" xsi:nil="true"/>
    <IconOverlay xmlns="http://schemas.microsoft.com/sharepoint/v4" xsi:nil="true"/>
  </documentManagement>
</p:properties>
</file>

<file path=customXml/itemProps1.xml><?xml version="1.0" encoding="utf-8"?>
<ds:datastoreItem xmlns:ds="http://schemas.openxmlformats.org/officeDocument/2006/customXml" ds:itemID="{72F37C70-958F-4DCA-AB92-6D4B36489CE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E8110ABA-BD0A-404A-BC4F-3A4EBD6EF89D}"/>
</file>

<file path=customXml/itemProps3.xml><?xml version="1.0" encoding="utf-8"?>
<ds:datastoreItem xmlns:ds="http://schemas.openxmlformats.org/officeDocument/2006/customXml" ds:itemID="{CC100BFB-05BA-43A2-A6A8-CCD857AB6036}">
  <ds:schemaRefs>
    <ds:schemaRef ds:uri="http://purl.org/dc/dcmitype/"/>
    <ds:schemaRef ds:uri="http://schemas.microsoft.com/office/infopath/2007/PartnerControls"/>
    <ds:schemaRef ds:uri="http://purl.org/dc/elements/1.1/"/>
    <ds:schemaRef ds:uri="http://schemas.microsoft.com/office/2006/metadata/properties"/>
    <ds:schemaRef ds:uri="http://schemas.microsoft.com/office/2006/documentManagement/types"/>
    <ds:schemaRef ds:uri="http://purl.org/dc/terms/"/>
    <ds:schemaRef ds:uri="http://schemas.openxmlformats.org/package/2006/metadata/core-properties"/>
    <ds:schemaRef ds:uri="http://schemas.microsoft.com/sharepoint/v4"/>
    <ds:schemaRef ds:uri="http://www.w3.org/XML/1998/namespace"/>
  </ds:schemaRefs>
</ds:datastoreItem>
</file>

<file path=docMetadata/LabelInfo.xml><?xml version="1.0" encoding="utf-8"?>
<clbl:labelList xmlns:clbl="http://schemas.microsoft.com/office/2020/mipLabelMetadata">
  <clbl:label id="{4e1dbe9c-67f7-4be6-a2b7-0951d57be59d}" enabled="1" method="Standard" siteId="{bbf04c3f-b0e3-4b50-bd1b-10ce0b74385d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CWBFG Presentation 16x9</Template>
  <TotalTime>2160</TotalTime>
  <Words>918</Words>
  <Application>Microsoft Office PowerPoint</Application>
  <PresentationFormat>On-screen Show (16:9)</PresentationFormat>
  <Paragraphs>176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28</vt:i4>
      </vt:variant>
      <vt:variant>
        <vt:lpstr>Slide Titles</vt:lpstr>
      </vt:variant>
      <vt:variant>
        <vt:i4>15</vt:i4>
      </vt:variant>
    </vt:vector>
  </HeadingPairs>
  <TitlesOfParts>
    <vt:vector size="48" baseType="lpstr">
      <vt:lpstr>Arial</vt:lpstr>
      <vt:lpstr>Calibri</vt:lpstr>
      <vt:lpstr>Calibri Light</vt:lpstr>
      <vt:lpstr>Frutiger LT Std 57 Cn</vt:lpstr>
      <vt:lpstr>Wingdings</vt:lpstr>
      <vt:lpstr>Title Slide Option 1</vt:lpstr>
      <vt:lpstr>Custom Design</vt:lpstr>
      <vt:lpstr>1 Primary Gold - Section Title</vt:lpstr>
      <vt:lpstr>1 Primary Gold - Section Content</vt:lpstr>
      <vt:lpstr>2 Primary Teal - Section Title</vt:lpstr>
      <vt:lpstr>2 Primary Gold - Section Content</vt:lpstr>
      <vt:lpstr>2 Primary Gold - Content</vt:lpstr>
      <vt:lpstr>3 Navy - Section Title</vt:lpstr>
      <vt:lpstr>3 Navy - Section Content</vt:lpstr>
      <vt:lpstr>3 Navy - Content</vt:lpstr>
      <vt:lpstr>4 Light Teal - Section Title</vt:lpstr>
      <vt:lpstr>4 Light Teal - Section Content</vt:lpstr>
      <vt:lpstr>4 Light Teal - Content</vt:lpstr>
      <vt:lpstr>6 Dark Gold - Section Title</vt:lpstr>
      <vt:lpstr>6 Dark Gold - Section Content</vt:lpstr>
      <vt:lpstr>6 Dark Gold - Content</vt:lpstr>
      <vt:lpstr>7 Orange - Section Title</vt:lpstr>
      <vt:lpstr>7 Orange - Section Content</vt:lpstr>
      <vt:lpstr>7 Orange - Content</vt:lpstr>
      <vt:lpstr>8 Grey - Section Title</vt:lpstr>
      <vt:lpstr>8 Grey - Section Content</vt:lpstr>
      <vt:lpstr>8 Grey - Content</vt:lpstr>
      <vt:lpstr>Section Title - Photo</vt:lpstr>
      <vt:lpstr>1_Section Title - Photo</vt:lpstr>
      <vt:lpstr>2_Section Title - Photo</vt:lpstr>
      <vt:lpstr>Quote - Teal Ladder</vt:lpstr>
      <vt:lpstr>Quote - Navy Path</vt:lpstr>
      <vt:lpstr>1_Quote - Navy Path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Canadian Western Bank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Kate Jekabson</dc:creator>
  <cp:lastModifiedBy>Kate Jekabson</cp:lastModifiedBy>
  <cp:revision>94</cp:revision>
  <cp:lastPrinted>2014-01-17T22:29:57Z</cp:lastPrinted>
  <dcterms:created xsi:type="dcterms:W3CDTF">2019-08-22T20:18:03Z</dcterms:created>
  <dcterms:modified xsi:type="dcterms:W3CDTF">2020-08-17T19:03:54Z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0x010100CA6E2191C135504F9351B7DBCB2BE606</vt:lpwstr>
  </property>
  <property fmtid="{D5CDD505-2E9C-101B-9397-08002B2CF9AE}" pid="3" name="URL">
    <vt:lpwstr/>
  </property>
</Properties>
</file>