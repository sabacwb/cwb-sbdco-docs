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96" y="1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OTLSHAPE_T_460eed6a1963409ab155b64071c3f445_HorizontalConnector1"/>
          <p:cNvCxnSpPr/>
          <p:nvPr>
            <p:custDataLst>
              <p:tags r:id="rId2"/>
            </p:custDataLst>
          </p:nvPr>
        </p:nvCxnSpPr>
        <p:spPr>
          <a:xfrm>
            <a:off x="572177" y="4563596"/>
            <a:ext cx="6513354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11" name="OTLSHAPE_T_a0d599e8b32b4c25aa40ac071c6760ce_HorizontalConnector1"/>
          <p:cNvCxnSpPr/>
          <p:nvPr>
            <p:custDataLst>
              <p:tags r:id="rId3"/>
            </p:custDataLst>
          </p:nvPr>
        </p:nvCxnSpPr>
        <p:spPr>
          <a:xfrm>
            <a:off x="854118" y="4157196"/>
            <a:ext cx="5728707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OTLSHAPE_T_b591191bf7834823a01c757b3ee18b4d_HorizontalConnector1"/>
          <p:cNvCxnSpPr/>
          <p:nvPr>
            <p:custDataLst>
              <p:tags r:id="rId4"/>
            </p:custDataLst>
          </p:nvPr>
        </p:nvCxnSpPr>
        <p:spPr>
          <a:xfrm>
            <a:off x="1431586" y="3750796"/>
            <a:ext cx="1464727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OTLSHAPE_T_caa35547608b495fb960b56332995aa3_HorizontalConnector1"/>
          <p:cNvCxnSpPr/>
          <p:nvPr>
            <p:custDataLst>
              <p:tags r:id="rId5"/>
            </p:custDataLst>
          </p:nvPr>
        </p:nvCxnSpPr>
        <p:spPr>
          <a:xfrm>
            <a:off x="1281726" y="3344396"/>
            <a:ext cx="609174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M_356a57d98feb4f1c9becc62a5e1e3557_Connector2"/>
          <p:cNvCxnSpPr/>
          <p:nvPr>
            <p:custDataLst>
              <p:tags r:id="rId6"/>
            </p:custDataLst>
          </p:nvPr>
        </p:nvCxnSpPr>
        <p:spPr>
          <a:xfrm>
            <a:off x="7277021" y="18304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M_356a57d98feb4f1c9becc62a5e1e3557_Connector1"/>
          <p:cNvCxnSpPr/>
          <p:nvPr>
            <p:custDataLst>
              <p:tags r:id="rId7"/>
            </p:custDataLst>
          </p:nvPr>
        </p:nvCxnSpPr>
        <p:spPr>
          <a:xfrm>
            <a:off x="7277021" y="1571053"/>
            <a:ext cx="0" cy="88900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M_ef297b71e37549b0b8f867c8c34f3305_Connector1"/>
          <p:cNvCxnSpPr/>
          <p:nvPr>
            <p:custDataLst>
              <p:tags r:id="rId8"/>
            </p:custDataLst>
          </p:nvPr>
        </p:nvCxnSpPr>
        <p:spPr>
          <a:xfrm>
            <a:off x="939715" y="1858509"/>
            <a:ext cx="0" cy="355586"/>
          </a:xfrm>
          <a:prstGeom prst="line">
            <a:avLst/>
          </a:prstGeom>
          <a:ln w="6350" cap="flat" cmpd="sng" algn="ctr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67471" y="545905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Small Business </a:t>
            </a:r>
            <a:r>
              <a:rPr lang="en-US" sz="2000" dirty="0" smtClean="0"/>
              <a:t>Lending </a:t>
            </a:r>
            <a:r>
              <a:rPr lang="en-US" sz="2000" dirty="0" smtClean="0"/>
              <a:t>Timeline </a:t>
            </a:r>
            <a:endParaRPr lang="en-CA" sz="2000" dirty="0"/>
          </a:p>
        </p:txBody>
      </p:sp>
      <p:sp>
        <p:nvSpPr>
          <p:cNvPr id="2" name="OTLSHAPE_TB_00000000000000000000000000000000_LeftEndCaps"/>
          <p:cNvSpPr txBox="1"/>
          <p:nvPr>
            <p:custDataLst>
              <p:tags r:id="rId9"/>
            </p:custDataLst>
          </p:nvPr>
        </p:nvSpPr>
        <p:spPr>
          <a:xfrm>
            <a:off x="317500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OTLSHAPE_TB_00000000000000000000000000000000_RightEndCaps"/>
          <p:cNvSpPr txBox="1"/>
          <p:nvPr>
            <p:custDataLst>
              <p:tags r:id="rId10"/>
            </p:custDataLst>
          </p:nvPr>
        </p:nvSpPr>
        <p:spPr>
          <a:xfrm>
            <a:off x="8363034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OTLSHAPE_TB_00000000000000000000000000000000_ScaleContainer"/>
          <p:cNvSpPr/>
          <p:nvPr>
            <p:custDataLst>
              <p:tags r:id="rId11"/>
            </p:custDataLst>
          </p:nvPr>
        </p:nvSpPr>
        <p:spPr>
          <a:xfrm>
            <a:off x="933365" y="22140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TLSHAPE_TB_00000000000000000000000000000000_ElapsedTim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TLSHAPE_TB_00000000000000000000000000000000_TodayMarkerShape" hidden="1"/>
          <p:cNvSpPr/>
          <p:nvPr>
            <p:custDataLst>
              <p:tags r:id="rId13"/>
            </p:custDataLst>
          </p:nvPr>
        </p:nvSpPr>
        <p:spPr>
          <a:xfrm>
            <a:off x="878937" y="25950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TLSHAPE_TB_00000000000000000000000000000000_TodayMarkerText" hidden="1"/>
          <p:cNvSpPr txBox="1"/>
          <p:nvPr>
            <p:custDataLst>
              <p:tags r:id="rId14"/>
            </p:custDataLst>
          </p:nvPr>
        </p:nvSpPr>
        <p:spPr>
          <a:xfrm>
            <a:off x="933365" y="27220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TB_00000000000000000000000000000000_TimescaleInterval1"/>
          <p:cNvSpPr txBox="1"/>
          <p:nvPr>
            <p:custDataLst>
              <p:tags r:id="rId15"/>
            </p:custDataLst>
          </p:nvPr>
        </p:nvSpPr>
        <p:spPr>
          <a:xfrm>
            <a:off x="996865" y="2311568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/>
          <p:cNvCxnSpPr/>
          <p:nvPr>
            <p:custDataLst>
              <p:tags r:id="rId16"/>
            </p:custDataLst>
          </p:nvPr>
        </p:nvCxnSpPr>
        <p:spPr>
          <a:xfrm>
            <a:off x="1675455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TLSHAPE_TB_00000000000000000000000000000000_TimescaleInterval2"/>
          <p:cNvSpPr txBox="1"/>
          <p:nvPr>
            <p:custDataLst>
              <p:tags r:id="rId17"/>
            </p:custDataLst>
          </p:nvPr>
        </p:nvSpPr>
        <p:spPr>
          <a:xfrm>
            <a:off x="1738955" y="2311568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1" name="OTLSHAPE_TB_00000000000000000000000000000000_Separator2"/>
          <p:cNvCxnSpPr/>
          <p:nvPr>
            <p:custDataLst>
              <p:tags r:id="rId18"/>
            </p:custDataLst>
          </p:nvPr>
        </p:nvCxnSpPr>
        <p:spPr>
          <a:xfrm>
            <a:off x="2417545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TLSHAPE_TB_00000000000000000000000000000000_TimescaleInterval3"/>
          <p:cNvSpPr txBox="1"/>
          <p:nvPr>
            <p:custDataLst>
              <p:tags r:id="rId19"/>
            </p:custDataLst>
          </p:nvPr>
        </p:nvSpPr>
        <p:spPr>
          <a:xfrm>
            <a:off x="2481045" y="2311568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OTLSHAPE_TB_00000000000000000000000000000000_Separator3"/>
          <p:cNvCxnSpPr/>
          <p:nvPr>
            <p:custDataLst>
              <p:tags r:id="rId20"/>
            </p:custDataLst>
          </p:nvPr>
        </p:nvCxnSpPr>
        <p:spPr>
          <a:xfrm>
            <a:off x="3135697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TLSHAPE_TB_00000000000000000000000000000000_TimescaleInterval4"/>
          <p:cNvSpPr txBox="1"/>
          <p:nvPr>
            <p:custDataLst>
              <p:tags r:id="rId21"/>
            </p:custDataLst>
          </p:nvPr>
        </p:nvSpPr>
        <p:spPr>
          <a:xfrm>
            <a:off x="3199197" y="2311568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5" name="OTLSHAPE_TB_00000000000000000000000000000000_Separator4"/>
          <p:cNvCxnSpPr/>
          <p:nvPr>
            <p:custDataLst>
              <p:tags r:id="rId22"/>
            </p:custDataLst>
          </p:nvPr>
        </p:nvCxnSpPr>
        <p:spPr>
          <a:xfrm>
            <a:off x="3877787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TLSHAPE_TB_00000000000000000000000000000000_TimescaleInterval5"/>
          <p:cNvSpPr txBox="1"/>
          <p:nvPr>
            <p:custDataLst>
              <p:tags r:id="rId23"/>
            </p:custDataLst>
          </p:nvPr>
        </p:nvSpPr>
        <p:spPr>
          <a:xfrm>
            <a:off x="3941287" y="2311568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OTLSHAPE_TB_00000000000000000000000000000000_Separator5"/>
          <p:cNvCxnSpPr/>
          <p:nvPr>
            <p:custDataLst>
              <p:tags r:id="rId24"/>
            </p:custDataLst>
          </p:nvPr>
        </p:nvCxnSpPr>
        <p:spPr>
          <a:xfrm>
            <a:off x="459593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TLSHAPE_TB_00000000000000000000000000000000_TimescaleInterval6"/>
          <p:cNvSpPr txBox="1"/>
          <p:nvPr>
            <p:custDataLst>
              <p:tags r:id="rId25"/>
            </p:custDataLst>
          </p:nvPr>
        </p:nvSpPr>
        <p:spPr>
          <a:xfrm>
            <a:off x="4659438" y="23115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OTLSHAPE_TB_00000000000000000000000000000000_Separator6"/>
          <p:cNvCxnSpPr/>
          <p:nvPr>
            <p:custDataLst>
              <p:tags r:id="rId26"/>
            </p:custDataLst>
          </p:nvPr>
        </p:nvCxnSpPr>
        <p:spPr>
          <a:xfrm>
            <a:off x="533802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TLSHAPE_TB_00000000000000000000000000000000_TimescaleInterval7"/>
          <p:cNvSpPr txBox="1"/>
          <p:nvPr>
            <p:custDataLst>
              <p:tags r:id="rId27"/>
            </p:custDataLst>
          </p:nvPr>
        </p:nvSpPr>
        <p:spPr>
          <a:xfrm>
            <a:off x="5401528" y="2311568"/>
            <a:ext cx="30495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2021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1" name="OTLSHAPE_TB_00000000000000000000000000000000_Separator7"/>
          <p:cNvCxnSpPr/>
          <p:nvPr>
            <p:custDataLst>
              <p:tags r:id="rId28"/>
            </p:custDataLst>
          </p:nvPr>
        </p:nvCxnSpPr>
        <p:spPr>
          <a:xfrm>
            <a:off x="608011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TLSHAPE_TB_00000000000000000000000000000000_TimescaleInterval8"/>
          <p:cNvSpPr txBox="1"/>
          <p:nvPr>
            <p:custDataLst>
              <p:tags r:id="rId29"/>
            </p:custDataLst>
          </p:nvPr>
        </p:nvSpPr>
        <p:spPr>
          <a:xfrm>
            <a:off x="6143618" y="2311568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OTLSHAPE_TB_00000000000000000000000000000000_Separator8"/>
          <p:cNvCxnSpPr/>
          <p:nvPr>
            <p:custDataLst>
              <p:tags r:id="rId30"/>
            </p:custDataLst>
          </p:nvPr>
        </p:nvCxnSpPr>
        <p:spPr>
          <a:xfrm>
            <a:off x="6750393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TLSHAPE_TB_00000000000000000000000000000000_TimescaleInterval9"/>
          <p:cNvSpPr txBox="1"/>
          <p:nvPr>
            <p:custDataLst>
              <p:tags r:id="rId31"/>
            </p:custDataLst>
          </p:nvPr>
        </p:nvSpPr>
        <p:spPr>
          <a:xfrm>
            <a:off x="6813893" y="2311568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" name="OTLSHAPE_TB_00000000000000000000000000000000_Separator9"/>
          <p:cNvCxnSpPr/>
          <p:nvPr>
            <p:custDataLst>
              <p:tags r:id="rId32"/>
            </p:custDataLst>
          </p:nvPr>
        </p:nvCxnSpPr>
        <p:spPr>
          <a:xfrm>
            <a:off x="7492483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TLSHAPE_TB_00000000000000000000000000000000_TimescaleInterval10"/>
          <p:cNvSpPr txBox="1"/>
          <p:nvPr>
            <p:custDataLst>
              <p:tags r:id="rId33"/>
            </p:custDataLst>
          </p:nvPr>
        </p:nvSpPr>
        <p:spPr>
          <a:xfrm>
            <a:off x="7555983" y="23115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29" name="OTLSHAPE_M_ef297b71e37549b0b8f867c8c34f3305_Title"/>
          <p:cNvSpPr txBox="1"/>
          <p:nvPr>
            <p:custDataLst>
              <p:tags r:id="rId34"/>
            </p:custDataLst>
          </p:nvPr>
        </p:nvSpPr>
        <p:spPr>
          <a:xfrm>
            <a:off x="984165" y="1827677"/>
            <a:ext cx="29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 smtClean="0">
                <a:solidFill>
                  <a:schemeClr val="lt1"/>
                </a:solidFill>
                <a:latin typeface="Calibri" panose="020F0502020204030204" pitchFamily="34" charset="0"/>
              </a:rPr>
              <a:t>Start</a:t>
            </a:r>
            <a:endParaRPr lang="en-CA" sz="1100" b="1" spc="-1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TLSHAPE_M_ef297b71e37549b0b8f867c8c34f3305_Date" hidden="1"/>
          <p:cNvSpPr txBox="1"/>
          <p:nvPr>
            <p:custDataLst>
              <p:tags r:id="rId35"/>
            </p:custDataLst>
          </p:nvPr>
        </p:nvSpPr>
        <p:spPr>
          <a:xfrm>
            <a:off x="984165" y="2010896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Jul 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1" name="OTLSHAPE_M_ef297b71e37549b0b8f867c8c34f3305_Shape" hidden="1"/>
          <p:cNvSpPr/>
          <p:nvPr>
            <p:custDataLst>
              <p:tags r:id="rId36"/>
            </p:custDataLst>
          </p:nvPr>
        </p:nvSpPr>
        <p:spPr>
          <a:xfrm>
            <a:off x="952415" y="1938337"/>
            <a:ext cx="0" cy="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OTLSHAPE_M_356a57d98feb4f1c9becc62a5e1e3557_Title"/>
          <p:cNvSpPr txBox="1"/>
          <p:nvPr>
            <p:custDataLst>
              <p:tags r:id="rId37"/>
            </p:custDataLst>
          </p:nvPr>
        </p:nvSpPr>
        <p:spPr>
          <a:xfrm>
            <a:off x="6494024" y="1207409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Soft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M_356a57d98feb4f1c9becc62a5e1e3557_Date"/>
          <p:cNvSpPr txBox="1"/>
          <p:nvPr>
            <p:custDataLst>
              <p:tags r:id="rId38"/>
            </p:custDataLst>
          </p:nvPr>
        </p:nvSpPr>
        <p:spPr>
          <a:xfrm>
            <a:off x="7085082" y="1390628"/>
            <a:ext cx="381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Mar 22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M_356a57d98feb4f1c9becc62a5e1e3557_Shape"/>
          <p:cNvSpPr/>
          <p:nvPr>
            <p:custDataLst>
              <p:tags r:id="rId39"/>
            </p:custDataLst>
          </p:nvPr>
        </p:nvSpPr>
        <p:spPr>
          <a:xfrm flipV="1">
            <a:off x="7162721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OTLSHAPE_M_d1fd8843c3824606bbbfc6ef9166bfe4_Title"/>
          <p:cNvSpPr txBox="1"/>
          <p:nvPr>
            <p:custDataLst>
              <p:tags r:id="rId40"/>
            </p:custDataLst>
          </p:nvPr>
        </p:nvSpPr>
        <p:spPr>
          <a:xfrm>
            <a:off x="7127498" y="1659953"/>
            <a:ext cx="1295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2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Launch</a:t>
            </a:r>
            <a:endParaRPr lang="en-CA" sz="1100" b="1" spc="-2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6" name="OTLSHAPE_M_d1fd8843c3824606bbbfc6ef9166bfe4_Date"/>
          <p:cNvSpPr txBox="1"/>
          <p:nvPr>
            <p:custDataLst>
              <p:tags r:id="rId41"/>
            </p:custDataLst>
          </p:nvPr>
        </p:nvSpPr>
        <p:spPr>
          <a:xfrm>
            <a:off x="7602393" y="1843171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Apr 12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7" name="OTLSHAPE_M_d1fd8843c3824606bbbfc6ef9166bfe4_Shape"/>
          <p:cNvSpPr/>
          <p:nvPr>
            <p:custDataLst>
              <p:tags r:id="rId42"/>
            </p:custDataLst>
          </p:nvPr>
        </p:nvSpPr>
        <p:spPr>
          <a:xfrm flipV="1">
            <a:off x="7665427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8" name="OTLSHAPE_T_9882b17f40d545df8a274cc08e7452a2_Shape"/>
          <p:cNvSpPr/>
          <p:nvPr>
            <p:custDataLst>
              <p:tags r:id="rId43"/>
            </p:custDataLst>
          </p:nvPr>
        </p:nvSpPr>
        <p:spPr>
          <a:xfrm>
            <a:off x="1890901" y="2798296"/>
            <a:ext cx="5994400" cy="279400"/>
          </a:xfrm>
          <a:prstGeom prst="homePlate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9" name="OTLSHAPE_T_9882b17f40d545df8a274cc08e7452a2_ShapePercentage" hidden="1"/>
          <p:cNvSpPr/>
          <p:nvPr>
            <p:custDataLst>
              <p:tags r:id="rId44"/>
            </p:custDataLst>
          </p:nvPr>
        </p:nvSpPr>
        <p:spPr>
          <a:xfrm>
            <a:off x="1890901" y="2798296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0" name="OTLSHAPE_T_9882b17f40d545df8a274cc08e7452a2_Duration" hidden="1"/>
          <p:cNvSpPr txBox="1"/>
          <p:nvPr>
            <p:custDataLst>
              <p:tags r:id="rId45"/>
            </p:custDataLst>
          </p:nvPr>
        </p:nvSpPr>
        <p:spPr>
          <a:xfrm>
            <a:off x="0" y="27982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180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41" name="OTLSHAPE_T_9882b17f40d545df8a274cc08e7452a2_TextPercentage" hidden="1"/>
          <p:cNvSpPr txBox="1"/>
          <p:nvPr>
            <p:custDataLst>
              <p:tags r:id="rId46"/>
            </p:custDataLst>
          </p:nvPr>
        </p:nvSpPr>
        <p:spPr>
          <a:xfrm>
            <a:off x="0" y="29533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42" name="OTLSHAPE_T_9882b17f40d545df8a274cc08e7452a2_StartDate" hidden="1"/>
          <p:cNvSpPr txBox="1"/>
          <p:nvPr>
            <p:custDataLst>
              <p:tags r:id="rId47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43" name="OTLSHAPE_T_9882b17f40d545df8a274cc08e7452a2_EndDate" hidden="1"/>
          <p:cNvSpPr txBox="1"/>
          <p:nvPr>
            <p:custDataLst>
              <p:tags r:id="rId48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44" name="OTLSHAPE_T_9882b17f40d545df8a274cc08e7452a2_JoinedDate"/>
          <p:cNvSpPr txBox="1"/>
          <p:nvPr>
            <p:custDataLst>
              <p:tags r:id="rId49"/>
            </p:custDataLst>
          </p:nvPr>
        </p:nvSpPr>
        <p:spPr>
          <a:xfrm>
            <a:off x="7926281" y="2860484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Aug 10 - Apr 16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45" name="OTLSHAPE_T_9882b17f40d545df8a274cc08e7452a2_Title"/>
          <p:cNvSpPr txBox="1"/>
          <p:nvPr>
            <p:custDataLst>
              <p:tags r:id="rId50"/>
            </p:custDataLst>
          </p:nvPr>
        </p:nvSpPr>
        <p:spPr>
          <a:xfrm>
            <a:off x="127000" y="2844968"/>
            <a:ext cx="1460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rgbClr val="EA161E"/>
                </a:solidFill>
                <a:latin typeface="Calibri" panose="020F0502020204030204" pitchFamily="34" charset="0"/>
              </a:rPr>
              <a:t>Small Business Lending</a:t>
            </a:r>
            <a:endParaRPr lang="en-CA" sz="1200" b="1" spc="-6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T_caa35547608b495fb960b56332995aa3_Shape"/>
          <p:cNvSpPr/>
          <p:nvPr>
            <p:custDataLst>
              <p:tags r:id="rId51"/>
            </p:custDataLst>
          </p:nvPr>
        </p:nvSpPr>
        <p:spPr>
          <a:xfrm>
            <a:off x="1890901" y="3204696"/>
            <a:ext cx="9652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7" name="OTLSHAPE_T_caa35547608b495fb960b56332995aa3_ShapePercentage" hidden="1"/>
          <p:cNvSpPr/>
          <p:nvPr>
            <p:custDataLst>
              <p:tags r:id="rId52"/>
            </p:custDataLst>
          </p:nvPr>
        </p:nvSpPr>
        <p:spPr>
          <a:xfrm>
            <a:off x="1890901" y="32046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8" name="OTLSHAPE_T_caa35547608b495fb960b56332995aa3_Duration" hidden="1"/>
          <p:cNvSpPr txBox="1"/>
          <p:nvPr>
            <p:custDataLst>
              <p:tags r:id="rId53"/>
            </p:custDataLst>
          </p:nvPr>
        </p:nvSpPr>
        <p:spPr>
          <a:xfrm>
            <a:off x="0" y="32046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49" name="OTLSHAPE_T_caa35547608b495fb960b56332995aa3_TextPercentage" hidden="1"/>
          <p:cNvSpPr txBox="1"/>
          <p:nvPr>
            <p:custDataLst>
              <p:tags r:id="rId54"/>
            </p:custDataLst>
          </p:nvPr>
        </p:nvSpPr>
        <p:spPr>
          <a:xfrm>
            <a:off x="0" y="33597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50" name="OTLSHAPE_T_caa35547608b495fb960b56332995aa3_StartDate" hidden="1"/>
          <p:cNvSpPr txBox="1"/>
          <p:nvPr>
            <p:custDataLst>
              <p:tags r:id="rId55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51" name="OTLSHAPE_T_caa35547608b495fb960b56332995aa3_EndDate" hidden="1"/>
          <p:cNvSpPr txBox="1"/>
          <p:nvPr>
            <p:custDataLst>
              <p:tags r:id="rId56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52" name="OTLSHAPE_T_caa35547608b495fb960b56332995aa3_JoinedDate"/>
          <p:cNvSpPr txBox="1"/>
          <p:nvPr>
            <p:custDataLst>
              <p:tags r:id="rId57"/>
            </p:custDataLst>
          </p:nvPr>
        </p:nvSpPr>
        <p:spPr>
          <a:xfrm>
            <a:off x="2899220" y="3266884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Aug 10 - Sep 18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53" name="OTLSHAPE_T_caa35547608b495fb960b56332995aa3_Title"/>
          <p:cNvSpPr txBox="1"/>
          <p:nvPr>
            <p:custDataLst>
              <p:tags r:id="rId58"/>
            </p:custDataLst>
          </p:nvPr>
        </p:nvSpPr>
        <p:spPr>
          <a:xfrm>
            <a:off x="127000" y="3251368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Sprint 0 - Planning</a:t>
            </a:r>
            <a:endParaRPr lang="en-CA" sz="12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54" name="OTLSHAPE_T_b591191bf7834823a01c757b3ee18b4d_Shape"/>
          <p:cNvSpPr/>
          <p:nvPr>
            <p:custDataLst>
              <p:tags r:id="rId59"/>
            </p:custDataLst>
          </p:nvPr>
        </p:nvSpPr>
        <p:spPr>
          <a:xfrm>
            <a:off x="2896313" y="3611096"/>
            <a:ext cx="3644900" cy="2794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5" name="OTLSHAPE_T_b591191bf7834823a01c757b3ee18b4d_ShapePercentage" hidden="1"/>
          <p:cNvSpPr/>
          <p:nvPr>
            <p:custDataLst>
              <p:tags r:id="rId60"/>
            </p:custDataLst>
          </p:nvPr>
        </p:nvSpPr>
        <p:spPr>
          <a:xfrm>
            <a:off x="2896313" y="361109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1" name="OTLSHAPE_T_b591191bf7834823a01c757b3ee18b4d_Duration" hidden="1"/>
          <p:cNvSpPr txBox="1"/>
          <p:nvPr>
            <p:custDataLst>
              <p:tags r:id="rId61"/>
            </p:custDataLst>
          </p:nvPr>
        </p:nvSpPr>
        <p:spPr>
          <a:xfrm>
            <a:off x="0" y="36110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32" name="OTLSHAPE_T_b591191bf7834823a01c757b3ee18b4d_TextPercentage" hidden="1"/>
          <p:cNvSpPr txBox="1"/>
          <p:nvPr>
            <p:custDataLst>
              <p:tags r:id="rId62"/>
            </p:custDataLst>
          </p:nvPr>
        </p:nvSpPr>
        <p:spPr>
          <a:xfrm>
            <a:off x="0" y="37661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933" name="OTLSHAPE_T_b591191bf7834823a01c757b3ee18b4d_StartDate" hidden="1"/>
          <p:cNvSpPr txBox="1"/>
          <p:nvPr>
            <p:custDataLst>
              <p:tags r:id="rId63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34" name="OTLSHAPE_T_b591191bf7834823a01c757b3ee18b4d_EndDate" hidden="1"/>
          <p:cNvSpPr txBox="1"/>
          <p:nvPr>
            <p:custDataLst>
              <p:tags r:id="rId64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35" name="OTLSHAPE_T_b591191bf7834823a01c757b3ee18b4d_JoinedDate"/>
          <p:cNvSpPr txBox="1"/>
          <p:nvPr>
            <p:custDataLst>
              <p:tags r:id="rId65"/>
            </p:custDataLst>
          </p:nvPr>
        </p:nvSpPr>
        <p:spPr>
          <a:xfrm>
            <a:off x="6585731" y="3673284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Sep 21 - Feb 19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36" name="OTLSHAPE_T_b591191bf7834823a01c757b3ee18b4d_Title"/>
          <p:cNvSpPr txBox="1"/>
          <p:nvPr>
            <p:custDataLst>
              <p:tags r:id="rId66"/>
            </p:custDataLst>
          </p:nvPr>
        </p:nvSpPr>
        <p:spPr>
          <a:xfrm>
            <a:off x="127000" y="3657768"/>
            <a:ext cx="1308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2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37" name="OTLSHAPE_T_a0d599e8b32b4c25aa40ac071c6760ce_Shape"/>
          <p:cNvSpPr/>
          <p:nvPr>
            <p:custDataLst>
              <p:tags r:id="rId67"/>
            </p:custDataLst>
          </p:nvPr>
        </p:nvSpPr>
        <p:spPr>
          <a:xfrm>
            <a:off x="6582825" y="4017496"/>
            <a:ext cx="4572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8" name="OTLSHAPE_T_a0d599e8b32b4c25aa40ac071c6760ce_ShapePercentage" hidden="1"/>
          <p:cNvSpPr/>
          <p:nvPr>
            <p:custDataLst>
              <p:tags r:id="rId68"/>
            </p:custDataLst>
          </p:nvPr>
        </p:nvSpPr>
        <p:spPr>
          <a:xfrm>
            <a:off x="6582825" y="4017496"/>
            <a:ext cx="0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9" name="OTLSHAPE_T_a0d599e8b32b4c25aa40ac071c6760ce_Duration" hidden="1"/>
          <p:cNvSpPr txBox="1"/>
          <p:nvPr>
            <p:custDataLst>
              <p:tags r:id="rId69"/>
            </p:custDataLst>
          </p:nvPr>
        </p:nvSpPr>
        <p:spPr>
          <a:xfrm>
            <a:off x="0" y="40174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40" name="OTLSHAPE_T_a0d599e8b32b4c25aa40ac071c6760ce_StartDate" hidden="1"/>
          <p:cNvSpPr txBox="1"/>
          <p:nvPr>
            <p:custDataLst>
              <p:tags r:id="rId70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41" name="OTLSHAPE_T_a0d599e8b32b4c25aa40ac071c6760ce_EndDate" hidden="1"/>
          <p:cNvSpPr txBox="1"/>
          <p:nvPr>
            <p:custDataLst>
              <p:tags r:id="rId71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42" name="OTLSHAPE_T_a0d599e8b32b4c25aa40ac071c6760ce_JoinedDate"/>
          <p:cNvSpPr txBox="1"/>
          <p:nvPr>
            <p:custDataLst>
              <p:tags r:id="rId72"/>
            </p:custDataLst>
          </p:nvPr>
        </p:nvSpPr>
        <p:spPr>
          <a:xfrm>
            <a:off x="7088437" y="407968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Feb 22 - Mar 12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43" name="OTLSHAPE_T_a0d599e8b32b4c25aa40ac071c6760ce_TextPercentage" hidden="1"/>
          <p:cNvSpPr txBox="1"/>
          <p:nvPr>
            <p:custDataLst>
              <p:tags r:id="rId73"/>
            </p:custDataLst>
          </p:nvPr>
        </p:nvSpPr>
        <p:spPr>
          <a:xfrm>
            <a:off x="6582825" y="415719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944" name="OTLSHAPE_T_a0d599e8b32b4c25aa40ac071c6760ce_Title"/>
          <p:cNvSpPr txBox="1"/>
          <p:nvPr>
            <p:custDataLst>
              <p:tags r:id="rId74"/>
            </p:custDataLst>
          </p:nvPr>
        </p:nvSpPr>
        <p:spPr>
          <a:xfrm>
            <a:off x="127000" y="4064168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UAT Testing</a:t>
            </a:r>
            <a:endParaRPr lang="en-CA" sz="12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45" name="OTLSHAPE_T_460eed6a1963409ab155b64071c3f445_Shape"/>
          <p:cNvSpPr/>
          <p:nvPr>
            <p:custDataLst>
              <p:tags r:id="rId75"/>
            </p:custDataLst>
          </p:nvPr>
        </p:nvSpPr>
        <p:spPr>
          <a:xfrm>
            <a:off x="7085531" y="4423896"/>
            <a:ext cx="292100" cy="2794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46" name="OTLSHAPE_T_460eed6a1963409ab155b64071c3f445_ShapePercentage" hidden="1"/>
          <p:cNvSpPr/>
          <p:nvPr>
            <p:custDataLst>
              <p:tags r:id="rId76"/>
            </p:custDataLst>
          </p:nvPr>
        </p:nvSpPr>
        <p:spPr>
          <a:xfrm>
            <a:off x="7085531" y="44238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47" name="OTLSHAPE_T_460eed6a1963409ab155b64071c3f445_Duration" hidden="1"/>
          <p:cNvSpPr txBox="1"/>
          <p:nvPr>
            <p:custDataLst>
              <p:tags r:id="rId77"/>
            </p:custDataLst>
          </p:nvPr>
        </p:nvSpPr>
        <p:spPr>
          <a:xfrm>
            <a:off x="0" y="44238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48" name="OTLSHAPE_T_460eed6a1963409ab155b64071c3f445_TextPercentage" hidden="1"/>
          <p:cNvSpPr txBox="1"/>
          <p:nvPr>
            <p:custDataLst>
              <p:tags r:id="rId78"/>
            </p:custDataLst>
          </p:nvPr>
        </p:nvSpPr>
        <p:spPr>
          <a:xfrm>
            <a:off x="0" y="45789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949" name="OTLSHAPE_T_460eed6a1963409ab155b64071c3f445_StartDate" hidden="1"/>
          <p:cNvSpPr txBox="1"/>
          <p:nvPr>
            <p:custDataLst>
              <p:tags r:id="rId79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50" name="OTLSHAPE_T_460eed6a1963409ab155b64071c3f445_EndDate" hidden="1"/>
          <p:cNvSpPr txBox="1"/>
          <p:nvPr>
            <p:custDataLst>
              <p:tags r:id="rId80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51" name="OTLSHAPE_T_460eed6a1963409ab155b64071c3f445_JoinedDate"/>
          <p:cNvSpPr txBox="1"/>
          <p:nvPr>
            <p:custDataLst>
              <p:tags r:id="rId81"/>
            </p:custDataLst>
          </p:nvPr>
        </p:nvSpPr>
        <p:spPr>
          <a:xfrm>
            <a:off x="7423575" y="4486084"/>
            <a:ext cx="850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111111"/>
                </a:solidFill>
                <a:latin typeface="Calibri" panose="020F0502020204030204" pitchFamily="34" charset="0"/>
              </a:rPr>
              <a:t>Mar 15 - Mar 26</a:t>
            </a:r>
            <a:endParaRPr lang="en-CA" sz="1000" spc="-2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52" name="OTLSHAPE_T_460eed6a1963409ab155b64071c3f445_Title"/>
          <p:cNvSpPr txBox="1"/>
          <p:nvPr>
            <p:custDataLst>
              <p:tags r:id="rId82"/>
            </p:custDataLst>
          </p:nvPr>
        </p:nvSpPr>
        <p:spPr>
          <a:xfrm>
            <a:off x="127000" y="4470568"/>
            <a:ext cx="457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4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200" b="1" spc="-1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875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yMy4wMC4wMCIsIkVkaXRpb24iOiJQbHVzIiwiSXNQbHVzRWRpdGlvbiI6dHJ1ZX0sIkVmZmVjdCI6MSwiU3R5bGUiOnsiJGlkIjoiMyIsIlRpbWViYW5kU3R5bGUiOnsiJGlkIjoiNCIsIlNjYWxlTWFya2luZyI6MCwiU2hhcGUiOjAsIlNoYXBlU3R5bGUiOnsiJGlkIjoiNSIsIk1hcmdpbiI6eyIkaWQiOiI2IiwiVG9wIjowLCJMZWZ0IjoxMiwiUmlnaHQiOjEyLCJCb3R0b20iOjB9LCJQYWRkaW5nIjp7IiRpZCI6IjciLCJUb3AiOjcsIkxlZnQiOjAsIlJpZ2h0IjowLCJCb3R0b20iOjd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NSwiQm90dG9tIjowfSwiUGFkZGluZyI6eyIkaWQiOiIxOCIsIlRvcCI6MCwiTGVmdCI6MCwiUmlnaHQiOjAsIkJvdHRvbSI6MH0sIkJhY2tncm91bmQiOnsiJGlkIjoiMTkiLCJDb2xvciI6eyIkaWQiOiIyMCIsIkEiOjI1NSwiUiI6MjU1LCJHIjoyNTUsIkIiOjI1NX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pZCI6IjI4IiwiQSI6MjU1LCJSIjoyNTUsIkciOjI1NSwiQiI6MjU1fX0sIklzVmlzaWJsZSI6dHJ1ZSwiV2lkdGgiOjAuMCwiSGVpZ2h0IjowLjAsIkJvcmRlclN0eWxlIjpudWxsLCJQYXJlbnRTdHlsZSI6bnVsbH0sIlRvZGF5VGV4dFN0eWxlIjp7IiRpZCI6IjI5IiwiRm9udFNldHRpbmdzIjp7IiRpZCI6IjMwIiwiRm9udFNpemUiOjEy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GlkIjoiMzYiLCJBIjoyNTUsIlIiOjI1NSwiRyI6MjU1LCJCIjoyNTV9fSwiSXNWaXNpYmxlIjp0cnVlLCJXaWR0aCI6MC4wLCJIZWlnaHQiOjAuMCwiQm9yZGVyU3R5bGUiOm51bGwsIlBhcmVudFN0eWxlIjpudWxsfSwiVG9kYXlNYXJrZXJTdHlsZSI6eyIkaWQiOiIzNyIsIk1hcmdpbiI6eyIkaWQiOiIzOCIsIlRvcCI6MCwiTGVmdCI6MCwiUmlnaHQiOjAsIkJvdHRvbSI6MH0sIlBhZGRpbmciOnsiJGlkIjoiMzkiLCJUb3AiOjAsIkxlZnQiOjAsIlJpZ2h0IjowLCJCb3R0b20iOjB9LCJCYWNrZ3JvdW5kIjp7IiRpZCI6IjQwIiwiQ29sb3IiOnsiJGlkIjoiNDEiLCJBIjoyNTUsIlIiOjI1NSwiRyI6MCwiQiI6MH19LCJJc1Zpc2libGUiOnRydWUsIldpZHRoIjowLjAsIkhlaWdodCI6MC4wLCJCb3JkZXJTdHlsZSI6bnVsbCwiUGFyZW50U3R5bGUiOm51bGx9LCJTY2FsZVN0eWxlIjp7IiRpZCI6IjQyIiwiU2hvd1NlZ21lbnRTZXBhcmF0b3JzIjp0cnVlLCJTZWdtZW50U2VwYXJhdG9yT3BhY2l0eSI6MzAsIkZvbnRTZXR0aW5ncyI6eyIkaWQiOiI0MyIsIkZvbnRTaXplIjoxMiwiRm9udE5hbWUiOiJDYWxpYnJpIiwiSXNCb2xkIjpmYWxzZSwiSXNJdGFsaWMiOmZhbHNlLCJJc1VuZGVybGluZWQiOmZhbHNlLCJQYXJlbnRTdHlsZSI6bnVsbH0sIkF1dG9TaXplIjowLCJGb3JlZ3JvdW5kIjp7IiRpZCI6IjQ0IiwiQ29sb3IiOnsiJGlkIjoiNDU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YiLCJUb3AiOjAsIkxlZnQiOjUsIlJpZ2h0IjowLCJCb3R0b20iOjB9LCJQYWRkaW5nIjp7IiRpZCI6IjQ3IiwiVG9wIjowLCJMZWZ0IjowLCJSaWdodCI6MCwiQm90dG9tIjowfSwiQmFja2dyb3VuZCI6eyIkaWQiOiI0OCIsIkNvbG9yIjp7IiRpZCI6IjQ5IiwiQSI6ODksIlIiOjAsIkciOjAsIkIiOjB9fSwiSXNWaXNpYmxlIjp0cnVlLCJXaWR0aCI6MC4wLCJIZWlnaHQiOjAuMCwiQm9yZGVyU3R5bGUiOm51bGwsIlBhcmVudFN0eWxlIjpudWxsfSwiRWxhcHNlZFRpbWVCYWNrZ3JvdW5kIjp7IiRpZCI6IjUwIiwiQ29sb3IiOnsiJGlkIjoiNTEiLCJBIjoxOTEsIlIiOjI1NSwiRyI6MCwiQiI6MH19LCJBcHBlbmRZZWFyT25ZZWFyQ2hhbmdlIjp0cnVlLCJFbGFwc2VkVGltZUZvcm1hdCI6MCwiVG9kYXlNYXJrZXJQb3NpdGlvbiI6MCwiUXVpY2tQb3NpdGlvbiI6MywiQWJzb2x1dGVQb3NpdGlvbiI6MTc0LjMzODI1NywiTWFyZ2luIjp7IiRpZCI6IjUyIiwiVG9wIjowLCJMZWZ0IjoxMCwiUmlnaHQiOjEwLCJCb3R0b20iOjB9LCJQYWRkaW5nIjp7IiRpZCI6IjUzIiwiVG9wIjowLCJMZWZ0IjowLCJSaWdodCI6MCwiQm90dG9tIjowfSwiQmFja2dyb3VuZCI6eyIkaWQiOiI1NCIsIkNvbG9yIjp7IiRpZCI6IjU1IiwiQSI6MjU1LCJSIjozMSwiRyI6NzMsIkIiOjEyNX19LCJJc1Zpc2libGUiOnRydWUsIldpZHRoIjowLjAsIkhlaWdodCI6MC4wLCJCb3JkZXJTdHlsZSI6bnVsbCwiUGFyZW50U3R5bGUiOm51bGx9LCJEZWZhdWx0TWlsZXN0b25lU3R5bGUiOnsiJGlkIjoiNTYiLCJTaGFwZSI6MCwiQ29ubmVjdG9yTWFyZ2luIjp7IiRpZCI6IjU3IiwiVG9wIjowLCJMZWZ0IjoyLCJSaWdodCI6MiwiQm90dG9tIjowfSwiQ29ubmVjdG9yU3R5bGUiOnsiJGlkIjoiNTgiLCJMaW5lQ29sb3IiOnsiJGlkIjoiNTkiLCIkdHlwZSI6Ik5MUkUuQ29tbW9uLkRvbS5Tb2xpZENvbG9yQnJ1c2gsIE5MUkUuQ29tbW9uIiwiQ29sb3IiOnsiJGlkIjoiNjAiLCJBIjoxMjcsIlIiOjMxLCJHIjo3MywiQiI6MTI2fX0sIkxpbmVXZWlnaHQiOjEuMCwiTGluZVR5cGUiOjAsIlBhcmVudFN0eWxlIjpudWxsfSwiSXNCZWxvd1RpbWViYW5kIjpmYWxzZSwiSGlkZURhdGUiOmZhbHNlLCJTaGFwZVNpemUiOjEsIlNwYWNpbmciOjEuMCwiUGFkZGluZyI6eyIkaWQiOiI2MSIsIlRvcCI6NywiTGVmdCI6MywiUmlnaHQiOjAsIkJvdHRvbSI6Mn0sIlNoYXBlU3R5bGUiOnsiJGlkIjoiNjIiLCJNYXJnaW4iOnsiJGlkIjoiNjMiLCJUb3AiOjAsIkxlZnQiOjAsIlJpZ2h0IjowLCJCb3R0b20iOjB9LCJQYWRkaW5nIjp7IiRpZCI6IjY0IiwiVG9wIjowLCJMZWZ0IjowLCJSaWdodCI6MCwiQm90dG9tIjowfSwiQmFja2dyb3VuZCI6eyIkaWQiOiI2NSIsIkNvbG9yIjp7IiRpZCI6IjY2IiwiQSI6MjU1LCJSIjowLCJHIjoxMTQsIkIiOjE4OH19LCJJc1Zpc2libGUiOnRydWUsIldpZHRoIjoxOC4wLCJIZWlnaHQiOjIwLjAsIkJvcmRlclN0eWxlIjp7IiRpZCI6IjY3IiwiTGluZUNvbG9yIjp7IiRpZCI6IjY4IiwiJHR5cGUiOiJOTFJFLkNvbW1vbi5Eb20uU29saWRDb2xvckJydXNoLCBOTFJFLkNvbW1vbiIsIkNvbG9yIjp7IiRpZCI6IjY5IiwiQSI6MjU1LCJSIjoyNTUsIkciOjAsIkIiOjB9fSwiTGluZVdlaWdodCI6MC4wLCJMaW5lVHlwZSI6MCwiUGFyZW50U3R5bGUiOm51bGx9LCJQYXJlbnRTdHlsZSI6bnVsbH0sIlRpdGxlU3R5bGUiOnsiJGlkIjoiNzAiLCJGb250U2V0dGluZ3MiOnsiJGlkIjoiNzEiLCJGb250U2l6ZSI6MTEsIkZvbnROYW1lIjoiQ2FsaWJyaSIsIklzQm9sZCI6dHJ1ZSwiSXNJdGFsaWMiOmZhbHNlLCJJc1VuZGVybGluZWQiOmZhbHNlLCJQYXJlbnRTdHlsZSI6bnVsbH0sIkF1dG9TaXplIjowLCJGb3JlZ3JvdW5kIjp7IiRpZCI6IjcyIiwiQ29sb3IiOnsiJGlkIjoi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QiLCJUb3AiOjAsIkxlZnQiOjAsIlJpZ2h0IjowLCJCb3R0b20iOjB9LCJQYWRkaW5nIjp7IiRpZCI6Ijc1IiwiVG9wIjowLCJMZWZ0IjowLCJSaWdodCI6MCwiQm90dG9tIjowfSwiQmFja2dyb3VuZCI6eyIkaWQiOiI3NiIsIkNvbG9yIjp7IiRyZWYiOiI0OSJ9fSwiSXNWaXNpYmxlIjp0cnVlLCJXaWR0aCI6MC4wLCJIZWlnaHQiOjAuMCwiQm9yZGVyU3R5bGUiOm51bGwsIlBhcmVudFN0eWxlIjpudWxsfSwiRGF0ZVN0eWxlIjp7IiRpZCI6Ijc3IiwiRm9udFNldHRpbmdzIjp7IiRpZCI6Ijc4IiwiRm9udFNpemUiOjEwLCJGb250TmFtZSI6IkNhbGlicmkiLCJJc0JvbGQiOmZhbHNlLCJJc0l0YWxpYyI6ZmFsc2UsIklzVW5kZXJsaW5lZCI6ZmFsc2UsIlBhcmVudFN0eWxlIjpudWxsfSwiQXV0b1NpemUiOjAsIkZvcmVncm91bmQiOnsiJGlkIjoiNzkiLCJDb2xvciI6eyIkaWQiOiI4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EiLCJUb3AiOjAsIkxlZnQiOjAsIlJpZ2h0IjowLCJCb3R0b20iOjB9LCJQYWRkaW5nIjp7IiRpZCI6IjgyIiwiVG9wIjowLCJMZWZ0IjowLCJSaWdodCI6MCwiQm90dG9tIjowfSwiQmFja2dyb3VuZCI6eyIkaWQiOiI4MyIsIkNvbG9yIjp7IiRyZWYiOiI0OSJ9fSwiSXNWaXNpYmxlIjp0cnVlLCJXaWR0aCI6MC4wLCJIZWlnaHQiOjAuMCwiQm9yZGVyU3R5bGUiOm51bGwsIlBhcmVudFN0eWxlIjpudWxsfSwiRGF0ZUZvcm1hdCI6eyIkaWQiOi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UiLCJTaGFwZSI6MCwiU2hhcGVUaGlja25lc3MiOjAsIkR1cmF0aW9uRm9ybWF0IjowLCJJbmNsdWRlTm9uV29ya2luZ0RheXNJbkR1cmF0aW9uIjpmYWxzZSwiUGVyY2VudGFnZUNvbXBsZXRlU3R5bGUiOnsiJGlkIjoiODYiLCJGb250U2V0dGluZ3MiOnsiJGlkIjoiODciLCJGb250U2l6ZSI6MTAsIkZvbnROYW1lIjoiQ2FsaWJyaSIsIklzQm9sZCI6ZmFsc2UsIklzSXRhbGljIjpmYWxzZSwiSXNVbmRlcmxpbmVkIjpmYWxzZSwiUGFyZW50U3R5bGUiOm51bGx9LCJBdXRvU2l6ZSI6MCwiRm9yZWdyb3VuZCI6eyIkaWQiOiI4OCIsIkNvbG9yIjp7IiRpZCI6Ijg5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kwIiwiVG9wIjowLCJMZWZ0IjowLCJSaWdodCI6MCwiQm90dG9tIjowfSwiUGFkZGluZyI6eyIkaWQiOiI5MSIsIlRvcCI6MCwiTGVmdCI6MCwiUmlnaHQiOjAsIkJvdHRvbSI6MH0sIkJhY2tncm91bmQiOnsiJGlkIjoiOTIiLCJDb2xvciI6eyIkcmVmIjoiNDkifX0sIklzVmlzaWJsZSI6dHJ1ZSwiV2lkdGgiOjAuMCwiSGVpZ2h0IjowLjAsIkJvcmRlclN0eWxlIjpudWxsLCJQYXJlbnRTdHlsZSI6bnVsbH0sIkR1cmF0aW9uU3R5bGUiOnsiJGlkIjoiOTMiLCJGb250U2V0dGluZ3MiOnsiJGlkIjoiOTQiLCJGb250U2l6ZSI6MTAsIkZvbnROYW1lIjoiQ2FsaWJyaSIsIklzQm9sZCI6ZmFsc2UsIklzSXRhbGljIjpmYWxzZSwiSXNVbmRlcmxpbmVkIjpmYWxzZSwiUGFyZW50U3R5bGUiOm51bGx9LCJBdXRvU2l6ZSI6MCwiRm9yZWdyb3VuZCI6eyIkaWQiOiI5NSIsIkNvbG9yIjp7IiRpZCI6Ijk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ciLCJUb3AiOjAsIkxlZnQiOjAsIlJpZ2h0IjowLCJCb3R0b20iOjB9LCJQYWRkaW5nIjp7IiRpZCI6Ijk4IiwiVG9wIjowLCJMZWZ0IjowLCJSaWdodCI6MCwiQm90dG9tIjowfSwiQmFja2dyb3VuZCI6eyIkaWQiOiI5OSIsIkNvbG9yIjp7IiRyZWYiOiI0OSJ9fSwiSXNWaXNpYmxlIjp0cnVlLCJXaWR0aCI6MC4wLCJIZWlnaHQiOjAuMCwiQm9yZGVyU3R5bGUiOm51bGwsIlBhcmVudFN0eWxlIjpudWxsfSwiSG9yaXpvbnRhbENvbm5lY3RvclN0eWxlIjp7IiRpZCI6IjEwMCIsIkxpbmVDb2xvciI6eyIkaWQiOiIxMDEiLCIkdHlwZSI6Ik5MUkUuQ29tbW9uLkRvbS5Tb2xpZENvbG9yQnJ1c2gsIE5MUkUuQ29tbW9uIiwiQ29sb3IiOnsiJGlkIjoiMTAyIiwiQSI6MjU1LCJSIjoyMDQsIkciOjIwNCwiQiI6MjA0fX0sIkxpbmVXZWlnaHQiOjEuMCwiTGluZVR5cGUiOjAsIlBhcmVudFN0eWxlIjpudWxsfSwiVmVydGljYWxDb25uZWN0b3JTdHlsZSI6eyIkaWQiOiIxMDMiLCJMaW5lQ29sb3IiOnsiJGlkIjoiMTA0IiwiJHR5cGUiOiJOTFJFLkNvbW1vbi5Eb20uU29saWRDb2xvckJydXNoLCBOTFJFLkNvbW1vbiIsIkNvbG9yIjp7IiRpZCI6IjEwNS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2IiwiTWFyZ2luIjp7IiRpZCI6IjEwNyIsIlRvcCI6MCwiTGVmdCI6NCwiUmlnaHQiOjQsIkJvdHRvbSI6MH0sIlBhZGRpbmciOnsiJGlkIjoiMTA4IiwiVG9wIjowLCJMZWZ0IjowLCJSaWdodCI6MCwiQm90dG9tIjowfSwiQmFja2dyb3VuZCI6eyIkaWQiOiIxMDkiLCJDb2xvciI6eyIkaWQiOiIxMTAiLCJBIjoyNTUsIlIiOjAsIkciOjExNCwiQiI6MTg4fX0sIklzVmlzaWJsZSI6dHJ1ZSwiV2lkdGgiOjAuMCwiSGVpZ2h0IjoxMC4wLCJCb3JkZXJTdHlsZSI6eyIkaWQiOiIxMTEiLCJMaW5lQ29sb3IiOnsiJGlkIjoiMTEyIiwiJHR5cGUiOiJOTFJFLkNvbW1vbi5Eb20uU29saWRDb2xvckJydXNoLCBOTFJFLkNvbW1vbiIsIkNvbG9yIjp7IiRpZCI6IjExMyIsIkEiOjI1NSwiUiI6MjU1LCJHIjowLCJCIjowfX0sIkxpbmVXZWlnaHQiOjAuMCwiTGluZVR5cGUiOjAsIlBhcmVudFN0eWxlIjpudWxsfSwiUGFyZW50U3R5bGUiOm51bGx9LCJUaXRsZVN0eWxlIjp7IiRpZCI6IjExNCIsIkZvbnRTZXR0aW5ncyI6eyIkaWQiOiIxMTUiLCJGb250U2l6ZSI6MTEsIkZvbnROYW1lIjoiQ2FsaWJyaSIsIklzQm9sZCI6dHJ1ZSwiSXNJdGFsaWMiOmZhbHNlLCJJc1VuZGVybGluZWQiOmZhbHNlLCJQYXJlbnRTdHlsZSI6bnVsbH0sIkF1dG9TaXplIjowLCJGb3JlZ3JvdW5kIjp7IiRpZCI6IjExNiIsIkNvbG9yIjp7IiRpZCI6IjEx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giLCJUb3AiOjAsIkxlZnQiOjAsIlJpZ2h0IjowLCJCb3R0b20iOjB9LCJQYWRkaW5nIjp7IiRpZCI6IjExOSIsIlRvcCI6MCwiTGVmdCI6MCwiUmlnaHQiOjAsIkJvdHRvbSI6MH0sIkJhY2tncm91bmQiOnsiJGlkIjoiMTIwIiwiQ29sb3IiOnsiJHJlZiI6IjQ5In19LCJJc1Zpc2libGUiOnRydWUsIldpZHRoIjowLjAsIkhlaWdodCI6MC4wLCJCb3JkZXJTdHlsZSI6bnVsbCwiUGFyZW50U3R5bGUiOm51bGx9LCJEYXRlU3R5bGUiOnsiJGlkIjoiMTIxIiwiRm9udFNldHRpbmdzIjp7IiRpZCI6IjEyMiIsIkZvbnRTaXplIjoxMCwiRm9udE5hbWUiOiJDYWxpYnJpIiwiSXNCb2xkIjpmYWxzZSwiSXNJdGFsaWMiOmZhbHNlLCJJc1VuZGVybGluZWQiOmZhbHNlLCJQYXJlbnRTdHlsZSI6bnVsbH0sIkF1dG9TaXplIjowLCJGb3JlZ3JvdW5kIjp7IiRpZCI6IjEyMyIsIkNvbG9yIjp7IiRpZCI6IjE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1IiwiVG9wIjowLCJMZWZ0IjowLCJSaWdodCI6MCwiQm90dG9tIjowfSwiUGFkZGluZyI6eyIkaWQiOiIxMjYiLCJUb3AiOjAsIkxlZnQiOjAsIlJpZ2h0IjowLCJCb3R0b20iOjB9LCJCYWNrZ3JvdW5kIjp7IiRpZCI6IjEyNyIsIkNvbG9yIjp7IiRyZWYiOiI0OSJ9fSwiSXNWaXNpYmxlIjp0cnVlLCJXaWR0aCI6MC4wLCJIZWlnaHQiOjAuMCwiQm9yZGVyU3R5bGUiOm51bGwsIlBhcmVudFN0eWxlIjpudWxsfSwiRGF0ZUZvcm1hdCI6eyIkaWQiOiIx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MwIiwiU3RhcnREYXRlIjoiMDAwMS0wMS0wMVQwMDowMDowMCIsIkVuZERhdGUiOiIyMDIxLTExLTIyVDAwOjAwOjAwIiwiRm9ybWF0IjoiTU1NIiwiVHlwZSI6MiwiQXV0b0RhdGVSYW5nZSI6dHJ1ZSwiV29ya2luZ0RheXMiOjMxLCJUb2RheU1hcmtlclRleHQiOiJUb2RheSIsIkF1dG9TY2FsZVR5cGUiOnRydWV9LCJNaWxlc3RvbmVzIjpbeyIkaWQiOiIxMzEiLCJEYXRlIjoiMjAyMC0wNy0wMVQwMDowMDowMCIsIlN0eWxlIjp7IiRpZCI6IjEzMiIsIlNoYXBlIjoxNiwiQ29ubmVjdG9yTWFyZ2luIjp7IiRyZWYiOiI1NyJ9LCJDb25uZWN0b3JTdHlsZSI6eyIkaWQiOiIxMzMiLCJMaW5lQ29sb3IiOnsiJGlkIjoiMTM0IiwiJHR5cGUiOiJOTFJFLkNvbW1vbi5Eb20uU29saWRDb2xvckJydXNoLCBOTFJFLkNvbW1vbiIsIkNvbG9yIjp7IiRpZCI6IjEzNSIsIkEiOjI1NSwiUiI6MjU1LCJHIjoyNTUsIkIiOjI1NX19LCJMaW5lV2VpZ2h0IjoxLjAsIkxpbmVUeXBlIjowLCJQYXJlbnRTdHlsZSI6bnVsbH0sIklzQmVsb3dUaW1lYmFuZCI6ZmFsc2UsIkhpZGVEYXRlIjpmYWxzZSwiU2hhcGVTaXplIjowLCJTcGFjaW5nIjoxLjAsIlBhZGRpbmciOnsiJHJlZiI6IjYxIn0sIlNoYXBlU3R5bGUiOnsiJGlkIjoiMTM2IiwiTWFyZ2luIjp7IiRyZWYiOiI2MyJ9LCJQYWRkaW5nIjp7IiRyZWYiOiI2NCJ9LCJCYWNrZ3JvdW5kIjp7IiRpZCI6IjEzNyIsIkNvbG9yIjp7IiRpZCI6IjEzOCIsIkEiOjI1NSwiUiI6MjU1LCJHIjoyNTUsIkIiOjI1NX19LCJJc1Zpc2libGUiOnRydWUsIldpZHRoIjoxMi4wLCJIZWlnaHQiOjE0LjAsIkJvcmRlclN0eWxlIjp7IiRpZCI6IjEzOSIsIkxpbmVDb2xvciI6eyIkcmVmIjoiNjgifSwiTGluZVdlaWdodCI6MC4wLCJMaW5lVHlwZSI6MCwiUGFyZW50U3R5bGUiOm51bGx9LCJQYXJlbnRTdHlsZSI6bnVsbH0sIlRpdGxlU3R5bGUiOnsiJGlkIjoiMTQwIiwiRm9udFNldHRpbmdzIjp7IiRpZCI6IjE0MSIsIkZvbnRTaXplIjoxMSwiRm9udE5hbWUiOiJDYWxpYnJpIiwiSXNCb2xkIjp0cnVlLCJJc0l0YWxpYyI6ZmFsc2UsIklzVW5kZXJsaW5lZCI6ZmFsc2UsIlBhcmVudFN0eWxlIjpudWxsfSwiQXV0b1NpemUiOjAsIkZvcmVncm91bmQiOnsiJGlkIjoiMTQyIiwiQ29sb3IiOnsiJGlkIjoiMTQ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eyIkaWQiOiIxNDQiLCJMaW5lQ29sb3IiOm51bGwsIkxpbmVXZWlnaHQiOjAuMCwiTGluZVR5cGUiOjAsIlBhcmVudFN0eWxlIjpudWxsfSwiUGFyZW50U3R5bGUiOm51bGx9LCJEYXRlU3R5bGUiOnsiJGlkIjoiMTQ1IiwiRm9udFNldHRpbmdzIjp7IiRpZCI6IjE0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mYWxzZSwiV2lkdGgiOjAuMCwiSGVpZ2h0IjowLjAsIkJvcmRlclN0eWxlIjp7IiRpZCI6IjE0NyIsIkxpbmVDb2xvciI6bnVsbCwiTGluZVdlaWdodCI6MC4wLCJMaW5lVHlwZSI6MCwiUGFyZW50U3R5bGUiOm51bGx9LCJQYXJlbnRTdHlsZSI6bnVsbH0sIkRhdGVGb3JtYXQiOnsiJHJlZiI6Ijg0In0sIklzVmlzaWJsZSI6dHJ1ZSwiUGFyZW50U3R5bGUiOm51bGx9LCJJbmRleCI6MiwiUGVyY2VudGFnZUNvbXBsZXRlIjpudWxsLCJQb3NpdGlvbiI6eyJSYXRpbyI6MC4wLCJJc0N1c3RvbSI6ZmFsc2V9LCJEYXRlRm9ybWF0Ijp7IiRyZWYiOiI4NCJ9LCJJZCI6ImVmMjk3YjcxLWUzNzUtNDliMC1iOGY4LTY3YzhjMzRmMzMwNSIsIkltcG9ydElkIjpudWxsLCJUaXRsZSI6IlN0YXJ0IiwiTm90ZSI6bnVsbCwiSHlwZXJsaW5rIjpudWxsLCJJc0NoYW5nZWQiOmZhbHNlLCJJc05ldyI6ZmFsc2V9LHsiJGlkIjoiMTQ4IiwiRGF0ZSI6IjIwMjEtMDMtMjJUMjM6NTk6MDAiLCJTdHlsZSI6eyIkaWQiOiIxNDkiLCJTaGFwZSI6MCwiQ29ubmVjdG9yTWFyZ2luIjp7IiRyZWYiOiI1NyJ9LCJDb25uZWN0b3JTdHlsZSI6eyIkaWQiOiIxNTAiLCJMaW5lQ29sb3IiOnsiJHJlZiI6IjU5In0sIkxpbmVXZWlnaHQiOjEuMCwiTGluZVR5cGUiOjAsIlBhcmVudFN0eWxlIjpudWxsfSwiSXNCZWxvd1RpbWViYW5kIjpmYWxzZSwiSGlkZURhdGUiOmZhbHNlLCJTaGFwZVNpemUiOjEsIlNwYWNpbmciOjEuMCwiUGFkZGluZyI6eyIkcmVmIjoiNjEifSwiU2hhcGVTdHlsZSI6eyIkaWQiOiIxNTEiLCJNYXJnaW4iOnsiJHJlZiI6IjYzIn0sIlBhZGRpbmciOnsiJHJlZiI6IjY0In0sIkJhY2tncm91bmQiOnsiJGlkIjoiMTUyIiwiQ29sb3IiOnsiJGlkIjoiMTUzIiwiQSI6MjU1LCJSIjo3OSwiRyI6MTI5LCJCIjoxODl9fSwiSXNWaXNpYmxlIjp0cnVlLCJXaWR0aCI6MTguMCwiSGVpZ2h0IjoyMC4wLCJCb3JkZXJTdHlsZSI6eyIkaWQiOiIxNTQiLCJMaW5lQ29sb3IiOnsiJHJlZiI6IjY4In0sIkxpbmVXZWlnaHQiOjAuMCwiTGluZVR5cGUiOjAsIlBhcmVudFN0eWxlIjpudWxsfSwiUGFyZW50U3R5bGUiOm51bGx9LCJUaXRsZVN0eWxlIjp7IiRpZCI6IjE1NSIsIkZvbnRTZXR0aW5ncyI6eyIkaWQiOiIxNTYiLCJGb250U2l6ZSI6MTEsIkZvbnROYW1lIjoiQ2FsaWJyaSIsIklzQm9sZCI6dHJ1ZSwiSXNJdGFsaWMiOmZhbHNlLCJJc1VuZGVybGluZWQiOmZhbHNlLCJQYXJlbnRTdHlsZSI6bnVsbH0sIkF1dG9TaXplIjowLCJGb3JlZ3JvdW5kIjp7IiRpZCI6IjE1NyIsIkNvbG9yIjp7IiRpZCI6IjE1OC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TU5IiwiTGluZUNvbG9yIjpudWxsLCJMaW5lV2VpZ2h0IjowLjAsIkxpbmVUeXBlIjowLCJQYXJlbnRTdHlsZSI6bnVsbH0sIlBhcmVudFN0eWxlIjpudWxsfSwiRGF0ZVN0eWxlIjp7IiRpZCI6IjE2MCIsIkZvbnRTZXR0aW5ncyI6eyIkaWQiOiIxNjEiLCJGb250U2l6ZSI6MTAsIkZvbnROYW1lIjoiQ2FsaWJyaSIsIklzQm9sZCI6ZmFsc2UsIklzSXRhbGljIjpmYWxzZSwiSXNVbmRlcmxpbmVkIjpmYWxzZSwiUGFyZW50U3R5bGUiOm51bGx9LCJBdXRvU2l6ZSI6MCwiRm9yZWdyb3VuZCI6eyIkcmVmIjoiNzkifSwiTWF4V2lkdGgiOjIwMC4wLCJNYXhIZWlnaHQiOiJJbmZpbml0eSIsIlNtYXJ0Rm9yZWdyb3VuZElzQWN0aXZlIjpmYWxzZSwiSG9yaXpvbnRhbEFsaWdubWVudCI6MCwiVmVydGljYWxBbGlnbm1lbnQiOjAsIlNtYXJ0Rm9yZWdyb3VuZCI6bnVsbCwiQmFja2dyb3VuZEZpbGxUeXBlIjowLCJNYXJnaW4iOnsiJHJlZiI6IjgxIn0sIlBhZGRpbmciOnsiJHJlZiI6IjgyIn0sIkJhY2tncm91bmQiOnsiJHJlZiI6IjgzIn0sIklzVmlzaWJsZSI6dHJ1ZSwiV2lkdGgiOjAuMCwiSGVpZ2h0IjowLjAsIkJvcmRlclN0eWxlIjp7IiRpZCI6IjE2MiIsIkxpbmVDb2xvciI6bnVsbCwiTGluZVdlaWdodCI6MC4wLCJMaW5lVHlwZSI6MCwiUGFyZW50U3R5bGUiOm51bGx9LCJQYXJlbnRTdHlsZSI6bnVsbH0sIkRhdGVGb3JtYXQiOnsiJHJlZiI6Ijg0In0sIklzVmlzaWJsZSI6dHJ1ZSwiUGFyZW50U3R5bGUiOm51bGx9LCJJbmRleCI6NywiUGVyY2VudGFnZUNvbXBsZXRlIjpudWxsLCJQb3NpdGlvbiI6eyJSYXRpbyI6MC4wLCJJc0N1c3RvbSI6ZmFsc2V9LCJEYXRlRm9ybWF0Ijp7IiRyZWYiOiI4NCJ9LCJJZCI6IjM1NmE1N2Q5LThmZWItNGYxYy05YmVjLWM2MmE1ZTFlMzU1NyIsIkltcG9ydElkIjpudWxsLCJUaXRsZSI6IlNtYWxsIEJ1c2luZXNzIFNvZnQgTGF1bmNoIiwiTm90ZSI6bnVsbCwiSHlwZXJsaW5rIjpudWxsLCJJc0NoYW5nZWQiOmZhbHNlLCJJc05ldyI6ZmFsc2V9LHsiJGlkIjoiMTYzIiwiRGF0ZSI6IjIwMjEtMDQtMTJUMjM6NTk6MDAiLCJTdHlsZSI6eyIkaWQiOiIxNjQiLCJTaGFwZSI6MCwiQ29ubmVjdG9yTWFyZ2luIjp7IiRyZWYiOiI1NyJ9LCJDb25uZWN0b3JTdHlsZSI6eyIkaWQiOiIxNjUiLCJMaW5lQ29sb3IiOnsiJHJlZiI6IjU5In0sIkxpbmVXZWlnaHQiOjEuMCwiTGluZVR5cGUiOjAsIlBhcmVudFN0eWxlIjpudWxsfSwiSXNCZWxvd1RpbWViYW5kIjpmYWxzZSwiSGlkZURhdGUiOmZhbHNlLCJTaGFwZVNpemUiOjEsIlNwYWNpbmciOjEuMCwiUGFkZGluZyI6eyIkcmVmIjoiNjEifSwiU2hhcGVTdHlsZSI6eyIkaWQiOiIxNjYiLCJNYXJnaW4iOnsiJHJlZiI6IjYzIn0sIlBhZGRpbmciOnsiJHJlZiI6IjY0In0sIkJhY2tncm91bmQiOnsiJGlkIjoiMTY3IiwiQ29sb3IiOnsiJGlkIjoiMTY4IiwiQSI6MjU1LCJSIjo3OSwiRyI6MTI5LCJCIjoxODl9fSwiSXNWaXNpYmxlIjp0cnVlLCJXaWR0aCI6MTguMCwiSGVpZ2h0IjoyMC4wLCJCb3JkZXJTdHlsZSI6eyIkaWQiOiIxNjkiLCJMaW5lQ29sb3IiOnsiJHJlZiI6IjY4In0sIkxpbmVXZWlnaHQiOjAuMCwiTGluZVR5cGUiOjAsIlBhcmVudFN0eWxlIjpudWxsfSwiUGFyZW50U3R5bGUiOm51bGx9LCJUaXRsZVN0eWxlIjp7IiRpZCI6IjE3MCIsIkZvbnRTZXR0aW5ncyI6eyIkaWQiOiIxNzEiLCJGb250U2l6ZSI6MTEsIkZvbnROYW1lIjoiQ2FsaWJyaSIsIklzQm9sZCI6dHJ1ZSwiSXNJdGFsaWMiOmZhbHNlLCJJc1VuZGVybGluZWQiOmZhbHNlLCJQYXJlbnRTdHlsZSI6bnVsbH0sIkF1dG9TaXplIjowLCJGb3JlZ3JvdW5kIjp7IiRpZCI6IjE3MiIsIkNvbG9yIjp7IiRpZCI6IjE3My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Tc0IiwiTGluZUNvbG9yIjpudWxsLCJMaW5lV2VpZ2h0IjowLjAsIkxpbmVUeXBlIjowLCJQYXJlbnRTdHlsZSI6bnVsbH0sIlBhcmVudFN0eWxlIjpudWxsfSwiRGF0ZVN0eWxlIjp7IiRpZCI6IjE3NSIsIkZvbnRTZXR0aW5ncyI6eyIkaWQiOiIxNzYiLCJGb250U2l6ZSI6MTAsIkZvbnROYW1lIjoiQ2FsaWJyaSIsIklzQm9sZCI6ZmFsc2UsIklzSXRhbGljIjpmYWxzZSwiSXNVbmRlcmxpbmVkIjpmYWxzZSwiUGFyZW50U3R5bGUiOm51bGx9LCJBdXRvU2l6ZSI6MCwiRm9yZWdyb3VuZCI6eyIkcmVmIjoiNzkifSwiTWF4V2lkdGgiOjIwMC4wLCJNYXhIZWlnaHQiOiJJbmZpbml0eSIsIlNtYXJ0Rm9yZWdyb3VuZElzQWN0aXZlIjpmYWxzZSwiSG9yaXpvbnRhbEFsaWdubWVudCI6MCwiVmVydGljYWxBbGlnbm1lbnQiOjAsIlNtYXJ0Rm9yZWdyb3VuZCI6bnVsbCwiQmFja2dyb3VuZEZpbGxUeXBlIjowLCJNYXJnaW4iOnsiJHJlZiI6IjgxIn0sIlBhZGRpbmciOnsiJHJlZiI6IjgyIn0sIkJhY2tncm91bmQiOnsiJHJlZiI6IjgzIn0sIklzVmlzaWJsZSI6dHJ1ZSwiV2lkdGgiOjAuMCwiSGVpZ2h0IjowLjAsIkJvcmRlclN0eWxlIjp7IiRpZCI6IjE3NyIsIkxpbmVDb2xvciI6bnVsbCwiTGluZVdlaWdodCI6MC4wLCJMaW5lVHlwZSI6MCwiUGFyZW50U3R5bGUiOm51bGx9LCJQYXJlbnRTdHlsZSI6bnVsbH0sIkRhdGVGb3JtYXQiOnsiJHJlZiI6Ijg0In0sIklzVmlzaWJsZSI6dHJ1ZSwiUGFyZW50U3R5bGUiOm51bGx9LCJJbmRleCI6OCwiUGVyY2VudGFnZUNvbXBsZXRlIjpudWxsLCJQb3NpdGlvbiI6eyJSYXRpbyI6MC4wLCJJc0N1c3RvbSI6ZmFsc2V9LCJEYXRlRm9ybWF0Ijp7IiRyZWYiOiI4NCJ9LCJJZCI6ImQxZmQ4ODQzLWMzODItNDYwNi1iYmJmLWM2ZWY5MTY2YmZlNCIsIkltcG9ydElkIjpudWxsLCJUaXRsZSI6IlNtYWxsIEJ1c2luZXNzIExhdW5jaCIsIk5vdGUiOm51bGwsIkh5cGVybGluayI6bnVsbCwiSXNDaGFuZ2VkIjpmYWxzZSwiSXNOZXciOmZhbHNlfV0sIlRhc2tzIjpbeyIkaWQiOiIxNzgiLCJHcm91cE5hbWUiOm51bGwsIlN0YXJ0RGF0ZSI6IjIwMjAtMDgtMTBUMDA6MDA6MDBaIiwiRW5kRGF0ZSI6IjIwMjEtMDQtMTZUMjM6NTk6MDBaIiwiUGVyY2VudGFnZUNvbXBsZXRlIjowLjAsIlN0eWxlIjp7IiRpZCI6IjE3OSIsIlNoYXBlIjozLCJTaGFwZVRoaWNrbmVzcyI6MiwiRHVyYXRpb25Gb3JtYXQiOjAsIkluY2x1ZGVOb25Xb3JraW5nRGF5c0luRHVyYXRpb24iOmZhbHNlLCJQZXJjZW50YWdlQ29tcGxldGVTdHlsZSI6eyIkaWQiOiIxODAiLCJGb250U2V0dGluZ3MiOnsiJGlkIjoiMTgxIiwiRm9udFNpemUiOjEwLCJGb250TmFtZSI6IkNhbGlicmkiLCJJc0JvbGQiOnRydWUsIklzSXRhbGljIjpmYWxzZSwiSXNVbmRlcmxpbmVkIjpmYWxzZSwiUGFyZW50U3R5bGUiOm51bGx9LCJBdXRvU2l6ZSI6MCwiRm9yZWdyb3VuZCI6eyIkaWQiOiIxODIiLCJDb2xvciI6eyIkaWQiOiIxODM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E4NCIsIkxpbmVDb2xvciI6bnVsbCwiTGluZVdlaWdodCI6MC4wLCJMaW5lVHlwZSI6MCwiUGFyZW50U3R5bGUiOm51bGx9LCJQYXJlbnRTdHlsZSI6bnVsbH0sIkR1cmF0aW9uU3R5bGUiOnsiJGlkIjoiMTg1IiwiRm9udFNldHRpbmdzIjp7IiRpZCI6IjE4N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Tg3IiwiTGluZUNvbG9yIjpudWxsLCJMaW5lV2VpZ2h0IjowLjAsIkxpbmVUeXBlIjowLCJQYXJlbnRTdHlsZSI6bnVsbH0sIlBhcmVudFN0eWxlIjpudWxsfSwiSG9yaXpvbnRhbENvbm5lY3RvclN0eWxlIjp7IiRpZCI6IjE4OCIsIkxpbmVDb2xvciI6eyIkaWQiOiIxODkiLCIkdHlwZSI6Ik5MUkUuQ29tbW9uLkRvbS5Tb2xpZENvbG9yQnJ1c2gsIE5MUkUuQ29tbW9uIiwiQ29sb3IiOnsiJGlkIjoiMTkwIiwiQSI6MjU1LCJSIjoyMDQsIkciOjIwNCwiQiI6MjA0fX0sIkxpbmVXZWlnaHQiOjAuMCwiTGluZVR5cGUiOjAsIlBhcmVudFN0eWxlIjpudWxsfSwiVmVydGljYWxDb25uZWN0b3JTdHlsZSI6eyIkaWQiOiIxOTEiLCJMaW5lQ29sb3IiOnsiJHJlZiI6IjEwNC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xMCwiSXNCZWxvd1RpbWViYW5kIjp0cnVlLCJQZXJjZW50YWdlQ29tcGxldGVTaGFwZU9wYWNpdHkiOjM1LCJTaGFwZVN0eWxlIjp7IiRpZCI6IjE5MiIsIk1hcmdpbiI6eyIkcmVmIjoiMTA3In0sIlBhZGRpbmciOnsiJHJlZiI6IjEwOCJ9LCJCYWNrZ3JvdW5kIjp7IiRpZCI6IjE5MyIsIkNvbG9yIjp7IiRpZCI6IjE5NCIsIkEiOjI1NSwiUiI6MCwiRyI6MTE0LCJCIjoxODh9fSwiSXNWaXNpYmxlIjp0cnVlLCJXaWR0aCI6MC4wLCJIZWlnaHQiOjIyLjAsIkJvcmRlclN0eWxlIjp7IiRpZCI6IjE5NSIsIkxpbmVDb2xvciI6eyIkcmVmIjoiMTEyIn0sIkxpbmVXZWlnaHQiOjAuMCwiTGluZVR5cGUiOjAsIlBhcmVudFN0eWxlIjpudWxsfSwiUGFyZW50U3R5bGUiOm51bGx9LCJUaXRsZVN0eWxlIjp7IiRpZCI6IjE5NiIsIkZvbnRTZXR0aW5ncyI6eyIkaWQiOiIxOTciLCJGb250U2l6ZSI6MTIsIkZvbnROYW1lIjoiQ2FsaWJyaSIsIklzQm9sZCI6dHJ1ZSwiSXNJdGFsaWMiOmZhbHNlLCJJc1VuZGVybGluZWQiOmZhbHNlLCJQYXJlbnRTdHlsZSI6bnVsbH0sIkF1dG9TaXplIjowLCJGb3JlZ3JvdW5kIjp7IiRpZCI6IjE5OCIsIkNvbG9yIjp7IiRpZCI6IjE5OSIsIkEiOjI1NSwiUiI6MjM0LCJHIjoyMiwiQiI6Mz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wMCIsIkxpbmVDb2xvciI6bnVsbCwiTGluZVdlaWdodCI6MC4wLCJMaW5lVHlwZSI6MCwiUGFyZW50U3R5bGUiOm51bGx9LCJQYXJlbnRTdHlsZSI6bnVsbH0sIkRhdGVTdHlsZSI6eyIkaWQiOiIyMDEiLCJGb250U2V0dGluZ3MiOnsiJGlkIjoiMjAyIiwiRm9udFNpemUiOjEwLCJGb250TmFtZSI6IkNhbGlicmkiLCJJc0JvbGQiOmZhbHNlLCJJc0l0YWxpYyI6ZmFsc2UsIklzVW5kZXJsaW5lZCI6ZmFsc2UsIlBhcmVudFN0eWxlIjpudWxsfSwiQXV0b1NpemUiOjAsIkZvcmVncm91bmQiOnsiJGlkIjoiMjAzIiwiQ29sb3IiOnsiJGlkIjoiMjA0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MDUiLCJMaW5lQ29sb3IiOm51bGwsIkxpbmVXZWlnaHQiOjAuMCwiTGluZVR5cGUiOjAsIlBhcmVudFN0eWxlIjpudWxsfSwiUGFyZW50U3R5bGUiOm51bGx9LCJEYXRlRm9ybWF0Ijp7IiRyZWYiOiIxMjgifSwiSXNWaXNpYmxlIjp0cnVlLCJQYXJlbnRTdHlsZSI6bnVsbH0sIkluZGV4IjoxLCJTbWFydER1cmF0aW9uQWN0aXZhdGVkIjpmYWxzZSwiRGF0ZUZvcm1hdCI6eyIkcmVmIjoiMTI4In0sIklkIjoiOTg4MmIxN2YtNDBkNS00NWRmLThhMjctNGNjMDhlNzQ1MmEyIiwiSW1wb3J0SWQiOm51bGwsIlRpdGxlIjoiU21hbGwgQnVzaW5lc3MgTGVuZGluZyIsIk5vdGUiOm51bGwsIkh5cGVybGluayI6bnVsbCwiSXNDaGFuZ2VkIjpmYWxzZSwiSXNOZXciOmZhbHNlfSx7IiRpZCI6IjIwNiIsIkdyb3VwTmFtZSI6bnVsbCwiU3RhcnREYXRlIjoiMjAyMC0wOC0xMFQwMDowMDowMFoiLCJFbmREYXRlIjoiMjAyMC0wOS0xOFQyMzo1OTowMFoiLCJQZXJjZW50YWdlQ29tcGxldGUiOjAuMCwiU3R5bGUiOnsiJGlkIjoiMjA3IiwiU2hhcGUiOjAsIlNoYXBlVGhpY2tuZXNzIjoyLCJEdXJhdGlvbkZvcm1hdCI6MCwiSW5jbHVkZU5vbldvcmtpbmdEYXlzSW5EdXJhdGlvbiI6ZmFsc2UsIlBlcmNlbnRhZ2VDb21wbGV0ZVN0eWxlIjp7IiRpZCI6IjIwOCIsIkZvbnRTZXR0aW5ncyI6eyIkaWQiOiIyMDkiLCJGb250U2l6ZSI6MTAsIkZvbnROYW1lIjoiQ2FsaWJyaSIsIklzQm9sZCI6ZmFsc2UsIklzSXRhbGljIjpmYWxzZSwiSXNVbmRlcmxpbmVkIjpmYWxzZSwiUGFyZW50U3R5bGUiOm51bGx9LCJBdXRvU2l6ZSI6MCwiRm9yZWdyb3VuZCI6eyIkaWQiOiIyMTAiLCJDb2xvciI6eyIkaWQiOiIyMT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xMiIsIkxpbmVDb2xvciI6bnVsbCwiTGluZVdlaWdodCI6MC4wLCJMaW5lVHlwZSI6MCwiUGFyZW50U3R5bGUiOm51bGx9LCJQYXJlbnRTdHlsZSI6bnVsbH0sIkR1cmF0aW9uU3R5bGUiOnsiJGlkIjoiMjEzIiwiRm9udFNldHRpbmdzIjp7IiRpZCI6IjIxNC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E1IiwiTGluZUNvbG9yIjpudWxsLCJMaW5lV2VpZ2h0IjowLjAsIkxpbmVUeXBlIjowLCJQYXJlbnRTdHlsZSI6bnVsbH0sIlBhcmVudFN0eWxlIjpudWxsfSwiSG9yaXpvbnRhbENvbm5lY3RvclN0eWxlIjp7IiRpZCI6IjIxNiIsIkxpbmVDb2xvciI6eyIkaWQiOiIyMTciLCIkdHlwZSI6Ik5MUkUuQ29tbW9uLkRvbS5Tb2xpZENvbG9yQnJ1c2gsIE5MUkUuQ29tbW9uIiwiQ29sb3IiOnsiJGlkIjoiMjE4IiwiQSI6MjU1LCJSIjoyMDQsIkciOjIwNCwiQiI6MjA0fX0sIkxpbmVXZWlnaHQiOjEuNSwiTGluZVR5cGUiOjAsIlBhcmVudFN0eWxlIjpudWxsfSwiVmVydGljYWxDb25uZWN0b3JTdHlsZSI6eyIkaWQiOiIyMTkiLCJMaW5lQ29sb3IiOnsiJHJlZiI6IjEwNC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xMCwiSXNCZWxvd1RpbWViYW5kIjp0cnVlLCJQZXJjZW50YWdlQ29tcGxldGVTaGFwZU9wYWNpdHkiOjM1LCJTaGFwZVN0eWxlIjp7IiRpZCI6IjIyMCIsIk1hcmdpbiI6eyIkcmVmIjoiMTA3In0sIlBhZGRpbmciOnsiJHJlZiI6IjEwOCJ9LCJCYWNrZ3JvdW5kIjp7IiRpZCI6IjIyMSIsIkNvbG9yIjp7IiRpZCI6IjIyMiIsIkEiOjI1NSwiUiI6MCwiRyI6MTE0LCJCIjoxODh9fSwiSXNWaXNpYmxlIjp0cnVlLCJXaWR0aCI6MC4wLCJIZWlnaHQiOjIyLjAsIkJvcmRlclN0eWxlIjp7IiRpZCI6IjIyMyIsIkxpbmVDb2xvciI6eyIkcmVmIjoiMTEyIn0sIkxpbmVXZWlnaHQiOjAuMCwiTGluZVR5cGUiOjAsIlBhcmVudFN0eWxlIjpudWxsfSwiUGFyZW50U3R5bGUiOm51bGx9LCJUaXRsZVN0eWxlIjp7IiRpZCI6IjIyNCIsIkZvbnRTZXR0aW5ncyI6eyIkaWQiOiIyMjUiLCJGb250U2l6ZSI6MTIsIkZvbnROYW1lIjoiQ2FsaWJyaSIsIklzQm9sZCI6dHJ1ZSwiSXNJdGFsaWMiOmZhbHNlLCJJc1VuZGVybGluZWQiOmZhbHNlLCJQYXJlbnRTdHlsZSI6bnVsbH0sIkF1dG9TaXplIjowLCJGb3JlZ3JvdW5kIjp7IiRpZCI6IjIyNiIsIkNvbG9yIjp7IiRpZCI6IjIyN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jI4IiwiTGluZUNvbG9yIjpudWxsLCJMaW5lV2VpZ2h0IjowLjAsIkxpbmVUeXBlIjowLCJQYXJlbnRTdHlsZSI6bnVsbH0sIlBhcmVudFN0eWxlIjpudWxsfSwiRGF0ZVN0eWxlIjp7IiRpZCI6IjIyOSIsIkZvbnRTZXR0aW5ncyI6eyIkaWQiOiIyMzAiLCJGb250U2l6ZSI6MTAsIkZvbnROYW1lIjoiQ2FsaWJyaSIsIklzQm9sZCI6ZmFsc2UsIklzSXRhbGljIjpmYWxzZSwiSXNVbmRlcmxpbmVkIjpmYWxzZSwiUGFyZW50U3R5bGUiOm51bGx9LCJBdXRvU2l6ZSI6MCwiRm9yZWdyb3VuZCI6eyIkaWQiOiIyMzEiLCJDb2xvciI6eyIkaWQiOiIyMzI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IzMyIsIkxpbmVDb2xvciI6bnVsbCwiTGluZVdlaWdodCI6MC4wLCJMaW5lVHlwZSI6MCwiUGFyZW50U3R5bGUiOm51bGx9LCJQYXJlbnRTdHlsZSI6bnVsbH0sIkRhdGVGb3JtYXQiOnsiJHJlZiI6IjEyOCJ9LCJJc1Zpc2libGUiOnRydWUsIlBhcmVudFN0eWxlIjpudWxsfSwiSW5kZXgiOjMsIlNtYXJ0RHVyYXRpb25BY3RpdmF0ZWQiOmZhbHNlLCJEYXRlRm9ybWF0Ijp7IiRyZWYiOiIxMjgifSwiSWQiOiJjYWEzNTU0Ny02MDhiLTQ5NWYtYjk2MC1iNTYzMzI5OTVhYTMiLCJJbXBvcnRJZCI6bnVsbCwiVGl0bGUiOiJTcHJpbnQgMCAtIFBsYW5uaW5nIiwiTm90ZSI6bnVsbCwiSHlwZXJsaW5rIjpudWxsLCJJc0NoYW5nZWQiOmZhbHNlLCJJc05ldyI6ZmFsc2V9LHsiJGlkIjoiMjM0IiwiR3JvdXBOYW1lIjpudWxsLCJTdGFydERhdGUiOiIyMDIwLTA5LTIxVDAwOjAwOjAwWiIsIkVuZERhdGUiOiIyMDIxLTAyLTE5VDIzOjU5OjAwWiIsIlBlcmNlbnRhZ2VDb21wbGV0ZSI6MC4wLCJTdHlsZSI6eyIkaWQiOiIyMzUiLCJTaGFwZSI6MiwiU2hhcGVUaGlja25lc3MiOjIsIkR1cmF0aW9uRm9ybWF0IjowLCJJbmNsdWRlTm9uV29ya2luZ0RheXNJbkR1cmF0aW9uIjpmYWxzZSwiUGVyY2VudGFnZUNvbXBsZ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jQwIiwiTGluZUNvbG9yIjpudWxsLCJMaW5lV2VpZ2h0IjowLjAsIkxpbmVUeXBlIjowLCJQYXJlbnRTdHlsZSI6bnVsbH0sIlBhcmVudFN0eWxlIjpudWxsfSwiRHVyYXRpb25TdHlsZSI6eyIkaWQiOiIyNDEiLCJGb250U2V0dGluZ3MiOnsiJGlkIjoiMjQyIiwiRm9udFNpemUiOjEwLCJGb250TmFtZSI6IkNhbGlicmkiLCJJc0JvbGQiOmZhbHNlLCJJc0l0YWxpYyI6ZmFsc2UsIklzVW5kZXJsaW5lZCI6ZmFsc2UsIlBhcmVudFN0eWxlIjpudWxsfSwiQXV0b1NpemUiOjAsIkZvcmVncm91bmQiOnsiJHJlZiI6Ijk1In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yNDMiLCJMaW5lQ29sb3IiOm51bGwsIkxpbmVXZWlnaHQiOjAuMCwiTGluZVR5cGUiOjAsIlBhcmVudFN0eWxlIjpudWxsfSwiUGFyZW50U3R5bGUiOm51bGx9LCJIb3Jpem9udGFsQ29ubmVjdG9yU3R5bGUiOnsiJGlkIjoiMjQ0IiwiTGluZUNvbG9yIjp7IiRpZCI6IjI0NSIsIiR0eXBlIjoiTkxSRS5Db21tb24uRG9tLlNvbGlkQ29sb3JCcnVzaCwgTkxSRS5Db21tb24iLCJDb2xvciI6eyIkaWQiOiIyNDYiLCJBIjoyNTUsIlIiOjIwNCwiRyI6MjA0LCJCIjoyMDR9fSwiTGluZVdlaWdodCI6MS4wLCJMaW5lVHlwZSI6MCwiUGFyZW50U3R5bGUiOm51bGx9LCJWZXJ0aWNhbENvbm5lY3RvclN0eWxlIjp7IiRpZCI6IjI0NyIsIkxpbmVDb2xvciI6eyIkcmVmIjoiMTA0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EwLCJJc0JlbG93VGltZWJhbmQiOnRydWUsIlBlcmNlbnRhZ2VDb21wbGV0ZVNoYXBlT3BhY2l0eSI6MzUsIlNoYXBlU3R5bGUiOnsiJGlkIjoiMjQ4IiwiTWFyZ2luIjp7IiRyZWYiOiIxMDcifSwiUGFkZGluZyI6eyIkcmVmIjoiMTA4In0sIkJhY2tncm91bmQiOnsiJGlkIjoiMjQ5IiwiQ29sb3IiOnsiJGlkIjoiMjUwIiwiQSI6MjU1LCJSIjowLCJHIjoxMTQsIkIiOjE4OH19LCJJc1Zpc2libGUiOnRydWUsIldpZHRoIjowLjAsIkhlaWdodCI6MjIuMCwiQm9yZGVyU3R5bGUiOnsiJGlkIjoiMjUxIiwiTGluZUNvbG9yIjp7IiRyZWYiOiIxMTIifSwiTGluZVdlaWdodCI6MC4wLCJMaW5lVHlwZSI6MCwiUGFyZW50U3R5bGUiOm51bGx9LCJQYXJlbnRTdHlsZSI6bnVsbH0sIlRpdGxlU3R5bGUiOnsiJGlkIjoiMjUyIiwiRm9udFNldHRpbmdzIjp7IiRpZCI6IjI1MyIsIkZvbnRTaXplIjoxMiwiRm9udE5hbWUiOiJDYWxpYnJpIiwiSXNCb2xkIjp0cnVlLCJJc0l0YWxpYyI6ZmFsc2UsIklzVW5kZXJsaW5lZCI6ZmFsc2UsIlBhcmVudFN0eWxlIjpudWxsfSwiQXV0b1NpemUiOjAsIkZvcmVncm91bmQiOnsiJGlkIjoiMjU0IiwiQ29sb3IiOnsiJGlkIjoiMjU1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yNTYiLCJMaW5lQ29sb3IiOm51bGwsIkxpbmVXZWlnaHQiOjAuMCwiTGluZVR5cGUiOjAsIlBhcmVudFN0eWxlIjpudWxsfSwiUGFyZW50U3R5bGUiOm51bGx9LCJEYXRlU3R5bGUiOnsiJGlkIjoiMjU3IiwiRm9udFNldHRpbmdzIjp7IiRpZCI6IjI1OCIsIkZvbnRTaXplIjoxMCwiRm9udE5hbWUiOiJDYWxpYnJpIiwiSXNCb2xkIjpmYWxzZSwiSXNJdGFsaWMiOmZhbHNlLCJJc1VuZGVybGluZWQiOmZhbHNlLCJQYXJlbnRTdHlsZSI6bnVsbH0sIkF1dG9TaXplIjowLCJGb3JlZ3JvdW5kIjp7IiRpZCI6IjI1OSIsIkNvbG9yIjp7IiRpZCI6IjI2MC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jYxIiwiTGluZUNvbG9yIjpudWxsLCJMaW5lV2VpZ2h0IjowLjAsIkxpbmVUeXBlIjowLCJQYXJlbnRTdHlsZSI6bnVsbH0sIlBhcmVudFN0eWxlIjpudWxsfSwiRGF0ZUZvcm1hdCI6eyIkcmVmIjoiMTI4In0sIklzVmlzaWJsZSI6dHJ1ZSwiUGFyZW50U3R5bGUiOm51bGx9LCJJbmRleCI6NCwiU21hcnREdXJhdGlvbkFjdGl2YXRlZCI6ZmFsc2UsIkRhdGVGb3JtYXQiOnsiJHJlZiI6IjEyOCJ9LCJJZCI6ImI1OTExOTFiLWY3ODMtNDgyMy1hMDFjLTc1N2IzZWUxOGI0ZCIsIkltcG9ydElkIjpudWxsLCJUaXRsZSI6IlNwcmludCBCdWlsZHMvVGVzdGluZyIsIk5vdGUiOm51bGwsIkh5cGVybGluayI6bnVsbCwiSXNDaGFuZ2VkIjpmYWxzZSwiSXNOZXciOmZhbHNlfSx7IiRpZCI6IjI2MiIsIkdyb3VwTmFtZSI6bnVsbCwiU3RhcnREYXRlIjoiMjAyMS0wMi0yMlQwMDowMDowMFoiLCJFbmREYXRlIjoiMjAyMS0wMy0xMlQyMzo1OTowMFoiLCJQZXJjZW50YWdlQ29tcGxldGUiOm51bGwsIlN0eWxlIjp7IiRpZCI6IjI2MyIsIlNoYXBlIjowLCJTaGFwZVRoaWNrbmVzcyI6MiwiRHVyYXRpb25Gb3JtYXQiOjAsIkluY2x1ZGVOb25Xb3JraW5nRGF5c0luRHVyYXRpb24iOmZhbHNlLCJQZXJjZW50YWdlQ29tcGxldGVTdHlsZSI6eyIkaWQiOiIyNjQiLCJGb250U2V0dGluZ3MiOnsiJGlkIjoiMjY1IiwiRm9udFNpemUiOjEwLCJGb250TmFtZSI6IkNhbGlicmkiLCJJc0JvbGQiOmZhbHNlLCJJc0l0YWxpYyI6ZmFsc2UsIklzVW5kZXJsaW5lZCI6ZmFsc2UsIlBhcmVudFN0eWxlIjpudWxsfSwiQXV0b1NpemUiOjAsIkZvcmVncm91bmQiOnsiJHJlZiI6Ijg4In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yNjYiLCJMaW5lQ29sb3IiOm51bGwsIkxpbmVXZWlnaHQiOjAuMCwiTGluZVR5cGUiOjAsIlBhcmVudFN0eWxlIjpudWxsfSwiUGFyZW50U3R5bGUiOm51bGx9LCJEdXJhdGlvblN0eWxlIjp7IiRpZCI6IjI2NyIsIkZvbnRTZXR0aW5ncyI6eyIkaWQiOiIyNjg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I2OSIsIkxpbmVDb2xvciI6bnVsbCwiTGluZVdlaWdodCI6MC4wLCJMaW5lVHlwZSI6MCwiUGFyZW50U3R5bGUiOm51bGx9LCJQYXJlbnRTdHlsZSI6bnVsbH0sIkhvcml6b250YWxDb25uZWN0b3JTdHlsZSI6eyIkaWQiOiIyNzAiLCJMaW5lQ29sb3IiOnsiJHJlZiI6IjEwMSJ9LCJMaW5lV2VpZ2h0IjoxLjAsIkxpbmVUeXBlIjowLCJQYXJlbnRTdHlsZSI6bnVsbH0sIlZlcnRpY2FsQ29ubmVjdG9yU3R5bGUiOnsiJGlkIjoiMjcxIiwiTGluZUNvbG9yIjp7IiRyZWYiOiIxMDQifSwiTGluZVdlaWdodCI6MC4wLCJMaW5lVHlwZSI6MCwiUGFyZW50U3R5bGUiOm51bGx9LCJNYXJnaW4iOm51bGwsIlN0YXJ0RGF0ZVBvc2l0aW9uIjo0LCJFbmREYXRlUG9zaXRpb24iOjQsIkRhdGVJc1Zpc2libGUiOnRydWUsIlRpdGxlUG9zaXRpb24iOjUsIkR1cmF0aW9uUG9zaXRpb24iOjYsIlBlcmNlbnRhZ2VDb21wbGV0ZWRQb3NpdGlvbiI6MiwiU3BhY2luZyI6MTAsIklzQmVsb3dUaW1lYmFuZCI6dHJ1ZSwiUGVyY2VudGFnZUNvbXBsZXRlU2hhcGVPcGFjaXR5IjozNSwiU2hhcGVTdHlsZSI6eyIkaWQiOiIyNzIiLCJNYXJnaW4iOnsiJHJlZiI6IjEwNyJ9LCJQYWRkaW5nIjp7IiRyZWYiOiIxMDgifSwiQmFja2dyb3VuZCI6eyIkaWQiOiIyNzMiLCJDb2xvciI6eyIkaWQiOiIyNzQiLCJBIjoyNTUsIlIiOjAsIkciOjExNCwiQiI6MTg4fX0sIklzVmlzaWJsZSI6dHJ1ZSwiV2lkdGgiOjAuMCwiSGVpZ2h0IjoyMi4wLCJCb3JkZXJTdHlsZSI6eyIkaWQiOiIyNzUiLCJMaW5lQ29sb3IiOnsiJHJlZiI6IjExMiJ9LCJMaW5lV2VpZ2h0IjowLjAsIkxpbmVUeXBlIjowLCJQYXJlbnRTdHlsZSI6bnVsbH0sIlBhcmVudFN0eWxlIjpudWxsfSwiVGl0bGVTdHlsZSI6eyIkaWQiOiIyNzYiLCJGb250U2V0dGluZ3MiOnsiJGlkIjoiMjc3IiwiRm9udFNpemUiOjEyLCJGb250TmFtZSI6IkNhbGlicmkiLCJJc0JvbGQiOnRydWUsIklzSXRhbGljIjpmYWxzZSwiSXNVbmRlcmxpbmVkIjpmYWxzZSwiUGFyZW50U3R5bGUiOm51bGx9LCJBdXRvU2l6ZSI6MCwiRm9yZWdyb3VuZCI6eyIkaWQiOiIyNzgiLCJDb2xvciI6eyIkaWQiOiIyNzk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4MCIsIkxpbmVDb2xvciI6bnVsbCwiTGluZVdlaWdodCI6MC4wLCJMaW5lVHlwZSI6MCwiUGFyZW50U3R5bGUiOm51bGx9LCJQYXJlbnRTdHlsZSI6bnVsbH0sIkRhdGVTdHlsZSI6eyIkaWQiOiIyODEiLCJGb250U2V0dGluZ3MiOnsiJGlkIjoiMjgyIiwiRm9udFNpemUiOjEwLCJGb250TmFtZSI6IkNhbGlicmkiLCJJc0JvbGQiOmZhbHNlLCJJc0l0YWxpYyI6ZmFsc2UsIklzVW5kZXJsaW5lZCI6ZmFsc2UsIlBhcmVudFN0eWxlIjpudWxsfSwiQXV0b1NpemUiOjAsIkZvcmVncm91bmQiOnsiJGlkIjoiMjgzIiwiQ29sb3IiOnsiJGlkIjoiMjg0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ODUiLCJMaW5lQ29sb3IiOm51bGwsIkxpbmVXZWlnaHQiOjAuMCwiTGluZVR5cGUiOjAsIlBhcmVudFN0eWxlIjpudWxsfSwiUGFyZW50U3R5bGUiOm51bGx9LCJEYXRlRm9ybWF0Ijp7IiRyZWYiOiIxMjgifSwiSXNWaXNpYmxlIjp0cnVlLCJQYXJlbnRTdHlsZSI6bnVsbH0sIkluZGV4Ijo1LCJTbWFydER1cmF0aW9uQWN0aXZhdGVkIjpmYWxzZSwiRGF0ZUZvcm1hdCI6eyIkcmVmIjoiMTI4In0sIklkIjoiYTBkNTk5ZTgtYjMyYi00YzI1LWFhNDAtYWMwNzFjNjc2MGNlIiwiSW1wb3J0SWQiOm51bGwsIlRpdGxlIjoiVUFUIFRlc3RpbmciLCJOb3RlIjpudWxsLCJIeXBlcmxpbmsiOm51bGwsIklzQ2hhbmdlZCI6ZmFsc2UsIklzTmV3IjpmYWxzZX0seyIkaWQiOiIyODYiLCJHcm91cE5hbWUiOm51bGwsIlN0YXJ0RGF0ZSI6IjIwMjEtMDMtMTVUMDA6MDA6MDBaIiwiRW5kRGF0ZSI6IjIwMjEtMDMtMjZUMjM6NTk6MDBaIiwiUGVyY2VudGFnZUNvbXBsZXRlIjowLjAsIlN0eWxlIjp7IiRpZCI6IjI4NyIsIlNoYXBlIjowLCJTaGFwZVRoaWNrbmVzcyI6MiwiRHVyYXRpb25Gb3JtYXQiOjAsIkluY2x1ZGVOb25Xb3JraW5nRGF5c0luRHVyYXRpb24iOmZhbHNlLCJQZXJjZW50YWdlQ29tcGxldGVTdHlsZSI6eyIkaWQiOiIyODgiLCJGb250U2V0dGluZ3MiOnsiJGlkIjoiMjg5IiwiRm9udFNpemUiOjEwLCJGb250TmFtZSI6IkNhbGlicmkiLCJJc0JvbGQiOmZhbHNlLCJJc0l0YWxpYyI6ZmFsc2UsIklzVW5kZXJsaW5lZCI6ZmFsc2UsIlBhcmVudFN0eWxlIjpudWxsfSwiQXV0b1NpemUiOjAsIkZvcmVncm91bmQiOnsiJGlkIjoiMjkwIiwiQ29sb3IiOnsiJGlkIjoiMjkx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yOTIiLCJMaW5lQ29sb3IiOm51bGwsIkxpbmVXZWlnaHQiOjAuMCwiTGluZVR5cGUiOjAsIlBhcmVudFN0eWxlIjpudWxsfSwiUGFyZW50U3R5bGUiOm51bGx9LCJEdXJhdGlvblN0eWxlIjp7IiRpZCI6IjI5MyIsIkZvbnRTZXR0aW5ncyI6eyIkaWQiOiIyOTQ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I5NSIsIkxpbmVDb2xvciI6bnVsbCwiTGluZVdlaWdodCI6MC4wLCJMaW5lVHlwZSI6MCwiUGFyZW50U3R5bGUiOm51bGx9LCJQYXJlbnRTdHlsZSI6bnVsbH0sIkhvcml6b250YWxDb25uZWN0b3JTdHlsZSI6eyIkaWQiOiIyOTYiLCJMaW5lQ29sb3IiOnsiJGlkIjoiMjk3IiwiJHR5cGUiOiJOTFJFLkNvbW1vbi5Eb20uU29saWRDb2xvckJydXNoLCBOTFJFLkNvbW1vbiIsIkNvbG9yIjp7IiRpZCI6IjI5OCIsIkEiOjI1NSwiUiI6MjA0LCJHIjoyMDQsIkIiOjIwNH19LCJMaW5lV2VpZ2h0IjoxLjAsIkxpbmVUeXBlIjowLCJQYXJlbnRTdHlsZSI6bnVsbH0sIlZlcnRpY2FsQ29ubmVjdG9yU3R5bGUiOnsiJGlkIjoiMjk5IiwiTGluZUNvbG9yIjp7IiRyZWYiOiIxMDQ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TAsIklzQmVsb3dUaW1lYmFuZCI6dHJ1ZSwiUGVyY2VudGFnZUNvbXBsZXRlU2hhcGVPcGFjaXR5IjozNSwiU2hhcGVTdHlsZSI6eyIkaWQiOiIzMDAiLCJNYXJnaW4iOnsiJHJlZiI6IjEwNyJ9LCJQYWRkaW5nIjp7IiRyZWYiOiIxMDgifSwiQmFja2dyb3VuZCI6eyIkaWQiOiIzMDEiLCJDb2xvciI6eyIkaWQiOiIzMDIiLCJBIjoyNTUsIlIiOjc5LCJHIjoxMjksIkIiOjE4OX19LCJJc1Zpc2libGUiOnRydWUsIldpZHRoIjowLjAsIkhlaWdodCI6MjIuMCwiQm9yZGVyU3R5bGUiOnsiJGlkIjoiMzAzIiwiTGluZUNvbG9yIjp7IiRyZWYiOiIxMTIifSwiTGluZVdlaWdodCI6MC4wLCJMaW5lVHlwZSI6MCwiUGFyZW50U3R5bGUiOm51bGx9LCJQYXJlbnRTdHlsZSI6bnVsbH0sIlRpdGxlU3R5bGUiOnsiJGlkIjoiMzA0IiwiRm9udFNldHRpbmdzIjp7IiRpZCI6IjMwNSIsIkZvbnRTaXplIjoxMiwiRm9udE5hbWUiOiJDYWxpYnJpIiwiSXNCb2xkIjp0cnVlLCJJc0l0YWxpYyI6ZmFsc2UsIklzVW5kZXJsaW5lZCI6ZmFsc2UsIlBhcmVudFN0eWxlIjpudWxsfSwiQXV0b1NpemUiOjAsIkZvcmVncm91bmQiOnsiJGlkIjoiMzA2IiwiQ29sb3IiOnsiJGlkIjoiMzA3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zMDgiLCJMaW5lQ29sb3IiOm51bGwsIkxpbmVXZWlnaHQiOjAuMCwiTGluZVR5cGUiOjAsIlBhcmVudFN0eWxlIjpudWxsfSwiUGFyZW50U3R5bGUiOm51bGx9LCJEYXRlU3R5bGUiOnsiJGlkIjoiMzA5IiwiRm9udFNldHRpbmdzIjp7IiRpZCI6IjMxMCIsIkZvbnRTaXplIjoxMCwiRm9udE5hbWUiOiJDYWxpYnJpIiwiSXNCb2xkIjpmYWxzZSwiSXNJdGFsaWMiOmZhbHNlLCJJc1VuZGVybGluZWQiOmZhbHNlLCJQYXJlbnRTdHlsZSI6bnVsbH0sIkF1dG9TaXplIjowLCJGb3JlZ3JvdW5kIjp7IiRpZCI6IjMxMSIsIkNvbG9yIjp7IiRpZCI6IjMxMi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zEzIiwiTGluZUNvbG9yIjpudWxsLCJMaW5lV2VpZ2h0IjowLjAsIkxpbmVUeXBlIjowLCJQYXJlbnRTdHlsZSI6bnVsbH0sIlBhcmVudFN0eWxlIjpudWxsfSwiRGF0ZUZvcm1hdCI6eyIkcmVmIjoiMTI4In0sIklzVmlzaWJsZSI6dHJ1ZSwiUGFyZW50U3R5bGUiOm51bGx9LCJJbmRleCI6NiwiU21hcnREdXJhdGlvbkFjdGl2YXRlZCI6ZmFsc2UsIkRhdGVGb3JtYXQiOnsiJHJlZiI6IjEyOCJ9LCJJZCI6IjQ2MGVlZDZhLTE5NjMtNDA5YS1iMTU1LWI2NDA3MWMzZjQ0NSIsIkltcG9ydElkIjpudWxsLCJUaXRsZSI6IkRlcGxveSIsIk5vdGUiOm51bGwsIkh5cGVybGluayI6bnVsbCwiSXNDaGFuZ2VkIjpmYWxzZSwiSXNOZXciOmZhbHNlfV0sIk1zUHJvamVjdEl0ZW1zVHJlZSI6eyIkaWQiOiIzMTQiLCJSb290Ijp7IkltcG9ydElkIjpudWxsLCJJc0ltcG9ydGVkIjpmYWxzZSwiQ2hpbGRyZW4iOltdfX0sIk1ldGFkYXRhIjp7IiRpZCI6IjMxNSIsIlJlY2VudENvbG9yc0NvbGxlY3Rpb24iOiJbXCIjRkZGRkZGRkZcIixcIiNGRkIyMEUxMlwiLFwiI0ZGNzM3MzczXCIsXCIjRkY2RjMxOThcIixcIiNGRkZFQkEwQVwiLFwiI0ZGRUExNjFFXCIsXCIjRkYxQUFBNDJcIixcIiNGRjAwNzJCQ1wiXSJ9LCJTZXR0aW5ncyI6eyIkaWQiOiIzMTYiLCJJbXBhT3B0aW9ucyI6eyIkaWQiOiIzMTciLCJMZWZ0VG9SaWdodCI6ZmFsc2UsIlBheWxvYWRPcHRpb25zIjoyfSwiVXNlQ29tcHJlc3Npb24iOmZhbHNlLCJDb21wcmVzaW9uUGVyY2VudGFnZSI6NTAuMCwiSW5hY3RpdmVJbnRlcnZhbFdpZHRoVGhyZXNob2xkIjozMC4wLCJJbmFjdGl2ZUludGVydmFsV2lkdGgiOjEuMCwiU3BsaXRUYXNrcyI6ZmFsc2UsIlVzZUNsdXN0ZXIiOmZhbHNlLCJFcHNpbG9uIjowLjAsIk1pblBvaW50c1RvRm9ybUFDbHVzdGVyIjoyLCJHZW5lcmF0ZUludmlzaWJsZVNoYXBlcyI6ZmFsc2UsIlNtYXJ0VGltZWxpbmVUYXNrUGVyY2VudGFnZUZpdCI6ZmFsc2V9LCJJc05ldyI6dHJ1ZSwiSW1wb3J0VHlwZSI6MCwiRmlsZVBhdGgiOm51bGwsIlRpbWVDb25maWd1cmF0aW9uIjp7IiRpZCI6IjMxOCIsIlVzZVRpbWUiOmZhbHNlLCJXb3JrRGF5U3RhcnQiOiIwMDowMDowMCIsIldvcmtEYXlFbmQiOiIyMzo1OTowMCJ9LCJMYXN0VXNlZFRlbXBsYXRlSWQiOiI3MzU1YjYzMy1hYzY2LTQ1MjgtOGI0ZC0yOTlmYWVkYzllZTki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E7B0C5-31DF-48C5-987D-99D6546647B6}">
  <ds:schemaRefs>
    <ds:schemaRef ds:uri="http://schemas.microsoft.com/sharepoint/v4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117EAB1-3FFD-4797-BF2B-EB10BF083F5A}"/>
</file>

<file path=customXml/itemProps3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4559</TotalTime>
  <Words>86</Words>
  <Application>Microsoft Office PowerPoint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Small Business Lending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145</cp:revision>
  <cp:lastPrinted>2019-04-24T15:14:27Z</cp:lastPrinted>
  <dcterms:created xsi:type="dcterms:W3CDTF">2018-08-02T16:28:58Z</dcterms:created>
  <dcterms:modified xsi:type="dcterms:W3CDTF">2020-03-28T22:03:00Z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120200</vt:r8>
  </property>
  <property fmtid="{D5CDD505-2E9C-101B-9397-08002B2CF9AE}" pid="4" name="URL">
    <vt:lpwstr/>
  </property>
</Properties>
</file>