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96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slideLayout" Target="../slideLayouts/slideLayout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61" name="OTLSHAPE_T_460eed6a1963409ab155b64071c3f445_HorizontalConnector1"/>
          <p:cNvCxnSpPr/>
          <p:nvPr>
            <p:custDataLst>
              <p:tags r:id="rId2"/>
            </p:custDataLst>
          </p:nvPr>
        </p:nvCxnSpPr>
        <p:spPr>
          <a:xfrm>
            <a:off x="572177" y="4563596"/>
            <a:ext cx="642116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60" name="OTLSHAPE_T_a0d599e8b32b4c25aa40ac071c6760ce_HorizontalConnector1"/>
          <p:cNvCxnSpPr/>
          <p:nvPr>
            <p:custDataLst>
              <p:tags r:id="rId3"/>
            </p:custDataLst>
          </p:nvPr>
        </p:nvCxnSpPr>
        <p:spPr>
          <a:xfrm>
            <a:off x="854117" y="4157196"/>
            <a:ext cx="558351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9" name="OTLSHAPE_T_b591191bf7834823a01c757b3ee18b4d_HorizontalConnector1"/>
          <p:cNvCxnSpPr/>
          <p:nvPr>
            <p:custDataLst>
              <p:tags r:id="rId4"/>
            </p:custDataLst>
          </p:nvPr>
        </p:nvCxnSpPr>
        <p:spPr>
          <a:xfrm>
            <a:off x="1431586" y="3750796"/>
            <a:ext cx="167172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8" name="OTLSHAPE_T_caa35547608b495fb960b56332995aa3_HorizontalConnector1"/>
          <p:cNvCxnSpPr/>
          <p:nvPr>
            <p:custDataLst>
              <p:tags r:id="rId5"/>
            </p:custDataLst>
          </p:nvPr>
        </p:nvCxnSpPr>
        <p:spPr>
          <a:xfrm>
            <a:off x="1281726" y="3344396"/>
            <a:ext cx="71015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7" name="OTLSHAPE_M_356a57d98feb4f1c9becc62a5e1e3557_Connector2"/>
          <p:cNvCxnSpPr/>
          <p:nvPr>
            <p:custDataLst>
              <p:tags r:id="rId6"/>
            </p:custDataLst>
          </p:nvPr>
        </p:nvCxnSpPr>
        <p:spPr>
          <a:xfrm>
            <a:off x="7205030" y="18304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6" name="OTLSHAPE_M_356a57d98feb4f1c9becc62a5e1e3557_Connector1"/>
          <p:cNvCxnSpPr/>
          <p:nvPr>
            <p:custDataLst>
              <p:tags r:id="rId7"/>
            </p:custDataLst>
          </p:nvPr>
        </p:nvCxnSpPr>
        <p:spPr>
          <a:xfrm>
            <a:off x="7205030" y="1571053"/>
            <a:ext cx="0" cy="88900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5" name="OTLSHAPE_M_ef297b71e37549b0b8f867c8c34f3305_Connector1"/>
          <p:cNvCxnSpPr/>
          <p:nvPr>
            <p:custDataLst>
              <p:tags r:id="rId8"/>
            </p:custDataLst>
          </p:nvPr>
        </p:nvCxnSpPr>
        <p:spPr>
          <a:xfrm>
            <a:off x="939715" y="1858509"/>
            <a:ext cx="0" cy="355586"/>
          </a:xfrm>
          <a:prstGeom prst="line">
            <a:avLst/>
          </a:prstGeom>
          <a:ln w="6350" cap="flat" cmpd="sng" algn="ctr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67471" y="545905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Small Business DCO </a:t>
            </a:r>
            <a:r>
              <a:rPr lang="en-US" sz="2000" dirty="0" smtClean="0"/>
              <a:t>Timeline </a:t>
            </a:r>
            <a:endParaRPr lang="en-CA" sz="2000" dirty="0"/>
          </a:p>
        </p:txBody>
      </p:sp>
      <p:sp>
        <p:nvSpPr>
          <p:cNvPr id="156" name="OTLSHAPE_TB_00000000000000000000000000000000_LeftEndCaps"/>
          <p:cNvSpPr txBox="1"/>
          <p:nvPr>
            <p:custDataLst>
              <p:tags r:id="rId9"/>
            </p:custDataLst>
          </p:nvPr>
        </p:nvSpPr>
        <p:spPr>
          <a:xfrm>
            <a:off x="317500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58" name="OTLSHAPE_TB_00000000000000000000000000000000_RightEndCaps"/>
          <p:cNvSpPr txBox="1"/>
          <p:nvPr>
            <p:custDataLst>
              <p:tags r:id="rId10"/>
            </p:custDataLst>
          </p:nvPr>
        </p:nvSpPr>
        <p:spPr>
          <a:xfrm>
            <a:off x="8363034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59" name="OTLSHAPE_TB_00000000000000000000000000000000_ScaleContainer"/>
          <p:cNvSpPr/>
          <p:nvPr>
            <p:custDataLst>
              <p:tags r:id="rId11"/>
            </p:custDataLst>
          </p:nvPr>
        </p:nvSpPr>
        <p:spPr>
          <a:xfrm>
            <a:off x="933365" y="22140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20" name="OTLSHAPE_TB_00000000000000000000000000000000_ElapsedTim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21" name="OTLSHAPE_TB_00000000000000000000000000000000_TodayMarkerShape" hidden="1"/>
          <p:cNvSpPr/>
          <p:nvPr>
            <p:custDataLst>
              <p:tags r:id="rId13"/>
            </p:custDataLst>
          </p:nvPr>
        </p:nvSpPr>
        <p:spPr>
          <a:xfrm>
            <a:off x="878937" y="25950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22" name="OTLSHAPE_TB_00000000000000000000000000000000_TodayMarkerText" hidden="1"/>
          <p:cNvSpPr txBox="1"/>
          <p:nvPr>
            <p:custDataLst>
              <p:tags r:id="rId14"/>
            </p:custDataLst>
          </p:nvPr>
        </p:nvSpPr>
        <p:spPr>
          <a:xfrm>
            <a:off x="933365" y="27220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23" name="OTLSHAPE_TB_00000000000000000000000000000000_TimescaleInterval1"/>
          <p:cNvSpPr txBox="1"/>
          <p:nvPr>
            <p:custDataLst>
              <p:tags r:id="rId15"/>
            </p:custDataLst>
          </p:nvPr>
        </p:nvSpPr>
        <p:spPr>
          <a:xfrm>
            <a:off x="996865" y="23115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24" name="OTLSHAPE_TB_00000000000000000000000000000000_Separator1"/>
          <p:cNvCxnSpPr/>
          <p:nvPr>
            <p:custDataLst>
              <p:tags r:id="rId16"/>
            </p:custDataLst>
          </p:nvPr>
        </p:nvCxnSpPr>
        <p:spPr>
          <a:xfrm>
            <a:off x="1727249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25" name="OTLSHAPE_TB_00000000000000000000000000000000_TimescaleInterval2"/>
          <p:cNvSpPr txBox="1"/>
          <p:nvPr>
            <p:custDataLst>
              <p:tags r:id="rId17"/>
            </p:custDataLst>
          </p:nvPr>
        </p:nvSpPr>
        <p:spPr>
          <a:xfrm>
            <a:off x="1790749" y="2311568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26" name="OTLSHAPE_TB_00000000000000000000000000000000_Separator2"/>
          <p:cNvCxnSpPr/>
          <p:nvPr>
            <p:custDataLst>
              <p:tags r:id="rId18"/>
            </p:custDataLst>
          </p:nvPr>
        </p:nvCxnSpPr>
        <p:spPr>
          <a:xfrm>
            <a:off x="2547596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27" name="OTLSHAPE_TB_00000000000000000000000000000000_TimescaleInterval3"/>
          <p:cNvSpPr txBox="1"/>
          <p:nvPr>
            <p:custDataLst>
              <p:tags r:id="rId19"/>
            </p:custDataLst>
          </p:nvPr>
        </p:nvSpPr>
        <p:spPr>
          <a:xfrm>
            <a:off x="2611096" y="2311568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28" name="OTLSHAPE_TB_00000000000000000000000000000000_Separator3"/>
          <p:cNvCxnSpPr/>
          <p:nvPr>
            <p:custDataLst>
              <p:tags r:id="rId20"/>
            </p:custDataLst>
          </p:nvPr>
        </p:nvCxnSpPr>
        <p:spPr>
          <a:xfrm>
            <a:off x="3341480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29" name="OTLSHAPE_TB_00000000000000000000000000000000_TimescaleInterval4"/>
          <p:cNvSpPr txBox="1"/>
          <p:nvPr>
            <p:custDataLst>
              <p:tags r:id="rId21"/>
            </p:custDataLst>
          </p:nvPr>
        </p:nvSpPr>
        <p:spPr>
          <a:xfrm>
            <a:off x="3404980" y="2311568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30" name="OTLSHAPE_TB_00000000000000000000000000000000_Separator4"/>
          <p:cNvCxnSpPr/>
          <p:nvPr>
            <p:custDataLst>
              <p:tags r:id="rId22"/>
            </p:custDataLst>
          </p:nvPr>
        </p:nvCxnSpPr>
        <p:spPr>
          <a:xfrm>
            <a:off x="4161827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69" name="OTLSHAPE_TB_00000000000000000000000000000000_TimescaleInterval5"/>
          <p:cNvSpPr txBox="1"/>
          <p:nvPr>
            <p:custDataLst>
              <p:tags r:id="rId23"/>
            </p:custDataLst>
          </p:nvPr>
        </p:nvSpPr>
        <p:spPr>
          <a:xfrm>
            <a:off x="4225327" y="2311568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79" name="OTLSHAPE_TB_00000000000000000000000000000000_Separator5"/>
          <p:cNvCxnSpPr/>
          <p:nvPr>
            <p:custDataLst>
              <p:tags r:id="rId24"/>
            </p:custDataLst>
          </p:nvPr>
        </p:nvCxnSpPr>
        <p:spPr>
          <a:xfrm>
            <a:off x="4982173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48" name="OTLSHAPE_TB_00000000000000000000000000000000_TimescaleInterval6"/>
          <p:cNvSpPr txBox="1"/>
          <p:nvPr>
            <p:custDataLst>
              <p:tags r:id="rId25"/>
            </p:custDataLst>
          </p:nvPr>
        </p:nvSpPr>
        <p:spPr>
          <a:xfrm>
            <a:off x="5045673" y="2311568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6049" name="OTLSHAPE_TB_00000000000000000000000000000000_Separator6"/>
          <p:cNvCxnSpPr/>
          <p:nvPr>
            <p:custDataLst>
              <p:tags r:id="rId26"/>
            </p:custDataLst>
          </p:nvPr>
        </p:nvCxnSpPr>
        <p:spPr>
          <a:xfrm>
            <a:off x="5776057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50" name="OTLSHAPE_TB_00000000000000000000000000000000_TimescaleInterval7"/>
          <p:cNvSpPr txBox="1"/>
          <p:nvPr>
            <p:custDataLst>
              <p:tags r:id="rId27"/>
            </p:custDataLst>
          </p:nvPr>
        </p:nvSpPr>
        <p:spPr>
          <a:xfrm>
            <a:off x="5839558" y="2311568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6051" name="OTLSHAPE_TB_00000000000000000000000000000000_Separator7"/>
          <p:cNvCxnSpPr/>
          <p:nvPr>
            <p:custDataLst>
              <p:tags r:id="rId28"/>
            </p:custDataLst>
          </p:nvPr>
        </p:nvCxnSpPr>
        <p:spPr>
          <a:xfrm>
            <a:off x="6596404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52" name="OTLSHAPE_TB_00000000000000000000000000000000_TimescaleInterval8"/>
          <p:cNvSpPr txBox="1"/>
          <p:nvPr>
            <p:custDataLst>
              <p:tags r:id="rId29"/>
            </p:custDataLst>
          </p:nvPr>
        </p:nvSpPr>
        <p:spPr>
          <a:xfrm>
            <a:off x="6659904" y="2311568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6053" name="OTLSHAPE_TB_00000000000000000000000000000000_Separator8"/>
          <p:cNvCxnSpPr/>
          <p:nvPr>
            <p:custDataLst>
              <p:tags r:id="rId30"/>
            </p:custDataLst>
          </p:nvPr>
        </p:nvCxnSpPr>
        <p:spPr>
          <a:xfrm>
            <a:off x="739028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54" name="OTLSHAPE_TB_00000000000000000000000000000000_TimescaleInterval9"/>
          <p:cNvSpPr txBox="1"/>
          <p:nvPr>
            <p:custDataLst>
              <p:tags r:id="rId31"/>
            </p:custDataLst>
          </p:nvPr>
        </p:nvSpPr>
        <p:spPr>
          <a:xfrm>
            <a:off x="7453788" y="23115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6062" name="OTLSHAPE_M_ef297b71e37549b0b8f867c8c34f3305_Title"/>
          <p:cNvSpPr txBox="1"/>
          <p:nvPr>
            <p:custDataLst>
              <p:tags r:id="rId32"/>
            </p:custDataLst>
          </p:nvPr>
        </p:nvSpPr>
        <p:spPr>
          <a:xfrm>
            <a:off x="984165" y="1827677"/>
            <a:ext cx="29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 smtClean="0">
                <a:solidFill>
                  <a:schemeClr val="lt1"/>
                </a:solidFill>
                <a:latin typeface="Calibri" panose="020F0502020204030204" pitchFamily="34" charset="0"/>
              </a:rPr>
              <a:t>Start</a:t>
            </a:r>
            <a:endParaRPr lang="en-CA" sz="1100" b="1" spc="-1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6063" name="OTLSHAPE_M_ef297b71e37549b0b8f867c8c34f3305_Date" hidden="1"/>
          <p:cNvSpPr txBox="1"/>
          <p:nvPr>
            <p:custDataLst>
              <p:tags r:id="rId33"/>
            </p:custDataLst>
          </p:nvPr>
        </p:nvSpPr>
        <p:spPr>
          <a:xfrm>
            <a:off x="984165" y="2010896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Apr 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064" name="OTLSHAPE_M_ef297b71e37549b0b8f867c8c34f3305_Shape" hidden="1"/>
          <p:cNvSpPr/>
          <p:nvPr>
            <p:custDataLst>
              <p:tags r:id="rId34"/>
            </p:custDataLst>
          </p:nvPr>
        </p:nvSpPr>
        <p:spPr>
          <a:xfrm>
            <a:off x="952415" y="1938337"/>
            <a:ext cx="0" cy="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65" name="OTLSHAPE_M_356a57d98feb4f1c9becc62a5e1e3557_Title"/>
          <p:cNvSpPr txBox="1"/>
          <p:nvPr>
            <p:custDataLst>
              <p:tags r:id="rId35"/>
            </p:custDataLst>
          </p:nvPr>
        </p:nvSpPr>
        <p:spPr>
          <a:xfrm>
            <a:off x="6422033" y="1207409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Soft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66" name="OTLSHAPE_M_356a57d98feb4f1c9becc62a5e1e3557_Date"/>
          <p:cNvSpPr txBox="1"/>
          <p:nvPr>
            <p:custDataLst>
              <p:tags r:id="rId36"/>
            </p:custDataLst>
          </p:nvPr>
        </p:nvSpPr>
        <p:spPr>
          <a:xfrm>
            <a:off x="7017049" y="1390628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Nov 23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067" name="OTLSHAPE_M_356a57d98feb4f1c9becc62a5e1e3557_Shape"/>
          <p:cNvSpPr/>
          <p:nvPr>
            <p:custDataLst>
              <p:tags r:id="rId37"/>
            </p:custDataLst>
          </p:nvPr>
        </p:nvSpPr>
        <p:spPr>
          <a:xfrm flipV="1">
            <a:off x="7090730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68" name="OTLSHAPE_M_d1fd8843c3824606bbbfc6ef9166bfe4_Title"/>
          <p:cNvSpPr txBox="1"/>
          <p:nvPr>
            <p:custDataLst>
              <p:tags r:id="rId38"/>
            </p:custDataLst>
          </p:nvPr>
        </p:nvSpPr>
        <p:spPr>
          <a:xfrm>
            <a:off x="6923280" y="1659953"/>
            <a:ext cx="1295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2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Launch</a:t>
            </a:r>
            <a:endParaRPr lang="en-CA" sz="1100" b="1" spc="-2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69" name="OTLSHAPE_M_d1fd8843c3824606bbbfc6ef9166bfe4_Date"/>
          <p:cNvSpPr txBox="1"/>
          <p:nvPr>
            <p:custDataLst>
              <p:tags r:id="rId39"/>
            </p:custDataLst>
          </p:nvPr>
        </p:nvSpPr>
        <p:spPr>
          <a:xfrm>
            <a:off x="7425078" y="1843171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Dec 7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070" name="OTLSHAPE_M_d1fd8843c3824606bbbfc6ef9166bfe4_Shape"/>
          <p:cNvSpPr/>
          <p:nvPr>
            <p:custDataLst>
              <p:tags r:id="rId40"/>
            </p:custDataLst>
          </p:nvPr>
        </p:nvSpPr>
        <p:spPr>
          <a:xfrm flipV="1">
            <a:off x="7461210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71" name="OTLSHAPE_T_9882b17f40d545df8a274cc08e7452a2_Shape"/>
          <p:cNvSpPr/>
          <p:nvPr>
            <p:custDataLst>
              <p:tags r:id="rId41"/>
            </p:custDataLst>
          </p:nvPr>
        </p:nvSpPr>
        <p:spPr>
          <a:xfrm>
            <a:off x="1991877" y="2798296"/>
            <a:ext cx="5588000" cy="279400"/>
          </a:xfrm>
          <a:prstGeom prst="homePlate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72" name="OTLSHAPE_T_9882b17f40d545df8a274cc08e7452a2_ShapePercentage" hidden="1"/>
          <p:cNvSpPr/>
          <p:nvPr>
            <p:custDataLst>
              <p:tags r:id="rId42"/>
            </p:custDataLst>
          </p:nvPr>
        </p:nvSpPr>
        <p:spPr>
          <a:xfrm>
            <a:off x="1991877" y="2798296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73" name="OTLSHAPE_T_9882b17f40d545df8a274cc08e7452a2_Duration" hidden="1"/>
          <p:cNvSpPr txBox="1"/>
          <p:nvPr>
            <p:custDataLst>
              <p:tags r:id="rId43"/>
            </p:custDataLst>
          </p:nvPr>
        </p:nvSpPr>
        <p:spPr>
          <a:xfrm>
            <a:off x="0" y="27982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151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74" name="OTLSHAPE_T_9882b17f40d545df8a274cc08e7452a2_TextPercentage" hidden="1"/>
          <p:cNvSpPr txBox="1"/>
          <p:nvPr>
            <p:custDataLst>
              <p:tags r:id="rId44"/>
            </p:custDataLst>
          </p:nvPr>
        </p:nvSpPr>
        <p:spPr>
          <a:xfrm>
            <a:off x="0" y="29533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75" name="OTLSHAPE_T_9882b17f40d545df8a274cc08e7452a2_StartDate" hidden="1"/>
          <p:cNvSpPr txBox="1"/>
          <p:nvPr>
            <p:custDataLst>
              <p:tags r:id="rId45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76" name="OTLSHAPE_T_9882b17f40d545df8a274cc08e7452a2_EndDate" hidden="1"/>
          <p:cNvSpPr txBox="1"/>
          <p:nvPr>
            <p:custDataLst>
              <p:tags r:id="rId46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77" name="OTLSHAPE_T_9882b17f40d545df8a274cc08e7452a2_JoinedDate"/>
          <p:cNvSpPr txBox="1"/>
          <p:nvPr>
            <p:custDataLst>
              <p:tags r:id="rId47"/>
            </p:custDataLst>
          </p:nvPr>
        </p:nvSpPr>
        <p:spPr>
          <a:xfrm>
            <a:off x="7626310" y="2860484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May 11 - Dec 7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78" name="OTLSHAPE_T_9882b17f40d545df8a274cc08e7452a2_Title"/>
          <p:cNvSpPr txBox="1"/>
          <p:nvPr>
            <p:custDataLst>
              <p:tags r:id="rId48"/>
            </p:custDataLst>
          </p:nvPr>
        </p:nvSpPr>
        <p:spPr>
          <a:xfrm>
            <a:off x="127000" y="2844968"/>
            <a:ext cx="1244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rgbClr val="EA161E"/>
                </a:solidFill>
                <a:latin typeface="Calibri" panose="020F0502020204030204" pitchFamily="34" charset="0"/>
              </a:rPr>
              <a:t>Small Business DCO</a:t>
            </a:r>
            <a:endParaRPr lang="en-CA" sz="1200" b="1" spc="-6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6079" name="OTLSHAPE_T_caa35547608b495fb960b56332995aa3_Shape"/>
          <p:cNvSpPr/>
          <p:nvPr>
            <p:custDataLst>
              <p:tags r:id="rId49"/>
            </p:custDataLst>
          </p:nvPr>
        </p:nvSpPr>
        <p:spPr>
          <a:xfrm>
            <a:off x="1991877" y="3204696"/>
            <a:ext cx="10668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80" name="OTLSHAPE_T_caa35547608b495fb960b56332995aa3_ShapePercentage" hidden="1"/>
          <p:cNvSpPr/>
          <p:nvPr>
            <p:custDataLst>
              <p:tags r:id="rId50"/>
            </p:custDataLst>
          </p:nvPr>
        </p:nvSpPr>
        <p:spPr>
          <a:xfrm>
            <a:off x="1991877" y="32046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81" name="OTLSHAPE_T_caa35547608b495fb960b56332995aa3_Duration" hidden="1"/>
          <p:cNvSpPr txBox="1"/>
          <p:nvPr>
            <p:custDataLst>
              <p:tags r:id="rId51"/>
            </p:custDataLst>
          </p:nvPr>
        </p:nvSpPr>
        <p:spPr>
          <a:xfrm>
            <a:off x="0" y="32046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82" name="OTLSHAPE_T_caa35547608b495fb960b56332995aa3_TextPercentage" hidden="1"/>
          <p:cNvSpPr txBox="1"/>
          <p:nvPr>
            <p:custDataLst>
              <p:tags r:id="rId52"/>
            </p:custDataLst>
          </p:nvPr>
        </p:nvSpPr>
        <p:spPr>
          <a:xfrm>
            <a:off x="0" y="33597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83" name="OTLSHAPE_T_caa35547608b495fb960b56332995aa3_StartDate" hidden="1"/>
          <p:cNvSpPr txBox="1"/>
          <p:nvPr>
            <p:custDataLst>
              <p:tags r:id="rId53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84" name="OTLSHAPE_T_caa35547608b495fb960b56332995aa3_EndDate" hidden="1"/>
          <p:cNvSpPr txBox="1"/>
          <p:nvPr>
            <p:custDataLst>
              <p:tags r:id="rId54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85" name="OTLSHAPE_T_caa35547608b495fb960b56332995aa3_JoinedDate"/>
          <p:cNvSpPr txBox="1"/>
          <p:nvPr>
            <p:custDataLst>
              <p:tags r:id="rId55"/>
            </p:custDataLst>
          </p:nvPr>
        </p:nvSpPr>
        <p:spPr>
          <a:xfrm>
            <a:off x="3101171" y="326688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May 11 - Jun 19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86" name="OTLSHAPE_T_caa35547608b495fb960b56332995aa3_Title"/>
          <p:cNvSpPr txBox="1"/>
          <p:nvPr>
            <p:custDataLst>
              <p:tags r:id="rId56"/>
            </p:custDataLst>
          </p:nvPr>
        </p:nvSpPr>
        <p:spPr>
          <a:xfrm>
            <a:off x="127000" y="3251368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Sprint 0 - Planning</a:t>
            </a:r>
            <a:endParaRPr lang="en-CA" sz="12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87" name="OTLSHAPE_T_b591191bf7834823a01c757b3ee18b4d_Shape"/>
          <p:cNvSpPr/>
          <p:nvPr>
            <p:custDataLst>
              <p:tags r:id="rId57"/>
            </p:custDataLst>
          </p:nvPr>
        </p:nvSpPr>
        <p:spPr>
          <a:xfrm>
            <a:off x="3103315" y="3611096"/>
            <a:ext cx="3289300" cy="2794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88" name="OTLSHAPE_T_b591191bf7834823a01c757b3ee18b4d_ShapePercentage" hidden="1"/>
          <p:cNvSpPr/>
          <p:nvPr>
            <p:custDataLst>
              <p:tags r:id="rId58"/>
            </p:custDataLst>
          </p:nvPr>
        </p:nvSpPr>
        <p:spPr>
          <a:xfrm>
            <a:off x="3103315" y="361109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89" name="OTLSHAPE_T_b591191bf7834823a01c757b3ee18b4d_Duration" hidden="1"/>
          <p:cNvSpPr txBox="1"/>
          <p:nvPr>
            <p:custDataLst>
              <p:tags r:id="rId59"/>
            </p:custDataLst>
          </p:nvPr>
        </p:nvSpPr>
        <p:spPr>
          <a:xfrm>
            <a:off x="0" y="36110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90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90" name="OTLSHAPE_T_b591191bf7834823a01c757b3ee18b4d_TextPercentage" hidden="1"/>
          <p:cNvSpPr txBox="1"/>
          <p:nvPr>
            <p:custDataLst>
              <p:tags r:id="rId60"/>
            </p:custDataLst>
          </p:nvPr>
        </p:nvSpPr>
        <p:spPr>
          <a:xfrm>
            <a:off x="0" y="37661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91" name="OTLSHAPE_T_b591191bf7834823a01c757b3ee18b4d_StartDate" hidden="1"/>
          <p:cNvSpPr txBox="1"/>
          <p:nvPr>
            <p:custDataLst>
              <p:tags r:id="rId61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92" name="OTLSHAPE_T_b591191bf7834823a01c757b3ee18b4d_EndDate" hidden="1"/>
          <p:cNvSpPr txBox="1"/>
          <p:nvPr>
            <p:custDataLst>
              <p:tags r:id="rId62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93" name="OTLSHAPE_T_b591191bf7834823a01c757b3ee18b4d_JoinedDate"/>
          <p:cNvSpPr txBox="1"/>
          <p:nvPr>
            <p:custDataLst>
              <p:tags r:id="rId63"/>
            </p:custDataLst>
          </p:nvPr>
        </p:nvSpPr>
        <p:spPr>
          <a:xfrm>
            <a:off x="6435484" y="3673284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Jun 22 - Oct 23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94" name="OTLSHAPE_T_b591191bf7834823a01c757b3ee18b4d_Title"/>
          <p:cNvSpPr txBox="1"/>
          <p:nvPr>
            <p:custDataLst>
              <p:tags r:id="rId64"/>
            </p:custDataLst>
          </p:nvPr>
        </p:nvSpPr>
        <p:spPr>
          <a:xfrm>
            <a:off x="127000" y="3657768"/>
            <a:ext cx="1308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2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95" name="OTLSHAPE_T_a0d599e8b32b4c25aa40ac071c6760ce_Shape"/>
          <p:cNvSpPr/>
          <p:nvPr>
            <p:custDataLst>
              <p:tags r:id="rId65"/>
            </p:custDataLst>
          </p:nvPr>
        </p:nvSpPr>
        <p:spPr>
          <a:xfrm>
            <a:off x="6437628" y="4017496"/>
            <a:ext cx="5080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96" name="OTLSHAPE_T_a0d599e8b32b4c25aa40ac071c6760ce_ShapePercentage" hidden="1"/>
          <p:cNvSpPr/>
          <p:nvPr>
            <p:custDataLst>
              <p:tags r:id="rId66"/>
            </p:custDataLst>
          </p:nvPr>
        </p:nvSpPr>
        <p:spPr>
          <a:xfrm>
            <a:off x="6437628" y="4017496"/>
            <a:ext cx="0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97" name="OTLSHAPE_T_a0d599e8b32b4c25aa40ac071c6760ce_Duration" hidden="1"/>
          <p:cNvSpPr txBox="1"/>
          <p:nvPr>
            <p:custDataLst>
              <p:tags r:id="rId67"/>
            </p:custDataLst>
          </p:nvPr>
        </p:nvSpPr>
        <p:spPr>
          <a:xfrm>
            <a:off x="0" y="40174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98" name="OTLSHAPE_T_a0d599e8b32b4c25aa40ac071c6760ce_StartDate" hidden="1"/>
          <p:cNvSpPr txBox="1"/>
          <p:nvPr>
            <p:custDataLst>
              <p:tags r:id="rId68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99" name="OTLSHAPE_T_a0d599e8b32b4c25aa40ac071c6760ce_EndDate" hidden="1"/>
          <p:cNvSpPr txBox="1"/>
          <p:nvPr>
            <p:custDataLst>
              <p:tags r:id="rId69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100" name="OTLSHAPE_T_a0d599e8b32b4c25aa40ac071c6760ce_JoinedDate"/>
          <p:cNvSpPr txBox="1"/>
          <p:nvPr>
            <p:custDataLst>
              <p:tags r:id="rId70"/>
            </p:custDataLst>
          </p:nvPr>
        </p:nvSpPr>
        <p:spPr>
          <a:xfrm>
            <a:off x="6991202" y="4079684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Oct 26 - Nov 13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101" name="OTLSHAPE_T_a0d599e8b32b4c25aa40ac071c6760ce_TextPercentage" hidden="1"/>
          <p:cNvSpPr txBox="1"/>
          <p:nvPr>
            <p:custDataLst>
              <p:tags r:id="rId71"/>
            </p:custDataLst>
          </p:nvPr>
        </p:nvSpPr>
        <p:spPr>
          <a:xfrm>
            <a:off x="6437628" y="415719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102" name="OTLSHAPE_T_a0d599e8b32b4c25aa40ac071c6760ce_Title"/>
          <p:cNvSpPr txBox="1"/>
          <p:nvPr>
            <p:custDataLst>
              <p:tags r:id="rId72"/>
            </p:custDataLst>
          </p:nvPr>
        </p:nvSpPr>
        <p:spPr>
          <a:xfrm>
            <a:off x="127000" y="4064168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UAT Testing</a:t>
            </a:r>
            <a:endParaRPr lang="en-CA" sz="12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103" name="OTLSHAPE_T_460eed6a1963409ab155b64071c3f445_Shape"/>
          <p:cNvSpPr/>
          <p:nvPr>
            <p:custDataLst>
              <p:tags r:id="rId73"/>
            </p:custDataLst>
          </p:nvPr>
        </p:nvSpPr>
        <p:spPr>
          <a:xfrm>
            <a:off x="6993346" y="4423896"/>
            <a:ext cx="330200" cy="2794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104" name="OTLSHAPE_T_460eed6a1963409ab155b64071c3f445_ShapePercentage" hidden="1"/>
          <p:cNvSpPr/>
          <p:nvPr>
            <p:custDataLst>
              <p:tags r:id="rId74"/>
            </p:custDataLst>
          </p:nvPr>
        </p:nvSpPr>
        <p:spPr>
          <a:xfrm>
            <a:off x="6993346" y="44238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105" name="OTLSHAPE_T_460eed6a1963409ab155b64071c3f445_Duration" hidden="1"/>
          <p:cNvSpPr txBox="1"/>
          <p:nvPr>
            <p:custDataLst>
              <p:tags r:id="rId75"/>
            </p:custDataLst>
          </p:nvPr>
        </p:nvSpPr>
        <p:spPr>
          <a:xfrm>
            <a:off x="0" y="44238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106" name="OTLSHAPE_T_460eed6a1963409ab155b64071c3f445_TextPercentage" hidden="1"/>
          <p:cNvSpPr txBox="1"/>
          <p:nvPr>
            <p:custDataLst>
              <p:tags r:id="rId76"/>
            </p:custDataLst>
          </p:nvPr>
        </p:nvSpPr>
        <p:spPr>
          <a:xfrm>
            <a:off x="0" y="45789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107" name="OTLSHAPE_T_460eed6a1963409ab155b64071c3f445_StartDate" hidden="1"/>
          <p:cNvSpPr txBox="1"/>
          <p:nvPr>
            <p:custDataLst>
              <p:tags r:id="rId77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108" name="OTLSHAPE_T_460eed6a1963409ab155b64071c3f445_EndDate" hidden="1"/>
          <p:cNvSpPr txBox="1"/>
          <p:nvPr>
            <p:custDataLst>
              <p:tags r:id="rId78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109" name="OTLSHAPE_T_460eed6a1963409ab155b64071c3f445_JoinedDate"/>
          <p:cNvSpPr txBox="1"/>
          <p:nvPr>
            <p:custDataLst>
              <p:tags r:id="rId79"/>
            </p:custDataLst>
          </p:nvPr>
        </p:nvSpPr>
        <p:spPr>
          <a:xfrm>
            <a:off x="7361682" y="4486084"/>
            <a:ext cx="825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Nov 16 - Nov 27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110" name="OTLSHAPE_T_460eed6a1963409ab155b64071c3f445_Title"/>
          <p:cNvSpPr txBox="1"/>
          <p:nvPr>
            <p:custDataLst>
              <p:tags r:id="rId80"/>
            </p:custDataLst>
          </p:nvPr>
        </p:nvSpPr>
        <p:spPr>
          <a:xfrm>
            <a:off x="127000" y="4470568"/>
            <a:ext cx="457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4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200" b="1" spc="-1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875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yMy4wMC4wMCIsIkVkaXRpb24iOiJQbHVzIiwiSXNQbHVzRWRpdGlvbiI6dHJ1ZX0sIkVmZmVjdCI6MSwiU3R5bGUiOnsiJGlkIjoiMyIsIlRpbWViYW5kU3R5bGUiOnsiJGlkIjoiNCIsIlNjYWxlTWFya2luZyI6MCwiU2hhcGUiOjAsIlNoYXBlU3R5bGUiOnsiJGlkIjoiNSIsIk1hcmdpbiI6eyIkaWQiOiI2IiwiVG9wIjowLCJMZWZ0IjoxMiwiUmlnaHQiOjEyLCJCb3R0b20iOjB9LCJQYWRkaW5nIjp7IiRpZCI6IjciLCJUb3AiOjcsIkxlZnQiOjAsIlJpZ2h0IjowLCJCb3R0b20iOjd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NSwiQm90dG9tIjowfSwiUGFkZGluZyI6eyIkaWQiOiIxOCIsIlRvcCI6MCwiTGVmdCI6MCwiUmlnaHQiOjAsIkJvdHRvbSI6MH0sIkJhY2tncm91bmQiOnsiJGlkIjoiMTkiLCJDb2xvciI6eyIkaWQiOiIyMCIsIkEiOjI1NSwiUiI6MjU1LCJHIjoyNTUsIkIiOjI1NX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pZCI6IjI4IiwiQSI6MjU1LCJSIjoyNTUsIkciOjI1NSwiQiI6MjU1fX0sIklzVmlzaWJsZSI6dHJ1ZSwiV2lkdGgiOjAuMCwiSGVpZ2h0IjowLjAsIkJvcmRlclN0eWxlIjpudWxsLCJQYXJlbnRTdHlsZSI6bnVsbH0sIlRvZGF5VGV4dFN0eWxlIjp7IiRpZCI6IjI5IiwiRm9udFNldHRpbmdzIjp7IiRpZCI6IjMwIiwiRm9udFNpemUiOjEy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GlkIjoiMzYiLCJBIjoyNTUsIlIiOjI1NSwiRyI6MjU1LCJCIjoyNTV9fSwiSXNWaXNpYmxlIjp0cnVlLCJXaWR0aCI6MC4wLCJIZWlnaHQiOjAuMCwiQm9yZGVyU3R5bGUiOm51bGwsIlBhcmVudFN0eWxlIjpudWxsfSwiVG9kYXlNYXJrZXJTdHlsZSI6eyIkaWQiOiIzNyIsIk1hcmdpbiI6eyIkaWQiOiIzOCIsIlRvcCI6MCwiTGVmdCI6MCwiUmlnaHQiOjAsIkJvdHRvbSI6MH0sIlBhZGRpbmciOnsiJGlkIjoiMzkiLCJUb3AiOjAsIkxlZnQiOjAsIlJpZ2h0IjowLCJCb3R0b20iOjB9LCJCYWNrZ3JvdW5kIjp7IiRpZCI6IjQwIiwiQ29sb3IiOnsiJGlkIjoiNDEiLCJBIjoyNTUsIlIiOjI1NSwiRyI6MCwiQiI6MH19LCJJc1Zpc2libGUiOnRydWUsIldpZHRoIjowLjAsIkhlaWdodCI6MC4wLCJCb3JkZXJTdHlsZSI6bnVsbCwiUGFyZW50U3R5bGUiOm51bGx9LCJTY2FsZVN0eWxlIjp7IiRpZCI6IjQyIiwiU2hvd1NlZ21lbnRTZXBhcmF0b3JzIjp0cnVlLCJTZWdtZW50U2VwYXJhdG9yT3BhY2l0eSI6MzAsIkZvbnRTZXR0aW5ncyI6eyIkaWQiOiI0MyIsIkZvbnRTaXplIjoxMiwiRm9udE5hbWUiOiJDYWxpYnJpIiwiSXNCb2xkIjpmYWxzZSwiSXNJdGFsaWMiOmZhbHNlLCJJc1VuZGVybGluZWQiOmZhbHNlLCJQYXJlbnRTdHlsZSI6bnVsbH0sIkF1dG9TaXplIjowLCJGb3JlZ3JvdW5kIjp7IiRpZCI6IjQ0IiwiQ29sb3IiOnsiJGlkIjoiNDU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YiLCJUb3AiOjAsIkxlZnQiOjUsIlJpZ2h0IjowLCJCb3R0b20iOjB9LCJQYWRkaW5nIjp7IiRpZCI6IjQ3IiwiVG9wIjowLCJMZWZ0IjowLCJSaWdodCI6MCwiQm90dG9tIjowfSwiQmFja2dyb3VuZCI6eyIkaWQiOiI0OCIsIkNvbG9yIjp7IiRpZCI6IjQ5IiwiQSI6ODksIlIiOjAsIkciOjAsIkIiOjB9fSwiSXNWaXNpYmxlIjp0cnVlLCJXaWR0aCI6MC4wLCJIZWlnaHQiOjAuMCwiQm9yZGVyU3R5bGUiOm51bGwsIlBhcmVudFN0eWxlIjpudWxsfSwiRWxhcHNlZFRpbWVCYWNrZ3JvdW5kIjp7IiRpZCI6IjUwIiwiQ29sb3IiOnsiJGlkIjoiNTEiLCJBIjoxOTEsIlIiOjI1NSwiRyI6MCwiQiI6MH19LCJBcHBlbmRZZWFyT25ZZWFyQ2hhbmdlIjp0cnVlLCJFbGFwc2VkVGltZUZvcm1hdCI6MCwiVG9kYXlNYXJrZXJQb3NpdGlvbiI6MCwiUXVpY2tQb3NpdGlvbiI6MywiQWJzb2x1dGVQb3NpdGlvbiI6MTc0LjMzODI1NywiTWFyZ2luIjp7IiRpZCI6IjUyIiwiVG9wIjowLCJMZWZ0IjoxMCwiUmlnaHQiOjEwLCJCb3R0b20iOjB9LCJQYWRkaW5nIjp7IiRpZCI6IjUzIiwiVG9wIjowLCJMZWZ0IjowLCJSaWdodCI6MCwiQm90dG9tIjowfSwiQmFja2dyb3VuZCI6eyIkaWQiOiI1NCIsIkNvbG9yIjp7IiRpZCI6IjU1IiwiQSI6MjU1LCJSIjozMSwiRyI6NzMsIkIiOjEyNX19LCJJc1Zpc2libGUiOnRydWUsIldpZHRoIjowLjAsIkhlaWdodCI6MC4wLCJCb3JkZXJTdHlsZSI6bnVsbCwiUGFyZW50U3R5bGUiOm51bGx9LCJEZWZhdWx0TWlsZXN0b25lU3R5bGUiOnsiJGlkIjoiNTYiLCJTaGFwZSI6MCwiQ29ubmVjdG9yTWFyZ2luIjp7IiRpZCI6IjU3IiwiVG9wIjowLCJMZWZ0IjoyLCJSaWdodCI6MiwiQm90dG9tIjowfSwiQ29ubmVjdG9yU3R5bGUiOnsiJGlkIjoiNTgiLCJMaW5lQ29sb3IiOnsiJGlkIjoiNTkiLCIkdHlwZSI6Ik5MUkUuQ29tbW9uLkRvbS5Tb2xpZENvbG9yQnJ1c2gsIE5MUkUuQ29tbW9uIiwiQ29sb3IiOnsiJGlkIjoiNjAiLCJBIjoxMjcsIlIiOjMxLCJHIjo3MywiQiI6MTI2fX0sIkxpbmVXZWlnaHQiOjEuMCwiTGluZVR5cGUiOjAsIlBhcmVudFN0eWxlIjpudWxsfSwiSXNCZWxvd1RpbWViYW5kIjpmYWxzZSwiSGlkZURhdGUiOmZhbHNlLCJTaGFwZVNpemUiOjEsIlNwYWNpbmciOjEuMCwiUGFkZGluZyI6eyIkaWQiOiI2MSIsIlRvcCI6NywiTGVmdCI6MywiUmlnaHQiOjAsIkJvdHRvbSI6Mn0sIlNoYXBlU3R5bGUiOnsiJGlkIjoiNjIiLCJNYXJnaW4iOnsiJGlkIjoiNjMiLCJUb3AiOjAsIkxlZnQiOjAsIlJpZ2h0IjowLCJCb3R0b20iOjB9LCJQYWRkaW5nIjp7IiRpZCI6IjY0IiwiVG9wIjowLCJMZWZ0IjowLCJSaWdodCI6MCwiQm90dG9tIjowfSwiQmFja2dyb3VuZCI6eyIkaWQiOiI2NSIsIkNvbG9yIjp7IiRpZCI6IjY2IiwiQSI6MjU1LCJSIjowLCJHIjoxMTQsIkIiOjE4OH19LCJJc1Zpc2libGUiOnRydWUsIldpZHRoIjoxOC4wLCJIZWlnaHQiOjIwLjAsIkJvcmRlclN0eWxlIjp7IiRpZCI6IjY3IiwiTGluZUNvbG9yIjp7IiRpZCI6IjY4IiwiJHR5cGUiOiJOTFJFLkNvbW1vbi5Eb20uU29saWRDb2xvckJydXNoLCBOTFJFLkNvbW1vbiIsIkNvbG9yIjp7IiRpZCI6IjY5IiwiQSI6MjU1LCJSIjoyNTUsIkciOjAsIkIiOjB9fSwiTGluZVdlaWdodCI6MC4wLCJMaW5lVHlwZSI6MCwiUGFyZW50U3R5bGUiOm51bGx9LCJQYXJlbnRTdHlsZSI6bnVsbH0sIlRpdGxlU3R5bGUiOnsiJGlkIjoiNzAiLCJGb250U2V0dGluZ3MiOnsiJGlkIjoiNzEiLCJGb250U2l6ZSI6MTEsIkZvbnROYW1lIjoiQ2FsaWJyaSIsIklzQm9sZCI6dHJ1ZSwiSXNJdGFsaWMiOmZhbHNlLCJJc1VuZGVybGluZWQiOmZhbHNlLCJQYXJlbnRTdHlsZSI6bnVsbH0sIkF1dG9TaXplIjowLCJGb3JlZ3JvdW5kIjp7IiRpZCI6IjcyIiwiQ29sb3IiOnsiJGlkIjoi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QiLCJUb3AiOjAsIkxlZnQiOjAsIlJpZ2h0IjowLCJCb3R0b20iOjB9LCJQYWRkaW5nIjp7IiRpZCI6Ijc1IiwiVG9wIjowLCJMZWZ0IjowLCJSaWdodCI6MCwiQm90dG9tIjowfSwiQmFja2dyb3VuZCI6eyIkaWQiOiI3NiIsIkNvbG9yIjp7IiRyZWYiOiI0OSJ9fSwiSXNWaXNpYmxlIjp0cnVlLCJXaWR0aCI6MC4wLCJIZWlnaHQiOjAuMCwiQm9yZGVyU3R5bGUiOm51bGwsIlBhcmVudFN0eWxlIjpudWxsfSwiRGF0ZVN0eWxlIjp7IiRpZCI6Ijc3IiwiRm9udFNldHRpbmdzIjp7IiRpZCI6Ijc4IiwiRm9udFNpemUiOjEwLCJGb250TmFtZSI6IkNhbGlicmkiLCJJc0JvbGQiOmZhbHNlLCJJc0l0YWxpYyI6ZmFsc2UsIklzVW5kZXJsaW5lZCI6ZmFsc2UsIlBhcmVudFN0eWxlIjpudWxsfSwiQXV0b1NpemUiOjAsIkZvcmVncm91bmQiOnsiJGlkIjoiNzkiLCJDb2xvciI6eyIkaWQiOiI4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EiLCJUb3AiOjAsIkxlZnQiOjAsIlJpZ2h0IjowLCJCb3R0b20iOjB9LCJQYWRkaW5nIjp7IiRpZCI6IjgyIiwiVG9wIjowLCJMZWZ0IjowLCJSaWdodCI6MCwiQm90dG9tIjowfSwiQmFja2dyb3VuZCI6eyIkaWQiOiI4MyIsIkNvbG9yIjp7IiRyZWYiOiI0OSJ9fSwiSXNWaXNpYmxlIjp0cnVlLCJXaWR0aCI6MC4wLCJIZWlnaHQiOjAuMCwiQm9yZGVyU3R5bGUiOm51bGwsIlBhcmVudFN0eWxlIjpudWxsfSwiRGF0ZUZvcm1hdCI6eyIkaWQiOi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UiLCJTaGFwZSI6MCwiU2hhcGVUaGlja25lc3MiOjAsIkR1cmF0aW9uRm9ybWF0IjowLCJJbmNsdWRlTm9uV29ya2luZ0RheXNJbkR1cmF0aW9uIjpmYWxzZSwiUGVyY2VudGFnZUNvbXBsZXRlU3R5bGUiOnsiJGlkIjoiODYiLCJGb250U2V0dGluZ3MiOnsiJGlkIjoiODciLCJGb250U2l6ZSI6MTAsIkZvbnROYW1lIjoiQ2FsaWJyaSIsIklzQm9sZCI6ZmFsc2UsIklzSXRhbGljIjpmYWxzZSwiSXNVbmRlcmxpbmVkIjpmYWxzZSwiUGFyZW50U3R5bGUiOm51bGx9LCJBdXRvU2l6ZSI6MCwiRm9yZWdyb3VuZCI6eyIkaWQiOiI4OCIsIkNvbG9yIjp7IiRpZCI6Ijg5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kwIiwiVG9wIjowLCJMZWZ0IjowLCJSaWdodCI6MCwiQm90dG9tIjowfSwiUGFkZGluZyI6eyIkaWQiOiI5MSIsIlRvcCI6MCwiTGVmdCI6MCwiUmlnaHQiOjAsIkJvdHRvbSI6MH0sIkJhY2tncm91bmQiOnsiJGlkIjoiOTIiLCJDb2xvciI6eyIkcmVmIjoiNDkifX0sIklzVmlzaWJsZSI6dHJ1ZSwiV2lkdGgiOjAuMCwiSGVpZ2h0IjowLjAsIkJvcmRlclN0eWxlIjpudWxsLCJQYXJlbnRTdHlsZSI6bnVsbH0sIkR1cmF0aW9uU3R5bGUiOnsiJGlkIjoiOTMiLCJGb250U2V0dGluZ3MiOnsiJGlkIjoiOTQiLCJGb250U2l6ZSI6MTAsIkZvbnROYW1lIjoiQ2FsaWJyaSIsIklzQm9sZCI6ZmFsc2UsIklzSXRhbGljIjpmYWxzZSwiSXNVbmRlcmxpbmVkIjpmYWxzZSwiUGFyZW50U3R5bGUiOm51bGx9LCJBdXRvU2l6ZSI6MCwiRm9yZWdyb3VuZCI6eyIkaWQiOiI5NSIsIkNvbG9yIjp7IiRpZCI6Ijk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ciLCJUb3AiOjAsIkxlZnQiOjAsIlJpZ2h0IjowLCJCb3R0b20iOjB9LCJQYWRkaW5nIjp7IiRpZCI6Ijk4IiwiVG9wIjowLCJMZWZ0IjowLCJSaWdodCI6MCwiQm90dG9tIjowfSwiQmFja2dyb3VuZCI6eyIkaWQiOiI5OSIsIkNvbG9yIjp7IiRyZWYiOiI0OSJ9fSwiSXNWaXNpYmxlIjp0cnVlLCJXaWR0aCI6MC4wLCJIZWlnaHQiOjAuMCwiQm9yZGVyU3R5bGUiOm51bGwsIlBhcmVudFN0eWxlIjpudWxsfSwiSG9yaXpvbnRhbENvbm5lY3RvclN0eWxlIjp7IiRpZCI6IjEwMCIsIkxpbmVDb2xvciI6eyIkaWQiOiIxMDEiLCIkdHlwZSI6Ik5MUkUuQ29tbW9uLkRvbS5Tb2xpZENvbG9yQnJ1c2gsIE5MUkUuQ29tbW9uIiwiQ29sb3IiOnsiJGlkIjoiMTAyIiwiQSI6MjU1LCJSIjoyMDQsIkciOjIwNCwiQiI6MjA0fX0sIkxpbmVXZWlnaHQiOjEuMCwiTGluZVR5cGUiOjAsIlBhcmVudFN0eWxlIjpudWxsfSwiVmVydGljYWxDb25uZWN0b3JTdHlsZSI6eyIkaWQiOiIxMDMiLCJMaW5lQ29sb3IiOnsiJGlkIjoiMTA0IiwiJHR5cGUiOiJOTFJFLkNvbW1vbi5Eb20uU29saWRDb2xvckJydXNoLCBOTFJFLkNvbW1vbiIsIkNvbG9yIjp7IiRpZCI6IjEwNS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2IiwiTWFyZ2luIjp7IiRpZCI6IjEwNyIsIlRvcCI6MCwiTGVmdCI6NCwiUmlnaHQiOjQsIkJvdHRvbSI6MH0sIlBhZGRpbmciOnsiJGlkIjoiMTA4IiwiVG9wIjowLCJMZWZ0IjowLCJSaWdodCI6MCwiQm90dG9tIjowfSwiQmFja2dyb3VuZCI6eyIkaWQiOiIxMDkiLCJDb2xvciI6eyIkaWQiOiIxMTAiLCJBIjoyNTUsIlIiOjAsIkciOjExNCwiQiI6MTg4fX0sIklzVmlzaWJsZSI6dHJ1ZSwiV2lkdGgiOjAuMCwiSGVpZ2h0IjoxMC4wLCJCb3JkZXJTdHlsZSI6eyIkaWQiOiIxMTEiLCJMaW5lQ29sb3IiOnsiJGlkIjoiMTEyIiwiJHR5cGUiOiJOTFJFLkNvbW1vbi5Eb20uU29saWRDb2xvckJydXNoLCBOTFJFLkNvbW1vbiIsIkNvbG9yIjp7IiRpZCI6IjExMyIsIkEiOjI1NSwiUiI6MjU1LCJHIjowLCJCIjowfX0sIkxpbmVXZWlnaHQiOjAuMCwiTGluZVR5cGUiOjAsIlBhcmVudFN0eWxlIjpudWxsfSwiUGFyZW50U3R5bGUiOm51bGx9LCJUaXRsZVN0eWxlIjp7IiRpZCI6IjExNCIsIkZvbnRTZXR0aW5ncyI6eyIkaWQiOiIxMTUiLCJGb250U2l6ZSI6MTEsIkZvbnROYW1lIjoiQ2FsaWJyaSIsIklzQm9sZCI6dHJ1ZSwiSXNJdGFsaWMiOmZhbHNlLCJJc1VuZGVybGluZWQiOmZhbHNlLCJQYXJlbnRTdHlsZSI6bnVsbH0sIkF1dG9TaXplIjowLCJGb3JlZ3JvdW5kIjp7IiRpZCI6IjExNiIsIkNvbG9yIjp7IiRpZCI6IjEx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giLCJUb3AiOjAsIkxlZnQiOjAsIlJpZ2h0IjowLCJCb3R0b20iOjB9LCJQYWRkaW5nIjp7IiRpZCI6IjExOSIsIlRvcCI6MCwiTGVmdCI6MCwiUmlnaHQiOjAsIkJvdHRvbSI6MH0sIkJhY2tncm91bmQiOnsiJGlkIjoiMTIwIiwiQ29sb3IiOnsiJHJlZiI6IjQ5In19LCJJc1Zpc2libGUiOnRydWUsIldpZHRoIjowLjAsIkhlaWdodCI6MC4wLCJCb3JkZXJTdHlsZSI6bnVsbCwiUGFyZW50U3R5bGUiOm51bGx9LCJEYXRlU3R5bGUiOnsiJGlkIjoiMTIxIiwiRm9udFNldHRpbmdzIjp7IiRpZCI6IjEyMiIsIkZvbnRTaXplIjoxMCwiRm9udE5hbWUiOiJDYWxpYnJpIiwiSXNCb2xkIjpmYWxzZSwiSXNJdGFsaWMiOmZhbHNlLCJJc1VuZGVybGluZWQiOmZhbHNlLCJQYXJlbnRTdHlsZSI6bnVsbH0sIkF1dG9TaXplIjowLCJGb3JlZ3JvdW5kIjp7IiRpZCI6IjEyMyIsIkNvbG9yIjp7IiRpZCI6IjE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1IiwiVG9wIjowLCJMZWZ0IjowLCJSaWdodCI6MCwiQm90dG9tIjowfSwiUGFkZGluZyI6eyIkaWQiOiIxMjYiLCJUb3AiOjAsIkxlZnQiOjAsIlJpZ2h0IjowLCJCb3R0b20iOjB9LCJCYWNrZ3JvdW5kIjp7IiRpZCI6IjEyNyIsIkNvbG9yIjp7IiRyZWYiOiI0OSJ9fSwiSXNWaXNpYmxlIjp0cnVlLCJXaWR0aCI6MC4wLCJIZWlnaHQiOjAuMCwiQm9yZGVyU3R5bGUiOm51bGwsIlBhcmVudFN0eWxlIjpudWxsfSwiRGF0ZUZvcm1hdCI6eyIkaWQiOiIx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MwIiwiU3RhcnREYXRlIjoiMDAwMS0wMS0wMVQwMDowMDowMCIsIkVuZERhdGUiOiIyMDIxLTExLTIyVDAwOjAwOjAwIiwiRm9ybWF0IjoiTU1NIiwiVHlwZSI6MiwiQXV0b0RhdGVSYW5nZSI6dHJ1ZSwiV29ya2luZ0RheXMiOjMxLCJUb2RheU1hcmtlclRleHQiOiJUb2RheSIsIkF1dG9TY2FsZVR5cGUiOnRydWV9LCJNaWxlc3RvbmVzIjpbeyIkaWQiOiIxMzEiLCJEYXRlIjoiMjAyMC0wNC0wMVQwMDowMDowMCIsIlN0eWxlIjp7IiRpZCI6IjEzMiIsIlNoYXBlIjoxNiwiQ29ubmVjdG9yTWFyZ2luIjp7IiRyZWYiOiI1NyJ9LCJDb25uZWN0b3JTdHlsZSI6eyIkaWQiOiIxMzMiLCJMaW5lQ29sb3IiOnsiJGlkIjoiMTM0IiwiJHR5cGUiOiJOTFJFLkNvbW1vbi5Eb20uU29saWRDb2xvckJydXNoLCBOTFJFLkNvbW1vbiIsIkNvbG9yIjp7IiRpZCI6IjEzNSIsIkEiOjI1NSwiUiI6MjU1LCJHIjoyNTUsIkIiOjI1NX19LCJMaW5lV2VpZ2h0IjoxLjAsIkxpbmVUeXBlIjowLCJQYXJlbnRTdHlsZSI6bnVsbH0sIklzQmVsb3dUaW1lYmFuZCI6ZmFsc2UsIkhpZGVEYXRlIjpmYWxzZSwiU2hhcGVTaXplIjowLCJTcGFjaW5nIjoxLjAsIlBhZGRpbmciOnsiJHJlZiI6IjYxIn0sIlNoYXBlU3R5bGUiOnsiJGlkIjoiMTM2IiwiTWFyZ2luIjp7IiRyZWYiOiI2MyJ9LCJQYWRkaW5nIjp7IiRyZWYiOiI2NCJ9LCJCYWNrZ3JvdW5kIjp7IiRpZCI6IjEzNyIsIkNvbG9yIjp7IiRpZCI6IjEzOCIsIkEiOjI1NSwiUiI6MjU1LCJHIjoyNTUsIkIiOjI1NX19LCJJc1Zpc2libGUiOnRydWUsIldpZHRoIjoxMi4wLCJIZWlnaHQiOjE0LjAsIkJvcmRlclN0eWxlIjp7IiRpZCI6IjEzOSIsIkxpbmVDb2xvciI6eyIkcmVmIjoiNjgifSwiTGluZVdlaWdodCI6MC4wLCJMaW5lVHlwZSI6MCwiUGFyZW50U3R5bGUiOm51bGx9LCJQYXJlbnRTdHlsZSI6bnVsbH0sIlRpdGxlU3R5bGUiOnsiJGlkIjoiMTQwIiwiRm9udFNldHRpbmdzIjp7IiRpZCI6IjE0MSIsIkZvbnRTaXplIjoxMSwiRm9udE5hbWUiOiJDYWxpYnJpIiwiSXNCb2xkIjp0cnVlLCJJc0l0YWxpYyI6ZmFsc2UsIklzVW5kZXJsaW5lZCI6ZmFsc2UsIlBhcmVudFN0eWxlIjpudWxsfSwiQXV0b1NpemUiOjAsIkZvcmVncm91bmQiOnsiJGlkIjoiMTQyIiwiQ29sb3IiOnsiJGlkIjoiMTQ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eyIkaWQiOiIxNDQiLCJMaW5lQ29sb3IiOm51bGwsIkxpbmVXZWlnaHQiOjAuMCwiTGluZVR5cGUiOjAsIlBhcmVudFN0eWxlIjpudWxsfSwiUGFyZW50U3R5bGUiOm51bGx9LCJEYXRlU3R5bGUiOnsiJGlkIjoiMTQ1IiwiRm9udFNldHRpbmdzIjp7IiRpZCI6IjE0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mYWxzZSwiV2lkdGgiOjAuMCwiSGVpZ2h0IjowLjAsIkJvcmRlclN0eWxlIjp7IiRpZCI6IjE0NyIsIkxpbmVDb2xvciI6bnVsbCwiTGluZVdlaWdodCI6MC4wLCJMaW5lVHlwZSI6MCwiUGFyZW50U3R5bGUiOm51bGx9LCJQYXJlbnRTdHlsZSI6bnVsbH0sIkRhdGVGb3JtYXQiOnsiJHJlZiI6Ijg0In0sIklzVmlzaWJsZSI6dHJ1ZSwiUGFyZW50U3R5bGUiOm51bGx9LCJJbmRleCI6MiwiUGVyY2VudGFnZUNvbXBsZXRlIjpudWxsLCJQb3NpdGlvbiI6eyJSYXRpbyI6MC4wLCJJc0N1c3RvbSI6ZmFsc2V9LCJEYXRlRm9ybWF0Ijp7IiRyZWYiOiI4NCJ9LCJJZCI6ImVmMjk3YjcxLWUzNzUtNDliMC1iOGY4LTY3YzhjMzRmMzMwNSIsIkltcG9ydElkIjpudWxsLCJUaXRsZSI6IlN0YXJ0IiwiTm90ZSI6bnVsbCwiSHlwZXJsaW5rIjpudWxsLCJJc0NoYW5nZWQiOmZhbHNlLCJJc05ldyI6ZmFsc2V9LHsiJGlkIjoiMTQ4IiwiRGF0ZSI6IjIwMjAtMTEtMjNUMjM6NTk6MDBaIiwiU3R5bGUiOnsiJGlkIjoiMTQ5IiwiU2hhcGUiOjAsIkNvbm5lY3Rvck1hcmdpbiI6eyIkcmVmIjoiNTcifSwiQ29ubmVjdG9yU3R5bGUiOnsiJGlkIjoiMTUwIiwiTGluZUNvbG9yIjp7IiRyZWYiOiI1OSJ9LCJMaW5lV2VpZ2h0IjoxLjAsIkxpbmVUeXBlIjowLCJQYXJlbnRTdHlsZSI6bnVsbH0sIklzQmVsb3dUaW1lYmFuZCI6ZmFsc2UsIkhpZGVEYXRlIjpmYWxzZSwiU2hhcGVTaXplIjoxLCJTcGFjaW5nIjoxLjAsIlBhZGRpbmciOnsiJHJlZiI6IjYxIn0sIlNoYXBlU3R5bGUiOnsiJGlkIjoiMTUxIiwiTWFyZ2luIjp7IiRyZWYiOiI2MyJ9LCJQYWRkaW5nIjp7IiRyZWYiOiI2NCJ9LCJCYWNrZ3JvdW5kIjp7IiRpZCI6IjE1MiIsIkNvbG9yIjp7IiRpZCI6IjE1MyIsIkEiOjI1NSwiUiI6NzksIkciOjEyOSwiQiI6MTg5fX0sIklzVmlzaWJsZSI6dHJ1ZSwiV2lkdGgiOjE4LjAsIkhlaWdodCI6MjAuMCwiQm9yZGVyU3R5bGUiOnsiJGlkIjoiMTU0IiwiTGluZUNvbG9yIjp7IiRyZWYiOiI2OCJ9LCJMaW5lV2VpZ2h0IjowLjAsIkxpbmVUeXBlIjowLCJQYXJlbnRTdHlsZSI6bnVsbH0sIlBhcmVudFN0eWxlIjpudWxsfSwiVGl0bGVTdHlsZSI6eyIkaWQiOiIxNTUiLCJGb250U2V0dGluZ3MiOnsiJGlkIjoiMTU2IiwiRm9udFNpemUiOjExLCJGb250TmFtZSI6IkNhbGlicmkiLCJJc0JvbGQiOnRydWUsIklzSXRhbGljIjpmYWxzZSwiSXNVbmRlcmxpbmVkIjpmYWxzZSwiUGFyZW50U3R5bGUiOm51bGx9LCJBdXRvU2l6ZSI6MCwiRm9yZWdyb3VuZCI6eyIkaWQiOiIxNTciLCJDb2xvciI6eyIkaWQiOiIxNTg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E1OSIsIkxpbmVDb2xvciI6bnVsbCwiTGluZVdlaWdodCI6MC4wLCJMaW5lVHlwZSI6MCwiUGFyZW50U3R5bGUiOm51bGx9LCJQYXJlbnRTdHlsZSI6bnVsbH0sIkRhdGVTdHlsZSI6eyIkaWQiOiIxNjAiLCJGb250U2V0dGluZ3MiOnsiJGlkIjoiMTYxIiwiRm9udFNpemUiOjEwLCJGb250TmFtZSI6IkNhbGlicmkiLCJJc0JvbGQiOmZhbHNlLCJJc0l0YWxpYyI6ZmFsc2UsIklzVW5kZXJsaW5lZCI6ZmFsc2UsIlBhcmVudFN0eWxlIjpudWxsfSwiQXV0b1NpemUiOjAsIkZvcmVncm91bmQiOnsiJHJlZiI6Ijc5In0sIk1heFdpZHRoIjoyMDAuMCwiTWF4SGVpZ2h0IjoiSW5maW5pdHkiLCJTbWFydEZvcmVncm91bmRJc0FjdGl2ZSI6ZmFsc2UsIkhvcml6b250YWxBbGlnbm1lbnQiOjAsIlZlcnRpY2FsQWxpZ25tZW50IjowLCJTbWFydEZvcmVncm91bmQiOm51bGwsIkJhY2tncm91bmRGaWxsVHlwZSI6MCwiTWFyZ2luIjp7IiRyZWYiOiI4MSJ9LCJQYWRkaW5nIjp7IiRyZWYiOiI4MiJ9LCJCYWNrZ3JvdW5kIjp7IiRyZWYiOiI4MyJ9LCJJc1Zpc2libGUiOnRydWUsIldpZHRoIjowLjAsIkhlaWdodCI6MC4wLCJCb3JkZXJTdHlsZSI6eyIkaWQiOiIxNjIiLCJMaW5lQ29sb3IiOm51bGwsIkxpbmVXZWlnaHQiOjAuMCwiTGluZVR5cGUiOjAsIlBhcmVudFN0eWxlIjpudWxsfSwiUGFyZW50U3R5bGUiOm51bGx9LCJEYXRlRm9ybWF0Ijp7IiRyZWYiOiI4NCJ9LCJJc1Zpc2libGUiOnRydWUsIlBhcmVudFN0eWxlIjpudWxsfSwiSW5kZXgiOjcsIlBlcmNlbnRhZ2VDb21wbGV0ZSI6bnVsbCwiUG9zaXRpb24iOnsiUmF0aW8iOjAuMCwiSXNDdXN0b20iOmZhbHNlfSwiRGF0ZUZvcm1hdCI6eyIkcmVmIjoiODQifSwiSWQiOiIzNTZhNTdkOS04ZmViLTRmMWMtOWJlYy1jNjJhNWUxZTM1NTciLCJJbXBvcnRJZCI6bnVsbCwiVGl0bGUiOiJTbWFsbCBCdXNpbmVzcyBTb2Z0IExhdW5jaCIsIk5vdGUiOm51bGwsIkh5cGVybGluayI6bnVsbCwiSXNDaGFuZ2VkIjpmYWxzZSwiSXNOZXciOmZhbHNlfSx7IiRpZCI6IjE2MyIsIkRhdGUiOiIyMDIwLTEyLTA3VDIzOjU5OjAwWiIsIlN0eWxlIjp7IiRpZCI6IjE2NCIsIlNoYXBlIjowLCJDb25uZWN0b3JNYXJnaW4iOnsiJHJlZiI6IjU3In0sIkNvbm5lY3RvclN0eWxlIjp7IiRpZCI6IjE2NSIsIkxpbmVDb2xvciI6eyIkcmVmIjoiNTkifSwiTGluZVdlaWdodCI6MS4wLCJMaW5lVHlwZSI6MCwiUGFyZW50U3R5bGUiOm51bGx9LCJJc0JlbG93VGltZWJhbmQiOmZhbHNlLCJIaWRlRGF0ZSI6ZmFsc2UsIlNoYXBlU2l6ZSI6MSwiU3BhY2luZyI6MS4wLCJQYWRkaW5nIjp7IiRyZWYiOiI2MSJ9LCJTaGFwZVN0eWxlIjp7IiRpZCI6IjE2NiIsIk1hcmdpbiI6eyIkcmVmIjoiNjMifSwiUGFkZGluZyI6eyIkcmVmIjoiNjQifSwiQmFja2dyb3VuZCI6eyIkaWQiOiIxNjciLCJDb2xvciI6eyIkaWQiOiIxNjgiLCJBIjoyNTUsIlIiOjc5LCJHIjoxMjksIkIiOjE4OX19LCJJc1Zpc2libGUiOnRydWUsIldpZHRoIjoxOC4wLCJIZWlnaHQiOjIwLjAsIkJvcmRlclN0eWxlIjp7IiRpZCI6IjE2OSIsIkxpbmVDb2xvciI6eyIkcmVmIjoiNjgifSwiTGluZVdlaWdodCI6MC4wLCJMaW5lVHlwZSI6MCwiUGFyZW50U3R5bGUiOm51bGx9LCJQYXJlbnRTdHlsZSI6bnVsbH0sIlRpdGxlU3R5bGUiOnsiJGlkIjoiMTcwIiwiRm9udFNldHRpbmdzIjp7IiRpZCI6IjE3MSIsIkZvbnRTaXplIjoxMSwiRm9udE5hbWUiOiJDYWxpYnJpIiwiSXNCb2xkIjp0cnVlLCJJc0l0YWxpYyI6ZmFsc2UsIklzVW5kZXJsaW5lZCI6ZmFsc2UsIlBhcmVudFN0eWxlIjpudWxsfSwiQXV0b1NpemUiOjAsIkZvcmVncm91bmQiOnsiJGlkIjoiMTcyIiwiQ29sb3IiOnsiJGlkIjoiMTcz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3NCJ9LCJQYWRkaW5nIjp7IiRyZWYiOiI3NSJ9LCJCYWNrZ3JvdW5kIjp7IiRyZWYiOiI3NiJ9LCJJc1Zpc2libGUiOnRydWUsIldpZHRoIjowLjAsIkhlaWdodCI6MC4wLCJCb3JkZXJTdHlsZSI6eyIkaWQiOiIxNzQiLCJMaW5lQ29sb3IiOm51bGwsIkxpbmVXZWlnaHQiOjAuMCwiTGluZVR5cGUiOjAsIlBhcmVudFN0eWxlIjpudWxsfSwiUGFyZW50U3R5bGUiOm51bGx9LCJEYXRlU3R5bGUiOnsiJGlkIjoiMTc1IiwiRm9udFNldHRpbmdzIjp7IiRpZCI6IjE3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0cnVlLCJXaWR0aCI6MC4wLCJIZWlnaHQiOjAuMCwiQm9yZGVyU3R5bGUiOnsiJGlkIjoiMTc3IiwiTGluZUNvbG9yIjpudWxsLCJMaW5lV2VpZ2h0IjowLjAsIkxpbmVUeXBlIjowLCJQYXJlbnRTdHlsZSI6bnVsbH0sIlBhcmVudFN0eWxlIjpudWxsfSwiRGF0ZUZvcm1hdCI6eyIkcmVmIjoiODQifSwiSXNWaXNpYmxlIjp0cnVlLCJQYXJlbnRTdHlsZSI6bnVsbH0sIkluZGV4Ijo4LCJQZXJjZW50YWdlQ29tcGxldGUiOm51bGwsIlBvc2l0aW9uIjp7IlJhdGlvIjowLjAsIklzQ3VzdG9tIjpmYWxzZX0sIkRhdGVGb3JtYXQiOnsiJHJlZiI6Ijg0In0sIklkIjoiZDFmZDg4NDMtYzM4Mi00NjA2LWJiYmYtYzZlZjkxNjZiZmU0IiwiSW1wb3J0SWQiOm51bGwsIlRpdGxlIjoiU21hbGwgQnVzaW5lc3MgTGF1bmNoIiwiTm90ZSI6bnVsbCwiSHlwZXJsaW5rIjpudWxsLCJJc0NoYW5nZWQiOmZhbHNlLCJJc05ldyI6ZmFsc2V9XSwiVGFza3MiOlt7IiRpZCI6IjE3OCIsIkdyb3VwTmFtZSI6bnVsbCwiU3RhcnREYXRlIjoiMjAyMC0wNS0xMVQwMDowMDowMFoiLCJFbmREYXRlIjoiMjAyMC0xMi0wN1QyMzo1OTowMFoiLCJQZXJjZW50YWdlQ29tcGxldGUiOjAuMCwiU3R5bGUiOnsiJGlkIjoiMTc5IiwiU2hhcGUiOjMsIlNoYXBlVGhpY2tuZXNzIjoyLCJEdXJhdGlvbkZvcm1hdCI6MCwiSW5jbHVkZU5vbldvcmtpbmdEYXlzSW5EdXJhdGlvbiI6ZmFsc2UsIlBlcmNlbnRhZ2VDb21wbGV0ZVN0eWxlIjp7IiRpZCI6IjE4MCIsIkZvbnRTZXR0aW5ncyI6eyIkaWQiOiIxODEiLCJGb250U2l6ZSI6MTAsIkZvbnROYW1lIjoiQ2FsaWJyaSIsIklzQm9sZCI6dHJ1ZSwiSXNJdGFsaWMiOmZhbHNlLCJJc1VuZGVybGluZWQiOmZhbHNlLCJQYXJlbnRTdHlsZSI6bnVsbH0sIkF1dG9TaXplIjowLCJGb3JlZ3JvdW5kIjp7IiRpZCI6IjE4MiIsIkNvbG9yIjp7IiRpZCI6IjE4My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Tg0IiwiTGluZUNvbG9yIjpudWxsLCJMaW5lV2VpZ2h0IjowLjAsIkxpbmVUeXBlIjowLCJQYXJlbnRTdHlsZSI6bnVsbH0sIlBhcmVudFN0eWxlIjpudWxsfSwiRHVyYXRpb25TdHlsZSI6eyIkaWQiOiIxODUiLCJGb250U2V0dGluZ3MiOnsiJGlkIjoiMTg2IiwiRm9udFNpemUiOjEwLCJGb250TmFtZSI6IkNhbGlicmkiLCJJc0JvbGQiOmZhbHNlLCJJc0l0YWxpYyI6ZmFsc2UsIklzVW5kZXJsaW5lZCI6ZmFsc2UsIlBhcmVudFN0eWxlIjpudWxsfSwiQXV0b1NpemUiOjAsIkZvcmVncm91bmQiOnsiJHJlZiI6Ijk1In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xODciLCJMaW5lQ29sb3IiOm51bGwsIkxpbmVXZWlnaHQiOjAuMCwiTGluZVR5cGUiOjAsIlBhcmVudFN0eWxlIjpudWxsfSwiUGFyZW50U3R5bGUiOm51bGx9LCJIb3Jpem9udGFsQ29ubmVjdG9yU3R5bGUiOnsiJGlkIjoiMTg4IiwiTGluZUNvbG9yIjp7IiRpZCI6IjE4OSIsIiR0eXBlIjoiTkxSRS5Db21tb24uRG9tLlNvbGlkQ29sb3JCcnVzaCwgTkxSRS5Db21tb24iLCJDb2xvciI6eyIkaWQiOiIxOTAiLCJBIjoyNTUsIlIiOjIwNCwiRyI6MjA0LCJCIjoyMDR9fSwiTGluZVdlaWdodCI6MC4wLCJMaW5lVHlwZSI6MCwiUGFyZW50U3R5bGUiOm51bGx9LCJWZXJ0aWNhbENvbm5lY3RvclN0eWxlIjp7IiRpZCI6IjE5MSIsIkxpbmVDb2xvciI6eyIkcmVmIjoiMTA0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EwLCJJc0JlbG93VGltZWJhbmQiOnRydWUsIlBlcmNlbnRhZ2VDb21wbGV0ZVNoYXBlT3BhY2l0eSI6MzUsIlNoYXBlU3R5bGUiOnsiJGlkIjoiMTkyIiwiTWFyZ2luIjp7IiRyZWYiOiIxMDcifSwiUGFkZGluZyI6eyIkcmVmIjoiMTA4In0sIkJhY2tncm91bmQiOnsiJGlkIjoiMTkzIiwiQ29sb3IiOnsiJGlkIjoiMTk0IiwiQSI6MjU1LCJSIjowLCJHIjoxMTQsIkIiOjE4OH19LCJJc1Zpc2libGUiOnRydWUsIldpZHRoIjowLjAsIkhlaWdodCI6MjIuMCwiQm9yZGVyU3R5bGUiOnsiJGlkIjoiMTk1IiwiTGluZUNvbG9yIjp7IiRyZWYiOiIxMTIifSwiTGluZVdlaWdodCI6MC4wLCJMaW5lVHlwZSI6MCwiUGFyZW50U3R5bGUiOm51bGx9LCJQYXJlbnRTdHlsZSI6bnVsbH0sIlRpdGxlU3R5bGUiOnsiJGlkIjoiMTk2IiwiRm9udFNldHRpbmdzIjp7IiRpZCI6IjE5NyIsIkZvbnRTaXplIjoxMiwiRm9udE5hbWUiOiJDYWxpYnJpIiwiSXNCb2xkIjp0cnVlLCJJc0l0YWxpYyI6ZmFsc2UsIklzVW5kZXJsaW5lZCI6ZmFsc2UsIlBhcmVudFN0eWxlIjpudWxsfSwiQXV0b1NpemUiOjAsIkZvcmVncm91bmQiOnsiJGlkIjoiMTk4IiwiQ29sb3IiOnsiJGlkIjoiMTk5IiwiQSI6MjU1LCJSIjoyMzQsIkciOjIyLCJCIjoz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jAwIiwiTGluZUNvbG9yIjpudWxsLCJMaW5lV2VpZ2h0IjowLjAsIkxpbmVUeXBlIjowLCJQYXJlbnRTdHlsZSI6bnVsbH0sIlBhcmVudFN0eWxlIjpudWxsfSwiRGF0ZVN0eWxlIjp7IiRpZCI6IjIwMSIsIkZvbnRTZXR0aW5ncyI6eyIkaWQiOiIyMDIiLCJGb250U2l6ZSI6MTAsIkZvbnROYW1lIjoiQ2FsaWJyaSIsIklzQm9sZCI6ZmFsc2UsIklzSXRhbGljIjpmYWxzZSwiSXNVbmRlcmxpbmVkIjpmYWxzZSwiUGFyZW50U3R5bGUiOm51bGx9LCJBdXRvU2l6ZSI6MCwiRm9yZWdyb3VuZCI6eyIkaWQiOiIyMDMiLCJDb2xvciI6eyIkaWQiOiIyMDQ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IwNSIsIkxpbmVDb2xvciI6bnVsbCwiTGluZVdlaWdodCI6MC4wLCJMaW5lVHlwZSI6MCwiUGFyZW50U3R5bGUiOm51bGx9LCJQYXJlbnRTdHlsZSI6bnVsbH0sIkRhdGVGb3JtYXQiOnsiJHJlZiI6IjEyOCJ9LCJJc1Zpc2libGUiOnRydWUsIlBhcmVudFN0eWxlIjpudWxsfSwiSW5kZXgiOjEsIlNtYXJ0RHVyYXRpb25BY3RpdmF0ZWQiOmZhbHNlLCJEYXRlRm9ybWF0Ijp7IiRyZWYiOiIxMjgifSwiSWQiOiI5ODgyYjE3Zi00MGQ1LTQ1ZGYtOGEyNy00Y2MwOGU3NDUyYTIiLCJJbXBvcnRJZCI6bnVsbCwiVGl0bGUiOiJTbWFsbCBCdXNpbmVzcyBEQ08iLCJOb3RlIjpudWxsLCJIeXBlcmxpbmsiOm51bGwsIklzQ2hhbmdlZCI6ZmFsc2UsIklzTmV3IjpmYWxzZX0seyIkaWQiOiIyMDYiLCJHcm91cE5hbWUiOm51bGwsIlN0YXJ0RGF0ZSI6IjIwMjAtMDUtMTFUMDA6MDA6MDBaIiwiRW5kRGF0ZSI6IjIwMjAtMDYtMTlUMjM6NTk6MDBaIiwiUGVyY2VudGFnZUNvbXBsZXRlIjowLjAsIlN0eWxlIjp7IiRpZCI6IjIwNyIsIlNoYXBlIjowLCJTaGFwZVRoaWNrbmVzcyI6MiwiRHVyYXRpb25Gb3JtYXQiOjAsIkluY2x1ZGVOb25Xb3JraW5nRGF5c0luRHVyYXRpb24iOmZhbHNlLCJQZXJjZW50YWdlQ29tcGxldGVTdHlsZSI6eyIkaWQiOiIyMDgiLCJGb250U2V0dGluZ3MiOnsiJGlkIjoiMjA5IiwiRm9udFNpemUiOjEwLCJGb250TmFtZSI6IkNhbGlicmkiLCJJc0JvbGQiOmZhbHNlLCJJc0l0YWxpYyI6ZmFsc2UsIklzVW5kZXJsaW5lZCI6ZmFsc2UsIlBhcmVudFN0eWxlIjpudWxsfSwiQXV0b1NpemUiOjAsIkZvcmVncm91bmQiOnsiJGlkIjoiMjEwIiwiQ29sb3IiOnsiJGlkIjoiMjEx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yMTIiLCJMaW5lQ29sb3IiOm51bGwsIkxpbmVXZWlnaHQiOjAuMCwiTGluZVR5cGUiOjAsIlBhcmVudFN0eWxlIjpudWxsfSwiUGFyZW50U3R5bGUiOm51bGx9LCJEdXJhdGlvblN0eWxlIjp7IiRpZCI6IjIxMyIsIkZvbnRTZXR0aW5ncyI6eyIkaWQiOiIyMTQ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IxNSIsIkxpbmVDb2xvciI6bnVsbCwiTGluZVdlaWdodCI6MC4wLCJMaW5lVHlwZSI6MCwiUGFyZW50U3R5bGUiOm51bGx9LCJQYXJlbnRTdHlsZSI6bnVsbH0sIkhvcml6b250YWxDb25uZWN0b3JTdHlsZSI6eyIkaWQiOiIyMTYiLCJMaW5lQ29sb3IiOnsiJGlkIjoiMjE3IiwiJHR5cGUiOiJOTFJFLkNvbW1vbi5Eb20uU29saWRDb2xvckJydXNoLCBOTFJFLkNvbW1vbiIsIkNvbG9yIjp7IiRpZCI6IjIxOCIsIkEiOjI1NSwiUiI6MjA0LCJHIjoyMDQsIkIiOjIwNH19LCJMaW5lV2VpZ2h0IjoxLjUsIkxpbmVUeXBlIjowLCJQYXJlbnRTdHlsZSI6bnVsbH0sIlZlcnRpY2FsQ29ubmVjdG9yU3R5bGUiOnsiJGlkIjoiMjE5IiwiTGluZUNvbG9yIjp7IiRyZWYiOiIxMDQ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TAsIklzQmVsb3dUaW1lYmFuZCI6dHJ1ZSwiUGVyY2VudGFnZUNvbXBsZXRlU2hhcGVPcGFjaXR5IjozNSwiU2hhcGVTdHlsZSI6eyIkaWQiOiIyMjAiLCJNYXJnaW4iOnsiJHJlZiI6IjEwNyJ9LCJQYWRkaW5nIjp7IiRyZWYiOiIxMDgifSwiQmFja2dyb3VuZCI6eyIkaWQiOiIyMjEiLCJDb2xvciI6eyIkaWQiOiIyMjIiLCJBIjoyNTUsIlIiOjAsIkciOjExNCwiQiI6MTg4fX0sIklzVmlzaWJsZSI6dHJ1ZSwiV2lkdGgiOjAuMCwiSGVpZ2h0IjoyMi4wLCJCb3JkZXJTdHlsZSI6eyIkaWQiOiIyMjMiLCJMaW5lQ29sb3IiOnsiJHJlZiI6IjExMiJ9LCJMaW5lV2VpZ2h0IjowLjAsIkxpbmVUeXBlIjowLCJQYXJlbnRTdHlsZSI6bnVsbH0sIlBhcmVudFN0eWxlIjpudWxsfSwiVGl0bGVTdHlsZSI6eyIkaWQiOiIyMjQiLCJGb250U2V0dGluZ3MiOnsiJGlkIjoiMjI1IiwiRm9udFNpemUiOjEyLCJGb250TmFtZSI6IkNhbGlicmkiLCJJc0JvbGQiOnRydWUsIklzSXRhbGljIjpmYWxzZSwiSXNVbmRlcmxpbmVkIjpmYWxzZSwiUGFyZW50U3R5bGUiOm51bGx9LCJBdXRvU2l6ZSI6MCwiRm9yZWdyb3VuZCI6eyIkaWQiOiIyMjYiLCJDb2xvciI6eyIkaWQiOiIyMjc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yOCIsIkxpbmVDb2xvciI6bnVsbCwiTGluZVdlaWdodCI6MC4wLCJMaW5lVHlwZSI6MCwiUGFyZW50U3R5bGUiOm51bGx9LCJQYXJlbnRTdHlsZSI6bnVsbH0sIkRhdGVTdHlsZSI6eyIkaWQiOiIyMjkiLCJGb250U2V0dGluZ3MiOnsiJGlkIjoiMjMwIiwiRm9udFNpemUiOjEwLCJGb250TmFtZSI6IkNhbGlicmkiLCJJc0JvbGQiOmZhbHNlLCJJc0l0YWxpYyI6ZmFsc2UsIklzVW5kZXJsaW5lZCI6ZmFsc2UsIlBhcmVudFN0eWxlIjpudWxsfSwiQXV0b1NpemUiOjAsIkZvcmVncm91bmQiOnsiJGlkIjoiMjMxIiwiQ29sb3IiOnsiJGlkIjoiMjMy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MzMiLCJMaW5lQ29sb3IiOm51bGwsIkxpbmVXZWlnaHQiOjAuMCwiTGluZVR5cGUiOjAsIlBhcmVudFN0eWxlIjpudWxsfSwiUGFyZW50U3R5bGUiOm51bGx9LCJEYXRlRm9ybWF0Ijp7IiRyZWYiOiIxMjgifSwiSXNWaXNpYmxlIjp0cnVlLCJQYXJlbnRTdHlsZSI6bnVsbH0sIkluZGV4IjozLCJTbWFydER1cmF0aW9uQWN0aXZhdGVkIjpmYWxzZSwiRGF0ZUZvcm1hdCI6eyIkcmVmIjoiMTI4In0sIklkIjoiY2FhMzU1NDctNjA4Yi00OTVmLWI5NjAtYjU2MzMyOTk1YWEzIiwiSW1wb3J0SWQiOm51bGwsIlRpdGxlIjoiU3ByaW50IDAgLSBQbGFubmluZyIsIk5vdGUiOm51bGwsIkh5cGVybGluayI6bnVsbCwiSXNDaGFuZ2VkIjpmYWxzZSwiSXNOZXciOmZhbHNlfSx7IiRpZCI6IjIzNCIsIkdyb3VwTmFtZSI6bnVsbCwiU3RhcnREYXRlIjoiMjAyMC0wNi0yMlQwMDowMDowMFoiLCJFbmREYXRlIjoiMjAyMC0xMC0yM1QyMzo1OTowMFoiLCJQZXJjZW50YWdlQ29tcGxldGUiOjAuMCwiU3R5bGUiOnsiJGlkIjoiMjM1IiwiU2hhcGUiOjIsIlNoYXBlVGhpY2tuZXNzIjoyLCJEdXJhdGlvbkZvcm1hdCI6MCwiSW5jbHVkZU5vbldvcmtpbmdEYXlzSW5EdXJhdGlvbiI6ZmFsc2UsIlBlcmNlbnRhZ2VDb21wbGV0ZVN0eWxlIjp7IiRpZCI6IjIzNiIsIkZvbnRTZXR0aW5ncyI6eyIkaWQiOiIyMzciLCJGb250U2l6ZSI6MTAsIkZvbnROYW1lIjoiQ2FsaWJyaSIsIklzQm9sZCI6ZmFsc2UsIklzSXRhbGljIjpmYWxzZSwiSXNVbmRlcmxpbmVkIjpmYWxzZSwiUGFyZW50U3R5bGUiOm51bGx9LCJBdXRvU2l6ZSI6MCwiRm9yZWdyb3VuZCI6eyIkaWQiOiIyMzgiLCJDb2xvciI6eyIkaWQiOiIyMzk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0MCIsIkxpbmVDb2xvciI6bnVsbCwiTGluZVdlaWdodCI6MC4wLCJMaW5lVHlwZSI6MCwiUGFyZW50U3R5bGUiOm51bGx9LCJQYXJlbnRTdHlsZSI6bnVsbH0sIkR1cmF0aW9uU3R5bGUiOnsiJGlkIjoiMjQxIiwiRm9udFNldHRpbmdzIjp7IiRpZCI6IjI0M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QzIiwiTGluZUNvbG9yIjpudWxsLCJMaW5lV2VpZ2h0IjowLjAsIkxpbmVUeXBlIjowLCJQYXJlbnRTdHlsZSI6bnVsbH0sIlBhcmVudFN0eWxlIjpudWxsfSwiSG9yaXpvbnRhbENvbm5lY3RvclN0eWxlIjp7IiRpZCI6IjI0NCIsIkxpbmVDb2xvciI6eyIkaWQiOiIyNDUiLCIkdHlwZSI6Ik5MUkUuQ29tbW9uLkRvbS5Tb2xpZENvbG9yQnJ1c2gsIE5MUkUuQ29tbW9uIiwiQ29sb3IiOnsiJGlkIjoiMjQ2IiwiQSI6MjU1LCJSIjoyMDQsIkciOjIwNCwiQiI6MjA0fX0sIkxpbmVXZWlnaHQiOjEuMCwiTGluZVR5cGUiOjAsIlBhcmVudFN0eWxlIjpudWxsfSwiVmVydGljYWxDb25uZWN0b3JTdHlsZSI6eyIkaWQiOiIyNDciLCJMaW5lQ29sb3IiOnsiJHJlZiI6IjEwNC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xMCwiSXNCZWxvd1RpbWViYW5kIjp0cnVlLCJQZXJjZW50YWdlQ29tcGxldGVTaGFwZU9wYWNpdHkiOjM1LCJTaGFwZVN0eWxlIjp7IiRpZCI6IjI0OCIsIk1hcmdpbiI6eyIkcmVmIjoiMTA3In0sIlBhZGRpbmciOnsiJHJlZiI6IjEwOCJ9LCJCYWNrZ3JvdW5kIjp7IiRpZCI6IjI0OSIsIkNvbG9yIjp7IiRpZCI6IjI1MCIsIkEiOjI1NSwiUiI6MCwiRyI6MTE0LCJCIjoxODh9fSwiSXNWaXNpYmxlIjp0cnVlLCJXaWR0aCI6MC4wLCJIZWlnaHQiOjIyLjAsIkJvcmRlclN0eWxlIjp7IiRpZCI6IjI1MSIsIkxpbmVDb2xvciI6eyIkcmVmIjoiMTEyIn0sIkxpbmVXZWlnaHQiOjAuMCwiTGluZVR5cGUiOjAsIlBhcmVudFN0eWxlIjpudWxsfSwiUGFyZW50U3R5bGUiOm51bGx9LCJUaXRsZVN0eWxlIjp7IiRpZCI6IjI1MiIsIkZvbnRTZXR0aW5ncyI6eyIkaWQiOiIyNTMiLCJGb250U2l6ZSI6MTIsIkZvbnROYW1lIjoiQ2FsaWJyaSIsIklzQm9sZCI6dHJ1ZSwiSXNJdGFsaWMiOmZhbHNlLCJJc1VuZGVybGluZWQiOmZhbHNlLCJQYXJlbnRTdHlsZSI6bnVsbH0sIkF1dG9TaXplIjowLCJGb3JlZ3JvdW5kIjp7IiRpZCI6IjI1NCIsIkNvbG9yIjp7IiRpZCI6IjI1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jU2IiwiTGluZUNvbG9yIjpudWxsLCJMaW5lV2VpZ2h0IjowLjAsIkxpbmVUeXBlIjowLCJQYXJlbnRTdHlsZSI6bnVsbH0sIlBhcmVudFN0eWxlIjpudWxsfSwiRGF0ZVN0eWxlIjp7IiRpZCI6IjI1NyIsIkZvbnRTZXR0aW5ncyI6eyIkaWQiOiIyNTgiLCJGb250U2l6ZSI6MTAsIkZvbnROYW1lIjoiQ2FsaWJyaSIsIklzQm9sZCI6ZmFsc2UsIklzSXRhbGljIjpmYWxzZSwiSXNVbmRlcmxpbmVkIjpmYWxzZSwiUGFyZW50U3R5bGUiOm51bGx9LCJBdXRvU2l6ZSI6MCwiRm9yZWdyb3VuZCI6eyIkaWQiOiIyNTkiLCJDb2xvciI6eyIkaWQiOiIyNjA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I2MSIsIkxpbmVDb2xvciI6bnVsbCwiTGluZVdlaWdodCI6MC4wLCJMaW5lVHlwZSI6MCwiUGFyZW50U3R5bGUiOm51bGx9LCJQYXJlbnRTdHlsZSI6bnVsbH0sIkRhdGVGb3JtYXQiOnsiJHJlZiI6IjEyOCJ9LCJJc1Zpc2libGUiOnRydWUsIlBhcmVudFN0eWxlIjpudWxsfSwiSW5kZXgiOjQsIlNtYXJ0RHVyYXRpb25BY3RpdmF0ZWQiOmZhbHNlLCJEYXRlRm9ybWF0Ijp7IiRyZWYiOiIxMjgifSwiSWQiOiJiNTkxMTkxYi1mNzgzLTQ4MjMtYTAxYy03NTdiM2VlMThiNGQiLCJJbXBvcnRJZCI6bnVsbCwiVGl0bGUiOiJTcHJpbnQgQnVpbGRzL1Rlc3RpbmciLCJOb3RlIjpudWxsLCJIeXBlcmxpbmsiOm51bGwsIklzQ2hhbmdlZCI6ZmFsc2UsIklzTmV3IjpmYWxzZX0seyIkaWQiOiIyNjIiLCJHcm91cE5hbWUiOm51bGwsIlN0YXJ0RGF0ZSI6IjIwMjAtMTAtMjZUMDA6MDA6MDBaIiwiRW5kRGF0ZSI6IjIwMjAtMTEtMTNUMjM6NTk6MDBaIiwiUGVyY2VudGFnZUNvbXBsZXRlIjpudWxsLCJTdHlsZSI6eyIkaWQiOiIyNjMiLCJTaGFwZSI6MCwiU2hhcGVUaGlja25lc3MiOjIsIkR1cmF0aW9uRm9ybWF0IjowLCJJbmNsdWRlTm9uV29ya2luZ0RheXNJbkR1cmF0aW9uIjpmYWxzZSwiUGVyY2VudGFnZUNvbXBsZXRlU3R5bGUiOnsiJGlkIjoiMjY0IiwiRm9udFNldHRpbmdzIjp7IiRpZCI6IjI2NSIsIkZvbnRTaXplIjoxMCwiRm9udE5hbWUiOiJDYWxpYnJpIiwiSXNCb2xkIjpmYWxzZSwiSXNJdGFsaWMiOmZhbHNlLCJJc1VuZGVybGluZWQiOmZhbHNlLCJQYXJlbnRTdHlsZSI6bnVsbH0sIkF1dG9TaXplIjowLCJGb3JlZ3JvdW5kIjp7IiRyZWYiOiI4OCJ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jY2IiwiTGluZUNvbG9yIjpudWxsLCJMaW5lV2VpZ2h0IjowLjAsIkxpbmVUeXBlIjowLCJQYXJlbnRTdHlsZSI6bnVsbH0sIlBhcmVudFN0eWxlIjpudWxsfSwiRHVyYXRpb25TdHlsZSI6eyIkaWQiOiIyNjciLCJGb250U2V0dGluZ3MiOnsiJGlkIjoiMjY4IiwiRm9udFNpemUiOjEwLCJGb250TmFtZSI6IkNhbGlicmkiLCJJc0JvbGQiOmZhbHNlLCJJc0l0YWxpYyI6ZmFsc2UsIklzVW5kZXJsaW5lZCI6ZmFsc2UsIlBhcmVudFN0eWxlIjpudWxsfSwiQXV0b1NpemUiOjAsIkZvcmVncm91bmQiOnsiJHJlZiI6Ijk1In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yNjkiLCJMaW5lQ29sb3IiOm51bGwsIkxpbmVXZWlnaHQiOjAuMCwiTGluZVR5cGUiOjAsIlBhcmVudFN0eWxlIjpudWxsfSwiUGFyZW50U3R5bGUiOm51bGx9LCJIb3Jpem9udGFsQ29ubmVjdG9yU3R5bGUiOnsiJGlkIjoiMjcwIiwiTGluZUNvbG9yIjp7IiRyZWYiOiIxMDEifSwiTGluZVdlaWdodCI6MS4wLCJMaW5lVHlwZSI6MCwiUGFyZW50U3R5bGUiOm51bGx9LCJWZXJ0aWNhbENvbm5lY3RvclN0eWxlIjp7IiRpZCI6IjI3MSIsIkxpbmVDb2xvciI6eyIkcmVmIjoiMTA0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EwLCJJc0JlbG93VGltZWJhbmQiOnRydWUsIlBlcmNlbnRhZ2VDb21wbGV0ZVNoYXBlT3BhY2l0eSI6MzUsIlNoYXBlU3R5bGUiOnsiJGlkIjoiMjcyIiwiTWFyZ2luIjp7IiRyZWYiOiIxMDcifSwiUGFkZGluZyI6eyIkcmVmIjoiMTA4In0sIkJhY2tncm91bmQiOnsiJGlkIjoiMjczIiwiQ29sb3IiOnsiJGlkIjoiMjc0IiwiQSI6MjU1LCJSIjowLCJHIjoxMTQsIkIiOjE4OH19LCJJc1Zpc2libGUiOnRydWUsIldpZHRoIjowLjAsIkhlaWdodCI6MjIuMCwiQm9yZGVyU3R5bGUiOnsiJGlkIjoiMjc1IiwiTGluZUNvbG9yIjp7IiRyZWYiOiIxMTIifSwiTGluZVdlaWdodCI6MC4wLCJMaW5lVHlwZSI6MCwiUGFyZW50U3R5bGUiOm51bGx9LCJQYXJlbnRTdHlsZSI6bnVsbH0sIlRpdGxlU3R5bGUiOnsiJGlkIjoiMjc2IiwiRm9udFNldHRpbmdzIjp7IiRpZCI6IjI3NyIsIkZvbnRTaXplIjoxMiwiRm9udE5hbWUiOiJDYWxpYnJpIiwiSXNCb2xkIjp0cnVlLCJJc0l0YWxpYyI6ZmFsc2UsIklzVW5kZXJsaW5lZCI6ZmFsc2UsIlBhcmVudFN0eWxlIjpudWxsfSwiQXV0b1NpemUiOjAsIkZvcmVncm91bmQiOnsiJGlkIjoiMjc4IiwiQ29sb3IiOnsiJGlkIjoiMjc5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yODAiLCJMaW5lQ29sb3IiOm51bGwsIkxpbmVXZWlnaHQiOjAuMCwiTGluZVR5cGUiOjAsIlBhcmVudFN0eWxlIjpudWxsfSwiUGFyZW50U3R5bGUiOm51bGx9LCJEYXRlU3R5bGUiOnsiJGlkIjoiMjgxIiwiRm9udFNldHRpbmdzIjp7IiRpZCI6IjI4MiIsIkZvbnRTaXplIjoxMCwiRm9udE5hbWUiOiJDYWxpYnJpIiwiSXNCb2xkIjpmYWxzZSwiSXNJdGFsaWMiOmZhbHNlLCJJc1VuZGVybGluZWQiOmZhbHNlLCJQYXJlbnRTdHlsZSI6bnVsbH0sIkF1dG9TaXplIjowLCJGb3JlZ3JvdW5kIjp7IiRpZCI6IjI4MyIsIkNvbG9yIjp7IiRpZCI6IjI4NC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jg1IiwiTGluZUNvbG9yIjpudWxsLCJMaW5lV2VpZ2h0IjowLjAsIkxpbmVUeXBlIjowLCJQYXJlbnRTdHlsZSI6bnVsbH0sIlBhcmVudFN0eWxlIjpudWxsfSwiRGF0ZUZvcm1hdCI6eyIkcmVmIjoiMTI4In0sIklzVmlzaWJsZSI6dHJ1ZSwiUGFyZW50U3R5bGUiOm51bGx9LCJJbmRleCI6NSwiU21hcnREdXJhdGlvbkFjdGl2YXRlZCI6ZmFsc2UsIkRhdGVGb3JtYXQiOnsiJHJlZiI6IjEyOCJ9LCJJZCI6ImEwZDU5OWU4LWIzMmItNGMyNS1hYTQwLWFjMDcxYzY3NjBjZSIsIkltcG9ydElkIjpudWxsLCJUaXRsZSI6IlVBVCBUZXN0aW5nIiwiTm90ZSI6bnVsbCwiSHlwZXJsaW5rIjpudWxsLCJJc0NoYW5nZWQiOmZhbHNlLCJJc05ldyI6ZmFsc2V9LHsiJGlkIjoiMjg2IiwiR3JvdXBOYW1lIjpudWxsLCJTdGFydERhdGUiOiIyMDIwLTExLTE2VDAwOjAwOjAwWiIsIkVuZERhdGUiOiIyMDIwLTExLTI3VDIzOjU5OjAwWiIsIlBlcmNlbnRhZ2VDb21wbGV0ZSI6MC4wLCJTdHlsZSI6eyIkaWQiOiIyODciLCJTaGFwZSI6MCwiU2hhcGVUaGlja25lc3MiOjIsIkR1cmF0aW9uRm9ybWF0IjowLCJJbmNsdWRlTm9uV29ya2luZ0RheXNJbkR1cmF0aW9uIjpmYWxzZSwiUGVyY2VudGFnZUNvbXBsZXRlU3R5bGUiOnsiJGlkIjoiMjg4IiwiRm9udFNldHRpbmdzIjp7IiRpZCI6IjI4OSIsIkZvbnRTaXplIjoxMCwiRm9udE5hbWUiOiJDYWxpYnJpIiwiSXNCb2xkIjpmYWxzZSwiSXNJdGFsaWMiOmZhbHNlLCJJc1VuZGVybGluZWQiOmZhbHNlLCJQYXJlbnRTdHlsZSI6bnVsbH0sIkF1dG9TaXplIjowLCJGb3JlZ3JvdW5kIjp7IiRpZCI6IjI5MCIsIkNvbG9yIjp7IiRpZCI6IjI5M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jkyIiwiTGluZUNvbG9yIjpudWxsLCJMaW5lV2VpZ2h0IjowLjAsIkxpbmVUeXBlIjowLCJQYXJlbnRTdHlsZSI6bnVsbH0sIlBhcmVudFN0eWxlIjpudWxsfSwiRHVyYXRpb25TdHlsZSI6eyIkaWQiOiIyOTMiLCJGb250U2V0dGluZ3MiOnsiJGlkIjoiMjk0IiwiRm9udFNpemUiOjEwLCJGb250TmFtZSI6IkNhbGlicmkiLCJJc0JvbGQiOmZhbHNlLCJJc0l0YWxpYyI6ZmFsc2UsIklzVW5kZXJsaW5lZCI6ZmFsc2UsIlBhcmVudFN0eWxlIjpudWxsfSwiQXV0b1NpemUiOjAsIkZvcmVncm91bmQiOnsiJHJlZiI6Ijk1In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yOTUiLCJMaW5lQ29sb3IiOm51bGwsIkxpbmVXZWlnaHQiOjAuMCwiTGluZVR5cGUiOjAsIlBhcmVudFN0eWxlIjpudWxsfSwiUGFyZW50U3R5bGUiOm51bGx9LCJIb3Jpem9udGFsQ29ubmVjdG9yU3R5bGUiOnsiJGlkIjoiMjk2IiwiTGluZUNvbG9yIjp7IiRpZCI6IjI5NyIsIiR0eXBlIjoiTkxSRS5Db21tb24uRG9tLlNvbGlkQ29sb3JCcnVzaCwgTkxSRS5Db21tb24iLCJDb2xvciI6eyIkaWQiOiIyOTgiLCJBIjoyNTUsIlIiOjIwNCwiRyI6MjA0LCJCIjoyMDR9fSwiTGluZVdlaWdodCI6MS4wLCJMaW5lVHlwZSI6MCwiUGFyZW50U3R5bGUiOm51bGx9LCJWZXJ0aWNhbENvbm5lY3RvclN0eWxlIjp7IiRpZCI6IjI5OSIsIkxpbmVDb2xvciI6eyIkcmVmIjoiMTA0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EwLCJJc0JlbG93VGltZWJhbmQiOnRydWUsIlBlcmNlbnRhZ2VDb21wbGV0ZVNoYXBlT3BhY2l0eSI6MzUsIlNoYXBlU3R5bGUiOnsiJGlkIjoiMzAwIiwiTWFyZ2luIjp7IiRyZWYiOiIxMDcifSwiUGFkZGluZyI6eyIkcmVmIjoiMTA4In0sIkJhY2tncm91bmQiOnsiJGlkIjoiMzAxIiwiQ29sb3IiOnsiJGlkIjoiMzAyIiwiQSI6MjU1LCJSIjo3OSwiRyI6MTI5LCJCIjoxODl9fSwiSXNWaXNpYmxlIjp0cnVlLCJXaWR0aCI6MC4wLCJIZWlnaHQiOjIyLjAsIkJvcmRlclN0eWxlIjp7IiRpZCI6IjMwMyIsIkxpbmVDb2xvciI6eyIkcmVmIjoiMTEyIn0sIkxpbmVXZWlnaHQiOjAuMCwiTGluZVR5cGUiOjAsIlBhcmVudFN0eWxlIjpudWxsfSwiUGFyZW50U3R5bGUiOm51bGx9LCJUaXRsZVN0eWxlIjp7IiRpZCI6IjMwNCIsIkZvbnRTZXR0aW5ncyI6eyIkaWQiOiIzMDUiLCJGb250U2l6ZSI6MTIsIkZvbnROYW1lIjoiQ2FsaWJyaSIsIklzQm9sZCI6dHJ1ZSwiSXNJdGFsaWMiOmZhbHNlLCJJc1VuZGVybGluZWQiOmZhbHNlLCJQYXJlbnRTdHlsZSI6bnVsbH0sIkF1dG9TaXplIjowLCJGb3JlZ3JvdW5kIjp7IiRpZCI6IjMwNiIsIkNvbG9yIjp7IiRpZCI6IjMwN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zA4IiwiTGluZUNvbG9yIjpudWxsLCJMaW5lV2VpZ2h0IjowLjAsIkxpbmVUeXBlIjowLCJQYXJlbnRTdHlsZSI6bnVsbH0sIlBhcmVudFN0eWxlIjpudWxsfSwiRGF0ZVN0eWxlIjp7IiRpZCI6IjMwOSIsIkZvbnRTZXR0aW5ncyI6eyIkaWQiOiIzMTAiLCJGb250U2l6ZSI6MTAsIkZvbnROYW1lIjoiQ2FsaWJyaSIsIklzQm9sZCI6ZmFsc2UsIklzSXRhbGljIjpmYWxzZSwiSXNVbmRlcmxpbmVkIjpmYWxzZSwiUGFyZW50U3R5bGUiOm51bGx9LCJBdXRvU2l6ZSI6MCwiRm9yZWdyb3VuZCI6eyIkaWQiOiIzMTEiLCJDb2xvciI6eyIkaWQiOiIzMTI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MxMyIsIkxpbmVDb2xvciI6bnVsbCwiTGluZVdlaWdodCI6MC4wLCJMaW5lVHlwZSI6MCwiUGFyZW50U3R5bGUiOm51bGx9LCJQYXJlbnRTdHlsZSI6bnVsbH0sIkRhdGVGb3JtYXQiOnsiJHJlZiI6IjEyOCJ9LCJJc1Zpc2libGUiOnRydWUsIlBhcmVudFN0eWxlIjpudWxsfSwiSW5kZXgiOjYsIlNtYXJ0RHVyYXRpb25BY3RpdmF0ZWQiOmZhbHNlLCJEYXRlRm9ybWF0Ijp7IiRyZWYiOiIxMjgifSwiSWQiOiI0NjBlZWQ2YS0xOTYzLTQwOWEtYjE1NS1iNjQwNzFjM2Y0NDUiLCJJbXBvcnRJZCI6bnVsbCwiVGl0bGUiOiJEZXBsb3kiLCJOb3RlIjpudWxsLCJIeXBlcmxpbmsiOm51bGwsIklzQ2hhbmdlZCI6ZmFsc2UsIklzTmV3IjpmYWxzZX1dLCJNc1Byb2plY3RJdGVtc1RyZWUiOnsiJGlkIjoiMzE0IiwiUm9vdCI6eyJJbXBvcnRJZCI6bnVsbCwiSXNJbXBvcnRlZCI6ZmFsc2UsIkNoaWxkcmVuIjpbXX19LCJNZXRhZGF0YSI6eyIkaWQiOiIzMTUiLCJSZWNlbnRDb2xvcnNDb2xsZWN0aW9uIjoiW1wiI0ZGRkZGRkZGXCIsXCIjRkZCMjBFMTJcIixcIiNGRjczNzM3M1wiLFwiI0ZGNkYzMTk4XCIsXCIjRkZGRUJBMEFcIixcIiNGRkVBMTYxRVwiLFwiI0ZGMUFBQTQyXCIsXCIjRkYwMDcyQkNcIl0ifSwiU2V0dGluZ3MiOnsiJGlkIjoiMzE2IiwiSW1wYU9wdGlvbnMiOnsiJGlkIjoiMzE3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zMTgiLCJVc2VUaW1lIjpmYWxzZSwiV29ya0RheVN0YXJ0IjoiMDA6MDA6MDAiLCJXb3JrRGF5RW5kIjoiMjM6NTk6MDAifSwiTGFzdFVzZWRUZW1wbGF0ZUlkIjoiNzM1NWI2MzMtYWM2Ni00NTI4LThiNGQtMjk5ZmFlZGM5ZWU5In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A19BAD-28B5-4321-A3CF-7FCBDE236840}"/>
</file>

<file path=customXml/itemProps3.xml><?xml version="1.0" encoding="utf-8"?>
<ds:datastoreItem xmlns:ds="http://schemas.openxmlformats.org/officeDocument/2006/customXml" ds:itemID="{15E7B0C5-31DF-48C5-987D-99D6546647B6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4529</TotalTime>
  <Words>85</Words>
  <Application>Microsoft Office PowerPoint</Application>
  <PresentationFormat>On-screen Show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Small Business DCO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143</cp:revision>
  <cp:lastPrinted>2019-04-24T15:14:27Z</cp:lastPrinted>
  <dcterms:created xsi:type="dcterms:W3CDTF">2018-08-02T16:28:58Z</dcterms:created>
  <dcterms:modified xsi:type="dcterms:W3CDTF">2020-03-28T21:31:41Z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120100</vt:r8>
  </property>
  <property fmtid="{D5CDD505-2E9C-101B-9397-08002B2CF9AE}" pid="4" name="URL">
    <vt:lpwstr/>
  </property>
</Properties>
</file>