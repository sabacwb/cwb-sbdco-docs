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96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870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7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9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729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67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52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784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13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550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60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030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25A12-86F7-4FAE-B16B-9CB25AB638DC}" type="datetimeFigureOut">
              <a:rPr lang="en-CA" smtClean="0"/>
              <a:t>03/28/2020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653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76" Type="http://schemas.openxmlformats.org/officeDocument/2006/relationships/tags" Target="../tags/tag76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87" Type="http://schemas.openxmlformats.org/officeDocument/2006/relationships/tags" Target="../tags/tag87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90" Type="http://schemas.openxmlformats.org/officeDocument/2006/relationships/slideLayout" Target="../slideLayouts/slideLayout6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64" name="OTLSHAPE_T_460eed6a1963409ab155b64071c3f445_HorizontalConnector1"/>
          <p:cNvCxnSpPr/>
          <p:nvPr>
            <p:custDataLst>
              <p:tags r:id="rId2"/>
            </p:custDataLst>
          </p:nvPr>
        </p:nvCxnSpPr>
        <p:spPr>
          <a:xfrm>
            <a:off x="572177" y="4563596"/>
            <a:ext cx="625737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63" name="OTLSHAPE_T_a0d599e8b32b4c25aa40ac071c6760ce_HorizontalConnector1"/>
          <p:cNvCxnSpPr/>
          <p:nvPr>
            <p:custDataLst>
              <p:tags r:id="rId3"/>
            </p:custDataLst>
          </p:nvPr>
        </p:nvCxnSpPr>
        <p:spPr>
          <a:xfrm>
            <a:off x="854117" y="4157196"/>
            <a:ext cx="5417683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62" name="OTLSHAPE_T_b591191bf7834823a01c757b3ee18b4d_HorizontalConnector1"/>
          <p:cNvCxnSpPr/>
          <p:nvPr>
            <p:custDataLst>
              <p:tags r:id="rId4"/>
            </p:custDataLst>
          </p:nvPr>
        </p:nvCxnSpPr>
        <p:spPr>
          <a:xfrm>
            <a:off x="1431586" y="3750796"/>
            <a:ext cx="2609226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61" name="OTLSHAPE_T_caa35547608b495fb960b56332995aa3_HorizontalConnector1"/>
          <p:cNvCxnSpPr/>
          <p:nvPr>
            <p:custDataLst>
              <p:tags r:id="rId5"/>
            </p:custDataLst>
          </p:nvPr>
        </p:nvCxnSpPr>
        <p:spPr>
          <a:xfrm>
            <a:off x="1281726" y="3344396"/>
            <a:ext cx="1271761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60" name="OTLSHAPE_M_a1303157322044a496ea80533c83c290_Connector2"/>
          <p:cNvCxnSpPr/>
          <p:nvPr>
            <p:custDataLst>
              <p:tags r:id="rId6"/>
            </p:custDataLst>
          </p:nvPr>
        </p:nvCxnSpPr>
        <p:spPr>
          <a:xfrm>
            <a:off x="7227919" y="1830471"/>
            <a:ext cx="0" cy="320125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59" name="OTLSHAPE_M_a1303157322044a496ea80533c83c290_Connector1"/>
          <p:cNvCxnSpPr/>
          <p:nvPr>
            <p:custDataLst>
              <p:tags r:id="rId7"/>
            </p:custDataLst>
          </p:nvPr>
        </p:nvCxnSpPr>
        <p:spPr>
          <a:xfrm>
            <a:off x="7227919" y="1571053"/>
            <a:ext cx="0" cy="88900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58" name="OTLSHAPE_M_356a57d98feb4f1c9becc62a5e1e3557_Connector2"/>
          <p:cNvCxnSpPr/>
          <p:nvPr>
            <p:custDataLst>
              <p:tags r:id="rId8"/>
            </p:custDataLst>
          </p:nvPr>
        </p:nvCxnSpPr>
        <p:spPr>
          <a:xfrm>
            <a:off x="7042004" y="1377928"/>
            <a:ext cx="0" cy="772668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57" name="OTLSHAPE_M_356a57d98feb4f1c9becc62a5e1e3557_Connector1"/>
          <p:cNvCxnSpPr/>
          <p:nvPr>
            <p:custDataLst>
              <p:tags r:id="rId9"/>
            </p:custDataLst>
          </p:nvPr>
        </p:nvCxnSpPr>
        <p:spPr>
          <a:xfrm>
            <a:off x="7042004" y="1118509"/>
            <a:ext cx="0" cy="88900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56" name="OTLSHAPE_M_3c0ecc094e11442385ec48228bb3b2de_Connector2"/>
          <p:cNvCxnSpPr/>
          <p:nvPr>
            <p:custDataLst>
              <p:tags r:id="rId10"/>
            </p:custDataLst>
          </p:nvPr>
        </p:nvCxnSpPr>
        <p:spPr>
          <a:xfrm>
            <a:off x="6643632" y="925385"/>
            <a:ext cx="0" cy="1225211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55" name="OTLSHAPE_M_3c0ecc094e11442385ec48228bb3b2de_Connector1"/>
          <p:cNvCxnSpPr/>
          <p:nvPr>
            <p:custDataLst>
              <p:tags r:id="rId11"/>
            </p:custDataLst>
          </p:nvPr>
        </p:nvCxnSpPr>
        <p:spPr>
          <a:xfrm>
            <a:off x="6643632" y="665966"/>
            <a:ext cx="0" cy="88900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54" name="OTLSHAPE_M_ef297b71e37549b0b8f867c8c34f3305_Connector1"/>
          <p:cNvCxnSpPr/>
          <p:nvPr>
            <p:custDataLst>
              <p:tags r:id="rId12"/>
            </p:custDataLst>
          </p:nvPr>
        </p:nvCxnSpPr>
        <p:spPr>
          <a:xfrm>
            <a:off x="939715" y="1858509"/>
            <a:ext cx="0" cy="355586"/>
          </a:xfrm>
          <a:prstGeom prst="line">
            <a:avLst/>
          </a:prstGeom>
          <a:ln w="6350" cap="flat" cmpd="sng" algn="ctr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itle 156"/>
          <p:cNvSpPr>
            <a:spLocks noGrp="1"/>
          </p:cNvSpPr>
          <p:nvPr>
            <p:ph type="title"/>
          </p:nvPr>
        </p:nvSpPr>
        <p:spPr>
          <a:xfrm>
            <a:off x="267471" y="545905"/>
            <a:ext cx="8621588" cy="274351"/>
          </a:xfrm>
        </p:spPr>
        <p:txBody>
          <a:bodyPr>
            <a:noAutofit/>
          </a:bodyPr>
          <a:lstStyle/>
          <a:p>
            <a:r>
              <a:rPr lang="en-US" sz="2000" dirty="0" smtClean="0"/>
              <a:t>Motive Full/Personal/In Branch DCO Timeline </a:t>
            </a:r>
            <a:endParaRPr lang="en-CA" sz="2000" dirty="0"/>
          </a:p>
        </p:txBody>
      </p:sp>
      <p:sp>
        <p:nvSpPr>
          <p:cNvPr id="25931" name="OTLSHAPE_TB_00000000000000000000000000000000_LeftEndCaps"/>
          <p:cNvSpPr txBox="1"/>
          <p:nvPr>
            <p:custDataLst>
              <p:tags r:id="rId13"/>
            </p:custDataLst>
          </p:nvPr>
        </p:nvSpPr>
        <p:spPr>
          <a:xfrm>
            <a:off x="317500" y="22650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932" name="OTLSHAPE_TB_00000000000000000000000000000000_RightEndCaps"/>
          <p:cNvSpPr txBox="1"/>
          <p:nvPr>
            <p:custDataLst>
              <p:tags r:id="rId14"/>
            </p:custDataLst>
          </p:nvPr>
        </p:nvSpPr>
        <p:spPr>
          <a:xfrm>
            <a:off x="8363034" y="22650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933" name="OTLSHAPE_TB_00000000000000000000000000000000_ScaleContainer"/>
          <p:cNvSpPr/>
          <p:nvPr>
            <p:custDataLst>
              <p:tags r:id="rId15"/>
            </p:custDataLst>
          </p:nvPr>
        </p:nvSpPr>
        <p:spPr>
          <a:xfrm>
            <a:off x="933365" y="2214096"/>
            <a:ext cx="7289800" cy="381000"/>
          </a:xfrm>
          <a:prstGeom prst="rect">
            <a:avLst/>
          </a:prstGeom>
          <a:gradFill flip="none" rotWithShape="1">
            <a:gsLst>
              <a:gs pos="0">
                <a:srgbClr val="44546A"/>
              </a:gs>
              <a:gs pos="0">
                <a:srgbClr val="44546A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34" name="OTLSHAPE_TB_00000000000000000000000000000000_ElapsedTime" hidden="1"/>
          <p:cNvSpPr/>
          <p:nvPr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35" name="OTLSHAPE_TB_00000000000000000000000000000000_TodayMarkerShape" hidden="1"/>
          <p:cNvSpPr/>
          <p:nvPr>
            <p:custDataLst>
              <p:tags r:id="rId17"/>
            </p:custDataLst>
          </p:nvPr>
        </p:nvSpPr>
        <p:spPr>
          <a:xfrm>
            <a:off x="3206436" y="2595096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36" name="OTLSHAPE_TB_00000000000000000000000000000000_TodayMarkerText" hidden="1"/>
          <p:cNvSpPr txBox="1"/>
          <p:nvPr>
            <p:custDataLst>
              <p:tags r:id="rId18"/>
            </p:custDataLst>
          </p:nvPr>
        </p:nvSpPr>
        <p:spPr>
          <a:xfrm>
            <a:off x="3260865" y="2722096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37" name="OTLSHAPE_TB_00000000000000000000000000000000_TimescaleInterval1"/>
          <p:cNvSpPr txBox="1"/>
          <p:nvPr>
            <p:custDataLst>
              <p:tags r:id="rId19"/>
            </p:custDataLst>
          </p:nvPr>
        </p:nvSpPr>
        <p:spPr>
          <a:xfrm>
            <a:off x="996865" y="2311568"/>
            <a:ext cx="2032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38" name="OTLSHAPE_TB_00000000000000000000000000000000_Separator1"/>
          <p:cNvCxnSpPr/>
          <p:nvPr>
            <p:custDataLst>
              <p:tags r:id="rId20"/>
            </p:custDataLst>
          </p:nvPr>
        </p:nvCxnSpPr>
        <p:spPr>
          <a:xfrm>
            <a:off x="1756706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39" name="OTLSHAPE_TB_00000000000000000000000000000000_TimescaleInterval2"/>
          <p:cNvSpPr txBox="1"/>
          <p:nvPr>
            <p:custDataLst>
              <p:tags r:id="rId21"/>
            </p:custDataLst>
          </p:nvPr>
        </p:nvSpPr>
        <p:spPr>
          <a:xfrm>
            <a:off x="1820206" y="2311568"/>
            <a:ext cx="219227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40" name="OTLSHAPE_TB_00000000000000000000000000000000_Separator2"/>
          <p:cNvCxnSpPr/>
          <p:nvPr>
            <p:custDataLst>
              <p:tags r:id="rId22"/>
            </p:custDataLst>
          </p:nvPr>
        </p:nvCxnSpPr>
        <p:spPr>
          <a:xfrm>
            <a:off x="2526928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41" name="OTLSHAPE_TB_00000000000000000000000000000000_TimescaleInterval3"/>
          <p:cNvSpPr txBox="1"/>
          <p:nvPr>
            <p:custDataLst>
              <p:tags r:id="rId23"/>
            </p:custDataLst>
          </p:nvPr>
        </p:nvSpPr>
        <p:spPr>
          <a:xfrm>
            <a:off x="2590428" y="2311568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42" name="OTLSHAPE_TB_00000000000000000000000000000000_Separator3"/>
          <p:cNvCxnSpPr/>
          <p:nvPr>
            <p:custDataLst>
              <p:tags r:id="rId24"/>
            </p:custDataLst>
          </p:nvPr>
        </p:nvCxnSpPr>
        <p:spPr>
          <a:xfrm>
            <a:off x="3350268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43" name="OTLSHAPE_TB_00000000000000000000000000000000_TimescaleInterval4"/>
          <p:cNvSpPr txBox="1"/>
          <p:nvPr>
            <p:custDataLst>
              <p:tags r:id="rId25"/>
            </p:custDataLst>
          </p:nvPr>
        </p:nvSpPr>
        <p:spPr>
          <a:xfrm>
            <a:off x="3413769" y="2311568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44" name="OTLSHAPE_TB_00000000000000000000000000000000_Separator4"/>
          <p:cNvCxnSpPr/>
          <p:nvPr>
            <p:custDataLst>
              <p:tags r:id="rId26"/>
            </p:custDataLst>
          </p:nvPr>
        </p:nvCxnSpPr>
        <p:spPr>
          <a:xfrm>
            <a:off x="4147050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45" name="OTLSHAPE_TB_00000000000000000000000000000000_TimescaleInterval5"/>
          <p:cNvSpPr txBox="1"/>
          <p:nvPr>
            <p:custDataLst>
              <p:tags r:id="rId27"/>
            </p:custDataLst>
          </p:nvPr>
        </p:nvSpPr>
        <p:spPr>
          <a:xfrm>
            <a:off x="4210550" y="2311568"/>
            <a:ext cx="26815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46" name="OTLSHAPE_TB_00000000000000000000000000000000_Separator5"/>
          <p:cNvCxnSpPr/>
          <p:nvPr>
            <p:custDataLst>
              <p:tags r:id="rId28"/>
            </p:custDataLst>
          </p:nvPr>
        </p:nvCxnSpPr>
        <p:spPr>
          <a:xfrm>
            <a:off x="4970390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47" name="OTLSHAPE_TB_00000000000000000000000000000000_TimescaleInterval6"/>
          <p:cNvSpPr txBox="1"/>
          <p:nvPr>
            <p:custDataLst>
              <p:tags r:id="rId29"/>
            </p:custDataLst>
          </p:nvPr>
        </p:nvSpPr>
        <p:spPr>
          <a:xfrm>
            <a:off x="5033891" y="2311568"/>
            <a:ext cx="20691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48" name="OTLSHAPE_TB_00000000000000000000000000000000_Separator6"/>
          <p:cNvCxnSpPr/>
          <p:nvPr>
            <p:custDataLst>
              <p:tags r:id="rId30"/>
            </p:custDataLst>
          </p:nvPr>
        </p:nvCxnSpPr>
        <p:spPr>
          <a:xfrm>
            <a:off x="5767172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49" name="OTLSHAPE_TB_00000000000000000000000000000000_TimescaleInterval7"/>
          <p:cNvSpPr txBox="1"/>
          <p:nvPr>
            <p:custDataLst>
              <p:tags r:id="rId31"/>
            </p:custDataLst>
          </p:nvPr>
        </p:nvSpPr>
        <p:spPr>
          <a:xfrm>
            <a:off x="5830672" y="2311568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50" name="OTLSHAPE_TB_00000000000000000000000000000000_Separator7"/>
          <p:cNvCxnSpPr/>
          <p:nvPr>
            <p:custDataLst>
              <p:tags r:id="rId32"/>
            </p:custDataLst>
          </p:nvPr>
        </p:nvCxnSpPr>
        <p:spPr>
          <a:xfrm>
            <a:off x="6590512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51" name="OTLSHAPE_TB_00000000000000000000000000000000_TimescaleInterval8"/>
          <p:cNvSpPr txBox="1"/>
          <p:nvPr>
            <p:custDataLst>
              <p:tags r:id="rId33"/>
            </p:custDataLst>
          </p:nvPr>
        </p:nvSpPr>
        <p:spPr>
          <a:xfrm>
            <a:off x="6654013" y="2311568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952" name="OTLSHAPE_TB_00000000000000000000000000000000_Separator8"/>
          <p:cNvCxnSpPr/>
          <p:nvPr>
            <p:custDataLst>
              <p:tags r:id="rId34"/>
            </p:custDataLst>
          </p:nvPr>
        </p:nvCxnSpPr>
        <p:spPr>
          <a:xfrm>
            <a:off x="7413854" y="2302996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53" name="OTLSHAPE_TB_00000000000000000000000000000000_TimescaleInterval9"/>
          <p:cNvSpPr txBox="1"/>
          <p:nvPr>
            <p:custDataLst>
              <p:tags r:id="rId35"/>
            </p:custDataLst>
          </p:nvPr>
        </p:nvSpPr>
        <p:spPr>
          <a:xfrm>
            <a:off x="7477354" y="2311568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5965" name="OTLSHAPE_M_ef297b71e37549b0b8f867c8c34f3305_Title"/>
          <p:cNvSpPr txBox="1"/>
          <p:nvPr>
            <p:custDataLst>
              <p:tags r:id="rId36"/>
            </p:custDataLst>
          </p:nvPr>
        </p:nvSpPr>
        <p:spPr>
          <a:xfrm>
            <a:off x="984165" y="1827677"/>
            <a:ext cx="29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2" smtClean="0">
                <a:solidFill>
                  <a:schemeClr val="lt1"/>
                </a:solidFill>
                <a:latin typeface="Calibri" panose="020F0502020204030204" pitchFamily="34" charset="0"/>
              </a:rPr>
              <a:t>Start</a:t>
            </a:r>
            <a:endParaRPr lang="en-CA" sz="1100" b="1" spc="-1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5966" name="OTLSHAPE_M_ef297b71e37549b0b8f867c8c34f3305_Date" hidden="1"/>
          <p:cNvSpPr txBox="1"/>
          <p:nvPr>
            <p:custDataLst>
              <p:tags r:id="rId37"/>
            </p:custDataLst>
          </p:nvPr>
        </p:nvSpPr>
        <p:spPr>
          <a:xfrm>
            <a:off x="984165" y="2010896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Jan 1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967" name="OTLSHAPE_M_ef297b71e37549b0b8f867c8c34f3305_Shape" hidden="1"/>
          <p:cNvSpPr/>
          <p:nvPr>
            <p:custDataLst>
              <p:tags r:id="rId38"/>
            </p:custDataLst>
          </p:nvPr>
        </p:nvSpPr>
        <p:spPr>
          <a:xfrm>
            <a:off x="952415" y="1938337"/>
            <a:ext cx="0" cy="0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68" name="OTLSHAPE_M_3c0ecc094e11442385ec48228bb3b2de_Title"/>
          <p:cNvSpPr txBox="1"/>
          <p:nvPr>
            <p:custDataLst>
              <p:tags r:id="rId39"/>
            </p:custDataLst>
          </p:nvPr>
        </p:nvSpPr>
        <p:spPr>
          <a:xfrm>
            <a:off x="6089107" y="302323"/>
            <a:ext cx="1104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smtClean="0">
                <a:solidFill>
                  <a:schemeClr val="dk1"/>
                </a:solidFill>
                <a:latin typeface="Calibri" panose="020F0502020204030204" pitchFamily="34" charset="0"/>
              </a:rPr>
              <a:t>Motive Full Launch</a:t>
            </a:r>
            <a:endParaRPr lang="en-CA" sz="1100" b="1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70" name="OTLSHAPE_M_3c0ecc094e11442385ec48228bb3b2de_Shape"/>
          <p:cNvSpPr/>
          <p:nvPr>
            <p:custDataLst>
              <p:tags r:id="rId40"/>
            </p:custDataLst>
          </p:nvPr>
        </p:nvSpPr>
        <p:spPr>
          <a:xfrm flipV="1">
            <a:off x="6529332" y="20235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71" name="OTLSHAPE_M_356a57d98feb4f1c9becc62a5e1e3557_Title"/>
          <p:cNvSpPr txBox="1"/>
          <p:nvPr>
            <p:custDataLst>
              <p:tags r:id="rId41"/>
            </p:custDataLst>
          </p:nvPr>
        </p:nvSpPr>
        <p:spPr>
          <a:xfrm>
            <a:off x="6433695" y="754866"/>
            <a:ext cx="1206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Personal Soft Launch</a:t>
            </a:r>
            <a:endParaRPr lang="en-CA" sz="11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72" name="OTLSHAPE_M_356a57d98feb4f1c9becc62a5e1e3557_Date"/>
          <p:cNvSpPr txBox="1"/>
          <p:nvPr>
            <p:custDataLst>
              <p:tags r:id="rId42"/>
            </p:custDataLst>
          </p:nvPr>
        </p:nvSpPr>
        <p:spPr>
          <a:xfrm>
            <a:off x="6856923" y="938085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dirty="0" smtClean="0">
                <a:solidFill>
                  <a:srgbClr val="44546A"/>
                </a:solidFill>
                <a:latin typeface="Calibri" panose="020F0502020204030204" pitchFamily="34" charset="0"/>
              </a:rPr>
              <a:t>Aug 17</a:t>
            </a:r>
            <a:endParaRPr lang="en-CA" sz="1000" spc="-6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973" name="OTLSHAPE_M_356a57d98feb4f1c9becc62a5e1e3557_Shape"/>
          <p:cNvSpPr/>
          <p:nvPr>
            <p:custDataLst>
              <p:tags r:id="rId43"/>
            </p:custDataLst>
          </p:nvPr>
        </p:nvSpPr>
        <p:spPr>
          <a:xfrm flipV="1">
            <a:off x="6927704" y="20235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74" name="OTLSHAPE_M_a1303157322044a496ea80533c83c290_Title"/>
          <p:cNvSpPr txBox="1"/>
          <p:nvPr>
            <p:custDataLst>
              <p:tags r:id="rId44"/>
            </p:custDataLst>
          </p:nvPr>
        </p:nvSpPr>
        <p:spPr>
          <a:xfrm>
            <a:off x="6727031" y="1207409"/>
            <a:ext cx="990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smtClean="0">
                <a:solidFill>
                  <a:schemeClr val="dk1"/>
                </a:solidFill>
                <a:latin typeface="Calibri" panose="020F0502020204030204" pitchFamily="34" charset="0"/>
              </a:rPr>
              <a:t>In Branch Launch</a:t>
            </a:r>
            <a:endParaRPr lang="en-CA" sz="1100" b="1" spc="-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75" name="OTLSHAPE_M_a1303157322044a496ea80533c83c290_Date"/>
          <p:cNvSpPr txBox="1"/>
          <p:nvPr>
            <p:custDataLst>
              <p:tags r:id="rId45"/>
            </p:custDataLst>
          </p:nvPr>
        </p:nvSpPr>
        <p:spPr>
          <a:xfrm>
            <a:off x="7042838" y="1390628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dirty="0" smtClean="0">
                <a:solidFill>
                  <a:srgbClr val="44546A"/>
                </a:solidFill>
                <a:latin typeface="Calibri" panose="020F0502020204030204" pitchFamily="34" charset="0"/>
              </a:rPr>
              <a:t>Aug 24</a:t>
            </a:r>
            <a:endParaRPr lang="en-CA" sz="1000" spc="-6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976" name="OTLSHAPE_M_a1303157322044a496ea80533c83c290_Shape"/>
          <p:cNvSpPr/>
          <p:nvPr>
            <p:custDataLst>
              <p:tags r:id="rId46"/>
            </p:custDataLst>
          </p:nvPr>
        </p:nvSpPr>
        <p:spPr>
          <a:xfrm flipV="1">
            <a:off x="7113619" y="20235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77" name="OTLSHAPE_M_d1fd8843c3824606bbbfc6ef9166bfe4_Title"/>
          <p:cNvSpPr txBox="1"/>
          <p:nvPr>
            <p:custDataLst>
              <p:tags r:id="rId47"/>
            </p:custDataLst>
          </p:nvPr>
        </p:nvSpPr>
        <p:spPr>
          <a:xfrm>
            <a:off x="7122209" y="1659953"/>
            <a:ext cx="952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smtClean="0">
                <a:solidFill>
                  <a:schemeClr val="dk1"/>
                </a:solidFill>
                <a:latin typeface="Calibri" panose="020F0502020204030204" pitchFamily="34" charset="0"/>
              </a:rPr>
              <a:t>Personal Launch</a:t>
            </a:r>
            <a:endParaRPr lang="en-CA" sz="1100" b="1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78" name="OTLSHAPE_M_d1fd8843c3824606bbbfc6ef9166bfe4_Date"/>
          <p:cNvSpPr txBox="1"/>
          <p:nvPr>
            <p:custDataLst>
              <p:tags r:id="rId48"/>
            </p:custDataLst>
          </p:nvPr>
        </p:nvSpPr>
        <p:spPr>
          <a:xfrm>
            <a:off x="7452727" y="1843171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smtClean="0">
                <a:solidFill>
                  <a:srgbClr val="44546A"/>
                </a:solidFill>
                <a:latin typeface="Calibri" panose="020F0502020204030204" pitchFamily="34" charset="0"/>
              </a:rPr>
              <a:t>Sep 7</a:t>
            </a:r>
            <a:endParaRPr lang="en-CA" sz="1000" spc="-6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980" name="OTLSHAPE_T_9882b17f40d545df8a274cc08e7452a2_Shape"/>
          <p:cNvSpPr/>
          <p:nvPr>
            <p:custDataLst>
              <p:tags r:id="rId49"/>
            </p:custDataLst>
          </p:nvPr>
        </p:nvSpPr>
        <p:spPr>
          <a:xfrm>
            <a:off x="2553487" y="2798296"/>
            <a:ext cx="5156200" cy="279400"/>
          </a:xfrm>
          <a:prstGeom prst="homePlate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81" name="OTLSHAPE_T_9882b17f40d545df8a274cc08e7452a2_ShapePercentage" hidden="1"/>
          <p:cNvSpPr/>
          <p:nvPr>
            <p:custDataLst>
              <p:tags r:id="rId50"/>
            </p:custDataLst>
          </p:nvPr>
        </p:nvSpPr>
        <p:spPr>
          <a:xfrm>
            <a:off x="2553487" y="2798296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82" name="OTLSHAPE_T_9882b17f40d545df8a274cc08e7452a2_Duration" hidden="1"/>
          <p:cNvSpPr txBox="1"/>
          <p:nvPr>
            <p:custDataLst>
              <p:tags r:id="rId51"/>
            </p:custDataLst>
          </p:nvPr>
        </p:nvSpPr>
        <p:spPr>
          <a:xfrm>
            <a:off x="0" y="2798296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140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983" name="OTLSHAPE_T_9882b17f40d545df8a274cc08e7452a2_TextPercentage" hidden="1"/>
          <p:cNvSpPr txBox="1"/>
          <p:nvPr>
            <p:custDataLst>
              <p:tags r:id="rId52"/>
            </p:custDataLst>
          </p:nvPr>
        </p:nvSpPr>
        <p:spPr>
          <a:xfrm>
            <a:off x="0" y="29533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b="1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 b="1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984" name="OTLSHAPE_T_9882b17f40d545df8a274cc08e7452a2_StartDate" hidden="1"/>
          <p:cNvSpPr txBox="1"/>
          <p:nvPr>
            <p:custDataLst>
              <p:tags r:id="rId53"/>
            </p:custDataLst>
          </p:nvPr>
        </p:nvSpPr>
        <p:spPr>
          <a:xfrm>
            <a:off x="0" y="31083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85" name="OTLSHAPE_T_9882b17f40d545df8a274cc08e7452a2_EndDate" hidden="1"/>
          <p:cNvSpPr txBox="1"/>
          <p:nvPr>
            <p:custDataLst>
              <p:tags r:id="rId54"/>
            </p:custDataLst>
          </p:nvPr>
        </p:nvSpPr>
        <p:spPr>
          <a:xfrm>
            <a:off x="0" y="31083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86" name="OTLSHAPE_T_9882b17f40d545df8a274cc08e7452a2_JoinedDate"/>
          <p:cNvSpPr txBox="1"/>
          <p:nvPr>
            <p:custDataLst>
              <p:tags r:id="rId55"/>
            </p:custDataLst>
          </p:nvPr>
        </p:nvSpPr>
        <p:spPr>
          <a:xfrm>
            <a:off x="7756789" y="2860484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2" smtClean="0">
                <a:solidFill>
                  <a:srgbClr val="111111"/>
                </a:solidFill>
                <a:latin typeface="Calibri" panose="020F0502020204030204" pitchFamily="34" charset="0"/>
              </a:rPr>
              <a:t>Mar 2 - Sep 11</a:t>
            </a:r>
            <a:endParaRPr lang="en-CA" sz="1000" spc="-2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87" name="OTLSHAPE_T_9882b17f40d545df8a274cc08e7452a2_Title"/>
          <p:cNvSpPr txBox="1"/>
          <p:nvPr>
            <p:custDataLst>
              <p:tags r:id="rId56"/>
            </p:custDataLst>
          </p:nvPr>
        </p:nvSpPr>
        <p:spPr>
          <a:xfrm>
            <a:off x="127000" y="2844968"/>
            <a:ext cx="2298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4" smtClean="0">
                <a:solidFill>
                  <a:srgbClr val="EA161E"/>
                </a:solidFill>
                <a:latin typeface="Calibri" panose="020F0502020204030204" pitchFamily="34" charset="0"/>
              </a:rPr>
              <a:t>Motive Full/Personal/In Branch DCO</a:t>
            </a:r>
            <a:endParaRPr lang="en-CA" sz="1200" b="1" spc="-4">
              <a:solidFill>
                <a:srgbClr val="EA161E"/>
              </a:solidFill>
              <a:latin typeface="Calibri" panose="020F0502020204030204" pitchFamily="34" charset="0"/>
            </a:endParaRPr>
          </a:p>
        </p:txBody>
      </p:sp>
      <p:sp>
        <p:nvSpPr>
          <p:cNvPr id="25988" name="OTLSHAPE_T_caa35547608b495fb960b56332995aa3_Shape"/>
          <p:cNvSpPr/>
          <p:nvPr>
            <p:custDataLst>
              <p:tags r:id="rId57"/>
            </p:custDataLst>
          </p:nvPr>
        </p:nvSpPr>
        <p:spPr>
          <a:xfrm>
            <a:off x="2553487" y="3204696"/>
            <a:ext cx="1435100" cy="2794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89" name="OTLSHAPE_T_caa35547608b495fb960b56332995aa3_ShapePercentage" hidden="1"/>
          <p:cNvSpPr/>
          <p:nvPr>
            <p:custDataLst>
              <p:tags r:id="rId58"/>
            </p:custDataLst>
          </p:nvPr>
        </p:nvSpPr>
        <p:spPr>
          <a:xfrm>
            <a:off x="2553487" y="320469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90" name="OTLSHAPE_T_caa35547608b495fb960b56332995aa3_Duration" hidden="1"/>
          <p:cNvSpPr txBox="1"/>
          <p:nvPr>
            <p:custDataLst>
              <p:tags r:id="rId59"/>
            </p:custDataLst>
          </p:nvPr>
        </p:nvSpPr>
        <p:spPr>
          <a:xfrm>
            <a:off x="0" y="32046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40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991" name="OTLSHAPE_T_caa35547608b495fb960b56332995aa3_TextPercentage" hidden="1"/>
          <p:cNvSpPr txBox="1"/>
          <p:nvPr>
            <p:custDataLst>
              <p:tags r:id="rId60"/>
            </p:custDataLst>
          </p:nvPr>
        </p:nvSpPr>
        <p:spPr>
          <a:xfrm>
            <a:off x="0" y="33597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992" name="OTLSHAPE_T_caa35547608b495fb960b56332995aa3_StartDate" hidden="1"/>
          <p:cNvSpPr txBox="1"/>
          <p:nvPr>
            <p:custDataLst>
              <p:tags r:id="rId61"/>
            </p:custDataLst>
          </p:nvPr>
        </p:nvSpPr>
        <p:spPr>
          <a:xfrm>
            <a:off x="0" y="35147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93" name="OTLSHAPE_T_caa35547608b495fb960b56332995aa3_EndDate" hidden="1"/>
          <p:cNvSpPr txBox="1"/>
          <p:nvPr>
            <p:custDataLst>
              <p:tags r:id="rId62"/>
            </p:custDataLst>
          </p:nvPr>
        </p:nvSpPr>
        <p:spPr>
          <a:xfrm>
            <a:off x="0" y="35147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94" name="OTLSHAPE_T_caa35547608b495fb960b56332995aa3_JoinedDate"/>
          <p:cNvSpPr txBox="1"/>
          <p:nvPr>
            <p:custDataLst>
              <p:tags r:id="rId63"/>
            </p:custDataLst>
          </p:nvPr>
        </p:nvSpPr>
        <p:spPr>
          <a:xfrm>
            <a:off x="4038475" y="3266884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2" smtClean="0">
                <a:solidFill>
                  <a:srgbClr val="111111"/>
                </a:solidFill>
                <a:latin typeface="Calibri" panose="020F0502020204030204" pitchFamily="34" charset="0"/>
              </a:rPr>
              <a:t>Mar 2 - Apr 24</a:t>
            </a:r>
            <a:endParaRPr lang="en-CA" sz="1000" spc="-2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995" name="OTLSHAPE_T_caa35547608b495fb960b56332995aa3_Title"/>
          <p:cNvSpPr txBox="1"/>
          <p:nvPr>
            <p:custDataLst>
              <p:tags r:id="rId64"/>
            </p:custDataLst>
          </p:nvPr>
        </p:nvSpPr>
        <p:spPr>
          <a:xfrm>
            <a:off x="127000" y="3251368"/>
            <a:ext cx="1155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Sprint 0 - Planning</a:t>
            </a:r>
            <a:endParaRPr lang="en-CA" sz="12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96" name="OTLSHAPE_T_b591191bf7834823a01c757b3ee18b4d_Shape"/>
          <p:cNvSpPr/>
          <p:nvPr>
            <p:custDataLst>
              <p:tags r:id="rId65"/>
            </p:custDataLst>
          </p:nvPr>
        </p:nvSpPr>
        <p:spPr>
          <a:xfrm>
            <a:off x="4040813" y="3611096"/>
            <a:ext cx="2184400" cy="279400"/>
          </a:xfrm>
          <a:prstGeom prst="roundRect">
            <a:avLst>
              <a:gd name="adj" fmla="val 100000"/>
            </a:avLst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97" name="OTLSHAPE_T_b591191bf7834823a01c757b3ee18b4d_ShapePercentage" hidden="1"/>
          <p:cNvSpPr/>
          <p:nvPr>
            <p:custDataLst>
              <p:tags r:id="rId66"/>
            </p:custDataLst>
          </p:nvPr>
        </p:nvSpPr>
        <p:spPr>
          <a:xfrm>
            <a:off x="4040813" y="3611096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98" name="OTLSHAPE_T_b591191bf7834823a01c757b3ee18b4d_Duration" hidden="1"/>
          <p:cNvSpPr txBox="1"/>
          <p:nvPr>
            <p:custDataLst>
              <p:tags r:id="rId67"/>
            </p:custDataLst>
          </p:nvPr>
        </p:nvSpPr>
        <p:spPr>
          <a:xfrm>
            <a:off x="0" y="36110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60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999" name="OTLSHAPE_T_b591191bf7834823a01c757b3ee18b4d_TextPercentage" hidden="1"/>
          <p:cNvSpPr txBox="1"/>
          <p:nvPr>
            <p:custDataLst>
              <p:tags r:id="rId68"/>
            </p:custDataLst>
          </p:nvPr>
        </p:nvSpPr>
        <p:spPr>
          <a:xfrm>
            <a:off x="0" y="37661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6000" name="OTLSHAPE_T_b591191bf7834823a01c757b3ee18b4d_StartDate" hidden="1"/>
          <p:cNvSpPr txBox="1"/>
          <p:nvPr>
            <p:custDataLst>
              <p:tags r:id="rId69"/>
            </p:custDataLst>
          </p:nvPr>
        </p:nvSpPr>
        <p:spPr>
          <a:xfrm>
            <a:off x="0" y="39211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01" name="OTLSHAPE_T_b591191bf7834823a01c757b3ee18b4d_EndDate" hidden="1"/>
          <p:cNvSpPr txBox="1"/>
          <p:nvPr>
            <p:custDataLst>
              <p:tags r:id="rId70"/>
            </p:custDataLst>
          </p:nvPr>
        </p:nvSpPr>
        <p:spPr>
          <a:xfrm>
            <a:off x="0" y="39211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02" name="OTLSHAPE_T_b591191bf7834823a01c757b3ee18b4d_JoinedDate"/>
          <p:cNvSpPr txBox="1"/>
          <p:nvPr>
            <p:custDataLst>
              <p:tags r:id="rId71"/>
            </p:custDataLst>
          </p:nvPr>
        </p:nvSpPr>
        <p:spPr>
          <a:xfrm>
            <a:off x="6269463" y="3673284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Apr 27 - Jul 17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03" name="OTLSHAPE_T_b591191bf7834823a01c757b3ee18b4d_Title"/>
          <p:cNvSpPr txBox="1"/>
          <p:nvPr>
            <p:custDataLst>
              <p:tags r:id="rId72"/>
            </p:custDataLst>
          </p:nvPr>
        </p:nvSpPr>
        <p:spPr>
          <a:xfrm>
            <a:off x="127000" y="3657768"/>
            <a:ext cx="13081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Sprint Builds/Testing</a:t>
            </a:r>
            <a:endParaRPr lang="en-CA" sz="12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6004" name="OTLSHAPE_T_a0d599e8b32b4c25aa40ac071c6760ce_Shape"/>
          <p:cNvSpPr/>
          <p:nvPr>
            <p:custDataLst>
              <p:tags r:id="rId73"/>
            </p:custDataLst>
          </p:nvPr>
        </p:nvSpPr>
        <p:spPr>
          <a:xfrm>
            <a:off x="6271801" y="4017496"/>
            <a:ext cx="508000" cy="2794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05" name="OTLSHAPE_T_a0d599e8b32b4c25aa40ac071c6760ce_ShapePercentage" hidden="1"/>
          <p:cNvSpPr/>
          <p:nvPr>
            <p:custDataLst>
              <p:tags r:id="rId74"/>
            </p:custDataLst>
          </p:nvPr>
        </p:nvSpPr>
        <p:spPr>
          <a:xfrm>
            <a:off x="6271801" y="4017496"/>
            <a:ext cx="0" cy="27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06" name="OTLSHAPE_T_a0d599e8b32b4c25aa40ac071c6760ce_Duration" hidden="1"/>
          <p:cNvSpPr txBox="1"/>
          <p:nvPr>
            <p:custDataLst>
              <p:tags r:id="rId75"/>
            </p:custDataLst>
          </p:nvPr>
        </p:nvSpPr>
        <p:spPr>
          <a:xfrm>
            <a:off x="0" y="40174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6007" name="OTLSHAPE_T_a0d599e8b32b4c25aa40ac071c6760ce_StartDate" hidden="1"/>
          <p:cNvSpPr txBox="1"/>
          <p:nvPr>
            <p:custDataLst>
              <p:tags r:id="rId76"/>
            </p:custDataLst>
          </p:nvPr>
        </p:nvSpPr>
        <p:spPr>
          <a:xfrm>
            <a:off x="0" y="417252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08" name="OTLSHAPE_T_a0d599e8b32b4c25aa40ac071c6760ce_EndDate" hidden="1"/>
          <p:cNvSpPr txBox="1"/>
          <p:nvPr>
            <p:custDataLst>
              <p:tags r:id="rId77"/>
            </p:custDataLst>
          </p:nvPr>
        </p:nvSpPr>
        <p:spPr>
          <a:xfrm>
            <a:off x="0" y="417252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09" name="OTLSHAPE_T_a0d599e8b32b4c25aa40ac071c6760ce_JoinedDate"/>
          <p:cNvSpPr txBox="1"/>
          <p:nvPr>
            <p:custDataLst>
              <p:tags r:id="rId78"/>
            </p:custDataLst>
          </p:nvPr>
        </p:nvSpPr>
        <p:spPr>
          <a:xfrm>
            <a:off x="6827210" y="4079684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Jul 20 - Aug 7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10" name="OTLSHAPE_T_a0d599e8b32b4c25aa40ac071c6760ce_TextPercentage" hidden="1"/>
          <p:cNvSpPr txBox="1"/>
          <p:nvPr>
            <p:custDataLst>
              <p:tags r:id="rId79"/>
            </p:custDataLst>
          </p:nvPr>
        </p:nvSpPr>
        <p:spPr>
          <a:xfrm>
            <a:off x="6271801" y="415719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6011" name="OTLSHAPE_T_a0d599e8b32b4c25aa40ac071c6760ce_Title"/>
          <p:cNvSpPr txBox="1"/>
          <p:nvPr>
            <p:custDataLst>
              <p:tags r:id="rId80"/>
            </p:custDataLst>
          </p:nvPr>
        </p:nvSpPr>
        <p:spPr>
          <a:xfrm>
            <a:off x="127000" y="4064168"/>
            <a:ext cx="736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10" smtClean="0">
                <a:solidFill>
                  <a:schemeClr val="dk1"/>
                </a:solidFill>
                <a:latin typeface="Calibri" panose="020F0502020204030204" pitchFamily="34" charset="0"/>
              </a:rPr>
              <a:t>UAT Testing</a:t>
            </a:r>
            <a:endParaRPr lang="en-CA" sz="1200" b="1" spc="-1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6012" name="OTLSHAPE_T_460eed6a1963409ab155b64071c3f445_Shape"/>
          <p:cNvSpPr/>
          <p:nvPr>
            <p:custDataLst>
              <p:tags r:id="rId81"/>
            </p:custDataLst>
          </p:nvPr>
        </p:nvSpPr>
        <p:spPr>
          <a:xfrm>
            <a:off x="6829547" y="4423896"/>
            <a:ext cx="330200" cy="2794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13" name="OTLSHAPE_T_460eed6a1963409ab155b64071c3f445_ShapePercentage" hidden="1"/>
          <p:cNvSpPr/>
          <p:nvPr>
            <p:custDataLst>
              <p:tags r:id="rId82"/>
            </p:custDataLst>
          </p:nvPr>
        </p:nvSpPr>
        <p:spPr>
          <a:xfrm>
            <a:off x="6829547" y="442389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14" name="OTLSHAPE_T_460eed6a1963409ab155b64071c3f445_Duration" hidden="1"/>
          <p:cNvSpPr txBox="1"/>
          <p:nvPr>
            <p:custDataLst>
              <p:tags r:id="rId83"/>
            </p:custDataLst>
          </p:nvPr>
        </p:nvSpPr>
        <p:spPr>
          <a:xfrm>
            <a:off x="0" y="44238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6015" name="OTLSHAPE_T_460eed6a1963409ab155b64071c3f445_TextPercentage" hidden="1"/>
          <p:cNvSpPr txBox="1"/>
          <p:nvPr>
            <p:custDataLst>
              <p:tags r:id="rId84"/>
            </p:custDataLst>
          </p:nvPr>
        </p:nvSpPr>
        <p:spPr>
          <a:xfrm>
            <a:off x="0" y="45789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6016" name="OTLSHAPE_T_460eed6a1963409ab155b64071c3f445_StartDate" hidden="1"/>
          <p:cNvSpPr txBox="1"/>
          <p:nvPr>
            <p:custDataLst>
              <p:tags r:id="rId85"/>
            </p:custDataLst>
          </p:nvPr>
        </p:nvSpPr>
        <p:spPr>
          <a:xfrm>
            <a:off x="0" y="47339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17" name="OTLSHAPE_T_460eed6a1963409ab155b64071c3f445_EndDate" hidden="1"/>
          <p:cNvSpPr txBox="1"/>
          <p:nvPr>
            <p:custDataLst>
              <p:tags r:id="rId86"/>
            </p:custDataLst>
          </p:nvPr>
        </p:nvSpPr>
        <p:spPr>
          <a:xfrm>
            <a:off x="0" y="47339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18" name="OTLSHAPE_T_460eed6a1963409ab155b64071c3f445_JoinedDate"/>
          <p:cNvSpPr txBox="1"/>
          <p:nvPr>
            <p:custDataLst>
              <p:tags r:id="rId87"/>
            </p:custDataLst>
          </p:nvPr>
        </p:nvSpPr>
        <p:spPr>
          <a:xfrm>
            <a:off x="7199041" y="4486084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111111"/>
                </a:solidFill>
                <a:latin typeface="Calibri" panose="020F0502020204030204" pitchFamily="34" charset="0"/>
              </a:rPr>
              <a:t>Aug 10 - Aug 21</a:t>
            </a:r>
            <a:endParaRPr lang="en-CA" sz="1000" spc="-4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6019" name="OTLSHAPE_T_460eed6a1963409ab155b64071c3f445_Title"/>
          <p:cNvSpPr txBox="1"/>
          <p:nvPr>
            <p:custDataLst>
              <p:tags r:id="rId88"/>
            </p:custDataLst>
          </p:nvPr>
        </p:nvSpPr>
        <p:spPr>
          <a:xfrm>
            <a:off x="127000" y="4470568"/>
            <a:ext cx="4572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14" smtClean="0">
                <a:solidFill>
                  <a:schemeClr val="dk1"/>
                </a:solidFill>
                <a:latin typeface="Calibri" panose="020F0502020204030204" pitchFamily="34" charset="0"/>
              </a:rPr>
              <a:t>Deploy</a:t>
            </a:r>
            <a:endParaRPr lang="en-CA" sz="1200" b="1" spc="-1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6021" name="OTLSHAPE_M_d1fd8843c3824606bbbfc6ef9166bfe4_Shape"/>
          <p:cNvSpPr/>
          <p:nvPr>
            <p:custDataLst>
              <p:tags r:id="rId89"/>
            </p:custDataLst>
          </p:nvPr>
        </p:nvSpPr>
        <p:spPr>
          <a:xfrm flipV="1">
            <a:off x="7485451" y="20235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8755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oiMy4yMy4wMC4wMCIsIkVkaXRpb24iOiJQbHVzIiwiSXNQbHVzRWRpdGlvbiI6dHJ1ZX0sIkVmZmVjdCI6MSwiU3R5bGUiOnsiJGlkIjoiMyIsIlRpbWViYW5kU3R5bGUiOnsiJGlkIjoiNCIsIlNjYWxlTWFya2luZyI6MCwiU2hhcGUiOjAsIlNoYXBlU3R5bGUiOnsiJGlkIjoiNSIsIk1hcmdpbiI6eyIkaWQiOiI2IiwiVG9wIjowLCJMZWZ0IjoxMiwiUmlnaHQiOjEyLCJCb3R0b20iOjB9LCJQYWRkaW5nIjp7IiRpZCI6IjciLCJUb3AiOjcsIkxlZnQiOjAsIlJpZ2h0IjowLCJCb3R0b20iOjd9LCJCYWNrZ3JvdW5kIjp7IiRpZCI6IjgiLCJDb2xvciI6eyIkaWQiOiI5IiwiQSI6MjU1LCJSIjo2OCwiRyI6ODQsIkIiOjEwNn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NSwiQm90dG9tIjowfSwiUGFkZGluZyI6eyIkaWQiOiIxOCIsIlRvcCI6MCwiTGVmdCI6MCwiUmlnaHQiOjAsIkJvdHRvbSI6MH0sIkJhY2tncm91bmQiOnsiJGlkIjoiMTkiLCJDb2xvciI6eyIkaWQiOiIyMCIsIkEiOjI1NSwiUiI6MjU1LCJHIjoyNTUsIkIiOjI1NX19LCJJc1Zpc2libGUiOnRydW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SIsIlRvcCI6MCwiTGVmdCI6MjUsIlJpZ2h0IjowLCJCb3R0b20iOjB9LCJQYWRkaW5nIjp7IiRpZCI6IjI2IiwiVG9wIjowLCJMZWZ0IjowLCJSaWdodCI6MCwiQm90dG9tIjowfSwiQmFja2dyb3VuZCI6eyIkaWQiOiIyNyIsIkNvbG9yIjp7IiRpZCI6IjI4IiwiQSI6MjU1LCJSIjoyNTUsIkciOjI1NSwiQiI6MjU1fX0sIklzVmlzaWJsZSI6dHJ1ZSwiV2lkdGgiOjAuMCwiSGVpZ2h0IjowLjAsIkJvcmRlclN0eWxlIjpudWxsLCJQYXJlbnRTdHlsZSI6bnVsbH0sIlRvZGF5VGV4dFN0eWxlIjp7IiRpZCI6IjI5IiwiRm9udFNldHRpbmdzIjp7IiRpZCI6IjMwIiwiRm9udFNpemUiOjEyLCJGb250TmFtZSI6IkNhbGlicmkiLCJJc0JvbGQiOmZhbHNlLCJJc0l0YWxpYyI6ZmFsc2UsIklzVW5kZXJsaW5lZCI6ZmFsc2UsIlBhcmVudFN0eWxlIjpudWxsfSwiQXV0b1NpemUiOjAsIkZvcmVncm91bmQiOnsiJGlkIjoiMzEiLCJDb2xvciI6eyIkaWQiOiIz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yIsIlRvcCI6MCwiTGVmdCI6MCwiUmlnaHQiOjAsIkJvdHRvbSI6MH0sIlBhZGRpbmciOnsiJGlkIjoiMzQiLCJUb3AiOjAsIkxlZnQiOjAsIlJpZ2h0IjowLCJCb3R0b20iOjB9LCJCYWNrZ3JvdW5kIjp7IiRpZCI6IjM1IiwiQ29sb3IiOnsiJGlkIjoiMzYiLCJBIjoyNTUsIlIiOjI1NSwiRyI6MjU1LCJCIjoyNTV9fSwiSXNWaXNpYmxlIjp0cnVlLCJXaWR0aCI6MC4wLCJIZWlnaHQiOjAuMCwiQm9yZGVyU3R5bGUiOm51bGwsIlBhcmVudFN0eWxlIjpudWxsfSwiVG9kYXlNYXJrZXJTdHlsZSI6eyIkaWQiOiIzNyIsIk1hcmdpbiI6eyIkaWQiOiIzOCIsIlRvcCI6MCwiTGVmdCI6MCwiUmlnaHQiOjAsIkJvdHRvbSI6MH0sIlBhZGRpbmciOnsiJGlkIjoiMzkiLCJUb3AiOjAsIkxlZnQiOjAsIlJpZ2h0IjowLCJCb3R0b20iOjB9LCJCYWNrZ3JvdW5kIjp7IiRpZCI6IjQwIiwiQ29sb3IiOnsiJGlkIjoiNDEiLCJBIjoyNTUsIlIiOjI1NSwiRyI6MCwiQiI6MH19LCJJc1Zpc2libGUiOnRydWUsIldpZHRoIjowLjAsIkhlaWdodCI6MC4wLCJCb3JkZXJTdHlsZSI6bnVsbCwiUGFyZW50U3R5bGUiOm51bGx9LCJTY2FsZVN0eWxlIjp7IiRpZCI6IjQyIiwiU2hvd1NlZ21lbnRTZXBhcmF0b3JzIjp0cnVlLCJTZWdtZW50U2VwYXJhdG9yT3BhY2l0eSI6MzAsIkZvbnRTZXR0aW5ncyI6eyIkaWQiOiI0MyIsIkZvbnRTaXplIjoxMiwiRm9udE5hbWUiOiJDYWxpYnJpIiwiSXNCb2xkIjpmYWxzZSwiSXNJdGFsaWMiOmZhbHNlLCJJc1VuZGVybGluZWQiOmZhbHNlLCJQYXJlbnRTdHlsZSI6bnVsbH0sIkF1dG9TaXplIjowLCJGb3JlZ3JvdW5kIjp7IiRpZCI6IjQ0IiwiQ29sb3IiOnsiJGlkIjoiNDU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YiLCJUb3AiOjAsIkxlZnQiOjUsIlJpZ2h0IjowLCJCb3R0b20iOjB9LCJQYWRkaW5nIjp7IiRpZCI6IjQ3IiwiVG9wIjowLCJMZWZ0IjowLCJSaWdodCI6MCwiQm90dG9tIjowfSwiQmFja2dyb3VuZCI6eyIkaWQiOiI0OCIsIkNvbG9yIjp7IiRpZCI6IjQ5IiwiQSI6ODksIlIiOjAsIkciOjAsIkIiOjB9fSwiSXNWaXNpYmxlIjp0cnVlLCJXaWR0aCI6MC4wLCJIZWlnaHQiOjAuMCwiQm9yZGVyU3R5bGUiOm51bGwsIlBhcmVudFN0eWxlIjpudWxsfSwiRWxhcHNlZFRpbWVCYWNrZ3JvdW5kIjp7IiRpZCI6IjUwIiwiQ29sb3IiOnsiJGlkIjoiNTEiLCJBIjoxOTEsIlIiOjI1NSwiRyI6MCwiQiI6MH19LCJBcHBlbmRZZWFyT25ZZWFyQ2hhbmdlIjp0cnVlLCJFbGFwc2VkVGltZUZvcm1hdCI6MCwiVG9kYXlNYXJrZXJQb3NpdGlvbiI6MCwiUXVpY2tQb3NpdGlvbiI6MywiQWJzb2x1dGVQb3NpdGlvbiI6MTc0LjMzODI1NywiTWFyZ2luIjp7IiRpZCI6IjUyIiwiVG9wIjowLCJMZWZ0IjoxMCwiUmlnaHQiOjEwLCJCb3R0b20iOjB9LCJQYWRkaW5nIjp7IiRpZCI6IjUzIiwiVG9wIjowLCJMZWZ0IjowLCJSaWdodCI6MCwiQm90dG9tIjowfSwiQmFja2dyb3VuZCI6eyIkaWQiOiI1NCIsIkNvbG9yIjp7IiRpZCI6IjU1IiwiQSI6MjU1LCJSIjozMSwiRyI6NzMsIkIiOjEyNX19LCJJc1Zpc2libGUiOnRydWUsIldpZHRoIjowLjAsIkhlaWdodCI6MC4wLCJCb3JkZXJTdHlsZSI6bnVsbCwiUGFyZW50U3R5bGUiOm51bGx9LCJEZWZhdWx0TWlsZXN0b25lU3R5bGUiOnsiJGlkIjoiNTYiLCJTaGFwZSI6MCwiQ29ubmVjdG9yTWFyZ2luIjp7IiRpZCI6IjU3IiwiVG9wIjowLCJMZWZ0IjoyLCJSaWdodCI6MiwiQm90dG9tIjowfSwiQ29ubmVjdG9yU3R5bGUiOnsiJGlkIjoiNTgiLCJMaW5lQ29sb3IiOnsiJGlkIjoiNTkiLCIkdHlwZSI6Ik5MUkUuQ29tbW9uLkRvbS5Tb2xpZENvbG9yQnJ1c2gsIE5MUkUuQ29tbW9uIiwiQ29sb3IiOnsiJGlkIjoiNjAiLCJBIjoxMjcsIlIiOjMxLCJHIjo3MywiQiI6MTI2fX0sIkxpbmVXZWlnaHQiOjEuMCwiTGluZVR5cGUiOjAsIlBhcmVudFN0eWxlIjpudWxsfSwiSXNCZWxvd1RpbWViYW5kIjpmYWxzZSwiSGlkZURhdGUiOmZhbHNlLCJTaGFwZVNpemUiOjEsIlNwYWNpbmciOjEuMCwiUGFkZGluZyI6eyIkaWQiOiI2MSIsIlRvcCI6NywiTGVmdCI6MywiUmlnaHQiOjAsIkJvdHRvbSI6Mn0sIlNoYXBlU3R5bGUiOnsiJGlkIjoiNjIiLCJNYXJnaW4iOnsiJGlkIjoiNjMiLCJUb3AiOjAsIkxlZnQiOjAsIlJpZ2h0IjowLCJCb3R0b20iOjB9LCJQYWRkaW5nIjp7IiRpZCI6IjY0IiwiVG9wIjowLCJMZWZ0IjowLCJSaWdodCI6MCwiQm90dG9tIjowfSwiQmFja2dyb3VuZCI6eyIkaWQiOiI2NSIsIkNvbG9yIjp7IiRpZCI6IjY2IiwiQSI6MjU1LCJSIjowLCJHIjoxMTQsIkIiOjE4OH19LCJJc1Zpc2libGUiOnRydWUsIldpZHRoIjoxOC4wLCJIZWlnaHQiOjIwLjAsIkJvcmRlclN0eWxlIjp7IiRpZCI6IjY3IiwiTGluZUNvbG9yIjp7IiRpZCI6IjY4IiwiJHR5cGUiOiJOTFJFLkNvbW1vbi5Eb20uU29saWRDb2xvckJydXNoLCBOTFJFLkNvbW1vbiIsIkNvbG9yIjp7IiRpZCI6IjY5IiwiQSI6MjU1LCJSIjoyNTUsIkciOjAsIkIiOjB9fSwiTGluZVdlaWdodCI6MC4wLCJMaW5lVHlwZSI6MCwiUGFyZW50U3R5bGUiOm51bGx9LCJQYXJlbnRTdHlsZSI6bnVsbH0sIlRpdGxlU3R5bGUiOnsiJGlkIjoiNzAiLCJGb250U2V0dGluZ3MiOnsiJGlkIjoiNzEiLCJGb250U2l6ZSI6MTEsIkZvbnROYW1lIjoiQ2FsaWJyaSIsIklzQm9sZCI6dHJ1ZSwiSXNJdGFsaWMiOmZhbHNlLCJJc1VuZGVybGluZWQiOmZhbHNlLCJQYXJlbnRTdHlsZSI6bnVsbH0sIkF1dG9TaXplIjowLCJGb3JlZ3JvdW5kIjp7IiRpZCI6IjcyIiwiQ29sb3IiOnsiJGlkIjoiN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zQiLCJUb3AiOjAsIkxlZnQiOjAsIlJpZ2h0IjowLCJCb3R0b20iOjB9LCJQYWRkaW5nIjp7IiRpZCI6Ijc1IiwiVG9wIjowLCJMZWZ0IjowLCJSaWdodCI6MCwiQm90dG9tIjowfSwiQmFja2dyb3VuZCI6eyIkaWQiOiI3NiIsIkNvbG9yIjp7IiRyZWYiOiI0OSJ9fSwiSXNWaXNpYmxlIjp0cnVlLCJXaWR0aCI6MC4wLCJIZWlnaHQiOjAuMCwiQm9yZGVyU3R5bGUiOm51bGwsIlBhcmVudFN0eWxlIjpudWxsfSwiRGF0ZVN0eWxlIjp7IiRpZCI6Ijc3IiwiRm9udFNldHRpbmdzIjp7IiRpZCI6Ijc4IiwiRm9udFNpemUiOjEwLCJGb250TmFtZSI6IkNhbGlicmkiLCJJc0JvbGQiOmZhbHNlLCJJc0l0YWxpYyI6ZmFsc2UsIklzVW5kZXJsaW5lZCI6ZmFsc2UsIlBhcmVudFN0eWxlIjpudWxsfSwiQXV0b1NpemUiOjAsIkZvcmVncm91bmQiOnsiJGlkIjoiNzkiLCJDb2xvciI6eyIkaWQiOiI4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EiLCJUb3AiOjAsIkxlZnQiOjAsIlJpZ2h0IjowLCJCb3R0b20iOjB9LCJQYWRkaW5nIjp7IiRpZCI6IjgyIiwiVG9wIjowLCJMZWZ0IjowLCJSaWdodCI6MCwiQm90dG9tIjowfSwiQmFja2dyb3VuZCI6eyIkaWQiOiI4MyIsIkNvbG9yIjp7IiRyZWYiOiI0OSJ9fSwiSXNWaXNpYmxlIjp0cnVlLCJXaWR0aCI6MC4wLCJIZWlnaHQiOjAuMCwiQm9yZGVyU3R5bGUiOm51bGwsIlBhcmVudFN0eWxlIjpudWxsfSwiRGF0ZUZvcm1hdCI6eyIkaWQiOiI4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RlZmF1bHRUYXNrU3R5bGUiOnsiJGlkIjoiODUiLCJTaGFwZSI6MCwiU2hhcGVUaGlja25lc3MiOjAsIkR1cmF0aW9uRm9ybWF0IjowLCJJbmNsdWRlTm9uV29ya2luZ0RheXNJbkR1cmF0aW9uIjpmYWxzZSwiUGVyY2VudGFnZUNvbXBsZXRlU3R5bGUiOnsiJGlkIjoiODYiLCJGb250U2V0dGluZ3MiOnsiJGlkIjoiODciLCJGb250U2l6ZSI6MTAsIkZvbnROYW1lIjoiQ2FsaWJyaSIsIklzQm9sZCI6ZmFsc2UsIklzSXRhbGljIjpmYWxzZSwiSXNVbmRlcmxpbmVkIjpmYWxzZSwiUGFyZW50U3R5bGUiOm51bGx9LCJBdXRvU2l6ZSI6MCwiRm9yZWdyb3VuZCI6eyIkaWQiOiI4OCIsIkNvbG9yIjp7IiRpZCI6Ijg5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pZCI6IjkwIiwiVG9wIjowLCJMZWZ0IjowLCJSaWdodCI6MCwiQm90dG9tIjowfSwiUGFkZGluZyI6eyIkaWQiOiI5MSIsIlRvcCI6MCwiTGVmdCI6MCwiUmlnaHQiOjAsIkJvdHRvbSI6MH0sIkJhY2tncm91bmQiOnsiJGlkIjoiOTIiLCJDb2xvciI6eyIkcmVmIjoiNDkifX0sIklzVmlzaWJsZSI6dHJ1ZSwiV2lkdGgiOjAuMCwiSGVpZ2h0IjowLjAsIkJvcmRlclN0eWxlIjpudWxsLCJQYXJlbnRTdHlsZSI6bnVsbH0sIkR1cmF0aW9uU3R5bGUiOnsiJGlkIjoiOTMiLCJGb250U2V0dGluZ3MiOnsiJGlkIjoiOTQiLCJGb250U2l6ZSI6MTAsIkZvbnROYW1lIjoiQ2FsaWJyaSIsIklzQm9sZCI6ZmFsc2UsIklzSXRhbGljIjpmYWxzZSwiSXNVbmRlcmxpbmVkIjpmYWxzZSwiUGFyZW50U3R5bGUiOm51bGx9LCJBdXRvU2l6ZSI6MCwiRm9yZWdyb3VuZCI6eyIkaWQiOiI5NSIsIkNvbG9yIjp7IiRpZCI6Ijk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TciLCJUb3AiOjAsIkxlZnQiOjAsIlJpZ2h0IjowLCJCb3R0b20iOjB9LCJQYWRkaW5nIjp7IiRpZCI6Ijk4IiwiVG9wIjowLCJMZWZ0IjowLCJSaWdodCI6MCwiQm90dG9tIjowfSwiQmFja2dyb3VuZCI6eyIkaWQiOiI5OSIsIkNvbG9yIjp7IiRyZWYiOiI0OSJ9fSwiSXNWaXNpYmxlIjp0cnVlLCJXaWR0aCI6MC4wLCJIZWlnaHQiOjAuMCwiQm9yZGVyU3R5bGUiOm51bGwsIlBhcmVudFN0eWxlIjpudWxsfSwiSG9yaXpvbnRhbENvbm5lY3RvclN0eWxlIjp7IiRpZCI6IjEwMCIsIkxpbmVDb2xvciI6eyIkaWQiOiIxMDEiLCIkdHlwZSI6Ik5MUkUuQ29tbW9uLkRvbS5Tb2xpZENvbG9yQnJ1c2gsIE5MUkUuQ29tbW9uIiwiQ29sb3IiOnsiJGlkIjoiMTAyIiwiQSI6MjU1LCJSIjoyMDQsIkciOjIwNCwiQiI6MjA0fX0sIkxpbmVXZWlnaHQiOjEuMCwiTGluZVR5cGUiOjAsIlBhcmVudFN0eWxlIjpudWxsfSwiVmVydGljYWxDb25uZWN0b3JTdHlsZSI6eyIkaWQiOiIxMDMiLCJMaW5lQ29sb3IiOnsiJGlkIjoiMTA0IiwiJHR5cGUiOiJOTFJFLkNvbW1vbi5Eb20uU29saWRDb2xvckJydXNoLCBOTFJFLkNvbW1vbiIsIkNvbG9yIjp7IiRpZCI6IjEwNSIsIkEiOjI1NSwiUiI6MjA0LCJHIjoyMDQsIkIiOjIwNH1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zLCJJc0JlbG93VGltZWJhbmQiOnRydWUsIlBlcmNlbnRhZ2VDb21wbGV0ZVNoYXBlT3BhY2l0eSI6MzUsIlNoYXBlU3R5bGUiOnsiJGlkIjoiMTA2IiwiTWFyZ2luIjp7IiRpZCI6IjEwNyIsIlRvcCI6MCwiTGVmdCI6NCwiUmlnaHQiOjQsIkJvdHRvbSI6MH0sIlBhZGRpbmciOnsiJGlkIjoiMTA4IiwiVG9wIjowLCJMZWZ0IjowLCJSaWdodCI6MCwiQm90dG9tIjowfSwiQmFja2dyb3VuZCI6eyIkaWQiOiIxMDkiLCJDb2xvciI6eyIkaWQiOiIxMTAiLCJBIjoyNTUsIlIiOjAsIkciOjExNCwiQiI6MTg4fX0sIklzVmlzaWJsZSI6dHJ1ZSwiV2lkdGgiOjAuMCwiSGVpZ2h0IjoxMC4wLCJCb3JkZXJTdHlsZSI6eyIkaWQiOiIxMTEiLCJMaW5lQ29sb3IiOnsiJGlkIjoiMTEyIiwiJHR5cGUiOiJOTFJFLkNvbW1vbi5Eb20uU29saWRDb2xvckJydXNoLCBOTFJFLkNvbW1vbiIsIkNvbG9yIjp7IiRpZCI6IjExMyIsIkEiOjI1NSwiUiI6MjU1LCJHIjowLCJCIjowfX0sIkxpbmVXZWlnaHQiOjAuMCwiTGluZVR5cGUiOjAsIlBhcmVudFN0eWxlIjpudWxsfSwiUGFyZW50U3R5bGUiOm51bGx9LCJUaXRsZVN0eWxlIjp7IiRpZCI6IjExNCIsIkZvbnRTZXR0aW5ncyI6eyIkaWQiOiIxMTUiLCJGb250U2l6ZSI6MTEsIkZvbnROYW1lIjoiQ2FsaWJyaSIsIklzQm9sZCI6dHJ1ZSwiSXNJdGFsaWMiOmZhbHNlLCJJc1VuZGVybGluZWQiOmZhbHNlLCJQYXJlbnRTdHlsZSI6bnVsbH0sIkF1dG9TaXplIjowLCJGb3JlZ3JvdW5kIjp7IiRpZCI6IjExNiIsIkNvbG9yIjp7IiRpZCI6IjExN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giLCJUb3AiOjAsIkxlZnQiOjAsIlJpZ2h0IjowLCJCb3R0b20iOjB9LCJQYWRkaW5nIjp7IiRpZCI6IjExOSIsIlRvcCI6MCwiTGVmdCI6MCwiUmlnaHQiOjAsIkJvdHRvbSI6MH0sIkJhY2tncm91bmQiOnsiJGlkIjoiMTIwIiwiQ29sb3IiOnsiJHJlZiI6IjQ5In19LCJJc1Zpc2libGUiOnRydWUsIldpZHRoIjowLjAsIkhlaWdodCI6MC4wLCJCb3JkZXJTdHlsZSI6bnVsbCwiUGFyZW50U3R5bGUiOm51bGx9LCJEYXRlU3R5bGUiOnsiJGlkIjoiMTIxIiwiRm9udFNldHRpbmdzIjp7IiRpZCI6IjEyMiIsIkZvbnRTaXplIjoxMCwiRm9udE5hbWUiOiJDYWxpYnJpIiwiSXNCb2xkIjpmYWxzZSwiSXNJdGFsaWMiOmZhbHNlLCJJc1VuZGVybGluZWQiOmZhbHNlLCJQYXJlbnRTdHlsZSI6bnVsbH0sIkF1dG9TaXplIjowLCJGb3JlZ3JvdW5kIjp7IiRpZCI6IjEyMyIsIkNvbG9yIjp7IiRpZCI6IjEy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1IiwiVG9wIjowLCJMZWZ0IjowLCJSaWdodCI6MCwiQm90dG9tIjowfSwiUGFkZGluZyI6eyIkaWQiOiIxMjYiLCJUb3AiOjAsIkxlZnQiOjAsIlJpZ2h0IjowLCJCb3R0b20iOjB9LCJCYWNrZ3JvdW5kIjp7IiRpZCI6IjEyNyIsIkNvbG9yIjp7IiRyZWYiOiI0OSJ9fSwiSXNWaXNpYmxlIjp0cnVlLCJXaWR0aCI6MC4wLCJIZWlnaHQiOjAuMCwiQm9yZGVyU3R5bGUiOm51bGwsIlBhcmVudFN0eWxlIjpudWxsfSwiRGF0ZUZvcm1hdCI6eyIkaWQiOiIx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wsIl9leHBsaWNpdGx5U2V0Ijp7IiRpZCI6IjEyO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Jc1Zpc2libGUiOmZhbHNlfX0sIlNob3dFbGFwc2VkVGltZUdyYWRpZW50U3R5bGUiOmZhbHNlfSwiU2NhbGUiOnsiJGlkIjoiMTMwIiwiU3RhcnREYXRlIjoiMDAwMS0wMS0wMVQwMDowMDowMCIsIkVuZERhdGUiOiIyMDIxLTExLTIyVDAwOjAwOjAwIiwiRm9ybWF0IjoiTU1NIiwiVHlwZSI6MiwiQXV0b0RhdGVSYW5nZSI6dHJ1ZSwiV29ya2luZ0RheXMiOjMxLCJUb2RheU1hcmtlclRleHQiOiJUb2RheSIsIkF1dG9TY2FsZVR5cGUiOnRydWV9LCJNaWxlc3RvbmVzIjpbeyIkaWQiOiIxMzEiLCJEYXRlIjoiMjAyMC0wMS0wMVQwMDowMDowMCIsIlN0eWxlIjp7IiRpZCI6IjEzMiIsIlNoYXBlIjoxNiwiQ29ubmVjdG9yTWFyZ2luIjp7IiRyZWYiOiI1NyJ9LCJDb25uZWN0b3JTdHlsZSI6eyIkaWQiOiIxMzMiLCJMaW5lQ29sb3IiOnsiJGlkIjoiMTM0IiwiJHR5cGUiOiJOTFJFLkNvbW1vbi5Eb20uU29saWRDb2xvckJydXNoLCBOTFJFLkNvbW1vbiIsIkNvbG9yIjp7IiRpZCI6IjEzNSIsIkEiOjI1NSwiUiI6MjU1LCJHIjoyNTUsIkIiOjI1NX19LCJMaW5lV2VpZ2h0IjoxLjAsIkxpbmVUeXBlIjowLCJQYXJlbnRTdHlsZSI6bnVsbH0sIklzQmVsb3dUaW1lYmFuZCI6ZmFsc2UsIkhpZGVEYXRlIjpmYWxzZSwiU2hhcGVTaXplIjowLCJTcGFjaW5nIjoxLjAsIlBhZGRpbmciOnsiJHJlZiI6IjYxIn0sIlNoYXBlU3R5bGUiOnsiJGlkIjoiMTM2IiwiTWFyZ2luIjp7IiRyZWYiOiI2MyJ9LCJQYWRkaW5nIjp7IiRyZWYiOiI2NCJ9LCJCYWNrZ3JvdW5kIjp7IiRpZCI6IjEzNyIsIkNvbG9yIjp7IiRpZCI6IjEzOCIsIkEiOjI1NSwiUiI6MjU1LCJHIjoyNTUsIkIiOjI1NX19LCJJc1Zpc2libGUiOnRydWUsIldpZHRoIjoxMi4wLCJIZWlnaHQiOjE0LjAsIkJvcmRlclN0eWxlIjp7IiRpZCI6IjEzOSIsIkxpbmVDb2xvciI6eyIkcmVmIjoiNjgifSwiTGluZVdlaWdodCI6MC4wLCJMaW5lVHlwZSI6MCwiUGFyZW50U3R5bGUiOm51bGx9LCJQYXJlbnRTdHlsZSI6bnVsbH0sIlRpdGxlU3R5bGUiOnsiJGlkIjoiMTQwIiwiRm9udFNldHRpbmdzIjp7IiRpZCI6IjE0MSIsIkZvbnRTaXplIjoxMSwiRm9udE5hbWUiOiJDYWxpYnJpIiwiSXNCb2xkIjp0cnVlLCJJc0l0YWxpYyI6ZmFsc2UsIklzVW5kZXJsaW5lZCI6ZmFsc2UsIlBhcmVudFN0eWxlIjpudWxsfSwiQXV0b1NpemUiOjAsIkZvcmVncm91bmQiOnsiJGlkIjoiMTQyIiwiQ29sb3IiOnsiJGlkIjoiMTQz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3NCJ9LCJQYWRkaW5nIjp7IiRyZWYiOiI3NSJ9LCJCYWNrZ3JvdW5kIjp7IiRyZWYiOiI3NiJ9LCJJc1Zpc2libGUiOnRydWUsIldpZHRoIjowLjAsIkhlaWdodCI6MC4wLCJCb3JkZXJTdHlsZSI6eyIkaWQiOiIxNDQiLCJMaW5lQ29sb3IiOm51bGwsIkxpbmVXZWlnaHQiOjAuMCwiTGluZVR5cGUiOjAsIlBhcmVudFN0eWxlIjpudWxsfSwiUGFyZW50U3R5bGUiOm51bGx9LCJEYXRlU3R5bGUiOnsiJGlkIjoiMTQ1IiwiRm9udFNldHRpbmdzIjp7IiRpZCI6IjE0NiIsIkZvbnRTaXplIjoxMCwiRm9udE5hbWUiOiJDYWxpYnJpIiwiSXNCb2xkIjpmYWxzZSwiSXNJdGFsaWMiOmZhbHNlLCJJc1VuZGVybGluZWQiOmZhbHNlLCJQYXJlbnRTdHlsZSI6bnVsbH0sIkF1dG9TaXplIjowLCJGb3JlZ3JvdW5kIjp7IiRyZWYiOiI3OSJ9LCJNYXhXaWR0aCI6MjAwLjAsIk1heEhlaWdodCI6IkluZmluaXR5IiwiU21hcnRGb3JlZ3JvdW5kSXNBY3RpdmUiOmZhbHNlLCJIb3Jpem9udGFsQWxpZ25tZW50IjowLCJWZXJ0aWNhbEFsaWdubWVudCI6MCwiU21hcnRGb3JlZ3JvdW5kIjpudWxsLCJCYWNrZ3JvdW5kRmlsbFR5cGUiOjAsIk1hcmdpbiI6eyIkcmVmIjoiODEifSwiUGFkZGluZyI6eyIkcmVmIjoiODIifSwiQmFja2dyb3VuZCI6eyIkcmVmIjoiODMifSwiSXNWaXNpYmxlIjpmYWxzZSwiV2lkdGgiOjAuMCwiSGVpZ2h0IjowLjAsIkJvcmRlclN0eWxlIjp7IiRpZCI6IjE0NyIsIkxpbmVDb2xvciI6bnVsbCwiTGluZVdlaWdodCI6MC4wLCJMaW5lVHlwZSI6MCwiUGFyZW50U3R5bGUiOm51bGx9LCJQYXJlbnRTdHlsZSI6bnVsbH0sIkRhdGVGb3JtYXQiOnsiJHJlZiI6Ijg0In0sIklzVmlzaWJsZSI6dHJ1ZSwiUGFyZW50U3R5bGUiOm51bGx9LCJJbmRleCI6MiwiUGVyY2VudGFnZUNvbXBsZXRlIjpudWxsLCJQb3NpdGlvbiI6eyJSYXRpbyI6MC4wLCJJc0N1c3RvbSI6ZmFsc2V9LCJEYXRlRm9ybWF0Ijp7IiRyZWYiOiI4NCJ9LCJJZCI6ImVmMjk3YjcxLWUzNzUtNDliMC1iOGY4LTY3YzhjMzRmMzMwNSIsIkltcG9ydElkIjpudWxsLCJUaXRsZSI6IlN0YXJ0IiwiTm90ZSI6bnVsbCwiSHlwZXJsaW5rIjpudWxsLCJJc0NoYW5nZWQiOmZhbHNlLCJJc05ldyI6ZmFsc2V9LHsiJGlkIjoiMTQ4IiwiRGF0ZSI6IjIwMjAtMDgtMDNUMDA6MDA6MDBaIiwiU3R5bGUiOnsiJGlkIjoiMTQ5IiwiU2hhcGUiOjAsIkNvbm5lY3Rvck1hcmdpbiI6eyIkcmVmIjoiNTcifSwiQ29ubmVjdG9yU3R5bGUiOnsiJGlkIjoiMTUwIiwiTGluZUNvbG9yIjp7IiRyZWYiOiI1OSJ9LCJMaW5lV2VpZ2h0IjoxLjAsIkxpbmVUeXBlIjowLCJQYXJlbnRTdHlsZSI6bnVsbH0sIklzQmVsb3dUaW1lYmFuZCI6ZmFsc2UsIkhpZGVEYXRlIjpmYWxzZSwiU2hhcGVTaXplIjoxLCJTcGFjaW5nIjoxLjAsIlBhZGRpbmciOnsiJHJlZiI6IjYxIn0sIlNoYXBlU3R5bGUiOnsiJGlkIjoiMTUxIiwiTWFyZ2luIjp7IiRyZWYiOiI2MyJ9LCJQYWRkaW5nIjp7IiRyZWYiOiI2NCJ9LCJCYWNrZ3JvdW5kIjp7IiRpZCI6IjE1MiIsIkNvbG9yIjp7IiRpZCI6IjE1MyIsIkEiOjI1NSwiUiI6NzksIkciOjEyOSwiQiI6MTg5fX0sIklzVmlzaWJsZSI6dHJ1ZSwiV2lkdGgiOjE4LjAsIkhlaWdodCI6MjAuMCwiQm9yZGVyU3R5bGUiOnsiJGlkIjoiMTU0IiwiTGluZUNvbG9yIjp7IiRyZWYiOiI2OCJ9LCJMaW5lV2VpZ2h0IjowLjAsIkxpbmVUeXBlIjowLCJQYXJlbnRTdHlsZSI6bnVsbH0sIlBhcmVudFN0eWxlIjpudWxsfSwiVGl0bGVTdHlsZSI6eyIkaWQiOiIxNTUiLCJGb250U2V0dGluZ3MiOnsiJGlkIjoiMTU2IiwiRm9udFNpemUiOjExLCJGb250TmFtZSI6IkNhbGlicmkiLCJJc0JvbGQiOnRydWUsIklzSXRhbGljIjpmYWxzZSwiSXNVbmRlcmxpbmVkIjpmYWxzZSwiUGFyZW50U3R5bGUiOm51bGx9LCJBdXRvU2l6ZSI6MCwiRm9yZWdyb3VuZCI6eyIkaWQiOiIxNTciLCJDb2xvciI6eyIkaWQiOiIxNTg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E1OSIsIkxpbmVDb2xvciI6bnVsbCwiTGluZVdlaWdodCI6MC4wLCJMaW5lVHlwZSI6MCwiUGFyZW50U3R5bGUiOm51bGx9LCJQYXJlbnRTdHlsZSI6bnVsbH0sIkRhdGVTdHlsZSI6eyIkaWQiOiIxNjAiLCJGb250U2V0dGluZ3MiOnsiJGlkIjoiMTYxIiwiRm9udFNpemUiOjEwLCJGb250TmFtZSI6IkNhbGlicmkiLCJJc0JvbGQiOmZhbHNlLCJJc0l0YWxpYyI6ZmFsc2UsIklzVW5kZXJsaW5lZCI6ZmFsc2UsIlBhcmVudFN0eWxlIjpudWxsfSwiQXV0b1NpemUiOjAsIkZvcmVncm91bmQiOnsiJGlkIjoiMTYyIiwiQ29sb3IiOnsiJGlkIjoiMTY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ODEifSwiUGFkZGluZyI6eyIkcmVmIjoiODIifSwiQmFja2dyb3VuZCI6eyIkcmVmIjoiODMifSwiSXNWaXNpYmxlIjp0cnVlLCJXaWR0aCI6MC4wLCJIZWlnaHQiOjAuMCwiQm9yZGVyU3R5bGUiOnsiJGlkIjoiMTY0IiwiTGluZUNvbG9yIjpudWxsLCJMaW5lV2VpZ2h0IjowLjAsIkxpbmVUeXBlIjowLCJQYXJlbnRTdHlsZSI6bnVsbH0sIlBhcmVudFN0eWxlIjpudWxsfSwiRGF0ZUZvcm1hdCI6eyIkcmVmIjoiODQifSwiSXNWaXNpYmxlIjp0cnVlLCJQYXJlbnRTdHlsZSI6bnVsbH0sIkluZGV4Ijo3LCJQZXJjZW50YWdlQ29tcGxldGUiOm51bGwsIlBvc2l0aW9uIjp7IlJhdGlvIjowLjAsIklzQ3VzdG9tIjpmYWxzZX0sIkRhdGVGb3JtYXQiOnsiJHJlZiI6Ijg0In0sIklkIjoiM2MwZWNjMDktNGUxMS00NDIzLTg1ZWMtNDgyMjhiYjNiMmRlIiwiSW1wb3J0SWQiOm51bGwsIlRpdGxlIjoiTW90aXZlIEZ1bGwgTGF1bmNoIiwiTm90ZSI6bnVsbCwiSHlwZXJsaW5rIjpudWxsLCJJc0NoYW5nZWQiOmZhbHNlLCJJc05ldyI6ZmFsc2V9LHsiJGlkIjoiMTY1IiwiRGF0ZSI6IjIwMjAtMDgtMTdUMjM6NTk6MDBaIiwiU3R5bGUiOnsiJGlkIjoiMTY2IiwiU2hhcGUiOjAsIkNvbm5lY3Rvck1hcmdpbiI6eyIkcmVmIjoiNTcifSwiQ29ubmVjdG9yU3R5bGUiOnsiJGlkIjoiMTY3IiwiTGluZUNvbG9yIjp7IiRyZWYiOiI1OSJ9LCJMaW5lV2VpZ2h0IjoxLjAsIkxpbmVUeXBlIjowLCJQYXJlbnRTdHlsZSI6bnVsbH0sIklzQmVsb3dUaW1lYmFuZCI6ZmFsc2UsIkhpZGVEYXRlIjpmYWxzZSwiU2hhcGVTaXplIjoxLCJTcGFjaW5nIjoxLjAsIlBhZGRpbmciOnsiJHJlZiI6IjYxIn0sIlNoYXBlU3R5bGUiOnsiJGlkIjoiMTY4IiwiTWFyZ2luIjp7IiRyZWYiOiI2MyJ9LCJQYWRkaW5nIjp7IiRyZWYiOiI2NCJ9LCJCYWNrZ3JvdW5kIjp7IiRpZCI6IjE2OSIsIkNvbG9yIjp7IiRpZCI6IjE3MCIsIkEiOjI1NSwiUiI6NzksIkciOjEyOSwiQiI6MTg5fX0sIklzVmlzaWJsZSI6dHJ1ZSwiV2lkdGgiOjE4LjAsIkhlaWdodCI6MjAuMCwiQm9yZGVyU3R5bGUiOnsiJGlkIjoiMTcxIiwiTGluZUNvbG9yIjp7IiRyZWYiOiI2OCJ9LCJMaW5lV2VpZ2h0IjowLjAsIkxpbmVUeXBlIjowLCJQYXJlbnRTdHlsZSI6bnVsbH0sIlBhcmVudFN0eWxlIjpudWxsfSwiVGl0bGVTdHlsZSI6eyIkaWQiOiIxNzIiLCJGb250U2V0dGluZ3MiOnsiJGlkIjoiMTczIiwiRm9udFNpemUiOjExLCJGb250TmFtZSI6IkNhbGlicmkiLCJJc0JvbGQiOnRydWUsIklzSXRhbGljIjpmYWxzZSwiSXNVbmRlcmxpbmVkIjpmYWxzZSwiUGFyZW50U3R5bGUiOm51bGx9LCJBdXRvU2l6ZSI6MCwiRm9yZWdyb3VuZCI6eyIkaWQiOiIxNzQiLCJDb2xvciI6eyIkaWQiOiIxNzU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E3NiIsIkxpbmVDb2xvciI6bnVsbCwiTGluZVdlaWdodCI6MC4wLCJMaW5lVHlwZSI6MCwiUGFyZW50U3R5bGUiOm51bGx9LCJQYXJlbnRTdHlsZSI6bnVsbH0sIkRhdGVTdHlsZSI6eyIkaWQiOiIxNzciLCJGb250U2V0dGluZ3MiOnsiJGlkIjoiMTc4IiwiRm9udFNpemUiOjEwLCJGb250TmFtZSI6IkNhbGlicmkiLCJJc0JvbGQiOmZhbHNlLCJJc0l0YWxpYyI6ZmFsc2UsIklzVW5kZXJsaW5lZCI6ZmFsc2UsIlBhcmVudFN0eWxlIjpudWxsfSwiQXV0b1NpemUiOjAsIkZvcmVncm91bmQiOnsiJHJlZiI6Ijc5In0sIk1heFdpZHRoIjoyMDAuMCwiTWF4SGVpZ2h0IjoiSW5maW5pdHkiLCJTbWFydEZvcmVncm91bmRJc0FjdGl2ZSI6ZmFsc2UsIkhvcml6b250YWxBbGlnbm1lbnQiOjAsIlZlcnRpY2FsQWxpZ25tZW50IjowLCJTbWFydEZvcmVncm91bmQiOm51bGwsIkJhY2tncm91bmRGaWxsVHlwZSI6MCwiTWFyZ2luIjp7IiRyZWYiOiI4MSJ9LCJQYWRkaW5nIjp7IiRyZWYiOiI4MiJ9LCJCYWNrZ3JvdW5kIjp7IiRyZWYiOiI4MyJ9LCJJc1Zpc2libGUiOnRydWUsIldpZHRoIjowLjAsIkhlaWdodCI6MC4wLCJCb3JkZXJTdHlsZSI6eyIkaWQiOiIxNzkiLCJMaW5lQ29sb3IiOm51bGwsIkxpbmVXZWlnaHQiOjAuMCwiTGluZVR5cGUiOjAsIlBhcmVudFN0eWxlIjpudWxsfSwiUGFyZW50U3R5bGUiOm51bGx9LCJEYXRlRm9ybWF0Ijp7IiRyZWYiOiI4NCJ9LCJJc1Zpc2libGUiOnRydWUsIlBhcmVudFN0eWxlIjpudWxsfSwiSW5kZXgiOjgsIlBlcmNlbnRhZ2VDb21wbGV0ZSI6bnVsbCwiUG9zaXRpb24iOnsiUmF0aW8iOjAuMCwiSXNDdXN0b20iOmZhbHNlfSwiRGF0ZUZvcm1hdCI6eyIkcmVmIjoiODQifSwiSWQiOiIzNTZhNTdkOS04ZmViLTRmMWMtOWJlYy1jNjJhNWUxZTM1NTciLCJJbXBvcnRJZCI6bnVsbCwiVGl0bGUiOiJQZXJzb25hbCBTb2Z0IExhdW5jaCIsIk5vdGUiOm51bGwsIkh5cGVybGluayI6bnVsbCwiSXNDaGFuZ2VkIjpmYWxzZSwiSXNOZXciOmZhbHNlfSx7IiRpZCI6IjE4MCIsIkRhdGUiOiIyMDIwLTA4LTI0VDIzOjU5OjAwWiIsIlN0eWxlIjp7IiRpZCI6IjE4MSIsIlNoYXBlIjowLCJDb25uZWN0b3JNYXJnaW4iOnsiJHJlZiI6IjU3In0sIkNvbm5lY3RvclN0eWxlIjp7IiRpZCI6IjE4MiIsIkxpbmVDb2xvciI6eyIkcmVmIjoiNTkifSwiTGluZVdlaWdodCI6MS4wLCJMaW5lVHlwZSI6MCwiUGFyZW50U3R5bGUiOm51bGx9LCJJc0JlbG93VGltZWJhbmQiOmZhbHNlLCJIaWRlRGF0ZSI6ZmFsc2UsIlNoYXBlU2l6ZSI6MSwiU3BhY2luZyI6MS4wLCJQYWRkaW5nIjp7IiRyZWYiOiI2MSJ9LCJTaGFwZVN0eWxlIjp7IiRpZCI6IjE4MyIsIk1hcmdpbiI6eyIkcmVmIjoiNjMifSwiUGFkZGluZyI6eyIkcmVmIjoiNjQifSwiQmFja2dyb3VuZCI6eyIkaWQiOiIxODQiLCJDb2xvciI6eyIkaWQiOiIxODUiLCJBIjoyNTUsIlIiOjc5LCJHIjoxMjksIkIiOjE4OX19LCJJc1Zpc2libGUiOnRydWUsIldpZHRoIjoxOC4wLCJIZWlnaHQiOjIwLjAsIkJvcmRlclN0eWxlIjp7IiRpZCI6IjE4NiIsIkxpbmVDb2xvciI6eyIkcmVmIjoiNjgifSwiTGluZVdlaWdodCI6MC4wLCJMaW5lVHlwZSI6MCwiUGFyZW50U3R5bGUiOm51bGx9LCJQYXJlbnRTdHlsZSI6bnVsbH0sIlRpdGxlU3R5bGUiOnsiJGlkIjoiMTg3IiwiRm9udFNldHRpbmdzIjp7IiRpZCI6IjE4OCIsIkZvbnRTaXplIjoxMSwiRm9udE5hbWUiOiJDYWxpYnJpIiwiSXNCb2xkIjp0cnVlLCJJc0l0YWxpYyI6ZmFsc2UsIklzVW5kZXJsaW5lZCI6ZmFsc2UsIlBhcmVudFN0eWxlIjpudWxsfSwiQXV0b1NpemUiOjAsIkZvcmVncm91bmQiOnsiJHJlZiI6IjcyIn0sIk1heFdpZHRoIjoyMDAuMCwiTWF4SGVpZ2h0IjoiSW5maW5pdHkiLCJTbWFydEZvcmVncm91bmRJc0FjdGl2ZSI6ZmFsc2UsIkhvcml6b250YWxBbGlnbm1lbnQiOjEsIlZlcnRpY2FsQWxpZ25tZW50IjowLCJTbWFydEZvcmVncm91bmQiOm51bGwsIkJhY2tncm91bmRGaWxsVHlwZSI6MCwiTWFyZ2luIjp7IiRyZWYiOiI3NCJ9LCJQYWRkaW5nIjp7IiRyZWYiOiI3NSJ9LCJCYWNrZ3JvdW5kIjp7IiRyZWYiOiI3NiJ9LCJJc1Zpc2libGUiOnRydWUsIldpZHRoIjowLjAsIkhlaWdodCI6MC4wLCJCb3JkZXJTdHlsZSI6eyIkaWQiOiIxODkiLCJMaW5lQ29sb3IiOm51bGwsIkxpbmVXZWlnaHQiOjAuMCwiTGluZVR5cGUiOjAsIlBhcmVudFN0eWxlIjpudWxsfSwiUGFyZW50U3R5bGUiOm51bGx9LCJEYXRlU3R5bGUiOnsiJGlkIjoiMTkwIiwiRm9udFNldHRpbmdzIjp7IiRpZCI6IjE5MSIsIkZvbnRTaXplIjoxMCwiRm9udE5hbWUiOiJDYWxpYnJpIiwiSXNCb2xkIjpmYWxzZSwiSXNJdGFsaWMiOmZhbHNlLCJJc1VuZGVybGluZWQiOmZhbHNlLCJQYXJlbnRTdHlsZSI6bnVsbH0sIkF1dG9TaXplIjowLCJGb3JlZ3JvdW5kIjp7IiRyZWYiOiI3OSJ9LCJNYXhXaWR0aCI6MjAwLjAsIk1heEhlaWdodCI6IkluZmluaXR5IiwiU21hcnRGb3JlZ3JvdW5kSXNBY3RpdmUiOmZhbHNlLCJIb3Jpem9udGFsQWxpZ25tZW50IjowLCJWZXJ0aWNhbEFsaWdubWVudCI6MCwiU21hcnRGb3JlZ3JvdW5kIjpudWxsLCJCYWNrZ3JvdW5kRmlsbFR5cGUiOjAsIk1hcmdpbiI6eyIkcmVmIjoiODEifSwiUGFkZGluZyI6eyIkcmVmIjoiODIifSwiQmFja2dyb3VuZCI6eyIkcmVmIjoiODMifSwiSXNWaXNpYmxlIjp0cnVlLCJXaWR0aCI6MC4wLCJIZWlnaHQiOjAuMCwiQm9yZGVyU3R5bGUiOnsiJGlkIjoiMTkyIiwiTGluZUNvbG9yIjpudWxsLCJMaW5lV2VpZ2h0IjowLjAsIkxpbmVUeXBlIjowLCJQYXJlbnRTdHlsZSI6bnVsbH0sIlBhcmVudFN0eWxlIjpudWxsfSwiRGF0ZUZvcm1hdCI6eyIkcmVmIjoiODQifSwiSXNWaXNpYmxlIjp0cnVlLCJQYXJlbnRTdHlsZSI6bnVsbH0sIkluZGV4Ijo5LCJQZXJjZW50YWdlQ29tcGxldGUiOm51bGwsIlBvc2l0aW9uIjp7IlJhdGlvIjowLjAsIklzQ3VzdG9tIjpmYWxzZX0sIkRhdGVGb3JtYXQiOnsiJHJlZiI6Ijg0In0sIklkIjoiYTEzMDMxNTctMzIyMC00NGE0LTk2ZWEtODA1MzNjODNjMjkwIiwiSW1wb3J0SWQiOm51bGwsIlRpdGxlIjoiSW4gQnJhbmNoIExhdW5jaCIsIk5vdGUiOm51bGwsIkh5cGVybGluayI6bnVsbCwiSXNDaGFuZ2VkIjpmYWxzZSwiSXNOZXciOmZhbHNlfSx7IiRpZCI6IjE5MyIsIkRhdGUiOiIyMDIwLTA5LTA3VDIzOjU5OjAwWiIsIlN0eWxlIjp7IiRpZCI6IjE5NCIsIlNoYXBlIjowLCJDb25uZWN0b3JNYXJnaW4iOnsiJHJlZiI6IjU3In0sIkNvbm5lY3RvclN0eWxlIjp7IiRpZCI6IjE5NSIsIkxpbmVDb2xvciI6eyIkcmVmIjoiNTkifSwiTGluZVdlaWdodCI6MS4wLCJMaW5lVHlwZSI6MCwiUGFyZW50U3R5bGUiOm51bGx9LCJJc0JlbG93VGltZWJhbmQiOmZhbHNlLCJIaWRlRGF0ZSI6ZmFsc2UsIlNoYXBlU2l6ZSI6MSwiU3BhY2luZyI6MS4wLCJQYWRkaW5nIjp7IiRyZWYiOiI2MSJ9LCJTaGFwZVN0eWxlIjp7IiRpZCI6IjE5NiIsIk1hcmdpbiI6eyIkcmVmIjoiNjMifSwiUGFkZGluZyI6eyIkcmVmIjoiNjQifSwiQmFja2dyb3VuZCI6eyIkaWQiOiIxOTciLCJDb2xvciI6eyIkaWQiOiIxOTgiLCJBIjoyNTUsIlIiOjc5LCJHIjoxMjksIkIiOjE4OX19LCJJc1Zpc2libGUiOnRydWUsIldpZHRoIjoxOC4wLCJIZWlnaHQiOjIwLjAsIkJvcmRlclN0eWxlIjp7IiRpZCI6IjE5OSIsIkxpbmVDb2xvciI6eyIkcmVmIjoiNjgifSwiTGluZVdlaWdodCI6MC4wLCJMaW5lVHlwZSI6MCwiUGFyZW50U3R5bGUiOm51bGx9LCJQYXJlbnRTdHlsZSI6bnVsbH0sIlRpdGxlU3R5bGUiOnsiJGlkIjoiMjAwIiwiRm9udFNldHRpbmdzIjp7IiRpZCI6IjIwMSIsIkZvbnRTaXplIjoxMSwiRm9udE5hbWUiOiJDYWxpYnJpIiwiSXNCb2xkIjp0cnVlLCJJc0l0YWxpYyI6ZmFsc2UsIklzVW5kZXJsaW5lZCI6ZmFsc2UsIlBhcmVudFN0eWxlIjpudWxsfSwiQXV0b1NpemUiOjAsIkZvcmVncm91bmQiOnsiJGlkIjoiMjAyIiwiQ29sb3IiOnsiJGlkIjoiMjAzIiwiQSI6MjU1LCJSIjowLCJHIjowLCJCIjowfX0sIk1heFdpZHRoIjoyMDAuMCwiTWF4SGVpZ2h0IjoiSW5maW5pdHkiLCJTbWFydEZvcmVncm91bmRJc0FjdGl2ZSI6ZmFsc2UsIkhvcml6b250YWxBbGlnbm1lbnQiOjEsIlZlcnRpY2FsQWxpZ25tZW50IjowLCJTbWFydEZvcmVncm91bmQiOm51bGwsIkJhY2tncm91bmRGaWxsVHlwZSI6MCwiTWFyZ2luIjp7IiRyZWYiOiI3NCJ9LCJQYWRkaW5nIjp7IiRyZWYiOiI3NSJ9LCJCYWNrZ3JvdW5kIjp7IiRyZWYiOiI3NiJ9LCJJc1Zpc2libGUiOnRydWUsIldpZHRoIjowLjAsIkhlaWdodCI6MC4wLCJCb3JkZXJTdHlsZSI6eyIkaWQiOiIyMDQiLCJMaW5lQ29sb3IiOm51bGwsIkxpbmVXZWlnaHQiOjAuMCwiTGluZVR5cGUiOjAsIlBhcmVudFN0eWxlIjpudWxsfSwiUGFyZW50U3R5bGUiOm51bGx9LCJEYXRlU3R5bGUiOnsiJGlkIjoiMjA1IiwiRm9udFNldHRpbmdzIjp7IiRpZCI6IjIwNiIsIkZvbnRTaXplIjoxMCwiRm9udE5hbWUiOiJDYWxpYnJpIiwiSXNCb2xkIjpmYWxzZSwiSXNJdGFsaWMiOmZhbHNlLCJJc1VuZGVybGluZWQiOmZhbHNlLCJQYXJlbnRTdHlsZSI6bnVsbH0sIkF1dG9TaXplIjowLCJGb3JlZ3JvdW5kIjp7IiRyZWYiOiI3OSJ9LCJNYXhXaWR0aCI6MjAwLjAsIk1heEhlaWdodCI6IkluZmluaXR5IiwiU21hcnRGb3JlZ3JvdW5kSXNBY3RpdmUiOmZhbHNlLCJIb3Jpem9udGFsQWxpZ25tZW50IjowLCJWZXJ0aWNhbEFsaWdubWVudCI6MCwiU21hcnRGb3JlZ3JvdW5kIjpudWxsLCJCYWNrZ3JvdW5kRmlsbFR5cGUiOjAsIk1hcmdpbiI6eyIkcmVmIjoiODEifSwiUGFkZGluZyI6eyIkcmVmIjoiODIifSwiQmFja2dyb3VuZCI6eyIkcmVmIjoiODMifSwiSXNWaXNpYmxlIjp0cnVlLCJXaWR0aCI6MC4wLCJIZWlnaHQiOjAuMCwiQm9yZGVyU3R5bGUiOnsiJGlkIjoiMjA3IiwiTGluZUNvbG9yIjpudWxsLCJMaW5lV2VpZ2h0IjowLjAsIkxpbmVUeXBlIjowLCJQYXJlbnRTdHlsZSI6bnVsbH0sIlBhcmVudFN0eWxlIjpudWxsfSwiRGF0ZUZvcm1hdCI6eyIkcmVmIjoiODQifSwiSXNWaXNpYmxlIjp0cnVlLCJQYXJlbnRTdHlsZSI6bnVsbH0sIkluZGV4IjoxMCwiUGVyY2VudGFnZUNvbXBsZXRlIjpudWxsLCJQb3NpdGlvbiI6eyJSYXRpbyI6MC4wLCJJc0N1c3RvbSI6ZmFsc2V9LCJEYXRlRm9ybWF0Ijp7IiRyZWYiOiI4NCJ9LCJJZCI6ImQxZmQ4ODQzLWMzODItNDYwNi1iYmJmLWM2ZWY5MTY2YmZlNCIsIkltcG9ydElkIjpudWxsLCJUaXRsZSI6IlBlcnNvbmFsIExhdW5jaCIsIk5vdGUiOm51bGwsIkh5cGVybGluayI6bnVsbCwiSXNDaGFuZ2VkIjpmYWxzZSwiSXNOZXciOmZhbHNlfV0sIlRhc2tzIjpbeyIkaWQiOiIyMDgiLCJHcm91cE5hbWUiOm51bGwsIlN0YXJ0RGF0ZSI6IjIwMjAtMDMtMDJUMDA6MDA6MDBaIiwiRW5kRGF0ZSI6IjIwMjAtMDktMTFUMjM6NTk6MDBaIiwiUGVyY2VudGFnZUNvbXBsZXRlIjowLjAsIlN0eWxlIjp7IiRpZCI6IjIwOSIsIlNoYXBlIjozLCJTaGFwZVRoaWNrbmVzcyI6MiwiRHVyYXRpb25Gb3JtYXQiOjAsIkluY2x1ZGVOb25Xb3JraW5nRGF5c0luRHVyYXRpb24iOmZhbHNlLCJQZXJjZW50YWdlQ29tcGxldGVTdHlsZSI6eyIkaWQiOiIyMTAiLCJGb250U2V0dGluZ3MiOnsiJGlkIjoiMjExIiwiRm9udFNpemUiOjEwLCJGb250TmFtZSI6IkNhbGlicmkiLCJJc0JvbGQiOnRydWUsIklzSXRhbGljIjpmYWxzZSwiSXNVbmRlcmxpbmVkIjpmYWxzZSwiUGFyZW50U3R5bGUiOm51bGx9LCJBdXRvU2l6ZSI6MCwiRm9yZWdyb3VuZCI6eyIkaWQiOiIyMTIiLCJDb2xvciI6eyIkaWQiOiIyMTM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IxNCIsIkxpbmVDb2xvciI6bnVsbCwiTGluZVdlaWdodCI6MC4wLCJMaW5lVHlwZSI6MCwiUGFyZW50U3R5bGUiOm51bGx9LCJQYXJlbnRTdHlsZSI6bnVsbH0sIkR1cmF0aW9uU3R5bGUiOnsiJGlkIjoiMjE1IiwiRm9udFNldHRpbmdzIjp7IiRpZCI6IjIxNi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wLCJWZXJ0aWNhbEFsaWdubWVudCI6MCwiU21hcnRGb3JlZ3JvdW5kIjpudWxsLCJCYWNrZ3JvdW5kRmlsbFR5cGUiOjAsIk1hcmdpbiI6eyIkcmVmIjoiOTcifSwiUGFkZGluZyI6eyIkcmVmIjoiOTgifSwiQmFja2dyb3VuZCI6eyIkcmVmIjoiOTkifSwiSXNWaXNpYmxlIjp0cnVlLCJXaWR0aCI6MC4wLCJIZWlnaHQiOjAuMCwiQm9yZGVyU3R5bGUiOnsiJGlkIjoiMjE3IiwiTGluZUNvbG9yIjpudWxsLCJMaW5lV2VpZ2h0IjowLjAsIkxpbmVUeXBlIjowLCJQYXJlbnRTdHlsZSI6bnVsbH0sIlBhcmVudFN0eWxlIjpudWxsfSwiSG9yaXpvbnRhbENvbm5lY3RvclN0eWxlIjp7IiRpZCI6IjIxOCIsIkxpbmVDb2xvciI6eyIkaWQiOiIyMTkiLCIkdHlwZSI6Ik5MUkUuQ29tbW9uLkRvbS5Tb2xpZENvbG9yQnJ1c2gsIE5MUkUuQ29tbW9uIiwiQ29sb3IiOnsiJGlkIjoiMjIwIiwiQSI6MjU1LCJSIjoyMDQsIkciOjIwNCwiQiI6MjA0fX0sIkxpbmVXZWlnaHQiOjAuMCwiTGluZVR5cGUiOjAsIlBhcmVudFN0eWxlIjpudWxsfSwiVmVydGljYWxDb25uZWN0b3JTdHlsZSI6eyIkaWQiOiIyMjEiLCJMaW5lQ29sb3IiOnsiJHJlZiI6IjEwNC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xMCwiSXNCZWxvd1RpbWViYW5kIjp0cnVlLCJQZXJjZW50YWdlQ29tcGxldGVTaGFwZU9wYWNpdHkiOjM1LCJTaGFwZVN0eWxlIjp7IiRpZCI6IjIyMiIsIk1hcmdpbiI6eyIkcmVmIjoiMTA3In0sIlBhZGRpbmciOnsiJHJlZiI6IjEwOCJ9LCJCYWNrZ3JvdW5kIjp7IiRpZCI6IjIyMyIsIkNvbG9yIjp7IiRpZCI6IjIyNCIsIkEiOjI1NSwiUiI6MCwiRyI6MTE0LCJCIjoxODh9fSwiSXNWaXNpYmxlIjp0cnVlLCJXaWR0aCI6MC4wLCJIZWlnaHQiOjIyLjAsIkJvcmRlclN0eWxlIjp7IiRpZCI6IjIyNSIsIkxpbmVDb2xvciI6eyIkcmVmIjoiMTEyIn0sIkxpbmVXZWlnaHQiOjAuMCwiTGluZVR5cGUiOjAsIlBhcmVudFN0eWxlIjpudWxsfSwiUGFyZW50U3R5bGUiOm51bGx9LCJUaXRsZVN0eWxlIjp7IiRpZCI6IjIyNiIsIkZvbnRTZXR0aW5ncyI6eyIkaWQiOiIyMjciLCJGb250U2l6ZSI6MTIsIkZvbnROYW1lIjoiQ2FsaWJyaSIsIklzQm9sZCI6dHJ1ZSwiSXNJdGFsaWMiOmZhbHNlLCJJc1VuZGVybGluZWQiOmZhbHNlLCJQYXJlbnRTdHlsZSI6bnVsbH0sIkF1dG9TaXplIjowLCJGb3JlZ3JvdW5kIjp7IiRpZCI6IjIyOCIsIkNvbG9yIjp7IiRpZCI6IjIyOSIsIkEiOjI1NSwiUiI6MjM0LCJHIjoyMiwiQiI6MzB9fSwiTWF4V2lkdGgiOjcyMC4wLCJNYXhIZWlnaHQiOiJJbmZpbml0eSIsIlNtYXJ0Rm9yZWdyb3VuZElzQWN0aXZlIjpmYWxzZSwiSG9yaXpvbnRhbEFsaWdubWVudCI6MC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zMCIsIkxpbmVDb2xvciI6bnVsbCwiTGluZVdlaWdodCI6MC4wLCJMaW5lVHlwZSI6MCwiUGFyZW50U3R5bGUiOm51bGx9LCJQYXJlbnRTdHlsZSI6bnVsbH0sIkRhdGVTdHlsZSI6eyIkaWQiOiIyMzEiLCJGb250U2V0dGluZ3MiOnsiJGlkIjoiMjMyIiwiRm9udFNpemUiOjEwLCJGb250TmFtZSI6IkNhbGlicmkiLCJJc0JvbGQiOmZhbHNlLCJJc0l0YWxpYyI6ZmFsc2UsIklzVW5kZXJsaW5lZCI6ZmFsc2UsIlBhcmVudFN0eWxlIjpudWxsfSwiQXV0b1NpemUiOjAsIkZvcmVncm91bmQiOnsiJGlkIjoiMjMzIiwiQ29sb3IiOnsiJGlkIjoiMjM0IiwiQSI6MjU1LCJSIjoxNywiRyI6MTcsIkIiOjE3fX0sIk1heFdpZHRoIjoyMDAuMCwiTWF4SGVpZ2h0IjoiSW5maW5pdHkiLCJTbWFydEZvcmVncm91bmRJc0FjdGl2ZSI6ZmFsc2UsIkhvcml6b250YWxBbGlnbm1lbnQiOjAsIlZlcnRpY2FsQWxpZ25tZW50IjowLCJTbWFydEZvcmVncm91bmQiOm51bGwsIkJhY2tncm91bmRGaWxsVHlwZSI6MCwiTWFyZ2luIjp7IiRyZWYiOiIxMjUifSwiUGFkZGluZyI6eyIkcmVmIjoiMTI2In0sIkJhY2tncm91bmQiOnsiJHJlZiI6IjEyNyJ9LCJJc1Zpc2libGUiOnRydWUsIldpZHRoIjowLjAsIkhlaWdodCI6MC4wLCJCb3JkZXJTdHlsZSI6eyIkaWQiOiIyMzUiLCJMaW5lQ29sb3IiOm51bGwsIkxpbmVXZWlnaHQiOjAuMCwiTGluZVR5cGUiOjAsIlBhcmVudFN0eWxlIjpudWxsfSwiUGFyZW50U3R5bGUiOm51bGx9LCJEYXRlRm9ybWF0Ijp7IiRyZWYiOiIxMjgifSwiSXNWaXNpYmxlIjp0cnVlLCJQYXJlbnRTdHlsZSI6bnVsbH0sIkluZGV4IjoxLCJTbWFydER1cmF0aW9uQWN0aXZhdGVkIjpmYWxzZSwiRGF0ZUZvcm1hdCI6eyIkcmVmIjoiMTI4In0sIklkIjoiOTg4MmIxN2YtNDBkNS00NWRmLThhMjctNGNjMDhlNzQ1MmEyIiwiSW1wb3J0SWQiOm51bGwsIlRpdGxlIjoiTW90aXZlIEZ1bGwvUGVyc29uYWwvSW4gQnJhbmNoIERDTyIsIk5vdGUiOm51bGwsIkh5cGVybGluayI6bnVsbCwiSXNDaGFuZ2VkIjpmYWxzZSwiSXNOZXciOmZhbHNlfSx7IiRpZCI6IjIzNiIsIkdyb3VwTmFtZSI6bnVsbCwiU3RhcnREYXRlIjoiMjAyMC0wMy0wMlQwMDowMDowMFoiLCJFbmREYXRlIjoiMjAyMC0wNC0yNFQyMzo1OTowMFoiLCJQZXJjZW50YWdlQ29tcGxldGUiOjAuMCwiU3R5bGUiOnsiJGlkIjoiMjM3IiwiU2hhcGUiOjAsIlNoYXBlVGhpY2tuZXNzIjoyLCJEdXJhdGlvbkZvcm1hdCI6MCwiSW5jbHVkZU5vbldvcmtpbmdEYXlzSW5EdXJhdGlvbiI6ZmFsc2UsIlBlcmNlbnRhZ2VDb21wbGV0ZVN0eWxlIjp7IiRpZCI6IjIzOCIsIkZvbnRTZXR0aW5ncyI6eyIkaWQiOiIyMzkiLCJGb250U2l6ZSI6MTAsIkZvbnROYW1lIjoiQ2FsaWJyaSIsIklzQm9sZCI6ZmFsc2UsIklzSXRhbGljIjpmYWxzZSwiSXNVbmRlcmxpbmVkIjpmYWxzZSwiUGFyZW50U3R5bGUiOm51bGx9LCJBdXRvU2l6ZSI6MCwiRm9yZWdyb3VuZCI6eyIkaWQiOiIyNDAiLCJDb2xvciI6eyIkaWQiOiIyNDE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I0MiIsIkxpbmVDb2xvciI6bnVsbCwiTGluZVdlaWdodCI6MC4wLCJMaW5lVHlwZSI6MCwiUGFyZW50U3R5bGUiOm51bGx9LCJQYXJlbnRTdHlsZSI6bnVsbH0sIkR1cmF0aW9uU3R5bGUiOnsiJGlkIjoiMjQzIiwiRm9udFNldHRpbmdzIjp7IiRpZCI6IjI0NC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wLCJWZXJ0aWNhbEFsaWdubWVudCI6MCwiU21hcnRGb3JlZ3JvdW5kIjpudWxsLCJCYWNrZ3JvdW5kRmlsbFR5cGUiOjAsIk1hcmdpbiI6eyIkcmVmIjoiOTcifSwiUGFkZGluZyI6eyIkcmVmIjoiOTgifSwiQmFja2dyb3VuZCI6eyIkcmVmIjoiOTkifSwiSXNWaXNpYmxlIjp0cnVlLCJXaWR0aCI6MC4wLCJIZWlnaHQiOjAuMCwiQm9yZGVyU3R5bGUiOnsiJGlkIjoiMjQ1IiwiTGluZUNvbG9yIjpudWxsLCJMaW5lV2VpZ2h0IjowLjAsIkxpbmVUeXBlIjowLCJQYXJlbnRTdHlsZSI6bnVsbH0sIlBhcmVudFN0eWxlIjpudWxsfSwiSG9yaXpvbnRhbENvbm5lY3RvclN0eWxlIjp7IiRpZCI6IjI0NiIsIkxpbmVDb2xvciI6eyIkaWQiOiIyNDciLCIkdHlwZSI6Ik5MUkUuQ29tbW9uLkRvbS5Tb2xpZENvbG9yQnJ1c2gsIE5MUkUuQ29tbW9uIiwiQ29sb3IiOnsiJGlkIjoiMjQ4IiwiQSI6MjU1LCJSIjoyMDQsIkciOjIwNCwiQiI6MjA0fX0sIkxpbmVXZWlnaHQiOjEuNSwiTGluZVR5cGUiOjAsIlBhcmVudFN0eWxlIjpudWxsfSwiVmVydGljYWxDb25uZWN0b3JTdHlsZSI6eyIkaWQiOiIyNDkiLCJMaW5lQ29sb3IiOnsiJHJlZiI6IjEwNC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xMCwiSXNCZWxvd1RpbWViYW5kIjp0cnVlLCJQZXJjZW50YWdlQ29tcGxldGVTaGFwZU9wYWNpdHkiOjM1LCJTaGFwZVN0eWxlIjp7IiRpZCI6IjI1MCIsIk1hcmdpbiI6eyIkcmVmIjoiMTA3In0sIlBhZGRpbmciOnsiJHJlZiI6IjEwOCJ9LCJCYWNrZ3JvdW5kIjp7IiRpZCI6IjI1MSIsIkNvbG9yIjp7IiRpZCI6IjI1MiIsIkEiOjI1NSwiUiI6MCwiRyI6MTE0LCJCIjoxODh9fSwiSXNWaXNpYmxlIjp0cnVlLCJXaWR0aCI6MC4wLCJIZWlnaHQiOjIyLjAsIkJvcmRlclN0eWxlIjp7IiRpZCI6IjI1MyIsIkxpbmVDb2xvciI6eyIkcmVmIjoiMTEyIn0sIkxpbmVXZWlnaHQiOjAuMCwiTGluZVR5cGUiOjAsIlBhcmVudFN0eWxlIjpudWxsfSwiUGFyZW50U3R5bGUiOm51bGx9LCJUaXRsZVN0eWxlIjp7IiRpZCI6IjI1NCIsIkZvbnRTZXR0aW5ncyI6eyIkaWQiOiIyNTUiLCJGb250U2l6ZSI6MTIsIkZvbnROYW1lIjoiQ2FsaWJyaSIsIklzQm9sZCI6dHJ1ZSwiSXNJdGFsaWMiOmZhbHNlLCJJc1VuZGVybGluZWQiOmZhbHNlLCJQYXJlbnRTdHlsZSI6bnVsbH0sIkF1dG9TaXplIjowLCJGb3JlZ3JvdW5kIjp7IiRpZCI6IjI1NiIsIkNvbG9yIjp7IiRpZCI6IjI1Ny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MjU4IiwiTGluZUNvbG9yIjpudWxsLCJMaW5lV2VpZ2h0IjowLjAsIkxpbmVUeXBlIjowLCJQYXJlbnRTdHlsZSI6bnVsbH0sIlBhcmVudFN0eWxlIjpudWxsfSwiRGF0ZVN0eWxlIjp7IiRpZCI6IjI1OSIsIkZvbnRTZXR0aW5ncyI6eyIkaWQiOiIyNjAiLCJGb250U2l6ZSI6MTAsIkZvbnROYW1lIjoiQ2FsaWJyaSIsIklzQm9sZCI6ZmFsc2UsIklzSXRhbGljIjpmYWxzZSwiSXNVbmRlcmxpbmVkIjpmYWxzZSwiUGFyZW50U3R5bGUiOm51bGx9LCJBdXRvU2l6ZSI6MCwiRm9yZWdyb3VuZCI6eyIkaWQiOiIyNjEiLCJDb2xvciI6eyIkaWQiOiIyNjI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SJ9LCJQYWRkaW5nIjp7IiRyZWYiOiIxMjYifSwiQmFja2dyb3VuZCI6eyIkcmVmIjoiMTI3In0sIklzVmlzaWJsZSI6dHJ1ZSwiV2lkdGgiOjAuMCwiSGVpZ2h0IjowLjAsIkJvcmRlclN0eWxlIjp7IiRpZCI6IjI2MyIsIkxpbmVDb2xvciI6bnVsbCwiTGluZVdlaWdodCI6MC4wLCJMaW5lVHlwZSI6MCwiUGFyZW50U3R5bGUiOm51bGx9LCJQYXJlbnRTdHlsZSI6bnVsbH0sIkRhdGVGb3JtYXQiOnsiJHJlZiI6IjEyOCJ9LCJJc1Zpc2libGUiOnRydWUsIlBhcmVudFN0eWxlIjpudWxsfSwiSW5kZXgiOjMsIlNtYXJ0RHVyYXRpb25BY3RpdmF0ZWQiOmZhbHNlLCJEYXRlRm9ybWF0Ijp7IiRyZWYiOiIxMjgifSwiSWQiOiJjYWEzNTU0Ny02MDhiLTQ5NWYtYjk2MC1iNTYzMzI5OTVhYTMiLCJJbXBvcnRJZCI6bnVsbCwiVGl0bGUiOiJTcHJpbnQgMCAtIFBsYW5uaW5nIiwiTm90ZSI6bnVsbCwiSHlwZXJsaW5rIjpudWxsLCJJc0NoYW5nZWQiOmZhbHNlLCJJc05ldyI6ZmFsc2V9LHsiJGlkIjoiMjY0IiwiR3JvdXBOYW1lIjpudWxsLCJTdGFydERhdGUiOiIyMDIwLTA0LTI3VDAwOjAwOjAwWiIsIkVuZERhdGUiOiIyMDIwLTA3LTE3VDIzOjU5OjAwWiIsIlBlcmNlbnRhZ2VDb21wbGV0ZSI6MC4wLCJTdHlsZSI6eyIkaWQiOiIyNjUiLCJTaGFwZSI6MiwiU2hhcGVUaGlja25lc3MiOjIsIkR1cmF0aW9uRm9ybWF0IjowLCJJbmNsdWRlTm9uV29ya2luZ0RheXNJbkR1cmF0aW9uIjpmYWxzZSwiUGVyY2VudGFnZUNvbXBsZXRlU3R5bGUiOnsiJGlkIjoiMjY2IiwiRm9udFNldHRpbmdzIjp7IiRpZCI6IjI2NyIsIkZvbnRTaXplIjoxMCwiRm9udE5hbWUiOiJDYWxpYnJpIiwiSXNCb2xkIjpmYWxzZSwiSXNJdGFsaWMiOmZhbHNlLCJJc1VuZGVybGluZWQiOmZhbHNlLCJQYXJlbnRTdHlsZSI6bnVsbH0sIkF1dG9TaXplIjowLCJGb3JlZ3JvdW5kIjp7IiRpZCI6IjI2OCIsIkNvbG9yIjp7IiRpZCI6IjI2OS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TAifSwiUGFkZGluZyI6eyIkcmVmIjoiOTEifSwiQmFja2dyb3VuZCI6eyIkcmVmIjoiOTIifSwiSXNWaXNpYmxlIjp0cnVlLCJXaWR0aCI6MC4wLCJIZWlnaHQiOjAuMCwiQm9yZGVyU3R5bGUiOnsiJGlkIjoiMjcwIiwiTGluZUNvbG9yIjpudWxsLCJMaW5lV2VpZ2h0IjowLjAsIkxpbmVUeXBlIjowLCJQYXJlbnRTdHlsZSI6bnVsbH0sIlBhcmVudFN0eWxlIjpudWxsfSwiRHVyYXRpb25TdHlsZSI6eyIkaWQiOiIyNzEiLCJGb250U2V0dGluZ3MiOnsiJGlkIjoiMjcyIiwiRm9udFNpemUiOjEwLCJGb250TmFtZSI6IkNhbGlicmkiLCJJc0JvbGQiOmZhbHNlLCJJc0l0YWxpYyI6ZmFsc2UsIklzVW5kZXJsaW5lZCI6ZmFsc2UsIlBhcmVudFN0eWxlIjpudWxsfSwiQXV0b1NpemUiOjAsIkZvcmVncm91bmQiOnsiJHJlZiI6Ijk1In0sIk1heFdpZHRoIjoyMDAuMCwiTWF4SGVpZ2h0IjoiSW5maW5pdHkiLCJTbWFydEZvcmVncm91bmRJc0FjdGl2ZSI6ZmFsc2UsIkhvcml6b250YWxBbGlnbm1lbnQiOjAsIlZlcnRpY2FsQWxpZ25tZW50IjowLCJTbWFydEZvcmVncm91bmQiOm51bGwsIkJhY2tncm91bmRGaWxsVHlwZSI6MCwiTWFyZ2luIjp7IiRyZWYiOiI5NyJ9LCJQYWRkaW5nIjp7IiRyZWYiOiI5OCJ9LCJCYWNrZ3JvdW5kIjp7IiRyZWYiOiI5OSJ9LCJJc1Zpc2libGUiOnRydWUsIldpZHRoIjowLjAsIkhlaWdodCI6MC4wLCJCb3JkZXJTdHlsZSI6eyIkaWQiOiIyNzMiLCJMaW5lQ29sb3IiOm51bGwsIkxpbmVXZWlnaHQiOjAuMCwiTGluZVR5cGUiOjAsIlBhcmVudFN0eWxlIjpudWxsfSwiUGFyZW50U3R5bGUiOm51bGx9LCJIb3Jpem9udGFsQ29ubmVjdG9yU3R5bGUiOnsiJGlkIjoiMjc0IiwiTGluZUNvbG9yIjp7IiRpZCI6IjI3NSIsIiR0eXBlIjoiTkxSRS5Db21tb24uRG9tLlNvbGlkQ29sb3JCcnVzaCwgTkxSRS5Db21tb24iLCJDb2xvciI6eyIkaWQiOiIyNzYiLCJBIjoyNTUsIlIiOjIwNCwiRyI6MjA0LCJCIjoyMDR9fSwiTGluZVdlaWdodCI6MS4wLCJMaW5lVHlwZSI6MCwiUGFyZW50U3R5bGUiOm51bGx9LCJWZXJ0aWNhbENvbm5lY3RvclN0eWxlIjp7IiRpZCI6IjI3NyIsIkxpbmVDb2xvciI6eyIkcmVmIjoiMTA0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EwLCJJc0JlbG93VGltZWJhbmQiOnRydWUsIlBlcmNlbnRhZ2VDb21wbGV0ZVNoYXBlT3BhY2l0eSI6MzUsIlNoYXBlU3R5bGUiOnsiJGlkIjoiMjc4IiwiTWFyZ2luIjp7IiRyZWYiOiIxMDcifSwiUGFkZGluZyI6eyIkcmVmIjoiMTA4In0sIkJhY2tncm91bmQiOnsiJGlkIjoiMjc5IiwiQ29sb3IiOnsiJGlkIjoiMjgwIiwiQSI6MjU1LCJSIjowLCJHIjoxMTQsIkIiOjE4OH19LCJJc1Zpc2libGUiOnRydWUsIldpZHRoIjowLjAsIkhlaWdodCI6MjIuMCwiQm9yZGVyU3R5bGUiOnsiJGlkIjoiMjgxIiwiTGluZUNvbG9yIjp7IiRyZWYiOiIxMTIifSwiTGluZVdlaWdodCI6MC4wLCJMaW5lVHlwZSI6MCwiUGFyZW50U3R5bGUiOm51bGx9LCJQYXJlbnRTdHlsZSI6bnVsbH0sIlRpdGxlU3R5bGUiOnsiJGlkIjoiMjgyIiwiRm9udFNldHRpbmdzIjp7IiRpZCI6IjI4MyIsIkZvbnRTaXplIjoxMiwiRm9udE5hbWUiOiJDYWxpYnJpIiwiSXNCb2xkIjp0cnVlLCJJc0l0YWxpYyI6ZmFsc2UsIklzVW5kZXJsaW5lZCI6ZmFsc2UsIlBhcmVudFN0eWxlIjpudWxsfSwiQXV0b1NpemUiOjAsIkZvcmVncm91bmQiOnsiJGlkIjoiMjg0IiwiQ29sb3IiOnsiJGlkIjoiMjg1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gifSwiUGFkZGluZyI6eyIkcmVmIjoiMTE5In0sIkJhY2tncm91bmQiOnsiJHJlZiI6IjEyMCJ9LCJJc1Zpc2libGUiOnRydWUsIldpZHRoIjowLjAsIkhlaWdodCI6MC4wLCJCb3JkZXJTdHlsZSI6eyIkaWQiOiIyODYiLCJMaW5lQ29sb3IiOm51bGwsIkxpbmVXZWlnaHQiOjAuMCwiTGluZVR5cGUiOjAsIlBhcmVudFN0eWxlIjpudWxsfSwiUGFyZW50U3R5bGUiOm51bGx9LCJEYXRlU3R5bGUiOnsiJGlkIjoiMjg3IiwiRm9udFNldHRpbmdzIjp7IiRpZCI6IjI4OCIsIkZvbnRTaXplIjoxMCwiRm9udE5hbWUiOiJDYWxpYnJpIiwiSXNCb2xkIjpmYWxzZSwiSXNJdGFsaWMiOmZhbHNlLCJJc1VuZGVybGluZWQiOmZhbHNlLCJQYXJlbnRTdHlsZSI6bnVsbH0sIkF1dG9TaXplIjowLCJGb3JlZ3JvdW5kIjp7IiRpZCI6IjI4OSIsIkNvbG9yIjp7IiRpZCI6IjI5MCIsIkEiOjI1NSwiUiI6MTcsIkciOjE3LCJCIjoxN319LCJNYXhXaWR0aCI6MjAwLjAsIk1heEhlaWdodCI6IkluZmluaXR5IiwiU21hcnRGb3JlZ3JvdW5kSXNBY3RpdmUiOmZhbHNlLCJIb3Jpem9udGFsQWxpZ25tZW50IjowLCJWZXJ0aWNhbEFsaWdubWVudCI6MCwiU21hcnRGb3JlZ3JvdW5kIjpudWxsLCJCYWNrZ3JvdW5kRmlsbFR5cGUiOjAsIk1hcmdpbiI6eyIkcmVmIjoiMTI1In0sIlBhZGRpbmciOnsiJHJlZiI6IjEyNiJ9LCJCYWNrZ3JvdW5kIjp7IiRyZWYiOiIxMjcifSwiSXNWaXNpYmxlIjp0cnVlLCJXaWR0aCI6MC4wLCJIZWlnaHQiOjAuMCwiQm9yZGVyU3R5bGUiOnsiJGlkIjoiMjkxIiwiTGluZUNvbG9yIjpudWxsLCJMaW5lV2VpZ2h0IjowLjAsIkxpbmVUeXBlIjowLCJQYXJlbnRTdHlsZSI6bnVsbH0sIlBhcmVudFN0eWxlIjpudWxsfSwiRGF0ZUZvcm1hdCI6eyIkcmVmIjoiMTI4In0sIklzVmlzaWJsZSI6dHJ1ZSwiUGFyZW50U3R5bGUiOm51bGx9LCJJbmRleCI6NCwiU21hcnREdXJhdGlvbkFjdGl2YXRlZCI6ZmFsc2UsIkRhdGVGb3JtYXQiOnsiJHJlZiI6IjEyOCJ9LCJJZCI6ImI1OTExOTFiLWY3ODMtNDgyMy1hMDFjLTc1N2IzZWUxOGI0ZCIsIkltcG9ydElkIjpudWxsLCJUaXRsZSI6IlNwcmludCBCdWlsZHMvVGVzdGluZyIsIk5vdGUiOm51bGwsIkh5cGVybGluayI6bnVsbCwiSXNDaGFuZ2VkIjpmYWxzZSwiSXNOZXciOmZhbHNlfSx7IiRpZCI6IjI5MiIsIkdyb3VwTmFtZSI6bnVsbCwiU3RhcnREYXRlIjoiMjAyMC0wNy0yMFQwMDowMDowMFoiLCJFbmREYXRlIjoiMjAyMC0wOC0wN1QyMzo1OTowMFoiLCJQZXJjZW50YWdlQ29tcGxldGUiOm51bGwsIlN0eWxlIjp7IiRpZCI6IjI5MyIsIlNoYXBlIjowLCJTaGFwZVRoaWNrbmVzcyI6MiwiRHVyYXRpb25Gb3JtYXQiOjAsIkluY2x1ZGVOb25Xb3JraW5nRGF5c0luRHVyYXRpb24iOmZhbHNlLCJQZXJjZW50YWdlQ29tcGxldGVTdHlsZSI6eyIkaWQiOiIyOTQiLCJGb250U2V0dGluZ3MiOnsiJGlkIjoiMjk1IiwiRm9udFNpemUiOjEwLCJGb250TmFtZSI6IkNhbGlicmkiLCJJc0JvbGQiOmZhbHNlLCJJc0l0YWxpYyI6ZmFsc2UsIklzVW5kZXJsaW5lZCI6ZmFsc2UsIlBhcmVudFN0eWxlIjpudWxsfSwiQXV0b1NpemUiOjAsIkZvcmVncm91bmQiOnsiJHJlZiI6Ijg4In0sIk1heFdpZHRoIjoyMDAuMCwiTWF4SGVpZ2h0IjoiSW5maW5pdHkiLCJTbWFydEZvcmVncm91bmRJc0FjdGl2ZSI6ZmFsc2UsIkhvcml6b250YWxBbGlnbm1lbnQiOjAsIlZlcnRpY2FsQWxpZ25tZW50IjowLCJTbWFydEZvcmVncm91bmQiOm51bGwsIkJhY2tncm91bmRGaWxsVHlwZSI6MCwiTWFyZ2luIjp7IiRyZWYiOiI5MCJ9LCJQYWRkaW5nIjp7IiRyZWYiOiI5MSJ9LCJCYWNrZ3JvdW5kIjp7IiRyZWYiOiI5MiJ9LCJJc1Zpc2libGUiOnRydWUsIldpZHRoIjowLjAsIkhlaWdodCI6MC4wLCJCb3JkZXJTdHlsZSI6eyIkaWQiOiIyOTYiLCJMaW5lQ29sb3IiOm51bGwsIkxpbmVXZWlnaHQiOjAuMCwiTGluZVR5cGUiOjAsIlBhcmVudFN0eWxlIjpudWxsfSwiUGFyZW50U3R5bGUiOm51bGx9LCJEdXJhdGlvblN0eWxlIjp7IiRpZCI6IjI5NyIsIkZvbnRTZXR0aW5ncyI6eyIkaWQiOiIyOTgiLCJGb250U2l6ZSI6MTAsIkZvbnROYW1lIjoiQ2FsaWJyaSIsIklzQm9sZCI6ZmFsc2UsIklzSXRhbGljIjpmYWxzZSwiSXNVbmRlcmxpbmVkIjpmYWxzZSwiUGFyZW50U3R5bGUiOm51bGx9LCJBdXRvU2l6ZSI6MCwiRm9yZWdyb3VuZCI6eyIkcmVmIjoiOTUi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I5OSIsIkxpbmVDb2xvciI6bnVsbCwiTGluZVdlaWdodCI6MC4wLCJMaW5lVHlwZSI6MCwiUGFyZW50U3R5bGUiOm51bGx9LCJQYXJlbnRTdHlsZSI6bnVsbH0sIkhvcml6b250YWxDb25uZWN0b3JTdHlsZSI6eyIkaWQiOiIzMDAiLCJMaW5lQ29sb3IiOnsiJHJlZiI6IjEwMSJ9LCJMaW5lV2VpZ2h0IjoxLjAsIkxpbmVUeXBlIjowLCJQYXJlbnRTdHlsZSI6bnVsbH0sIlZlcnRpY2FsQ29ubmVjdG9yU3R5bGUiOnsiJGlkIjoiMzAxIiwiTGluZUNvbG9yIjp7IiRyZWYiOiIxMDQifSwiTGluZVdlaWdodCI6MC4wLCJMaW5lVHlwZSI6MCwiUGFyZW50U3R5bGUiOm51bGx9LCJNYXJnaW4iOm51bGwsIlN0YXJ0RGF0ZVBvc2l0aW9uIjo0LCJFbmREYXRlUG9zaXRpb24iOjQsIkRhdGVJc1Zpc2libGUiOnRydWUsIlRpdGxlUG9zaXRpb24iOjUsIkR1cmF0aW9uUG9zaXRpb24iOjYsIlBlcmNlbnRhZ2VDb21wbGV0ZWRQb3NpdGlvbiI6MiwiU3BhY2luZyI6MTAsIklzQmVsb3dUaW1lYmFuZCI6dHJ1ZSwiUGVyY2VudGFnZUNvbXBsZXRlU2hhcGVPcGFjaXR5IjozNSwiU2hhcGVTdHlsZSI6eyIkaWQiOiIzMDIiLCJNYXJnaW4iOnsiJHJlZiI6IjEwNyJ9LCJQYWRkaW5nIjp7IiRyZWYiOiIxMDgifSwiQmFja2dyb3VuZCI6eyIkaWQiOiIzMDMiLCJDb2xvciI6eyIkaWQiOiIzMDQiLCJBIjoyNTUsIlIiOjAsIkciOjExNCwiQiI6MTg4fX0sIklzVmlzaWJsZSI6dHJ1ZSwiV2lkdGgiOjAuMCwiSGVpZ2h0IjoyMi4wLCJCb3JkZXJTdHlsZSI6eyIkaWQiOiIzMDUiLCJMaW5lQ29sb3IiOnsiJHJlZiI6IjExMiJ9LCJMaW5lV2VpZ2h0IjowLjAsIkxpbmVUeXBlIjowLCJQYXJlbnRTdHlsZSI6bnVsbH0sIlBhcmVudFN0eWxlIjpudWxsfSwiVGl0bGVTdHlsZSI6eyIkaWQiOiIzMDYiLCJGb250U2V0dGluZ3MiOnsiJGlkIjoiMzA3IiwiRm9udFNpemUiOjEyLCJGb250TmFtZSI6IkNhbGlicmkiLCJJc0JvbGQiOnRydWUsIklzSXRhbGljIjpmYWxzZSwiSXNVbmRlcmxpbmVkIjpmYWxzZSwiUGFyZW50U3R5bGUiOm51bGx9LCJBdXRvU2l6ZSI6MCwiRm9yZWdyb3VuZCI6eyIkaWQiOiIzMDgiLCJDb2xvciI6eyIkaWQiOiIzMDk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MxMCIsIkxpbmVDb2xvciI6bnVsbCwiTGluZVdlaWdodCI6MC4wLCJMaW5lVHlwZSI6MCwiUGFyZW50U3R5bGUiOm51bGx9LCJQYXJlbnRTdHlsZSI6bnVsbH0sIkRhdGVTdHlsZSI6eyIkaWQiOiIzMTEiLCJGb250U2V0dGluZ3MiOnsiJGlkIjoiMzEyIiwiRm9udFNpemUiOjEwLCJGb250TmFtZSI6IkNhbGlicmkiLCJJc0JvbGQiOmZhbHNlLCJJc0l0YWxpYyI6ZmFsc2UsIklzVW5kZXJsaW5lZCI6ZmFsc2UsIlBhcmVudFN0eWxlIjpudWxsfSwiQXV0b1NpemUiOjAsIkZvcmVncm91bmQiOnsiJGlkIjoiMzEzIiwiQ29sb3IiOnsiJGlkIjoiMzE0IiwiQSI6MjU1LCJSIjoxNywiRyI6MTcsIkIiOjE3fX0sIk1heFdpZHRoIjoyMDAuMCwiTWF4SGVpZ2h0IjoiSW5maW5pdHkiLCJTbWFydEZvcmVncm91bmRJc0FjdGl2ZSI6ZmFsc2UsIkhvcml6b250YWxBbGlnbm1lbnQiOjAsIlZlcnRpY2FsQWxpZ25tZW50IjowLCJTbWFydEZvcmVncm91bmQiOm51bGwsIkJhY2tncm91bmRGaWxsVHlwZSI6MCwiTWFyZ2luIjp7IiRyZWYiOiIxMjUifSwiUGFkZGluZyI6eyIkcmVmIjoiMTI2In0sIkJhY2tncm91bmQiOnsiJHJlZiI6IjEyNyJ9LCJJc1Zpc2libGUiOnRydWUsIldpZHRoIjowLjAsIkhlaWdodCI6MC4wLCJCb3JkZXJTdHlsZSI6eyIkaWQiOiIzMTUiLCJMaW5lQ29sb3IiOm51bGwsIkxpbmVXZWlnaHQiOjAuMCwiTGluZVR5cGUiOjAsIlBhcmVudFN0eWxlIjpudWxsfSwiUGFyZW50U3R5bGUiOm51bGx9LCJEYXRlRm9ybWF0Ijp7IiRyZWYiOiIxMjgifSwiSXNWaXNpYmxlIjp0cnVlLCJQYXJlbnRTdHlsZSI6bnVsbH0sIkluZGV4Ijo1LCJTbWFydER1cmF0aW9uQWN0aXZhdGVkIjpmYWxzZSwiRGF0ZUZvcm1hdCI6eyIkcmVmIjoiMTI4In0sIklkIjoiYTBkNTk5ZTgtYjMyYi00YzI1LWFhNDAtYWMwNzFjNjc2MGNlIiwiSW1wb3J0SWQiOm51bGwsIlRpdGxlIjoiVUFUIFRlc3RpbmciLCJOb3RlIjpudWxsLCJIeXBlcmxpbmsiOm51bGwsIklzQ2hhbmdlZCI6ZmFsc2UsIklzTmV3IjpmYWxzZX0seyIkaWQiOiIzMTYiLCJHcm91cE5hbWUiOm51bGwsIlN0YXJ0RGF0ZSI6IjIwMjAtMDgtMTBUMDA6MDA6MDBaIiwiRW5kRGF0ZSI6IjIwMjAtMDgtMjFUMjM6NTk6MDBaIiwiUGVyY2VudGFnZUNvbXBsZXRlIjowLjAsIlN0eWxlIjp7IiRpZCI6IjMxNyIsIlNoYXBlIjowLCJTaGFwZVRoaWNrbmVzcyI6MiwiRHVyYXRpb25Gb3JtYXQiOjAsIkluY2x1ZGVOb25Xb3JraW5nRGF5c0luRHVyYXRpb24iOmZhbHNlLCJQZXJjZW50YWdlQ29tcGxldGVTdHlsZSI6eyIkaWQiOiIzMTgiLCJGb250U2V0dGluZ3MiOnsiJGlkIjoiMzE5IiwiRm9udFNpemUiOjEwLCJGb250TmFtZSI6IkNhbGlicmkiLCJJc0JvbGQiOmZhbHNlLCJJc0l0YWxpYyI6ZmFsc2UsIklzVW5kZXJsaW5lZCI6ZmFsc2UsIlBhcmVudFN0eWxlIjpudWxsfSwiQXV0b1NpemUiOjAsIkZvcmVncm91bmQiOnsiJGlkIjoiMzIwIiwiQ29sb3IiOnsiJGlkIjoiMzIx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yZWYiOiI5MCJ9LCJQYWRkaW5nIjp7IiRyZWYiOiI5MSJ9LCJCYWNrZ3JvdW5kIjp7IiRyZWYiOiI5MiJ9LCJJc1Zpc2libGUiOnRydWUsIldpZHRoIjowLjAsIkhlaWdodCI6MC4wLCJCb3JkZXJTdHlsZSI6eyIkaWQiOiIzMjIiLCJMaW5lQ29sb3IiOm51bGwsIkxpbmVXZWlnaHQiOjAuMCwiTGluZVR5cGUiOjAsIlBhcmVudFN0eWxlIjpudWxsfSwiUGFyZW50U3R5bGUiOm51bGx9LCJEdXJhdGlvblN0eWxlIjp7IiRpZCI6IjMyMyIsIkZvbnRTZXR0aW5ncyI6eyIkaWQiOiIzMjQiLCJGb250U2l6ZSI6MTAsIkZvbnROYW1lIjoiQ2FsaWJyaSIsIklzQm9sZCI6ZmFsc2UsIklzSXRhbGljIjpmYWxzZSwiSXNVbmRlcmxpbmVkIjpmYWxzZSwiUGFyZW50U3R5bGUiOm51bGx9LCJBdXRvU2l6ZSI6MCwiRm9yZWdyb3VuZCI6eyIkcmVmIjoiOTUi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MyNSIsIkxpbmVDb2xvciI6bnVsbCwiTGluZVdlaWdodCI6MC4wLCJMaW5lVHlwZSI6MCwiUGFyZW50U3R5bGUiOm51bGx9LCJQYXJlbnRTdHlsZSI6bnVsbH0sIkhvcml6b250YWxDb25uZWN0b3JTdHlsZSI6eyIkaWQiOiIzMjYiLCJMaW5lQ29sb3IiOnsiJGlkIjoiMzI3IiwiJHR5cGUiOiJOTFJFLkNvbW1vbi5Eb20uU29saWRDb2xvckJydXNoLCBOTFJFLkNvbW1vbiIsIkNvbG9yIjp7IiRpZCI6IjMyOCIsIkEiOjI1NSwiUiI6MjA0LCJHIjoyMDQsIkIiOjIwNH19LCJMaW5lV2VpZ2h0IjoxLjAsIkxpbmVUeXBlIjowLCJQYXJlbnRTdHlsZSI6bnVsbH0sIlZlcnRpY2FsQ29ubmVjdG9yU3R5bGUiOnsiJGlkIjoiMzI5IiwiTGluZUNvbG9yIjp7IiRyZWYiOiIxMDQ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MTAsIklzQmVsb3dUaW1lYmFuZCI6dHJ1ZSwiUGVyY2VudGFnZUNvbXBsZXRlU2hhcGVPcGFjaXR5IjozNSwiU2hhcGVTdHlsZSI6eyIkaWQiOiIzMzAiLCJNYXJnaW4iOnsiJHJlZiI6IjEwNyJ9LCJQYWRkaW5nIjp7IiRyZWYiOiIxMDgifSwiQmFja2dyb3VuZCI6eyIkaWQiOiIzMzEiLCJDb2xvciI6eyIkaWQiOiIzMzIiLCJBIjoyNTUsIlIiOjc5LCJHIjoxMjksIkIiOjE4OX19LCJJc1Zpc2libGUiOnRydWUsIldpZHRoIjowLjAsIkhlaWdodCI6MjIuMCwiQm9yZGVyU3R5bGUiOnsiJGlkIjoiMzMzIiwiTGluZUNvbG9yIjp7IiRyZWYiOiIxMTIifSwiTGluZVdlaWdodCI6MC4wLCJMaW5lVHlwZSI6MCwiUGFyZW50U3R5bGUiOm51bGx9LCJQYXJlbnRTdHlsZSI6bnVsbH0sIlRpdGxlU3R5bGUiOnsiJGlkIjoiMzM0IiwiRm9udFNldHRpbmdzIjp7IiRpZCI6IjMzNSIsIkZvbnRTaXplIjoxMiwiRm9udE5hbWUiOiJDYWxpYnJpIiwiSXNCb2xkIjp0cnVlLCJJc0l0YWxpYyI6ZmFsc2UsIklzVW5kZXJsaW5lZCI6ZmFsc2UsIlBhcmVudFN0eWxlIjpudWxsfSwiQXV0b1NpemUiOjAsIkZvcmVncm91bmQiOnsiJGlkIjoiMzM2IiwiQ29sb3IiOnsiJGlkIjoiMzM3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gifSwiUGFkZGluZyI6eyIkcmVmIjoiMTE5In0sIkJhY2tncm91bmQiOnsiJHJlZiI6IjEyMCJ9LCJJc1Zpc2libGUiOnRydWUsIldpZHRoIjowLjAsIkhlaWdodCI6MC4wLCJCb3JkZXJTdHlsZSI6eyIkaWQiOiIzMzgiLCJMaW5lQ29sb3IiOm51bGwsIkxpbmVXZWlnaHQiOjAuMCwiTGluZVR5cGUiOjAsIlBhcmVudFN0eWxlIjpudWxsfSwiUGFyZW50U3R5bGUiOm51bGx9LCJEYXRlU3R5bGUiOnsiJGlkIjoiMzM5IiwiRm9udFNldHRpbmdzIjp7IiRpZCI6IjM0MCIsIkZvbnRTaXplIjoxMCwiRm9udE5hbWUiOiJDYWxpYnJpIiwiSXNCb2xkIjpmYWxzZSwiSXNJdGFsaWMiOmZhbHNlLCJJc1VuZGVybGluZWQiOmZhbHNlLCJQYXJlbnRTdHlsZSI6bnVsbH0sIkF1dG9TaXplIjowLCJGb3JlZ3JvdW5kIjp7IiRpZCI6IjM0MSIsIkNvbG9yIjp7IiRpZCI6IjM0MiIsIkEiOjI1NSwiUiI6MTcsIkciOjE3LCJCIjoxN319LCJNYXhXaWR0aCI6MjAwLjAsIk1heEhlaWdodCI6IkluZmluaXR5IiwiU21hcnRGb3JlZ3JvdW5kSXNBY3RpdmUiOmZhbHNlLCJIb3Jpem9udGFsQWxpZ25tZW50IjowLCJWZXJ0aWNhbEFsaWdubWVudCI6MCwiU21hcnRGb3JlZ3JvdW5kIjpudWxsLCJCYWNrZ3JvdW5kRmlsbFR5cGUiOjAsIk1hcmdpbiI6eyIkcmVmIjoiMTI1In0sIlBhZGRpbmciOnsiJHJlZiI6IjEyNiJ9LCJCYWNrZ3JvdW5kIjp7IiRyZWYiOiIxMjcifSwiSXNWaXNpYmxlIjp0cnVlLCJXaWR0aCI6MC4wLCJIZWlnaHQiOjAuMCwiQm9yZGVyU3R5bGUiOnsiJGlkIjoiMzQzIiwiTGluZUNvbG9yIjpudWxsLCJMaW5lV2VpZ2h0IjowLjAsIkxpbmVUeXBlIjowLCJQYXJlbnRTdHlsZSI6bnVsbH0sIlBhcmVudFN0eWxlIjpudWxsfSwiRGF0ZUZvcm1hdCI6eyIkcmVmIjoiMTI4In0sIklzVmlzaWJsZSI6dHJ1ZSwiUGFyZW50U3R5bGUiOm51bGx9LCJJbmRleCI6NiwiU21hcnREdXJhdGlvbkFjdGl2YXRlZCI6ZmFsc2UsIkRhdGVGb3JtYXQiOnsiJHJlZiI6IjEyOCJ9LCJJZCI6IjQ2MGVlZDZhLTE5NjMtNDA5YS1iMTU1LWI2NDA3MWMzZjQ0NSIsIkltcG9ydElkIjpudWxsLCJUaXRsZSI6IkRlcGxveSIsIk5vdGUiOm51bGwsIkh5cGVybGluayI6bnVsbCwiSXNDaGFuZ2VkIjpmYWxzZSwiSXNOZXciOmZhbHNlfV0sIk1zUHJvamVjdEl0ZW1zVHJlZSI6eyIkaWQiOiIzNDQiLCJSb290Ijp7IkltcG9ydElkIjpudWxsLCJJc0ltcG9ydGVkIjpmYWxzZSwiQ2hpbGRyZW4iOltdfX0sIk1ldGFkYXRhIjp7IiRpZCI6IjM0NSIsIlJlY2VudENvbG9yc0NvbGxlY3Rpb24iOiJbXCIjRkZGRkZGRkZcIixcIiNGRkIyMEUxMlwiLFwiI0ZGNzM3MzczXCIsXCIjRkY2RjMxOThcIixcIiNGRkZFQkEwQVwiLFwiI0ZGRUExNjFFXCIsXCIjRkYxQUFBNDJcIixcIiNGRjAwNzJCQ1wiXSJ9LCJTZXR0aW5ncyI6eyIkaWQiOiIzNDYiLCJJbXBhT3B0aW9ucyI6eyIkaWQiOiIzNDciLCJMZWZ0VG9SaWdodCI6ZmFsc2UsIlBheWxvYWRPcHRpb25zIjoyfSwiVXNlQ29tcHJlc3Npb24iOmZhbHNlLCJDb21wcmVzaW9uUGVyY2VudGFnZSI6NTAuMCwiSW5hY3RpdmVJbnRlcnZhbFdpZHRoVGhyZXNob2xkIjozMC4wLCJJbmFjdGl2ZUludGVydmFsV2lkdGgiOjEuMCwiU3BsaXRUYXNrcyI6ZmFsc2UsIlVzZUNsdXN0ZXIiOmZhbHNlLCJFcHNpbG9uIjowLjAsIk1pblBvaW50c1RvRm9ybUFDbHVzdGVyIjoyLCJHZW5lcmF0ZUludmlzaWJsZVNoYXBlcyI6ZmFsc2UsIlNtYXJ0VGltZWxpbmVUYXNrUGVyY2VudGFnZUZpdCI6ZmFsc2V9LCJJc05ldyI6dHJ1ZSwiSW1wb3J0VHlwZSI6MCwiRmlsZVBhdGgiOm51bGwsIlRpbWVDb25maWd1cmF0aW9uIjp7IiRpZCI6IjM0OCIsIlVzZVRpbWUiOmZhbHNlLCJXb3JrRGF5U3RhcnQiOiIwMDowMDowMCIsIldvcmtEYXlFbmQiOiIyMzo1OTowMCJ9LCJMYXN0VXNlZFRlbXBsYXRlSWQiOiI3MzU1YjYzMy1hYzY2LTQ1MjgtOGI0ZC0yOTlmYWVkYzllZTki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E7B0C5-31DF-48C5-987D-99D6546647B6}">
  <ds:schemaRefs>
    <ds:schemaRef ds:uri="http://purl.org/dc/elements/1.1/"/>
    <ds:schemaRef ds:uri="http://schemas.microsoft.com/office/2006/metadata/properties"/>
    <ds:schemaRef ds:uri="http://schemas.microsoft.com/sharepoint/v4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7E973E3-A80E-44D6-A52E-4AE7C83D9924}"/>
</file>

<file path=customXml/itemProps3.xml><?xml version="1.0" encoding="utf-8"?>
<ds:datastoreItem xmlns:ds="http://schemas.openxmlformats.org/officeDocument/2006/customXml" ds:itemID="{9CAF07B5-E196-4ED1-BE0B-248CF6908F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4518</TotalTime>
  <Words>93</Words>
  <Application>Microsoft Office PowerPoint</Application>
  <PresentationFormat>On-screen Show (4:3)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Motive Full/Personal/In Branch DCO Timeline 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Baltzahar General</dc:title>
  <dc:creator>Kate Jekabson</dc:creator>
  <cp:lastModifiedBy>Kate Jekabson</cp:lastModifiedBy>
  <cp:revision>141</cp:revision>
  <cp:lastPrinted>2019-04-24T15:14:27Z</cp:lastPrinted>
  <dcterms:created xsi:type="dcterms:W3CDTF">2018-08-02T16:28:58Z</dcterms:created>
  <dcterms:modified xsi:type="dcterms:W3CDTF">2020-03-28T21:18:23Z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URL">
    <vt:lpwstr/>
  </property>
</Properties>
</file>