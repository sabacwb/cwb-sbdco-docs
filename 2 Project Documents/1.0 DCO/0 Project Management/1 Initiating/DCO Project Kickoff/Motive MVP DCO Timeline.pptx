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870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7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9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729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67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52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784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13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550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60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030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25A12-86F7-4FAE-B16B-9CB25AB638DC}" type="datetimeFigureOut">
              <a:rPr lang="en-CA" smtClean="0"/>
              <a:t>03/31/2020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653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61" Type="http://schemas.openxmlformats.org/officeDocument/2006/relationships/tags" Target="../tags/tag61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slideLayout" Target="../slideLayouts/slideLayout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1" Type="http://schemas.openxmlformats.org/officeDocument/2006/relationships/tags" Target="../tags/tag1.xml"/><Relationship Id="rId6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49" name="OTLSHAPE_T_460eed6a1963409ab155b64071c3f445_HorizontalConnector1"/>
          <p:cNvCxnSpPr/>
          <p:nvPr>
            <p:custDataLst>
              <p:tags r:id="rId2"/>
            </p:custDataLst>
          </p:nvPr>
        </p:nvCxnSpPr>
        <p:spPr>
          <a:xfrm>
            <a:off x="572177" y="4347696"/>
            <a:ext cx="6111129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48" name="OTLSHAPE_T_a0d599e8b32b4c25aa40ac071c6760ce_HorizontalConnector1"/>
          <p:cNvCxnSpPr/>
          <p:nvPr>
            <p:custDataLst>
              <p:tags r:id="rId3"/>
            </p:custDataLst>
          </p:nvPr>
        </p:nvCxnSpPr>
        <p:spPr>
          <a:xfrm>
            <a:off x="854117" y="3941296"/>
            <a:ext cx="520029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47" name="OTLSHAPE_T_b591191bf7834823a01c757b3ee18b4d_HorizontalConnector1"/>
          <p:cNvCxnSpPr/>
          <p:nvPr>
            <p:custDataLst>
              <p:tags r:id="rId4"/>
            </p:custDataLst>
          </p:nvPr>
        </p:nvCxnSpPr>
        <p:spPr>
          <a:xfrm>
            <a:off x="1431586" y="3534896"/>
            <a:ext cx="1478321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46" name="OTLSHAPE_T_caa35547608b495fb960b56332995aa3_HorizontalConnector1"/>
          <p:cNvCxnSpPr/>
          <p:nvPr>
            <p:custDataLst>
              <p:tags r:id="rId5"/>
            </p:custDataLst>
          </p:nvPr>
        </p:nvCxnSpPr>
        <p:spPr>
          <a:xfrm>
            <a:off x="1281726" y="3128496"/>
            <a:ext cx="999282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45" name="OTLSHAPE_M_3c0ecc094e11442385ec48228bb3b2de_Connector1"/>
          <p:cNvCxnSpPr/>
          <p:nvPr>
            <p:custDataLst>
              <p:tags r:id="rId6"/>
            </p:custDataLst>
          </p:nvPr>
        </p:nvCxnSpPr>
        <p:spPr>
          <a:xfrm>
            <a:off x="7521840" y="1355153"/>
            <a:ext cx="0" cy="579543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44" name="OTLSHAPE_M_ef297b71e37549b0b8f867c8c34f3305_Connector1"/>
          <p:cNvCxnSpPr/>
          <p:nvPr>
            <p:custDataLst>
              <p:tags r:id="rId7"/>
            </p:custDataLst>
          </p:nvPr>
        </p:nvCxnSpPr>
        <p:spPr>
          <a:xfrm>
            <a:off x="939715" y="1642609"/>
            <a:ext cx="0" cy="355586"/>
          </a:xfrm>
          <a:prstGeom prst="line">
            <a:avLst/>
          </a:prstGeom>
          <a:ln w="6350" cap="flat" cmpd="sng" algn="ctr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itle 156"/>
          <p:cNvSpPr>
            <a:spLocks noGrp="1"/>
          </p:cNvSpPr>
          <p:nvPr>
            <p:ph type="title"/>
          </p:nvPr>
        </p:nvSpPr>
        <p:spPr>
          <a:xfrm>
            <a:off x="267471" y="545905"/>
            <a:ext cx="8621588" cy="274351"/>
          </a:xfrm>
        </p:spPr>
        <p:txBody>
          <a:bodyPr>
            <a:noAutofit/>
          </a:bodyPr>
          <a:lstStyle/>
          <a:p>
            <a:r>
              <a:rPr lang="en-US" sz="2000" dirty="0" smtClean="0"/>
              <a:t>Motive MVP DCO Timeline </a:t>
            </a:r>
            <a:endParaRPr lang="en-CA" sz="2000" dirty="0"/>
          </a:p>
        </p:txBody>
      </p:sp>
      <p:sp>
        <p:nvSpPr>
          <p:cNvPr id="25679" name="OTLSHAPE_TB_00000000000000000000000000000000_LeftEndCaps"/>
          <p:cNvSpPr txBox="1"/>
          <p:nvPr>
            <p:custDataLst>
              <p:tags r:id="rId8"/>
            </p:custDataLst>
          </p:nvPr>
        </p:nvSpPr>
        <p:spPr>
          <a:xfrm>
            <a:off x="317500" y="20491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2019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680" name="OTLSHAPE_TB_00000000000000000000000000000000_RightEndCaps"/>
          <p:cNvSpPr txBox="1"/>
          <p:nvPr>
            <p:custDataLst>
              <p:tags r:id="rId9"/>
            </p:custDataLst>
          </p:nvPr>
        </p:nvSpPr>
        <p:spPr>
          <a:xfrm>
            <a:off x="8363034" y="20491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681" name="OTLSHAPE_TB_00000000000000000000000000000000_ScaleContainer"/>
          <p:cNvSpPr/>
          <p:nvPr>
            <p:custDataLst>
              <p:tags r:id="rId10"/>
            </p:custDataLst>
          </p:nvPr>
        </p:nvSpPr>
        <p:spPr>
          <a:xfrm>
            <a:off x="933365" y="1998196"/>
            <a:ext cx="7289800" cy="381000"/>
          </a:xfrm>
          <a:prstGeom prst="rect">
            <a:avLst/>
          </a:prstGeom>
          <a:gradFill flip="none" rotWithShape="1">
            <a:gsLst>
              <a:gs pos="0">
                <a:srgbClr val="44546A"/>
              </a:gs>
              <a:gs pos="0">
                <a:srgbClr val="44546A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682" name="OTLSHAPE_TB_00000000000000000000000000000000_ElapsedTime" hidden="1"/>
          <p:cNvSpPr/>
          <p:nvPr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683" name="OTLSHAPE_TB_00000000000000000000000000000000_TodayMarkerShape" hidden="1"/>
          <p:cNvSpPr/>
          <p:nvPr>
            <p:custDataLst>
              <p:tags r:id="rId12"/>
            </p:custDataLst>
          </p:nvPr>
        </p:nvSpPr>
        <p:spPr>
          <a:xfrm>
            <a:off x="5416024" y="2379196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684" name="OTLSHAPE_TB_00000000000000000000000000000000_TodayMarkerText" hidden="1"/>
          <p:cNvSpPr txBox="1"/>
          <p:nvPr>
            <p:custDataLst>
              <p:tags r:id="rId13"/>
            </p:custDataLst>
          </p:nvPr>
        </p:nvSpPr>
        <p:spPr>
          <a:xfrm>
            <a:off x="5470453" y="2506196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685" name="OTLSHAPE_TB_00000000000000000000000000000000_TimescaleInterval1"/>
          <p:cNvSpPr txBox="1"/>
          <p:nvPr>
            <p:custDataLst>
              <p:tags r:id="rId14"/>
            </p:custDataLst>
          </p:nvPr>
        </p:nvSpPr>
        <p:spPr>
          <a:xfrm>
            <a:off x="996865" y="2095668"/>
            <a:ext cx="24397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686" name="OTLSHAPE_TB_00000000000000000000000000000000_Separator1"/>
          <p:cNvCxnSpPr/>
          <p:nvPr>
            <p:custDataLst>
              <p:tags r:id="rId15"/>
            </p:custDataLst>
          </p:nvPr>
        </p:nvCxnSpPr>
        <p:spPr>
          <a:xfrm>
            <a:off x="1831793" y="20870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87" name="OTLSHAPE_TB_00000000000000000000000000000000_TimescaleInterval2"/>
          <p:cNvSpPr txBox="1"/>
          <p:nvPr>
            <p:custDataLst>
              <p:tags r:id="rId16"/>
            </p:custDataLst>
          </p:nvPr>
        </p:nvSpPr>
        <p:spPr>
          <a:xfrm>
            <a:off x="1895294" y="2095668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688" name="OTLSHAPE_TB_00000000000000000000000000000000_Separator2"/>
          <p:cNvCxnSpPr/>
          <p:nvPr>
            <p:custDataLst>
              <p:tags r:id="rId17"/>
            </p:custDataLst>
          </p:nvPr>
        </p:nvCxnSpPr>
        <p:spPr>
          <a:xfrm>
            <a:off x="2760169" y="20870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89" name="OTLSHAPE_TB_00000000000000000000000000000000_TimescaleInterval3"/>
          <p:cNvSpPr txBox="1"/>
          <p:nvPr>
            <p:custDataLst>
              <p:tags r:id="rId18"/>
            </p:custDataLst>
          </p:nvPr>
        </p:nvSpPr>
        <p:spPr>
          <a:xfrm>
            <a:off x="2823670" y="2095668"/>
            <a:ext cx="30495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2020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690" name="OTLSHAPE_TB_00000000000000000000000000000000_Separator3"/>
          <p:cNvCxnSpPr/>
          <p:nvPr>
            <p:custDataLst>
              <p:tags r:id="rId19"/>
            </p:custDataLst>
          </p:nvPr>
        </p:nvCxnSpPr>
        <p:spPr>
          <a:xfrm>
            <a:off x="3688545" y="20870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91" name="OTLSHAPE_TB_00000000000000000000000000000000_TimescaleInterval4"/>
          <p:cNvSpPr txBox="1"/>
          <p:nvPr>
            <p:custDataLst>
              <p:tags r:id="rId20"/>
            </p:custDataLst>
          </p:nvPr>
        </p:nvSpPr>
        <p:spPr>
          <a:xfrm>
            <a:off x="3752046" y="2095668"/>
            <a:ext cx="219227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692" name="OTLSHAPE_TB_00000000000000000000000000000000_Separator4"/>
          <p:cNvCxnSpPr/>
          <p:nvPr>
            <p:custDataLst>
              <p:tags r:id="rId21"/>
            </p:custDataLst>
          </p:nvPr>
        </p:nvCxnSpPr>
        <p:spPr>
          <a:xfrm>
            <a:off x="4557026" y="20870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93" name="OTLSHAPE_TB_00000000000000000000000000000000_TimescaleInterval5"/>
          <p:cNvSpPr txBox="1"/>
          <p:nvPr>
            <p:custDataLst>
              <p:tags r:id="rId22"/>
            </p:custDataLst>
          </p:nvPr>
        </p:nvSpPr>
        <p:spPr>
          <a:xfrm>
            <a:off x="4620526" y="2095668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694" name="OTLSHAPE_TB_00000000000000000000000000000000_Separator5"/>
          <p:cNvCxnSpPr/>
          <p:nvPr>
            <p:custDataLst>
              <p:tags r:id="rId23"/>
            </p:custDataLst>
          </p:nvPr>
        </p:nvCxnSpPr>
        <p:spPr>
          <a:xfrm>
            <a:off x="5485402" y="20870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14" name="OTLSHAPE_TB_00000000000000000000000000000000_TimescaleInterval6"/>
          <p:cNvSpPr txBox="1"/>
          <p:nvPr>
            <p:custDataLst>
              <p:tags r:id="rId24"/>
            </p:custDataLst>
          </p:nvPr>
        </p:nvSpPr>
        <p:spPr>
          <a:xfrm>
            <a:off x="5548902" y="2095668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515" name="OTLSHAPE_TB_00000000000000000000000000000000_Separator6"/>
          <p:cNvCxnSpPr/>
          <p:nvPr>
            <p:custDataLst>
              <p:tags r:id="rId25"/>
            </p:custDataLst>
          </p:nvPr>
        </p:nvCxnSpPr>
        <p:spPr>
          <a:xfrm>
            <a:off x="6383830" y="20870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41" name="OTLSHAPE_TB_00000000000000000000000000000000_TimescaleInterval7"/>
          <p:cNvSpPr txBox="1"/>
          <p:nvPr>
            <p:custDataLst>
              <p:tags r:id="rId26"/>
            </p:custDataLst>
          </p:nvPr>
        </p:nvSpPr>
        <p:spPr>
          <a:xfrm>
            <a:off x="6447331" y="2095668"/>
            <a:ext cx="26815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742" name="OTLSHAPE_TB_00000000000000000000000000000000_Separator7"/>
          <p:cNvCxnSpPr/>
          <p:nvPr>
            <p:custDataLst>
              <p:tags r:id="rId27"/>
            </p:custDataLst>
          </p:nvPr>
        </p:nvCxnSpPr>
        <p:spPr>
          <a:xfrm>
            <a:off x="7312206" y="20870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43" name="OTLSHAPE_TB_00000000000000000000000000000000_TimescaleInterval8"/>
          <p:cNvSpPr txBox="1"/>
          <p:nvPr>
            <p:custDataLst>
              <p:tags r:id="rId28"/>
            </p:custDataLst>
          </p:nvPr>
        </p:nvSpPr>
        <p:spPr>
          <a:xfrm>
            <a:off x="7375706" y="2095668"/>
            <a:ext cx="20691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5750" name="OTLSHAPE_M_ef297b71e37549b0b8f867c8c34f3305_Title"/>
          <p:cNvSpPr txBox="1"/>
          <p:nvPr>
            <p:custDataLst>
              <p:tags r:id="rId29"/>
            </p:custDataLst>
          </p:nvPr>
        </p:nvSpPr>
        <p:spPr>
          <a:xfrm>
            <a:off x="984165" y="1611777"/>
            <a:ext cx="29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2" smtClean="0">
                <a:solidFill>
                  <a:schemeClr val="lt1"/>
                </a:solidFill>
                <a:latin typeface="Calibri" panose="020F0502020204030204" pitchFamily="34" charset="0"/>
              </a:rPr>
              <a:t>Start</a:t>
            </a:r>
            <a:endParaRPr lang="en-CA" sz="1100" b="1" spc="-1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5751" name="OTLSHAPE_M_ef297b71e37549b0b8f867c8c34f3305_Date" hidden="1"/>
          <p:cNvSpPr txBox="1"/>
          <p:nvPr>
            <p:custDataLst>
              <p:tags r:id="rId30"/>
            </p:custDataLst>
          </p:nvPr>
        </p:nvSpPr>
        <p:spPr>
          <a:xfrm>
            <a:off x="984165" y="1794996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Nov 1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752" name="OTLSHAPE_M_ef297b71e37549b0b8f867c8c34f3305_Shape" hidden="1"/>
          <p:cNvSpPr/>
          <p:nvPr>
            <p:custDataLst>
              <p:tags r:id="rId31"/>
            </p:custDataLst>
          </p:nvPr>
        </p:nvSpPr>
        <p:spPr>
          <a:xfrm>
            <a:off x="952415" y="1722437"/>
            <a:ext cx="0" cy="0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53" name="OTLSHAPE_M_3c0ecc094e11442385ec48228bb3b2de_Title"/>
          <p:cNvSpPr txBox="1"/>
          <p:nvPr>
            <p:custDataLst>
              <p:tags r:id="rId32"/>
            </p:custDataLst>
          </p:nvPr>
        </p:nvSpPr>
        <p:spPr>
          <a:xfrm>
            <a:off x="6373993" y="1159234"/>
            <a:ext cx="2286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4" smtClean="0">
                <a:solidFill>
                  <a:schemeClr val="dk1"/>
                </a:solidFill>
                <a:latin typeface="Calibri" panose="020F0502020204030204" pitchFamily="34" charset="0"/>
              </a:rPr>
              <a:t>Motive MVP Friends and Family Launch</a:t>
            </a:r>
            <a:endParaRPr lang="en-CA" sz="1100" b="1" spc="-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754" name="OTLSHAPE_M_3c0ecc094e11442385ec48228bb3b2de_Date" hidden="1"/>
          <p:cNvSpPr txBox="1"/>
          <p:nvPr>
            <p:custDataLst>
              <p:tags r:id="rId33"/>
            </p:custDataLst>
          </p:nvPr>
        </p:nvSpPr>
        <p:spPr>
          <a:xfrm>
            <a:off x="7515490" y="1342453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Jun 8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755" name="OTLSHAPE_M_3c0ecc094e11442385ec48228bb3b2de_Shape"/>
          <p:cNvSpPr/>
          <p:nvPr>
            <p:custDataLst>
              <p:tags r:id="rId34"/>
            </p:custDataLst>
          </p:nvPr>
        </p:nvSpPr>
        <p:spPr>
          <a:xfrm flipV="1">
            <a:off x="7407540" y="18076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56" name="OTLSHAPE_M_356a57d98feb4f1c9becc62a5e1e3557_Title"/>
          <p:cNvSpPr txBox="1"/>
          <p:nvPr>
            <p:custDataLst>
              <p:tags r:id="rId35"/>
            </p:custDataLst>
          </p:nvPr>
        </p:nvSpPr>
        <p:spPr>
          <a:xfrm>
            <a:off x="7590476" y="1444053"/>
            <a:ext cx="1168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smtClean="0">
                <a:solidFill>
                  <a:schemeClr val="dk1"/>
                </a:solidFill>
                <a:latin typeface="Calibri" panose="020F0502020204030204" pitchFamily="34" charset="0"/>
              </a:rPr>
              <a:t>Motive MVP Launch</a:t>
            </a:r>
            <a:endParaRPr lang="en-CA" sz="1100" b="1" spc="-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758" name="OTLSHAPE_M_356a57d98feb4f1c9becc62a5e1e3557_Shape"/>
          <p:cNvSpPr/>
          <p:nvPr>
            <p:custDataLst>
              <p:tags r:id="rId36"/>
            </p:custDataLst>
          </p:nvPr>
        </p:nvSpPr>
        <p:spPr>
          <a:xfrm flipV="1">
            <a:off x="8066367" y="18076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59" name="OTLSHAPE_T_9882b17f40d545df8a274cc08e7452a2_Shape"/>
          <p:cNvSpPr/>
          <p:nvPr>
            <p:custDataLst>
              <p:tags r:id="rId37"/>
            </p:custDataLst>
          </p:nvPr>
        </p:nvSpPr>
        <p:spPr>
          <a:xfrm>
            <a:off x="2281008" y="2582396"/>
            <a:ext cx="5600700" cy="279400"/>
          </a:xfrm>
          <a:prstGeom prst="homePlate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60" name="OTLSHAPE_T_9882b17f40d545df8a274cc08e7452a2_ShapePercentage" hidden="1"/>
          <p:cNvSpPr/>
          <p:nvPr>
            <p:custDataLst>
              <p:tags r:id="rId38"/>
            </p:custDataLst>
          </p:nvPr>
        </p:nvSpPr>
        <p:spPr>
          <a:xfrm>
            <a:off x="2281008" y="2582396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61" name="OTLSHAPE_T_9882b17f40d545df8a274cc08e7452a2_Duration" hidden="1"/>
          <p:cNvSpPr txBox="1"/>
          <p:nvPr>
            <p:custDataLst>
              <p:tags r:id="rId39"/>
            </p:custDataLst>
          </p:nvPr>
        </p:nvSpPr>
        <p:spPr>
          <a:xfrm>
            <a:off x="0" y="2582396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135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762" name="OTLSHAPE_T_9882b17f40d545df8a274cc08e7452a2_TextPercentage" hidden="1"/>
          <p:cNvSpPr txBox="1"/>
          <p:nvPr>
            <p:custDataLst>
              <p:tags r:id="rId40"/>
            </p:custDataLst>
          </p:nvPr>
        </p:nvSpPr>
        <p:spPr>
          <a:xfrm>
            <a:off x="0" y="27374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b="1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 b="1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763" name="OTLSHAPE_T_9882b17f40d545df8a274cc08e7452a2_StartDate" hidden="1"/>
          <p:cNvSpPr txBox="1"/>
          <p:nvPr>
            <p:custDataLst>
              <p:tags r:id="rId41"/>
            </p:custDataLst>
          </p:nvPr>
        </p:nvSpPr>
        <p:spPr>
          <a:xfrm>
            <a:off x="0" y="30474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64" name="OTLSHAPE_T_9882b17f40d545df8a274cc08e7452a2_EndDate" hidden="1"/>
          <p:cNvSpPr txBox="1"/>
          <p:nvPr>
            <p:custDataLst>
              <p:tags r:id="rId42"/>
            </p:custDataLst>
          </p:nvPr>
        </p:nvSpPr>
        <p:spPr>
          <a:xfrm>
            <a:off x="0" y="30474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65" name="OTLSHAPE_T_9882b17f40d545df8a274cc08e7452a2_JoinedDate" hidden="1"/>
          <p:cNvSpPr txBox="1"/>
          <p:nvPr>
            <p:custDataLst>
              <p:tags r:id="rId43"/>
            </p:custDataLst>
          </p:nvPr>
        </p:nvSpPr>
        <p:spPr>
          <a:xfrm>
            <a:off x="0" y="2892445"/>
            <a:ext cx="787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dirty="0" smtClean="0">
                <a:solidFill>
                  <a:srgbClr val="111111"/>
                </a:solidFill>
                <a:latin typeface="Calibri" panose="020F0502020204030204" pitchFamily="34" charset="0"/>
              </a:rPr>
              <a:t>Dec 16 - Jun 19</a:t>
            </a:r>
            <a:endParaRPr lang="en-CA" sz="1000" spc="-4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66" name="OTLSHAPE_T_9882b17f40d545df8a274cc08e7452a2_Title"/>
          <p:cNvSpPr txBox="1"/>
          <p:nvPr>
            <p:custDataLst>
              <p:tags r:id="rId44"/>
            </p:custDataLst>
          </p:nvPr>
        </p:nvSpPr>
        <p:spPr>
          <a:xfrm>
            <a:off x="127000" y="2629068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8" smtClean="0">
                <a:solidFill>
                  <a:srgbClr val="EA161E"/>
                </a:solidFill>
                <a:latin typeface="Calibri" panose="020F0502020204030204" pitchFamily="34" charset="0"/>
              </a:rPr>
              <a:t>Motive MVP DCO</a:t>
            </a:r>
            <a:endParaRPr lang="en-CA" sz="1200" b="1" spc="-8">
              <a:solidFill>
                <a:srgbClr val="EA161E"/>
              </a:solidFill>
              <a:latin typeface="Calibri" panose="020F0502020204030204" pitchFamily="34" charset="0"/>
            </a:endParaRPr>
          </a:p>
        </p:txBody>
      </p:sp>
      <p:sp>
        <p:nvSpPr>
          <p:cNvPr id="25767" name="OTLSHAPE_T_caa35547608b495fb960b56332995aa3_Shape"/>
          <p:cNvSpPr/>
          <p:nvPr>
            <p:custDataLst>
              <p:tags r:id="rId45"/>
            </p:custDataLst>
          </p:nvPr>
        </p:nvSpPr>
        <p:spPr>
          <a:xfrm>
            <a:off x="2281008" y="2988796"/>
            <a:ext cx="571500" cy="2794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68" name="OTLSHAPE_T_caa35547608b495fb960b56332995aa3_ShapePercentage" hidden="1"/>
          <p:cNvSpPr/>
          <p:nvPr>
            <p:custDataLst>
              <p:tags r:id="rId46"/>
            </p:custDataLst>
          </p:nvPr>
        </p:nvSpPr>
        <p:spPr>
          <a:xfrm>
            <a:off x="2281008" y="298879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69" name="OTLSHAPE_T_caa35547608b495fb960b56332995aa3_Duration" hidden="1"/>
          <p:cNvSpPr txBox="1"/>
          <p:nvPr>
            <p:custDataLst>
              <p:tags r:id="rId47"/>
            </p:custDataLst>
          </p:nvPr>
        </p:nvSpPr>
        <p:spPr>
          <a:xfrm>
            <a:off x="0" y="29887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770" name="OTLSHAPE_T_caa35547608b495fb960b56332995aa3_TextPercentage" hidden="1"/>
          <p:cNvSpPr txBox="1"/>
          <p:nvPr>
            <p:custDataLst>
              <p:tags r:id="rId48"/>
            </p:custDataLst>
          </p:nvPr>
        </p:nvSpPr>
        <p:spPr>
          <a:xfrm>
            <a:off x="0" y="31438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771" name="OTLSHAPE_T_caa35547608b495fb960b56332995aa3_StartDate" hidden="1"/>
          <p:cNvSpPr txBox="1"/>
          <p:nvPr>
            <p:custDataLst>
              <p:tags r:id="rId49"/>
            </p:custDataLst>
          </p:nvPr>
        </p:nvSpPr>
        <p:spPr>
          <a:xfrm>
            <a:off x="0" y="34538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72" name="OTLSHAPE_T_caa35547608b495fb960b56332995aa3_EndDate" hidden="1"/>
          <p:cNvSpPr txBox="1"/>
          <p:nvPr>
            <p:custDataLst>
              <p:tags r:id="rId50"/>
            </p:custDataLst>
          </p:nvPr>
        </p:nvSpPr>
        <p:spPr>
          <a:xfrm>
            <a:off x="0" y="34538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73" name="OTLSHAPE_T_caa35547608b495fb960b56332995aa3_JoinedDate" hidden="1"/>
          <p:cNvSpPr txBox="1"/>
          <p:nvPr>
            <p:custDataLst>
              <p:tags r:id="rId51"/>
            </p:custDataLst>
          </p:nvPr>
        </p:nvSpPr>
        <p:spPr>
          <a:xfrm>
            <a:off x="0" y="3298845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dirty="0" smtClean="0">
                <a:solidFill>
                  <a:srgbClr val="111111"/>
                </a:solidFill>
                <a:latin typeface="Calibri" panose="020F0502020204030204" pitchFamily="34" charset="0"/>
              </a:rPr>
              <a:t>Dec 16 - Jan 3</a:t>
            </a:r>
            <a:endParaRPr lang="en-CA" sz="1000" spc="-4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74" name="OTLSHAPE_T_caa35547608b495fb960b56332995aa3_Title"/>
          <p:cNvSpPr txBox="1"/>
          <p:nvPr>
            <p:custDataLst>
              <p:tags r:id="rId52"/>
            </p:custDataLst>
          </p:nvPr>
        </p:nvSpPr>
        <p:spPr>
          <a:xfrm>
            <a:off x="127000" y="3035468"/>
            <a:ext cx="1155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Sprint 0 - Planning</a:t>
            </a:r>
            <a:endParaRPr lang="en-CA" sz="12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775" name="OTLSHAPE_T_b591191bf7834823a01c757b3ee18b4d_Shape"/>
          <p:cNvSpPr/>
          <p:nvPr>
            <p:custDataLst>
              <p:tags r:id="rId53"/>
            </p:custDataLst>
          </p:nvPr>
        </p:nvSpPr>
        <p:spPr>
          <a:xfrm>
            <a:off x="2909908" y="3395196"/>
            <a:ext cx="3086100" cy="279400"/>
          </a:xfrm>
          <a:prstGeom prst="roundRect">
            <a:avLst>
              <a:gd name="adj" fmla="val 100000"/>
            </a:avLst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76" name="OTLSHAPE_T_b591191bf7834823a01c757b3ee18b4d_ShapePercentage" hidden="1"/>
          <p:cNvSpPr/>
          <p:nvPr>
            <p:custDataLst>
              <p:tags r:id="rId54"/>
            </p:custDataLst>
          </p:nvPr>
        </p:nvSpPr>
        <p:spPr>
          <a:xfrm>
            <a:off x="2909908" y="3395196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77" name="OTLSHAPE_T_b591191bf7834823a01c757b3ee18b4d_Duration" hidden="1"/>
          <p:cNvSpPr txBox="1"/>
          <p:nvPr>
            <p:custDataLst>
              <p:tags r:id="rId55"/>
            </p:custDataLst>
          </p:nvPr>
        </p:nvSpPr>
        <p:spPr>
          <a:xfrm>
            <a:off x="0" y="33951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75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778" name="OTLSHAPE_T_b591191bf7834823a01c757b3ee18b4d_TextPercentage" hidden="1"/>
          <p:cNvSpPr txBox="1"/>
          <p:nvPr>
            <p:custDataLst>
              <p:tags r:id="rId56"/>
            </p:custDataLst>
          </p:nvPr>
        </p:nvSpPr>
        <p:spPr>
          <a:xfrm>
            <a:off x="0" y="35502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779" name="OTLSHAPE_T_b591191bf7834823a01c757b3ee18b4d_StartDate" hidden="1"/>
          <p:cNvSpPr txBox="1"/>
          <p:nvPr>
            <p:custDataLst>
              <p:tags r:id="rId57"/>
            </p:custDataLst>
          </p:nvPr>
        </p:nvSpPr>
        <p:spPr>
          <a:xfrm>
            <a:off x="0" y="38602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0" name="OTLSHAPE_T_b591191bf7834823a01c757b3ee18b4d_EndDate" hidden="1"/>
          <p:cNvSpPr txBox="1"/>
          <p:nvPr>
            <p:custDataLst>
              <p:tags r:id="rId58"/>
            </p:custDataLst>
          </p:nvPr>
        </p:nvSpPr>
        <p:spPr>
          <a:xfrm>
            <a:off x="0" y="38602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1" name="OTLSHAPE_T_b591191bf7834823a01c757b3ee18b4d_JoinedDate" hidden="1"/>
          <p:cNvSpPr txBox="1"/>
          <p:nvPr>
            <p:custDataLst>
              <p:tags r:id="rId59"/>
            </p:custDataLst>
          </p:nvPr>
        </p:nvSpPr>
        <p:spPr>
          <a:xfrm>
            <a:off x="0" y="3705245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dirty="0" smtClean="0">
                <a:solidFill>
                  <a:srgbClr val="111111"/>
                </a:solidFill>
                <a:latin typeface="Calibri" panose="020F0502020204030204" pitchFamily="34" charset="0"/>
              </a:rPr>
              <a:t>Jan 6 - Apr 17</a:t>
            </a:r>
            <a:endParaRPr lang="en-CA" sz="1000" spc="-4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2" name="OTLSHAPE_T_b591191bf7834823a01c757b3ee18b4d_Title"/>
          <p:cNvSpPr txBox="1"/>
          <p:nvPr>
            <p:custDataLst>
              <p:tags r:id="rId60"/>
            </p:custDataLst>
          </p:nvPr>
        </p:nvSpPr>
        <p:spPr>
          <a:xfrm>
            <a:off x="127000" y="3441868"/>
            <a:ext cx="13081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Sprint Builds/Testing</a:t>
            </a:r>
            <a:endParaRPr lang="en-CA" sz="12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783" name="OTLSHAPE_T_a0d599e8b32b4c25aa40ac071c6760ce_Shape"/>
          <p:cNvSpPr/>
          <p:nvPr>
            <p:custDataLst>
              <p:tags r:id="rId61"/>
            </p:custDataLst>
          </p:nvPr>
        </p:nvSpPr>
        <p:spPr>
          <a:xfrm>
            <a:off x="6054407" y="3801596"/>
            <a:ext cx="571500" cy="2794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84" name="OTLSHAPE_T_a0d599e8b32b4c25aa40ac071c6760ce_ShapePercentage" hidden="1"/>
          <p:cNvSpPr/>
          <p:nvPr>
            <p:custDataLst>
              <p:tags r:id="rId62"/>
            </p:custDataLst>
          </p:nvPr>
        </p:nvSpPr>
        <p:spPr>
          <a:xfrm>
            <a:off x="6054407" y="3801596"/>
            <a:ext cx="0" cy="27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85" name="OTLSHAPE_T_a0d599e8b32b4c25aa40ac071c6760ce_Duration" hidden="1"/>
          <p:cNvSpPr txBox="1"/>
          <p:nvPr>
            <p:custDataLst>
              <p:tags r:id="rId63"/>
            </p:custDataLst>
          </p:nvPr>
        </p:nvSpPr>
        <p:spPr>
          <a:xfrm>
            <a:off x="0" y="38015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786" name="OTLSHAPE_T_a0d599e8b32b4c25aa40ac071c6760ce_StartDate" hidden="1"/>
          <p:cNvSpPr txBox="1"/>
          <p:nvPr>
            <p:custDataLst>
              <p:tags r:id="rId64"/>
            </p:custDataLst>
          </p:nvPr>
        </p:nvSpPr>
        <p:spPr>
          <a:xfrm>
            <a:off x="0" y="41116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7" name="OTLSHAPE_T_a0d599e8b32b4c25aa40ac071c6760ce_EndDate" hidden="1"/>
          <p:cNvSpPr txBox="1"/>
          <p:nvPr>
            <p:custDataLst>
              <p:tags r:id="rId65"/>
            </p:custDataLst>
          </p:nvPr>
        </p:nvSpPr>
        <p:spPr>
          <a:xfrm>
            <a:off x="0" y="41116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8" name="OTLSHAPE_T_a0d599e8b32b4c25aa40ac071c6760ce_JoinedDate" hidden="1"/>
          <p:cNvSpPr txBox="1"/>
          <p:nvPr>
            <p:custDataLst>
              <p:tags r:id="rId66"/>
            </p:custDataLst>
          </p:nvPr>
        </p:nvSpPr>
        <p:spPr>
          <a:xfrm>
            <a:off x="0" y="3956621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dirty="0" smtClean="0">
                <a:solidFill>
                  <a:srgbClr val="111111"/>
                </a:solidFill>
                <a:latin typeface="Calibri" panose="020F0502020204030204" pitchFamily="34" charset="0"/>
              </a:rPr>
              <a:t>Apr 20 - May 8</a:t>
            </a:r>
            <a:endParaRPr lang="en-CA" sz="1000" spc="-4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9" name="OTLSHAPE_T_a0d599e8b32b4c25aa40ac071c6760ce_TextPercentage" hidden="1"/>
          <p:cNvSpPr txBox="1"/>
          <p:nvPr>
            <p:custDataLst>
              <p:tags r:id="rId67"/>
            </p:custDataLst>
          </p:nvPr>
        </p:nvSpPr>
        <p:spPr>
          <a:xfrm>
            <a:off x="6054407" y="394129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790" name="OTLSHAPE_T_a0d599e8b32b4c25aa40ac071c6760ce_Title"/>
          <p:cNvSpPr txBox="1"/>
          <p:nvPr>
            <p:custDataLst>
              <p:tags r:id="rId68"/>
            </p:custDataLst>
          </p:nvPr>
        </p:nvSpPr>
        <p:spPr>
          <a:xfrm>
            <a:off x="127000" y="3848268"/>
            <a:ext cx="736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10" smtClean="0">
                <a:solidFill>
                  <a:schemeClr val="dk1"/>
                </a:solidFill>
                <a:latin typeface="Calibri" panose="020F0502020204030204" pitchFamily="34" charset="0"/>
              </a:rPr>
              <a:t>UAT Testing</a:t>
            </a:r>
            <a:endParaRPr lang="en-CA" sz="1200" b="1" spc="-1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791" name="OTLSHAPE_T_460eed6a1963409ab155b64071c3f445_Shape"/>
          <p:cNvSpPr/>
          <p:nvPr>
            <p:custDataLst>
              <p:tags r:id="rId69"/>
            </p:custDataLst>
          </p:nvPr>
        </p:nvSpPr>
        <p:spPr>
          <a:xfrm>
            <a:off x="6683307" y="4207996"/>
            <a:ext cx="1206500" cy="2794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92" name="OTLSHAPE_T_460eed6a1963409ab155b64071c3f445_ShapePercentage" hidden="1"/>
          <p:cNvSpPr/>
          <p:nvPr>
            <p:custDataLst>
              <p:tags r:id="rId70"/>
            </p:custDataLst>
          </p:nvPr>
        </p:nvSpPr>
        <p:spPr>
          <a:xfrm>
            <a:off x="6683307" y="420799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93" name="OTLSHAPE_T_460eed6a1963409ab155b64071c3f445_Duration" hidden="1"/>
          <p:cNvSpPr txBox="1"/>
          <p:nvPr>
            <p:custDataLst>
              <p:tags r:id="rId71"/>
            </p:custDataLst>
          </p:nvPr>
        </p:nvSpPr>
        <p:spPr>
          <a:xfrm>
            <a:off x="0" y="42079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30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794" name="OTLSHAPE_T_460eed6a1963409ab155b64071c3f445_TextPercentage" hidden="1"/>
          <p:cNvSpPr txBox="1"/>
          <p:nvPr>
            <p:custDataLst>
              <p:tags r:id="rId72"/>
            </p:custDataLst>
          </p:nvPr>
        </p:nvSpPr>
        <p:spPr>
          <a:xfrm>
            <a:off x="0" y="43630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795" name="OTLSHAPE_T_460eed6a1963409ab155b64071c3f445_StartDate" hidden="1"/>
          <p:cNvSpPr txBox="1"/>
          <p:nvPr>
            <p:custDataLst>
              <p:tags r:id="rId73"/>
            </p:custDataLst>
          </p:nvPr>
        </p:nvSpPr>
        <p:spPr>
          <a:xfrm>
            <a:off x="0" y="46730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96" name="OTLSHAPE_T_460eed6a1963409ab155b64071c3f445_EndDate" hidden="1"/>
          <p:cNvSpPr txBox="1"/>
          <p:nvPr>
            <p:custDataLst>
              <p:tags r:id="rId74"/>
            </p:custDataLst>
          </p:nvPr>
        </p:nvSpPr>
        <p:spPr>
          <a:xfrm>
            <a:off x="0" y="46730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97" name="OTLSHAPE_T_460eed6a1963409ab155b64071c3f445_JoinedDate" hidden="1"/>
          <p:cNvSpPr txBox="1"/>
          <p:nvPr>
            <p:custDataLst>
              <p:tags r:id="rId75"/>
            </p:custDataLst>
          </p:nvPr>
        </p:nvSpPr>
        <p:spPr>
          <a:xfrm>
            <a:off x="0" y="4518045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dirty="0" smtClean="0">
                <a:solidFill>
                  <a:srgbClr val="111111"/>
                </a:solidFill>
                <a:latin typeface="Calibri" panose="020F0502020204030204" pitchFamily="34" charset="0"/>
              </a:rPr>
              <a:t>May 11 - Jun 19</a:t>
            </a:r>
            <a:endParaRPr lang="en-CA" sz="1000" spc="-4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98" name="OTLSHAPE_T_460eed6a1963409ab155b64071c3f445_Title"/>
          <p:cNvSpPr txBox="1"/>
          <p:nvPr>
            <p:custDataLst>
              <p:tags r:id="rId76"/>
            </p:custDataLst>
          </p:nvPr>
        </p:nvSpPr>
        <p:spPr>
          <a:xfrm>
            <a:off x="127000" y="4254668"/>
            <a:ext cx="4572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14" smtClean="0">
                <a:solidFill>
                  <a:schemeClr val="dk1"/>
                </a:solidFill>
                <a:latin typeface="Calibri" panose="020F0502020204030204" pitchFamily="34" charset="0"/>
              </a:rPr>
              <a:t>Deploy</a:t>
            </a:r>
            <a:endParaRPr lang="en-CA" sz="1200" b="1" spc="-1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8755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oiMy4yMy4wMC4wMCIsIkVkaXRpb24iOiJQbHVzIiwiSXNQbHVzRWRpdGlvbiI6dHJ1ZX0sIkVmZmVjdCI6MSwiU3R5bGUiOnsiJGlkIjoiMyIsIlRpbWViYW5kU3R5bGUiOnsiJGlkIjoiNCIsIlNjYWxlTWFya2luZyI6MCwiU2hhcGUiOjAsIlNoYXBlU3R5bGUiOnsiJGlkIjoiNSIsIk1hcmdpbiI6eyIkaWQiOiI2IiwiVG9wIjowLCJMZWZ0IjoxMiwiUmlnaHQiOjEyLCJCb3R0b20iOjB9LCJQYWRkaW5nIjp7IiRpZCI6IjciLCJUb3AiOjcsIkxlZnQiOjAsIlJpZ2h0IjowLCJCb3R0b20iOjd9LCJCYWNrZ3JvdW5kIjp7IiRpZCI6IjgiLCJDb2xvciI6eyIkaWQiOiI5IiwiQSI6MjU1LCJSIjo2OCwiRyI6ODQsIkIiOjEwNn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NSwiQm90dG9tIjowfSwiUGFkZGluZyI6eyIkaWQiOiIxOCIsIlRvcCI6MCwiTGVmdCI6MCwiUmlnaHQiOjAsIkJvdHRvbSI6MH0sIkJhY2tncm91bmQiOnsiJGlkIjoiMTkiLCJDb2xvciI6eyIkaWQiOiIyMCIsIkEiOjI1NSwiUiI6MjU1LCJHIjoyNTUsIkIiOjI1NX19LCJJc1Zpc2libGUiOnRydW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SIsIlRvcCI6MCwiTGVmdCI6MjUsIlJpZ2h0IjowLCJCb3R0b20iOjB9LCJQYWRkaW5nIjp7IiRpZCI6IjI2IiwiVG9wIjowLCJMZWZ0IjowLCJSaWdodCI6MCwiQm90dG9tIjowfSwiQmFja2dyb3VuZCI6eyIkaWQiOiIyNyIsIkNvbG9yIjp7IiRpZCI6IjI4IiwiQSI6MjU1LCJSIjoyNTUsIkciOjI1NSwiQiI6MjU1fX0sIklzVmlzaWJsZSI6dHJ1ZSwiV2lkdGgiOjAuMCwiSGVpZ2h0IjowLjAsIkJvcmRlclN0eWxlIjpudWxsLCJQYXJlbnRTdHlsZSI6bnVsbH0sIlRvZGF5VGV4dFN0eWxlIjp7IiRpZCI6IjI5IiwiRm9udFNldHRpbmdzIjp7IiRpZCI6IjMwIiwiRm9udFNpemUiOjEyLCJGb250TmFtZSI6IkNhbGlicmkiLCJJc0JvbGQiOmZhbHNlLCJJc0l0YWxpYyI6ZmFsc2UsIklzVW5kZXJsaW5lZCI6ZmFsc2UsIlBhcmVudFN0eWxlIjpudWxsfSwiQXV0b1NpemUiOjAsIkZvcmVncm91bmQiOnsiJGlkIjoiMzEiLCJDb2xvciI6eyIkaWQiOiIz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yIsIlRvcCI6MCwiTGVmdCI6MCwiUmlnaHQiOjAsIkJvdHRvbSI6MH0sIlBhZGRpbmciOnsiJGlkIjoiMzQiLCJUb3AiOjAsIkxlZnQiOjAsIlJpZ2h0IjowLCJCb3R0b20iOjB9LCJCYWNrZ3JvdW5kIjp7IiRpZCI6IjM1IiwiQ29sb3IiOnsiJGlkIjoiMzYiLCJBIjoyNTUsIlIiOjI1NSwiRyI6MjU1LCJCIjoyNTV9fSwiSXNWaXNpYmxlIjp0cnVlLCJXaWR0aCI6MC4wLCJIZWlnaHQiOjAuMCwiQm9yZGVyU3R5bGUiOm51bGwsIlBhcmVudFN0eWxlIjpudWxsfSwiVG9kYXlNYXJrZXJTdHlsZSI6eyIkaWQiOiIzNyIsIk1hcmdpbiI6eyIkaWQiOiIzOCIsIlRvcCI6MCwiTGVmdCI6MCwiUmlnaHQiOjAsIkJvdHRvbSI6MH0sIlBhZGRpbmciOnsiJGlkIjoiMzkiLCJUb3AiOjAsIkxlZnQiOjAsIlJpZ2h0IjowLCJCb3R0b20iOjB9LCJCYWNrZ3JvdW5kIjp7IiRpZCI6IjQwIiwiQ29sb3IiOnsiJGlkIjoiNDEiLCJBIjoyNTUsIlIiOjI1NSwiRyI6MCwiQiI6MH19LCJJc1Zpc2libGUiOnRydWUsIldpZHRoIjowLjAsIkhlaWdodCI6MC4wLCJCb3JkZXJTdHlsZSI6bnVsbCwiUGFyZW50U3R5bGUiOm51bGx9LCJTY2FsZVN0eWxlIjp7IiRpZCI6IjQyIiwiU2hvd1NlZ21lbnRTZXBhcmF0b3JzIjp0cnVlLCJTZWdtZW50U2VwYXJhdG9yT3BhY2l0eSI6MzAsIkZvbnRTZXR0aW5ncyI6eyIkaWQiOiI0MyIsIkZvbnRTaXplIjoxMiwiRm9udE5hbWUiOiJDYWxpYnJpIiwiSXNCb2xkIjpmYWxzZSwiSXNJdGFsaWMiOmZhbHNlLCJJc1VuZGVybGluZWQiOmZhbHNlLCJQYXJlbnRTdHlsZSI6bnVsbH0sIkF1dG9TaXplIjowLCJGb3JlZ3JvdW5kIjp7IiRpZCI6IjQ0IiwiQ29sb3IiOnsiJGlkIjoiNDU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YiLCJUb3AiOjAsIkxlZnQiOjUsIlJpZ2h0IjowLCJCb3R0b20iOjB9LCJQYWRkaW5nIjp7IiRpZCI6IjQ3IiwiVG9wIjowLCJMZWZ0IjowLCJSaWdodCI6MCwiQm90dG9tIjowfSwiQmFja2dyb3VuZCI6eyIkaWQiOiI0OCIsIkNvbG9yIjp7IiRpZCI6IjQ5IiwiQSI6ODksIlIiOjAsIkciOjAsIkIiOjB9fSwiSXNWaXNpYmxlIjp0cnVlLCJXaWR0aCI6MC4wLCJIZWlnaHQiOjAuMCwiQm9yZGVyU3R5bGUiOm51bGwsIlBhcmVudFN0eWxlIjpudWxsfSwiRWxhcHNlZFRpbWVCYWNrZ3JvdW5kIjp7IiRpZCI6IjUwIiwiQ29sb3IiOnsiJGlkIjoiNTEiLCJBIjoxOTEsIlIiOjI1NSwiRyI6MCwiQiI6MH19LCJBcHBlbmRZZWFyT25ZZWFyQ2hhbmdlIjp0cnVlLCJFbGFwc2VkVGltZUZvcm1hdCI6MCwiVG9kYXlNYXJrZXJQb3NpdGlvbiI6MCwiUXVpY2tQb3NpdGlvbiI6MywiQWJzb2x1dGVQb3NpdGlvbiI6MTU3LjMzODI1NywiTWFyZ2luIjp7IiRpZCI6IjUyIiwiVG9wIjowLCJMZWZ0IjoxMCwiUmlnaHQiOjEwLCJCb3R0b20iOjB9LCJQYWRkaW5nIjp7IiRpZCI6IjUzIiwiVG9wIjowLCJMZWZ0IjowLCJSaWdodCI6MCwiQm90dG9tIjowfSwiQmFja2dyb3VuZCI6eyIkaWQiOiI1NCIsIkNvbG9yIjp7IiRpZCI6IjU1IiwiQSI6MjU1LCJSIjozMSwiRyI6NzMsIkIiOjEyNX19LCJJc1Zpc2libGUiOnRydWUsIldpZHRoIjowLjAsIkhlaWdodCI6MC4wLCJCb3JkZXJTdHlsZSI6bnVsbCwiUGFyZW50U3R5bGUiOm51bGx9LCJEZWZhdWx0TWlsZXN0b25lU3R5bGUiOnsiJGlkIjoiNTYiLCJTaGFwZSI6MCwiQ29ubmVjdG9yTWFyZ2luIjp7IiRpZCI6IjU3IiwiVG9wIjowLCJMZWZ0IjoyLCJSaWdodCI6MiwiQm90dG9tIjowfSwiQ29ubmVjdG9yU3R5bGUiOnsiJGlkIjoiNTgiLCJMaW5lQ29sb3IiOnsiJGlkIjoiNTkiLCIkdHlwZSI6Ik5MUkUuQ29tbW9uLkRvbS5Tb2xpZENvbG9yQnJ1c2gsIE5MUkUuQ29tbW9uIiwiQ29sb3IiOnsiJGlkIjoiNjAiLCJBIjoxMjcsIlIiOjMxLCJHIjo3MywiQiI6MTI2fX0sIkxpbmVXZWlnaHQiOjEuMCwiTGluZVR5cGUiOjAsIlBhcmVudFN0eWxlIjpudWxsfSwiSXNCZWxvd1RpbWViYW5kIjpmYWxzZSwiSGlkZURhdGUiOmZhbHNlLCJTaGFwZVNpemUiOjEsIlNwYWNpbmciOjEuMCwiUGFkZGluZyI6eyIkaWQiOiI2MSIsIlRvcCI6NywiTGVmdCI6MywiUmlnaHQiOjAsIkJvdHRvbSI6Mn0sIlNoYXBlU3R5bGUiOnsiJGlkIjoiNjIiLCJNYXJnaW4iOnsiJGlkIjoiNjMiLCJUb3AiOjAsIkxlZnQiOjAsIlJpZ2h0IjowLCJCb3R0b20iOjB9LCJQYWRkaW5nIjp7IiRpZCI6IjY0IiwiVG9wIjowLCJMZWZ0IjowLCJSaWdodCI6MCwiQm90dG9tIjowfSwiQmFja2dyb3VuZCI6eyIkaWQiOiI2NSIsIkNvbG9yIjp7IiRpZCI6IjY2IiwiQSI6MjU1LCJSIjowLCJHIjoxMTQsIkIiOjE4OH19LCJJc1Zpc2libGUiOnRydWUsIldpZHRoIjoxOC4wLCJIZWlnaHQiOjIwLjAsIkJvcmRlclN0eWxlIjp7IiRpZCI6IjY3IiwiTGluZUNvbG9yIjp7IiRpZCI6IjY4IiwiJHR5cGUiOiJOTFJFLkNvbW1vbi5Eb20uU29saWRDb2xvckJydXNoLCBOTFJFLkNvbW1vbiIsIkNvbG9yIjp7IiRpZCI6IjY5IiwiQSI6MjU1LCJSIjoyNTUsIkciOjAsIkIiOjB9fSwiTGluZVdlaWdodCI6MC4wLCJMaW5lVHlwZSI6MCwiUGFyZW50U3R5bGUiOm51bGx9LCJQYXJlbnRTdHlsZSI6bnVsbH0sIlRpdGxlU3R5bGUiOnsiJGlkIjoiNzAiLCJGb250U2V0dGluZ3MiOnsiJGlkIjoiNzEiLCJGb250U2l6ZSI6MTEsIkZvbnROYW1lIjoiQ2FsaWJyaSIsIklzQm9sZCI6dHJ1ZSwiSXNJdGFsaWMiOmZhbHNlLCJJc1VuZGVybGluZWQiOmZhbHNlLCJQYXJlbnRTdHlsZSI6bnVsbH0sIkF1dG9TaXplIjowLCJGb3JlZ3JvdW5kIjp7IiRpZCI6IjcyIiwiQ29sb3IiOnsiJGlkIjoiN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zQiLCJUb3AiOjAsIkxlZnQiOjAsIlJpZ2h0IjowLCJCb3R0b20iOjB9LCJQYWRkaW5nIjp7IiRpZCI6Ijc1IiwiVG9wIjowLCJMZWZ0IjowLCJSaWdodCI6MCwiQm90dG9tIjowfSwiQmFja2dyb3VuZCI6eyIkaWQiOiI3NiIsIkNvbG9yIjp7IiRyZWYiOiI0OSJ9fSwiSXNWaXNpYmxlIjp0cnVlLCJXaWR0aCI6MC4wLCJIZWlnaHQiOjAuMCwiQm9yZGVyU3R5bGUiOm51bGwsIlBhcmVudFN0eWxlIjpudWxsfSwiRGF0ZVN0eWxlIjp7IiRpZCI6Ijc3IiwiRm9udFNldHRpbmdzIjp7IiRpZCI6Ijc4IiwiRm9udFNpemUiOjEwLCJGb250TmFtZSI6IkNhbGlicmkiLCJJc0JvbGQiOmZhbHNlLCJJc0l0YWxpYyI6ZmFsc2UsIklzVW5kZXJsaW5lZCI6ZmFsc2UsIlBhcmVudFN0eWxlIjpudWxsfSwiQXV0b1NpemUiOjAsIkZvcmVncm91bmQiOnsiJGlkIjoiNzkiLCJDb2xvciI6eyIkaWQiOiI4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EiLCJUb3AiOjAsIkxlZnQiOjAsIlJpZ2h0IjowLCJCb3R0b20iOjB9LCJQYWRkaW5nIjp7IiRpZCI6IjgyIiwiVG9wIjowLCJMZWZ0IjowLCJSaWdodCI6MCwiQm90dG9tIjowfSwiQmFja2dyb3VuZCI6eyIkaWQiOiI4MyIsIkNvbG9yIjp7IiRyZWYiOiI0OSJ9fSwiSXNWaXNpYmxlIjp0cnVlLCJXaWR0aCI6MC4wLCJIZWlnaHQiOjAuMCwiQm9yZGVyU3R5bGUiOm51bGwsIlBhcmVudFN0eWxlIjpudWxsfSwiRGF0ZUZvcm1hdCI6eyIkaWQiOiI4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RlZmF1bHRUYXNrU3R5bGUiOnsiJGlkIjoiODUiLCJTaGFwZSI6MCwiU2hhcGVUaGlja25lc3MiOjAsIkR1cmF0aW9uRm9ybWF0IjowLCJJbmNsdWRlTm9uV29ya2luZ0RheXNJbkR1cmF0aW9uIjpmYWxzZSwiUGVyY2VudGFnZUNvbXBsZXRlU3R5bGUiOnsiJGlkIjoiODYiLCJGb250U2V0dGluZ3MiOnsiJGlkIjoiODciLCJGb250U2l6ZSI6MTAsIkZvbnROYW1lIjoiQ2FsaWJyaSIsIklzQm9sZCI6ZmFsc2UsIklzSXRhbGljIjpmYWxzZSwiSXNVbmRlcmxpbmVkIjpmYWxzZSwiUGFyZW50U3R5bGUiOm51bGx9LCJBdXRvU2l6ZSI6MCwiRm9yZWdyb3VuZCI6eyIkaWQiOiI4OCIsIkNvbG9yIjp7IiRpZCI6Ijg5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pZCI6IjkwIiwiVG9wIjowLCJMZWZ0IjowLCJSaWdodCI6MCwiQm90dG9tIjowfSwiUGFkZGluZyI6eyIkaWQiOiI5MSIsIlRvcCI6MCwiTGVmdCI6MCwiUmlnaHQiOjAsIkJvdHRvbSI6MH0sIkJhY2tncm91bmQiOnsiJGlkIjoiOTIiLCJDb2xvciI6eyIkcmVmIjoiNDkifX0sIklzVmlzaWJsZSI6dHJ1ZSwiV2lkdGgiOjAuMCwiSGVpZ2h0IjowLjAsIkJvcmRlclN0eWxlIjpudWxsLCJQYXJlbnRTdHlsZSI6bnVsbH0sIkR1cmF0aW9uU3R5bGUiOnsiJGlkIjoiOTMiLCJGb250U2V0dGluZ3MiOnsiJGlkIjoiOTQiLCJGb250U2l6ZSI6MTAsIkZvbnROYW1lIjoiQ2FsaWJyaSIsIklzQm9sZCI6ZmFsc2UsIklzSXRhbGljIjpmYWxzZSwiSXNVbmRlcmxpbmVkIjpmYWxzZSwiUGFyZW50U3R5bGUiOm51bGx9LCJBdXRvU2l6ZSI6MCwiRm9yZWdyb3VuZCI6eyIkaWQiOiI5NSIsIkNvbG9yIjp7IiRpZCI6Ijk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TciLCJUb3AiOjAsIkxlZnQiOjAsIlJpZ2h0IjowLCJCb3R0b20iOjB9LCJQYWRkaW5nIjp7IiRpZCI6Ijk4IiwiVG9wIjowLCJMZWZ0IjowLCJSaWdodCI6MCwiQm90dG9tIjowfSwiQmFja2dyb3VuZCI6eyIkaWQiOiI5OSIsIkNvbG9yIjp7IiRyZWYiOiI0OSJ9fSwiSXNWaXNpYmxlIjp0cnVlLCJXaWR0aCI6MC4wLCJIZWlnaHQiOjAuMCwiQm9yZGVyU3R5bGUiOm51bGwsIlBhcmVudFN0eWxlIjpudWxsfSwiSG9yaXpvbnRhbENvbm5lY3RvclN0eWxlIjp7IiRpZCI6IjEwMCIsIkxpbmVDb2xvciI6eyIkaWQiOiIxMDEiLCIkdHlwZSI6Ik5MUkUuQ29tbW9uLkRvbS5Tb2xpZENvbG9yQnJ1c2gsIE5MUkUuQ29tbW9uIiwiQ29sb3IiOnsiJGlkIjoiMTAyIiwiQSI6MjU1LCJSIjoyMDQsIkciOjIwNCwiQiI6MjA0fX0sIkxpbmVXZWlnaHQiOjEuMCwiTGluZVR5cGUiOjAsIlBhcmVudFN0eWxlIjpudWxsfSwiVmVydGljYWxDb25uZWN0b3JTdHlsZSI6eyIkaWQiOiIxMDMiLCJMaW5lQ29sb3IiOnsiJGlkIjoiMTA0IiwiJHR5cGUiOiJOTFJFLkNvbW1vbi5Eb20uU29saWRDb2xvckJydXNoLCBOTFJFLkNvbW1vbiIsIkNvbG9yIjp7IiRpZCI6IjEwNSIsIkEiOjI1NSwiUiI6MjA0LCJHIjoyMDQsIkIiOjIwNH1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zLCJJc0JlbG93VGltZWJhbmQiOnRydWUsIlBlcmNlbnRhZ2VDb21wbGV0ZVNoYXBlT3BhY2l0eSI6MzUsIlNoYXBlU3R5bGUiOnsiJGlkIjoiMTA2IiwiTWFyZ2luIjp7IiRpZCI6IjEwNyIsIlRvcCI6MCwiTGVmdCI6NCwiUmlnaHQiOjQsIkJvdHRvbSI6MH0sIlBhZGRpbmciOnsiJGlkIjoiMTA4IiwiVG9wIjowLCJMZWZ0IjowLCJSaWdodCI6MCwiQm90dG9tIjowfSwiQmFja2dyb3VuZCI6eyIkaWQiOiIxMDkiLCJDb2xvciI6eyIkaWQiOiIxMTAiLCJBIjoyNTUsIlIiOjAsIkciOjExNCwiQiI6MTg4fX0sIklzVmlzaWJsZSI6dHJ1ZSwiV2lkdGgiOjAuMCwiSGVpZ2h0IjoxMC4wLCJCb3JkZXJTdHlsZSI6eyIkaWQiOiIxMTEiLCJMaW5lQ29sb3IiOnsiJGlkIjoiMTEyIiwiJHR5cGUiOiJOTFJFLkNvbW1vbi5Eb20uU29saWRDb2xvckJydXNoLCBOTFJFLkNvbW1vbiIsIkNvbG9yIjp7IiRpZCI6IjExMyIsIkEiOjI1NSwiUiI6MjU1LCJHIjowLCJCIjowfX0sIkxpbmVXZWlnaHQiOjAuMCwiTGluZVR5cGUiOjAsIlBhcmVudFN0eWxlIjpudWxsfSwiUGFyZW50U3R5bGUiOm51bGx9LCJUaXRsZVN0eWxlIjp7IiRpZCI6IjExNCIsIkZvbnRTZXR0aW5ncyI6eyIkaWQiOiIxMTUiLCJGb250U2l6ZSI6MTEsIkZvbnROYW1lIjoiQ2FsaWJyaSIsIklzQm9sZCI6dHJ1ZSwiSXNJdGFsaWMiOmZhbHNlLCJJc1VuZGVybGluZWQiOmZhbHNlLCJQYXJlbnRTdHlsZSI6bnVsbH0sIkF1dG9TaXplIjowLCJGb3JlZ3JvdW5kIjp7IiRpZCI6IjExNiIsIkNvbG9yIjp7IiRpZCI6IjExN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giLCJUb3AiOjAsIkxlZnQiOjAsIlJpZ2h0IjowLCJCb3R0b20iOjB9LCJQYWRkaW5nIjp7IiRpZCI6IjExOSIsIlRvcCI6MCwiTGVmdCI6MCwiUmlnaHQiOjAsIkJvdHRvbSI6MH0sIkJhY2tncm91bmQiOnsiJGlkIjoiMTIwIiwiQ29sb3IiOnsiJHJlZiI6IjQ5In19LCJJc1Zpc2libGUiOnRydWUsIldpZHRoIjowLjAsIkhlaWdodCI6MC4wLCJCb3JkZXJTdHlsZSI6bnVsbCwiUGFyZW50U3R5bGUiOm51bGx9LCJEYXRlU3R5bGUiOnsiJGlkIjoiMTIxIiwiRm9udFNldHRpbmdzIjp7IiRpZCI6IjEyMiIsIkZvbnRTaXplIjoxMCwiRm9udE5hbWUiOiJDYWxpYnJpIiwiSXNCb2xkIjpmYWxzZSwiSXNJdGFsaWMiOmZhbHNlLCJJc1VuZGVybGluZWQiOmZhbHNlLCJQYXJlbnRTdHlsZSI6bnVsbH0sIkF1dG9TaXplIjowLCJGb3JlZ3JvdW5kIjp7IiRpZCI6IjEyMyIsIkNvbG9yIjp7IiRpZCI6IjEy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1IiwiVG9wIjowLCJMZWZ0IjowLCJSaWdodCI6MCwiQm90dG9tIjowfSwiUGFkZGluZyI6eyIkaWQiOiIxMjYiLCJUb3AiOjAsIkxlZnQiOjAsIlJpZ2h0IjowLCJCb3R0b20iOjB9LCJCYWNrZ3JvdW5kIjp7IiRpZCI6IjEyNyIsIkNvbG9yIjp7IiRyZWYiOiI0OSJ9fSwiSXNWaXNpYmxlIjp0cnVlLCJXaWR0aCI6MC4wLCJIZWlnaHQiOjAuMCwiQm9yZGVyU3R5bGUiOm51bGwsIlBhcmVudFN0eWxlIjpudWxsfSwiRGF0ZUZvcm1hdCI6eyIkaWQiOiIx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wsIl9leHBsaWNpdGx5U2V0Ijp7IiRpZCI6IjEyO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Jc1Zpc2libGUiOmZhbHNlfX0sIlNob3dFbGFwc2VkVGltZUdyYWRpZW50U3R5bGUiOmZhbHNlfSwiU2NhbGUiOnsiJGlkIjoiMTMwIiwiU3RhcnREYXRlIjoiMDAwMS0wMS0wMVQwMDowMDowMCIsIkVuZERhdGUiOiIyMDIxLTExLTIyVDAwOjAwOjAwIiwiRm9ybWF0IjoiTU1NIiwiVHlwZSI6MiwiQXV0b0RhdGVSYW5nZSI6dHJ1ZSwiV29ya2luZ0RheXMiOjMxLCJUb2RheU1hcmtlclRleHQiOiJUb2RheSIsIkF1dG9TY2FsZVR5cGUiOnRydWV9LCJNaWxlc3RvbmVzIjpbeyIkaWQiOiIxMzEiLCJEYXRlIjoiMjAxOS0xMS0wMVQwMDowMDowMCIsIlN0eWxlIjp7IiRpZCI6IjEzMiIsIlNoYXBlIjoxNiwiQ29ubmVjdG9yTWFyZ2luIjp7IiRyZWYiOiI1NyJ9LCJDb25uZWN0b3JTdHlsZSI6eyIkaWQiOiIxMzMiLCJMaW5lQ29sb3IiOnsiJGlkIjoiMTM0IiwiJHR5cGUiOiJOTFJFLkNvbW1vbi5Eb20uU29saWRDb2xvckJydXNoLCBOTFJFLkNvbW1vbiIsIkNvbG9yIjp7IiRpZCI6IjEzNSIsIkEiOjI1NSwiUiI6MjU1LCJHIjoyNTUsIkIiOjI1NX19LCJMaW5lV2VpZ2h0IjoxLjAsIkxpbmVUeXBlIjowLCJQYXJlbnRTdHlsZSI6bnVsbH0sIklzQmVsb3dUaW1lYmFuZCI6ZmFsc2UsIkhpZGVEYXRlIjpmYWxzZSwiU2hhcGVTaXplIjowLCJTcGFjaW5nIjoxLjAsIlBhZGRpbmciOnsiJHJlZiI6IjYxIn0sIlNoYXBlU3R5bGUiOnsiJGlkIjoiMTM2IiwiTWFyZ2luIjp7IiRyZWYiOiI2MyJ9LCJQYWRkaW5nIjp7IiRyZWYiOiI2NCJ9LCJCYWNrZ3JvdW5kIjp7IiRpZCI6IjEzNyIsIkNvbG9yIjp7IiRpZCI6IjEzOCIsIkEiOjI1NSwiUiI6MjU1LCJHIjoyNTUsIkIiOjI1NX19LCJJc1Zpc2libGUiOnRydWUsIldpZHRoIjoxMi4wLCJIZWlnaHQiOjE0LjAsIkJvcmRlclN0eWxlIjp7IiRpZCI6IjEzOSIsIkxpbmVDb2xvciI6eyIkcmVmIjoiNjgifSwiTGluZVdlaWdodCI6MC4wLCJMaW5lVHlwZSI6MCwiUGFyZW50U3R5bGUiOm51bGx9LCJQYXJlbnRTdHlsZSI6bnVsbH0sIlRpdGxlU3R5bGUiOnsiJGlkIjoiMTQwIiwiRm9udFNldHRpbmdzIjp7IiRpZCI6IjE0MSIsIkZvbnRTaXplIjoxMSwiRm9udE5hbWUiOiJDYWxpYnJpIiwiSXNCb2xkIjp0cnVlLCJJc0l0YWxpYyI6ZmFsc2UsIklzVW5kZXJsaW5lZCI6ZmFsc2UsIlBhcmVudFN0eWxlIjpudWxsfSwiQXV0b1NpemUiOjAsIkZvcmVncm91bmQiOnsiJGlkIjoiMTQyIiwiQ29sb3IiOnsiJGlkIjoiMTQz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3NCJ9LCJQYWRkaW5nIjp7IiRyZWYiOiI3NSJ9LCJCYWNrZ3JvdW5kIjp7IiRyZWYiOiI3NiJ9LCJJc1Zpc2libGUiOnRydWUsIldpZHRoIjowLjAsIkhlaWdodCI6MC4wLCJCb3JkZXJTdHlsZSI6eyIkaWQiOiIxNDQiLCJMaW5lQ29sb3IiOm51bGwsIkxpbmVXZWlnaHQiOjAuMCwiTGluZVR5cGUiOjAsIlBhcmVudFN0eWxlIjpudWxsfSwiUGFyZW50U3R5bGUiOm51bGx9LCJEYXRlU3R5bGUiOnsiJGlkIjoiMTQ1IiwiRm9udFNldHRpbmdzIjp7IiRpZCI6IjE0NiIsIkZvbnRTaXplIjoxMCwiRm9udE5hbWUiOiJDYWxpYnJpIiwiSXNCb2xkIjpmYWxzZSwiSXNJdGFsaWMiOmZhbHNlLCJJc1VuZGVybGluZWQiOmZhbHNlLCJQYXJlbnRTdHlsZSI6bnVsbH0sIkF1dG9TaXplIjowLCJGb3JlZ3JvdW5kIjp7IiRyZWYiOiI3OSJ9LCJNYXhXaWR0aCI6MjAwLjAsIk1heEhlaWdodCI6IkluZmluaXR5IiwiU21hcnRGb3JlZ3JvdW5kSXNBY3RpdmUiOmZhbHNlLCJIb3Jpem9udGFsQWxpZ25tZW50IjowLCJWZXJ0aWNhbEFsaWdubWVudCI6MCwiU21hcnRGb3JlZ3JvdW5kIjpudWxsLCJCYWNrZ3JvdW5kRmlsbFR5cGUiOjAsIk1hcmdpbiI6eyIkcmVmIjoiODEifSwiUGFkZGluZyI6eyIkcmVmIjoiODIifSwiQmFja2dyb3VuZCI6eyIkcmVmIjoiODMifSwiSXNWaXNpYmxlIjpmYWxzZSwiV2lkdGgiOjAuMCwiSGVpZ2h0IjowLjAsIkJvcmRlclN0eWxlIjp7IiRpZCI6IjE0NyIsIkxpbmVDb2xvciI6bnVsbCwiTGluZVdlaWdodCI6MC4wLCJMaW5lVHlwZSI6MCwiUGFyZW50U3R5bGUiOm51bGx9LCJQYXJlbnRTdHlsZSI6bnVsbH0sIkRhdGVGb3JtYXQiOnsiJHJlZiI6Ijg0In0sIklzVmlzaWJsZSI6dHJ1ZSwiUGFyZW50U3R5bGUiOm51bGx9LCJJbmRleCI6MiwiUGVyY2VudGFnZUNvbXBsZXRlIjpudWxsLCJQb3NpdGlvbiI6eyJSYXRpbyI6MC4wLCJJc0N1c3RvbSI6ZmFsc2V9LCJEYXRlRm9ybWF0Ijp7IiRyZWYiOiI4NCJ9LCJJZCI6ImVmMjk3YjcxLWUzNzUtNDliMC1iOGY4LTY3YzhjMzRmMzMwNSIsIkltcG9ydElkIjpudWxsLCJUaXRsZSI6IlN0YXJ0IiwiTm90ZSI6bnVsbCwiSHlwZXJsaW5rIjpudWxsLCJJc0NoYW5nZWQiOmZhbHNlLCJJc05ldyI6ZmFsc2V9LHsiJGlkIjoiMTQ4IiwiRGF0ZSI6IjIwMjAtMDYtMDhUMDA6MDA6MDAiLCJTdHlsZSI6eyIkaWQiOiIxNDkiLCJTaGFwZSI6MCwiQ29ubmVjdG9yTWFyZ2luIjp7IiRyZWYiOiI1NyJ9LCJDb25uZWN0b3JTdHlsZSI6eyIkaWQiOiIxNTAiLCJMaW5lQ29sb3IiOnsiJHJlZiI6IjU5In0sIkxpbmVXZWlnaHQiOjEuMCwiTGluZVR5cGUiOjAsIlBhcmVudFN0eWxlIjpudWxsfSwiSXNCZWxvd1RpbWViYW5kIjpmYWxzZSwiSGlkZURhdGUiOmZhbHNlLCJTaGFwZVNpemUiOjEsIlNwYWNpbmciOjEuMCwiUGFkZGluZyI6eyIkcmVmIjoiNjEifSwiU2hhcGVTdHlsZSI6eyIkaWQiOiIxNTEiLCJNYXJnaW4iOnsiJHJlZiI6IjYzIn0sIlBhZGRpbmciOnsiJHJlZiI6IjY0In0sIkJhY2tncm91bmQiOnsiJGlkIjoiMTUyIiwiQ29sb3IiOnsiJGlkIjoiMTUzIiwiQSI6MjU1LCJSIjo3OSwiRyI6MTI5LCJCIjoxODl9fSwiSXNWaXNpYmxlIjp0cnVlLCJXaWR0aCI6MTguMCwiSGVpZ2h0IjoyMC4wLCJCb3JkZXJTdHlsZSI6eyIkaWQiOiIxNTQiLCJMaW5lQ29sb3IiOnsiJHJlZiI6IjY4In0sIkxpbmVXZWlnaHQiOjAuMCwiTGluZVR5cGUiOjAsIlBhcmVudFN0eWxlIjpudWxsfSwiUGFyZW50U3R5bGUiOm51bGx9LCJUaXRsZVN0eWxlIjp7IiRpZCI6IjE1NSIsIkZvbnRTZXR0aW5ncyI6eyIkaWQiOiIxNTYiLCJGb250U2l6ZSI6MTEsIkZvbnROYW1lIjoiQ2FsaWJyaSIsIklzQm9sZCI6dHJ1ZSwiSXNJdGFsaWMiOmZhbHNlLCJJc1VuZGVybGluZWQiOmZhbHNlLCJQYXJlbnRTdHlsZSI6bnVsbH0sIkF1dG9TaXplIjowLCJGb3JlZ3JvdW5kIjp7IiRpZCI6IjE1NyIsIkNvbG9yIjp7IiRpZCI6IjE1OCIsIkEiOjI1NSwiUiI6MCwiRyI6MCwiQiI6MH19LCJNYXhXaWR0aCI6MjAwLjAsIk1heEhlaWdodCI6IkluZmluaXR5IiwiU21hcnRGb3JlZ3JvdW5kSXNBY3RpdmUiOmZhbHNlLCJIb3Jpem9udGFsQWxpZ25tZW50IjoxLCJWZXJ0aWNhbEFsaWdubWVudCI6MCwiU21hcnRGb3JlZ3JvdW5kIjpudWxsLCJCYWNrZ3JvdW5kRmlsbFR5cGUiOjAsIk1hcmdpbiI6eyIkcmVmIjoiNzQifSwiUGFkZGluZyI6eyIkcmVmIjoiNzUifSwiQmFja2dyb3VuZCI6eyIkcmVmIjoiNzYifSwiSXNWaXNpYmxlIjp0cnVlLCJXaWR0aCI6MC4wLCJIZWlnaHQiOjAuMCwiQm9yZGVyU3R5bGUiOnsiJGlkIjoiMTU5IiwiTGluZUNvbG9yIjpudWxsLCJMaW5lV2VpZ2h0IjowLjAsIkxpbmVUeXBlIjowLCJQYXJlbnRTdHlsZSI6bnVsbH0sIlBhcmVudFN0eWxlIjpudWxsfSwiRGF0ZVN0eWxlIjp7IiRpZCI6IjE2MCIsIkZvbnRTZXR0aW5ncyI6eyIkaWQiOiIxNjEiLCJGb250U2l6ZSI6MTAsIkZvbnROYW1lIjoiQ2FsaWJyaSIsIklzQm9sZCI6ZmFsc2UsIklzSXRhbGljIjpmYWxzZSwiSXNVbmRlcmxpbmVkIjpmYWxzZSwiUGFyZW50U3R5bGUiOm51bGx9LCJBdXRvU2l6ZSI6MCwiRm9yZWdyb3VuZCI6eyIkaWQiOiIxNjIiLCJDb2xvciI6eyIkaWQiOiIxN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4MSJ9LCJQYWRkaW5nIjp7IiRyZWYiOiI4MiJ9LCJCYWNrZ3JvdW5kIjp7IiRyZWYiOiI4MyJ9LCJJc1Zpc2libGUiOmZhbHNlLCJXaWR0aCI6MC4wLCJIZWlnaHQiOjAuMCwiQm9yZGVyU3R5bGUiOnsiJGlkIjoiMTY0IiwiTGluZUNvbG9yIjpudWxsLCJMaW5lV2VpZ2h0IjowLjAsIkxpbmVUeXBlIjowLCJQYXJlbnRTdHlsZSI6bnVsbH0sIlBhcmVudFN0eWxlIjpudWxsfSwiRGF0ZUZvcm1hdCI6eyIkcmVmIjoiODQifSwiSXNWaXNpYmxlIjp0cnVlLCJQYXJlbnRTdHlsZSI6bnVsbH0sIkluZGV4Ijo3LCJQZXJjZW50YWdlQ29tcGxldGUiOm51bGwsIlBvc2l0aW9uIjp7IlJhdGlvIjowLjAsIklzQ3VzdG9tIjpmYWxzZX0sIkRhdGVGb3JtYXQiOnsiJHJlZiI6Ijg0In0sIklkIjoiM2MwZWNjMDktNGUxMS00NDIzLTg1ZWMtNDgyMjhiYjNiMmRlIiwiSW1wb3J0SWQiOm51bGwsIlRpdGxlIjoiTW90aXZlIE1WUCBGcmllbmRzIGFuZCBGYW1pbHkgTGF1bmNoIiwiTm90ZSI6bnVsbCwiSHlwZXJsaW5rIjpudWxsLCJJc0NoYW5nZWQiOmZhbHNlLCJJc05ldyI6ZmFsc2V9LHsiJGlkIjoiMTY1IiwiRGF0ZSI6IjIwMjAtMDYtMjlUMjM6NTk6MDBaIiwiU3R5bGUiOnsiJGlkIjoiMTY2IiwiU2hhcGUiOjAsIkNvbm5lY3Rvck1hcmdpbiI6eyIkcmVmIjoiNTcifSwiQ29ubmVjdG9yU3R5bGUiOnsiJGlkIjoiMTY3IiwiTGluZUNvbG9yIjp7IiRyZWYiOiI1OSJ9LCJMaW5lV2VpZ2h0IjoxLjAsIkxpbmVUeXBlIjowLCJQYXJlbnRTdHlsZSI6bnVsbH0sIklzQmVsb3dUaW1lYmFuZCI6ZmFsc2UsIkhpZGVEYXRlIjpmYWxzZSwiU2hhcGVTaXplIjoxLCJTcGFjaW5nIjoxLjAsIlBhZGRpbmciOnsiJHJlZiI6IjYxIn0sIlNoYXBlU3R5bGUiOnsiJGlkIjoiMTY4IiwiTWFyZ2luIjp7IiRyZWYiOiI2MyJ9LCJQYWRkaW5nIjp7IiRyZWYiOiI2NCJ9LCJCYWNrZ3JvdW5kIjp7IiRpZCI6IjE2OSIsIkNvbG9yIjp7IiRpZCI6IjE3MCIsIkEiOjI1NSwiUiI6NzksIkciOjEyOSwiQiI6MTg5fX0sIklzVmlzaWJsZSI6dHJ1ZSwiV2lkdGgiOjE4LjAsIkhlaWdodCI6MjAuMCwiQm9yZGVyU3R5bGUiOnsiJGlkIjoiMTcxIiwiTGluZUNvbG9yIjp7IiRyZWYiOiI2OCJ9LCJMaW5lV2VpZ2h0IjowLjAsIkxpbmVUeXBlIjowLCJQYXJlbnRTdHlsZSI6bnVsbH0sIlBhcmVudFN0eWxlIjpudWxsfSwiVGl0bGVTdHlsZSI6eyIkaWQiOiIxNzIiLCJGb250U2V0dGluZ3MiOnsiJGlkIjoiMTczIiwiRm9udFNpemUiOjExLCJGb250TmFtZSI6IkNhbGlicmkiLCJJc0JvbGQiOnRydWUsIklzSXRhbGljIjpmYWxzZSwiSXNVbmRlcmxpbmVkIjpmYWxzZSwiUGFyZW50U3R5bGUiOm51bGx9LCJBdXRvU2l6ZSI6MCwiRm9yZWdyb3VuZCI6eyIkaWQiOiIxNzQiLCJDb2xvciI6eyIkaWQiOiIxNzU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E3NiIsIkxpbmVDb2xvciI6bnVsbCwiTGluZVdlaWdodCI6MC4wLCJMaW5lVHlwZSI6MCwiUGFyZW50U3R5bGUiOm51bGx9LCJQYXJlbnRTdHlsZSI6bnVsbH0sIkRhdGVTdHlsZSI6eyIkaWQiOiIxNzciLCJGb250U2V0dGluZ3MiOnsiJGlkIjoiMTc4IiwiRm9udFNpemUiOjEwLCJGb250TmFtZSI6IkNhbGlicmkiLCJJc0JvbGQiOmZhbHNlLCJJc0l0YWxpYyI6ZmFsc2UsIklzVW5kZXJsaW5lZCI6ZmFsc2UsIlBhcmVudFN0eWxlIjpudWxsfSwiQXV0b1NpemUiOjAsIkZvcmVncm91bmQiOnsiJGlkIjoiMTc5IiwiQ29sb3IiOnsiJGlkIjoiMTg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ODEifSwiUGFkZGluZyI6eyIkcmVmIjoiODIifSwiQmFja2dyb3VuZCI6eyIkcmVmIjoiODMifSwiSXNWaXNpYmxlIjp0cnVlLCJXaWR0aCI6MC4wLCJIZWlnaHQiOjAuMCwiQm9yZGVyU3R5bGUiOnsiJGlkIjoiMTgxIiwiTGluZUNvbG9yIjpudWxsLCJMaW5lV2VpZ2h0IjowLjAsIkxpbmVUeXBlIjowLCJQYXJlbnRTdHlsZSI6bnVsbH0sIlBhcmVudFN0eWxlIjpudWxsfSwiRGF0ZUZvcm1hdCI6eyIkcmVmIjoiODQifSwiSXNWaXNpYmxlIjp0cnVlLCJQYXJlbnRTdHlsZSI6bnVsbH0sIkluZGV4Ijo4LCJQZXJjZW50YWdlQ29tcGxldGUiOm51bGwsIlBvc2l0aW9uIjp7IlJhdGlvIjowLjAsIklzQ3VzdG9tIjpmYWxzZX0sIkRhdGVGb3JtYXQiOnsiJHJlZiI6Ijg0In0sIklkIjoiMzU2YTU3ZDktOGZlYi00ZjFjLTliZWMtYzYyYTVlMWUzNTU3IiwiSW1wb3J0SWQiOm51bGwsIlRpdGxlIjoiTW90aXZlIE1WUCBMYXVuY2giLCJOb3RlIjpudWxsLCJIeXBlcmxpbmsiOm51bGwsIklzQ2hhbmdlZCI6ZmFsc2UsIklzTmV3IjpmYWxzZX1dLCJUYXNrcyI6W3siJGlkIjoiMTgyIiwiR3JvdXBOYW1lIjpudWxsLCJTdGFydERhdGUiOiIyMDE5LTEyLTE2VDAwOjAwOjAwWiIsIkVuZERhdGUiOiIyMDIwLTA2LTE5VDIzOjU5OjAwWiIsIlBlcmNlbnRhZ2VDb21wbGV0ZSI6MC4wLCJTdHlsZSI6eyIkaWQiOiIxODMiLCJTaGFwZSI6MywiU2hhcGVUaGlja25lc3MiOjIsIkR1cmF0aW9uRm9ybWF0IjowLCJJbmNsdWRlTm9uV29ya2luZ0RheXNJbkR1cmF0aW9uIjpmYWxzZSwiUGVyY2VudGFnZUNvbXBsZXRlU3R5bGUiOnsiJGlkIjoiMTg0IiwiRm9udFNldHRpbmdzIjp7IiRpZCI6IjE4NSIsIkZvbnRTaXplIjoxMCwiRm9udE5hbWUiOiJDYWxpYnJpIiwiSXNCb2xkIjp0cnVlLCJJc0l0YWxpYyI6ZmFsc2UsIklzVW5kZXJsaW5lZCI6ZmFsc2UsIlBhcmVudFN0eWxlIjpudWxsfSwiQXV0b1NpemUiOjAsIkZvcmVncm91bmQiOnsiJGlkIjoiMTg2IiwiQ29sb3IiOnsiJGlkIjoiMTg3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yZWYiOiI5MCJ9LCJQYWRkaW5nIjp7IiRyZWYiOiI5MSJ9LCJCYWNrZ3JvdW5kIjp7IiRyZWYiOiI5MiJ9LCJJc1Zpc2libGUiOnRydWUsIldpZHRoIjowLjAsIkhlaWdodCI6MC4wLCJCb3JkZXJTdHlsZSI6eyIkaWQiOiIxODgiLCJMaW5lQ29sb3IiOm51bGwsIkxpbmVXZWlnaHQiOjAuMCwiTGluZVR5cGUiOjAsIlBhcmVudFN0eWxlIjpudWxsfSwiUGFyZW50U3R5bGUiOm51bGx9LCJEdXJhdGlvblN0eWxlIjp7IiRpZCI6IjE4OSIsIkZvbnRTZXR0aW5ncyI6eyIkaWQiOiIxOTAiLCJGb250U2l6ZSI6MTAsIkZvbnROYW1lIjoiQ2FsaWJyaSIsIklzQm9sZCI6ZmFsc2UsIklzSXRhbGljIjpmYWxzZSwiSXNVbmRlcmxpbmVkIjpmYWxzZSwiUGFyZW50U3R5bGUiOm51bGx9LCJBdXRvU2l6ZSI6MCwiRm9yZWdyb3VuZCI6eyIkcmVmIjoiOTUi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E5MSIsIkxpbmVDb2xvciI6bnVsbCwiTGluZVdlaWdodCI6MC4wLCJMaW5lVHlwZSI6MCwiUGFyZW50U3R5bGUiOm51bGx9LCJQYXJlbnRTdHlsZSI6bnVsbH0sIkhvcml6b250YWxDb25uZWN0b3JTdHlsZSI6eyIkaWQiOiIxOTIiLCJMaW5lQ29sb3IiOnsiJGlkIjoiMTkzIiwiJHR5cGUiOiJOTFJFLkNvbW1vbi5Eb20uU29saWRDb2xvckJydXNoLCBOTFJFLkNvbW1vbiIsIkNvbG9yIjp7IiRpZCI6IjE5NCIsIkEiOjI1NSwiUiI6MjA0LCJHIjoyMDQsIkIiOjIwNH19LCJMaW5lV2VpZ2h0IjowLjAsIkxpbmVUeXBlIjowLCJQYXJlbnRTdHlsZSI6bnVsbH0sIlZlcnRpY2FsQ29ubmVjdG9yU3R5bGUiOnsiJGlkIjoiMTk1IiwiTGluZUNvbG9yIjp7IiRyZWYiOiIxMDQifSwiTGluZVdlaWdodCI6MC4wLCJMaW5lVHlwZSI6MCwiUGFyZW50U3R5bGUiOm51bGx9LCJNYXJnaW4iOm51bGwsIlN0YXJ0RGF0ZVBvc2l0aW9uIjo2LCJFbmREYXRlUG9zaXRpb24iOjYsIkRhdGVJc1Zpc2libGUiOmZhbHNlLCJUaXRsZVBvc2l0aW9uIjo1LCJEdXJhdGlvblBvc2l0aW9uIjo2LCJQZXJjZW50YWdlQ29tcGxldGVkUG9zaXRpb24iOjYsIlNwYWNpbmciOjEwLCJJc0JlbG93VGltZWJhbmQiOnRydWUsIlBlcmNlbnRhZ2VDb21wbGV0ZVNoYXBlT3BhY2l0eSI6MzUsIlNoYXBlU3R5bGUiOnsiJGlkIjoiMTk2IiwiTWFyZ2luIjp7IiRyZWYiOiIxMDcifSwiUGFkZGluZyI6eyIkcmVmIjoiMTA4In0sIkJhY2tncm91bmQiOnsiJGlkIjoiMTk3IiwiQ29sb3IiOnsiJGlkIjoiMTk4IiwiQSI6MjU1LCJSIjowLCJHIjoxMTQsIkIiOjE4OH19LCJJc1Zpc2libGUiOnRydWUsIldpZHRoIjowLjAsIkhlaWdodCI6MjIuMCwiQm9yZGVyU3R5bGUiOnsiJGlkIjoiMTk5IiwiTGluZUNvbG9yIjp7IiRyZWYiOiIxMTIifSwiTGluZVdlaWdodCI6MC4wLCJMaW5lVHlwZSI6MCwiUGFyZW50U3R5bGUiOm51bGx9LCJQYXJlbnRTdHlsZSI6bnVsbH0sIlRpdGxlU3R5bGUiOnsiJGlkIjoiMjAwIiwiRm9udFNldHRpbmdzIjp7IiRpZCI6IjIwMSIsIkZvbnRTaXplIjoxMiwiRm9udE5hbWUiOiJDYWxpYnJpIiwiSXNCb2xkIjp0cnVlLCJJc0l0YWxpYyI6ZmFsc2UsIklzVW5kZXJsaW5lZCI6ZmFsc2UsIlBhcmVudFN0eWxlIjpudWxsfSwiQXV0b1NpemUiOjAsIkZvcmVncm91bmQiOnsiJGlkIjoiMjAyIiwiQ29sb3IiOnsiJGlkIjoiMjAzIiwiQSI6MjU1LCJSIjoyMzQsIkciOjIyLCJCIjozMH19LCJNYXhXaWR0aCI6NzIwLjAsIk1heEhlaWdodCI6IkluZmluaXR5IiwiU21hcnRGb3JlZ3JvdW5kSXNBY3RpdmUiOmZhbHNlLCJIb3Jpem9udGFsQWxpZ25tZW50Ijow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MjA0IiwiTGluZUNvbG9yIjpudWxsLCJMaW5lV2VpZ2h0IjowLjAsIkxpbmVUeXBlIjowLCJQYXJlbnRTdHlsZSI6bnVsbH0sIlBhcmVudFN0eWxlIjpudWxsfSwiRGF0ZVN0eWxlIjp7IiRpZCI6IjIwNSIsIkZvbnRTZXR0aW5ncyI6eyIkaWQiOiIyMDYiLCJGb250U2l6ZSI6MTAsIkZvbnROYW1lIjoiQ2FsaWJyaSIsIklzQm9sZCI6ZmFsc2UsIklzSXRhbGljIjpmYWxzZSwiSXNVbmRlcmxpbmVkIjpmYWxzZSwiUGFyZW50U3R5bGUiOm51bGx9LCJBdXRvU2l6ZSI6MCwiRm9yZWdyb3VuZCI6eyIkaWQiOiIyMDciLCJDb2xvciI6eyIkaWQiOiIyMDg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SJ9LCJQYWRkaW5nIjp7IiRyZWYiOiIxMjYifSwiQmFja2dyb3VuZCI6eyIkcmVmIjoiMTI3In0sIklzVmlzaWJsZSI6dHJ1ZSwiV2lkdGgiOjAuMCwiSGVpZ2h0IjowLjAsIkJvcmRlclN0eWxlIjp7IiRpZCI6IjIwOSIsIkxpbmVDb2xvciI6bnVsbCwiTGluZVdlaWdodCI6MC4wLCJMaW5lVHlwZSI6MCwiUGFyZW50U3R5bGUiOm51bGx9LCJQYXJlbnRTdHlsZSI6bnVsbH0sIkRhdGVGb3JtYXQiOnsiJHJlZiI6IjEyOCJ9LCJJc1Zpc2libGUiOnRydWUsIlBhcmVudFN0eWxlIjpudWxsfSwiSW5kZXgiOjEsIlNtYXJ0RHVyYXRpb25BY3RpdmF0ZWQiOmZhbHNlLCJEYXRlRm9ybWF0Ijp7IiRyZWYiOiIxMjgifSwiSWQiOiI5ODgyYjE3Zi00MGQ1LTQ1ZGYtOGEyNy00Y2MwOGU3NDUyYTIiLCJJbXBvcnRJZCI6bnVsbCwiVGl0bGUiOiJNb3RpdmUgTVZQIERDTyIsIk5vdGUiOm51bGwsIkh5cGVybGluayI6bnVsbCwiSXNDaGFuZ2VkIjpmYWxzZSwiSXNOZXciOmZhbHNlfSx7IiRpZCI6IjIxMCIsIkdyb3VwTmFtZSI6bnVsbCwiU3RhcnREYXRlIjoiMjAxOS0xMi0xNlQwMDowMDowMFoiLCJFbmREYXRlIjoiMjAyMC0wMS0wM1QyMzo1OTowMFoiLCJQZXJjZW50YWdlQ29tcGxldGUiOjAuMCwiU3R5bGUiOnsiJGlkIjoiMjExIiwiU2hhcGUiOjAsIlNoYXBlVGhpY2tuZXNzIjoyLCJEdXJhdGlvbkZvcm1hdCI6MCwiSW5jbHVkZU5vbldvcmtpbmdEYXlzSW5EdXJhdGlvbiI6ZmFsc2UsIlBlcmNlbnRhZ2VDb21wbGV0ZVN0eWxlIjp7IiRpZCI6IjIxMiIsIkZvbnRTZXR0aW5ncyI6eyIkaWQiOiIyMTMiLCJGb250U2l6ZSI6MTAsIkZvbnROYW1lIjoiQ2FsaWJyaSIsIklzQm9sZCI6ZmFsc2UsIklzSXRhbGljIjpmYWxzZSwiSXNVbmRlcmxpbmVkIjpmYWxzZSwiUGFyZW50U3R5bGUiOm51bGx9LCJBdXRvU2l6ZSI6MCwiRm9yZWdyb3VuZCI6eyIkaWQiOiIyMTQiLCJDb2xvciI6eyIkaWQiOiIyMTU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IxNiIsIkxpbmVDb2xvciI6bnVsbCwiTGluZVdlaWdodCI6MC4wLCJMaW5lVHlwZSI6MCwiUGFyZW50U3R5bGUiOm51bGx9LCJQYXJlbnRTdHlsZSI6bnVsbH0sIkR1cmF0aW9uU3R5bGUiOnsiJGlkIjoiMjE3IiwiRm9udFNldHRpbmdzIjp7IiRpZCI6IjIxOC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wLCJWZXJ0aWNhbEFsaWdubWVudCI6MCwiU21hcnRGb3JlZ3JvdW5kIjpudWxsLCJCYWNrZ3JvdW5kRmlsbFR5cGUiOjAsIk1hcmdpbiI6eyIkcmVmIjoiOTcifSwiUGFkZGluZyI6eyIkcmVmIjoiOTgifSwiQmFja2dyb3VuZCI6eyIkcmVmIjoiOTkifSwiSXNWaXNpYmxlIjp0cnVlLCJXaWR0aCI6MC4wLCJIZWlnaHQiOjAuMCwiQm9yZGVyU3R5bGUiOnsiJGlkIjoiMjE5IiwiTGluZUNvbG9yIjpudWxsLCJMaW5lV2VpZ2h0IjowLjAsIkxpbmVUeXBlIjowLCJQYXJlbnRTdHlsZSI6bnVsbH0sIlBhcmVudFN0eWxlIjpudWxsfSwiSG9yaXpvbnRhbENvbm5lY3RvclN0eWxlIjp7IiRpZCI6IjIyMCIsIkxpbmVDb2xvciI6eyIkaWQiOiIyMjEiLCIkdHlwZSI6Ik5MUkUuQ29tbW9uLkRvbS5Tb2xpZENvbG9yQnJ1c2gsIE5MUkUuQ29tbW9uIiwiQ29sb3IiOnsiJGlkIjoiMjIyIiwiQSI6MjU1LCJSIjoyMDQsIkciOjIwNCwiQiI6MjA0fX0sIkxpbmVXZWlnaHQiOjEuNSwiTGluZVR5cGUiOjAsIlBhcmVudFN0eWxlIjpudWxsfSwiVmVydGljYWxDb25uZWN0b3JTdHlsZSI6eyIkaWQiOiIyMjMiLCJMaW5lQ29sb3IiOnsiJHJlZiI6IjEwNCJ9LCJMaW5lV2VpZ2h0IjowLjAsIkxpbmVUeXBlIjowLCJQYXJlbnRTdHlsZSI6bnVsbH0sIk1hcmdpbiI6bnVsbCwiU3RhcnREYXRlUG9zaXRpb24iOjYsIkVuZERhdGVQb3NpdGlvbiI6NiwiRGF0ZUlzVmlzaWJsZSI6ZmFsc2UsIlRpdGxlUG9zaXRpb24iOjUsIkR1cmF0aW9uUG9zaXRpb24iOjYsIlBlcmNlbnRhZ2VDb21wbGV0ZWRQb3NpdGlvbiI6NiwiU3BhY2luZyI6MTAsIklzQmVsb3dUaW1lYmFuZCI6dHJ1ZSwiUGVyY2VudGFnZUNvbXBsZXRlU2hhcGVPcGFjaXR5IjozNSwiU2hhcGVTdHlsZSI6eyIkaWQiOiIyMjQiLCJNYXJnaW4iOnsiJHJlZiI6IjEwNyJ9LCJQYWRkaW5nIjp7IiRyZWYiOiIxMDgifSwiQmFja2dyb3VuZCI6eyIkaWQiOiIyMjUiLCJDb2xvciI6eyIkaWQiOiIyMjYiLCJBIjoyNTUsIlIiOjAsIkciOjExNCwiQiI6MTg4fX0sIklzVmlzaWJsZSI6dHJ1ZSwiV2lkdGgiOjAuMCwiSGVpZ2h0IjoyMi4wLCJCb3JkZXJTdHlsZSI6eyIkaWQiOiIyMjciLCJMaW5lQ29sb3IiOnsiJHJlZiI6IjExMiJ9LCJMaW5lV2VpZ2h0IjowLjAsIkxpbmVUeXBlIjowLCJQYXJlbnRTdHlsZSI6bnVsbH0sIlBhcmVudFN0eWxlIjpudWxsfSwiVGl0bGVTdHlsZSI6eyIkaWQiOiIyMjgiLCJGb250U2V0dGluZ3MiOnsiJGlkIjoiMjI5IiwiRm9udFNpemUiOjEyLCJGb250TmFtZSI6IkNhbGlicmkiLCJJc0JvbGQiOnRydWUsIklzSXRhbGljIjpmYWxzZSwiSXNVbmRlcmxpbmVkIjpmYWxzZSwiUGFyZW50U3R5bGUiOm51bGx9LCJBdXRvU2l6ZSI6MCwiRm9yZWdyb3VuZCI6eyIkaWQiOiIyMzAiLCJDb2xvciI6eyIkaWQiOiIyMzE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zMiIsIkxpbmVDb2xvciI6bnVsbCwiTGluZVdlaWdodCI6MC4wLCJMaW5lVHlwZSI6MCwiUGFyZW50U3R5bGUiOm51bGx9LCJQYXJlbnRTdHlsZSI6bnVsbH0sIkRhdGVTdHlsZSI6eyIkaWQiOiIyMzMiLCJGb250U2V0dGluZ3MiOnsiJGlkIjoiMjM0IiwiRm9udFNpemUiOjEwLCJGb250TmFtZSI6IkNhbGlicmkiLCJJc0JvbGQiOmZhbHNlLCJJc0l0YWxpYyI6ZmFsc2UsIklzVW5kZXJsaW5lZCI6ZmFsc2UsIlBhcmVudFN0eWxlIjpudWxsfSwiQXV0b1NpemUiOjAsIkZvcmVncm91bmQiOnsiJGlkIjoiMjM1IiwiQ29sb3IiOnsiJGlkIjoiMjM2IiwiQSI6MjU1LCJSIjoxNywiRyI6MTcsIkIiOjE3fX0sIk1heFdpZHRoIjoyMDAuMCwiTWF4SGVpZ2h0IjoiSW5maW5pdHkiLCJTbWFydEZvcmVncm91bmRJc0FjdGl2ZSI6ZmFsc2UsIkhvcml6b250YWxBbGlnbm1lbnQiOjAsIlZlcnRpY2FsQWxpZ25tZW50IjowLCJTbWFydEZvcmVncm91bmQiOm51bGwsIkJhY2tncm91bmRGaWxsVHlwZSI6MCwiTWFyZ2luIjp7IiRyZWYiOiIxMjUifSwiUGFkZGluZyI6eyIkcmVmIjoiMTI2In0sIkJhY2tncm91bmQiOnsiJHJlZiI6IjEyNyJ9LCJJc1Zpc2libGUiOnRydWUsIldpZHRoIjowLjAsIkhlaWdodCI6MC4wLCJCb3JkZXJTdHlsZSI6eyIkaWQiOiIyMzciLCJMaW5lQ29sb3IiOm51bGwsIkxpbmVXZWlnaHQiOjAuMCwiTGluZVR5cGUiOjAsIlBhcmVudFN0eWxlIjpudWxsfSwiUGFyZW50U3R5bGUiOm51bGx9LCJEYXRlRm9ybWF0Ijp7IiRyZWYiOiIxMjgifSwiSXNWaXNpYmxlIjp0cnVlLCJQYXJlbnRTdHlsZSI6bnVsbH0sIkluZGV4IjozLCJTbWFydER1cmF0aW9uQWN0aXZhdGVkIjpmYWxzZSwiRGF0ZUZvcm1hdCI6eyIkcmVmIjoiMTI4In0sIklkIjoiY2FhMzU1NDctNjA4Yi00OTVmLWI5NjAtYjU2MzMyOTk1YWEzIiwiSW1wb3J0SWQiOm51bGwsIlRpdGxlIjoiU3ByaW50IDAgLSBQbGFubmluZyIsIk5vdGUiOm51bGwsIkh5cGVybGluayI6bnVsbCwiSXNDaGFuZ2VkIjpmYWxzZSwiSXNOZXciOmZhbHNlfSx7IiRpZCI6IjIzOCIsIkdyb3VwTmFtZSI6bnVsbCwiU3RhcnREYXRlIjoiMjAyMC0wMS0wNlQwMDowMDowMFoiLCJFbmREYXRlIjoiMjAyMC0wNC0xN1QyMzo1OTowMFoiLCJQZXJjZW50YWdlQ29tcGxldGUiOjAuMCwiU3R5bGUiOnsiJGlkIjoiMjM5IiwiU2hhcGUiOjIsIlNoYXBlVGhpY2tuZXNzIjoyLCJEdXJhdGlvbkZvcm1hdCI6MCwiSW5jbHVkZU5vbldvcmtpbmdEYXlzSW5EdXJhdGlvbiI6ZmFsc2UsIlBlcmNlbnRhZ2VDb21wbGV0ZVN0eWxlIjp7IiRpZCI6IjI0MCIsIkZvbnRTZXR0aW5ncyI6eyIkaWQiOiIyNDEiLCJGb250U2l6ZSI6MTAsIkZvbnROYW1lIjoiQ2FsaWJyaSIsIklzQm9sZCI6ZmFsc2UsIklzSXRhbGljIjpmYWxzZSwiSXNVbmRlcmxpbmVkIjpmYWxzZSwiUGFyZW50U3R5bGUiOm51bGx9LCJBdXRvU2l6ZSI6MCwiRm9yZWdyb3VuZCI6eyIkaWQiOiIyNDIiLCJDb2xvciI6eyIkaWQiOiIyNDM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I0NCIsIkxpbmVDb2xvciI6bnVsbCwiTGluZVdlaWdodCI6MC4wLCJMaW5lVHlwZSI6MCwiUGFyZW50U3R5bGUiOm51bGx9LCJQYXJlbnRTdHlsZSI6bnVsbH0sIkR1cmF0aW9uU3R5bGUiOnsiJGlkIjoiMjQ1IiwiRm9udFNldHRpbmdzIjp7IiRpZCI6IjI0Ni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wLCJWZXJ0aWNhbEFsaWdubWVudCI6MCwiU21hcnRGb3JlZ3JvdW5kIjpudWxsLCJCYWNrZ3JvdW5kRmlsbFR5cGUiOjAsIk1hcmdpbiI6eyIkcmVmIjoiOTcifSwiUGFkZGluZyI6eyIkcmVmIjoiOTgifSwiQmFja2dyb3VuZCI6eyIkcmVmIjoiOTkifSwiSXNWaXNpYmxlIjp0cnVlLCJXaWR0aCI6MC4wLCJIZWlnaHQiOjAuMCwiQm9yZGVyU3R5bGUiOnsiJGlkIjoiMjQ3IiwiTGluZUNvbG9yIjpudWxsLCJMaW5lV2VpZ2h0IjowLjAsIkxpbmVUeXBlIjowLCJQYXJlbnRTdHlsZSI6bnVsbH0sIlBhcmVudFN0eWxlIjpudWxsfSwiSG9yaXpvbnRhbENvbm5lY3RvclN0eWxlIjp7IiRpZCI6IjI0OCIsIkxpbmVDb2xvciI6eyIkaWQiOiIyNDkiLCIkdHlwZSI6Ik5MUkUuQ29tbW9uLkRvbS5Tb2xpZENvbG9yQnJ1c2gsIE5MUkUuQ29tbW9uIiwiQ29sb3IiOnsiJGlkIjoiMjUwIiwiQSI6MjU1LCJSIjoyMDQsIkciOjIwNCwiQiI6MjA0fX0sIkxpbmVXZWlnaHQiOjEuMCwiTGluZVR5cGUiOjAsIlBhcmVudFN0eWxlIjpudWxsfSwiVmVydGljYWxDb25uZWN0b3JTdHlsZSI6eyIkaWQiOiIyNTEiLCJMaW5lQ29sb3IiOnsiJHJlZiI6IjEwNCJ9LCJMaW5lV2VpZ2h0IjowLjAsIkxpbmVUeXBlIjowLCJQYXJlbnRTdHlsZSI6bnVsbH0sIk1hcmdpbiI6bnVsbCwiU3RhcnREYXRlUG9zaXRpb24iOjYsIkVuZERhdGVQb3NpdGlvbiI6NiwiRGF0ZUlzVmlzaWJsZSI6ZmFsc2UsIlRpdGxlUG9zaXRpb24iOjUsIkR1cmF0aW9uUG9zaXRpb24iOjYsIlBlcmNlbnRhZ2VDb21wbGV0ZWRQb3NpdGlvbiI6NiwiU3BhY2luZyI6MTAsIklzQmVsb3dUaW1lYmFuZCI6dHJ1ZSwiUGVyY2VudGFnZUNvbXBsZXRlU2hhcGVPcGFjaXR5IjozNSwiU2hhcGVTdHlsZSI6eyIkaWQiOiIyNTIiLCJNYXJnaW4iOnsiJHJlZiI6IjEwNyJ9LCJQYWRkaW5nIjp7IiRyZWYiOiIxMDgifSwiQmFja2dyb3VuZCI6eyIkaWQiOiIyNTMiLCJDb2xvciI6eyIkaWQiOiIyNTQiLCJBIjoyNTUsIlIiOjAsIkciOjExNCwiQiI6MTg4fX0sIklzVmlzaWJsZSI6dHJ1ZSwiV2lkdGgiOjAuMCwiSGVpZ2h0IjoyMi4wLCJCb3JkZXJTdHlsZSI6eyIkaWQiOiIyNTUiLCJMaW5lQ29sb3IiOnsiJHJlZiI6IjExMiJ9LCJMaW5lV2VpZ2h0IjowLjAsIkxpbmVUeXBlIjowLCJQYXJlbnRTdHlsZSI6bnVsbH0sIlBhcmVudFN0eWxlIjpudWxsfSwiVGl0bGVTdHlsZSI6eyIkaWQiOiIyNTYiLCJGb250U2V0dGluZ3MiOnsiJGlkIjoiMjU3IiwiRm9udFNpemUiOjEyLCJGb250TmFtZSI6IkNhbGlicmkiLCJJc0JvbGQiOnRydWUsIklzSXRhbGljIjpmYWxzZSwiSXNVbmRlcmxpbmVkIjpmYWxzZSwiUGFyZW50U3R5bGUiOm51bGx9LCJBdXRvU2l6ZSI6MCwiRm9yZWdyb3VuZCI6eyIkaWQiOiIyNTgiLCJDb2xvciI6eyIkaWQiOiIyNTk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2MCIsIkxpbmVDb2xvciI6bnVsbCwiTGluZVdlaWdodCI6MC4wLCJMaW5lVHlwZSI6MCwiUGFyZW50U3R5bGUiOm51bGx9LCJQYXJlbnRTdHlsZSI6bnVsbH0sIkRhdGVTdHlsZSI6eyIkaWQiOiIyNjEiLCJGb250U2V0dGluZ3MiOnsiJGlkIjoiMjYyIiwiRm9udFNpemUiOjEwLCJGb250TmFtZSI6IkNhbGlicmkiLCJJc0JvbGQiOmZhbHNlLCJJc0l0YWxpYyI6ZmFsc2UsIklzVW5kZXJsaW5lZCI6ZmFsc2UsIlBhcmVudFN0eWxlIjpudWxsfSwiQXV0b1NpemUiOjAsIkZvcmVncm91bmQiOnsiJGlkIjoiMjYzIiwiQ29sb3IiOnsiJGlkIjoiMjY0IiwiQSI6MjU1LCJSIjoxNywiRyI6MTcsIkIiOjE3fX0sIk1heFdpZHRoIjoyMDAuMCwiTWF4SGVpZ2h0IjoiSW5maW5pdHkiLCJTbWFydEZvcmVncm91bmRJc0FjdGl2ZSI6ZmFsc2UsIkhvcml6b250YWxBbGlnbm1lbnQiOjAsIlZlcnRpY2FsQWxpZ25tZW50IjowLCJTbWFydEZvcmVncm91bmQiOm51bGwsIkJhY2tncm91bmRGaWxsVHlwZSI6MCwiTWFyZ2luIjp7IiRyZWYiOiIxMjUifSwiUGFkZGluZyI6eyIkcmVmIjoiMTI2In0sIkJhY2tncm91bmQiOnsiJHJlZiI6IjEyNyJ9LCJJc1Zpc2libGUiOnRydWUsIldpZHRoIjowLjAsIkhlaWdodCI6MC4wLCJCb3JkZXJTdHlsZSI6eyIkaWQiOiIyNjUiLCJMaW5lQ29sb3IiOm51bGwsIkxpbmVXZWlnaHQiOjAuMCwiTGluZVR5cGUiOjAsIlBhcmVudFN0eWxlIjpudWxsfSwiUGFyZW50U3R5bGUiOm51bGx9LCJEYXRlRm9ybWF0Ijp7IiRyZWYiOiIxMjgifSwiSXNWaXNpYmxlIjp0cnVlLCJQYXJlbnRTdHlsZSI6bnVsbH0sIkluZGV4Ijo0LCJTbWFydER1cmF0aW9uQWN0aXZhdGVkIjpmYWxzZSwiRGF0ZUZvcm1hdCI6eyIkcmVmIjoiMTI4In0sIklkIjoiYjU5MTE5MWItZjc4My00ODIzLWEwMWMtNzU3YjNlZTE4YjRkIiwiSW1wb3J0SWQiOm51bGwsIlRpdGxlIjoiU3ByaW50IEJ1aWxkcy9UZXN0aW5nIiwiTm90ZSI6bnVsbCwiSHlwZXJsaW5rIjpudWxsLCJJc0NoYW5nZWQiOmZhbHNlLCJJc05ldyI6ZmFsc2V9LHsiJGlkIjoiMjY2IiwiR3JvdXBOYW1lIjpudWxsLCJTdGFydERhdGUiOiIyMDIwLTA0LTIwVDAwOjAwOjAwWiIsIkVuZERhdGUiOiIyMDIwLTA1LTA4VDIzOjU5OjAwWiIsIlBlcmNlbnRhZ2VDb21wbGV0ZSI6bnVsbCwiU3R5bGUiOnsiJGlkIjoiMjY3IiwiU2hhcGUiOjAsIlNoYXBlVGhpY2tuZXNzIjoyLCJEdXJhdGlvbkZvcm1hdCI6MCwiSW5jbHVkZU5vbldvcmtpbmdEYXlzSW5EdXJhdGlvbiI6ZmFsc2UsIlBlcmNlbnRhZ2VDb21wbGV0ZVN0eWxlIjp7IiRpZCI6IjI2OCIsIkZvbnRTZXR0aW5ncyI6eyIkaWQiOiIyNjkiLCJGb250U2l6ZSI6MTAsIkZvbnROYW1lIjoiQ2FsaWJyaSIsIklzQm9sZCI6ZmFsc2UsIklzSXRhbGljIjpmYWxzZSwiSXNVbmRlcmxpbmVkIjpmYWxzZSwiUGFyZW50U3R5bGUiOm51bGx9LCJBdXRvU2l6ZSI6MCwiRm9yZWdyb3VuZCI6eyIkcmVmIjoiODgi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I3MCIsIkxpbmVDb2xvciI6bnVsbCwiTGluZVdlaWdodCI6MC4wLCJMaW5lVHlwZSI6MCwiUGFyZW50U3R5bGUiOm51bGx9LCJQYXJlbnRTdHlsZSI6bnVsbH0sIkR1cmF0aW9uU3R5bGUiOnsiJGlkIjoiMjcxIiwiRm9udFNldHRpbmdzIjp7IiRpZCI6IjI3Mi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wLCJWZXJ0aWNhbEFsaWdubWVudCI6MCwiU21hcnRGb3JlZ3JvdW5kIjpudWxsLCJCYWNrZ3JvdW5kRmlsbFR5cGUiOjAsIk1hcmdpbiI6eyIkcmVmIjoiOTcifSwiUGFkZGluZyI6eyIkcmVmIjoiOTgifSwiQmFja2dyb3VuZCI6eyIkcmVmIjoiOTkifSwiSXNWaXNpYmxlIjp0cnVlLCJXaWR0aCI6MC4wLCJIZWlnaHQiOjAuMCwiQm9yZGVyU3R5bGUiOnsiJGlkIjoiMjczIiwiTGluZUNvbG9yIjpudWxsLCJMaW5lV2VpZ2h0IjowLjAsIkxpbmVUeXBlIjowLCJQYXJlbnRTdHlsZSI6bnVsbH0sIlBhcmVudFN0eWxlIjpudWxsfSwiSG9yaXpvbnRhbENvbm5lY3RvclN0eWxlIjp7IiRpZCI6IjI3NCIsIkxpbmVDb2xvciI6eyIkcmVmIjoiMTAxIn0sIkxpbmVXZWlnaHQiOjEuMCwiTGluZVR5cGUiOjAsIlBhcmVudFN0eWxlIjpudWxsfSwiVmVydGljYWxDb25uZWN0b3JTdHlsZSI6eyIkaWQiOiIyNzUiLCJMaW5lQ29sb3IiOnsiJHJlZiI6IjEwNCJ9LCJMaW5lV2VpZ2h0IjowLjAsIkxpbmVUeXBlIjowLCJQYXJlbnRTdHlsZSI6bnVsbH0sIk1hcmdpbiI6bnVsbCwiU3RhcnREYXRlUG9zaXRpb24iOjYsIkVuZERhdGVQb3NpdGlvbiI6NiwiRGF0ZUlzVmlzaWJsZSI6ZmFsc2UsIlRpdGxlUG9zaXRpb24iOjUsIkR1cmF0aW9uUG9zaXRpb24iOjYsIlBlcmNlbnRhZ2VDb21wbGV0ZWRQb3NpdGlvbiI6MiwiU3BhY2luZyI6MTAsIklzQmVsb3dUaW1lYmFuZCI6dHJ1ZSwiUGVyY2VudGFnZUNvbXBsZXRlU2hhcGVPcGFjaXR5IjozNSwiU2hhcGVTdHlsZSI6eyIkaWQiOiIyNzYiLCJNYXJnaW4iOnsiJHJlZiI6IjEwNyJ9LCJQYWRkaW5nIjp7IiRyZWYiOiIxMDgifSwiQmFja2dyb3VuZCI6eyIkaWQiOiIyNzciLCJDb2xvciI6eyIkaWQiOiIyNzgiLCJBIjoyNTUsIlIiOjAsIkciOjExNCwiQiI6MTg4fX0sIklzVmlzaWJsZSI6dHJ1ZSwiV2lkdGgiOjAuMCwiSGVpZ2h0IjoyMi4wLCJCb3JkZXJTdHlsZSI6eyIkaWQiOiIyNzkiLCJMaW5lQ29sb3IiOnsiJHJlZiI6IjExMiJ9LCJMaW5lV2VpZ2h0IjowLjAsIkxpbmVUeXBlIjowLCJQYXJlbnRTdHlsZSI6bnVsbH0sIlBhcmVudFN0eWxlIjpudWxsfSwiVGl0bGVTdHlsZSI6eyIkaWQiOiIyODAiLCJGb250U2V0dGluZ3MiOnsiJGlkIjoiMjgxIiwiRm9udFNpemUiOjEyLCJGb250TmFtZSI6IkNhbGlicmkiLCJJc0JvbGQiOnRydWUsIklzSXRhbGljIjpmYWxzZSwiSXNVbmRlcmxpbmVkIjpmYWxzZSwiUGFyZW50U3R5bGUiOm51bGx9LCJBdXRvU2l6ZSI6MCwiRm9yZWdyb3VuZCI6eyIkaWQiOiIyODIiLCJDb2xvciI6eyIkaWQiOiIyODM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4NCIsIkxpbmVDb2xvciI6bnVsbCwiTGluZVdlaWdodCI6MC4wLCJMaW5lVHlwZSI6MCwiUGFyZW50U3R5bGUiOm51bGx9LCJQYXJlbnRTdHlsZSI6bnVsbH0sIkRhdGVTdHlsZSI6eyIkaWQiOiIyODUiLCJGb250U2V0dGluZ3MiOnsiJGlkIjoiMjg2IiwiRm9udFNpemUiOjEwLCJGb250TmFtZSI6IkNhbGlicmkiLCJJc0JvbGQiOmZhbHNlLCJJc0l0YWxpYyI6ZmFsc2UsIklzVW5kZXJsaW5lZCI6ZmFsc2UsIlBhcmVudFN0eWxlIjpudWxsfSwiQXV0b1NpemUiOjAsIkZvcmVncm91bmQiOnsiJGlkIjoiMjg3IiwiQ29sb3IiOnsiJGlkIjoiMjg4IiwiQSI6MjU1LCJSIjoxNywiRyI6MTcsIkIiOjE3fX0sIk1heFdpZHRoIjoyMDAuMCwiTWF4SGVpZ2h0IjoiSW5maW5pdHkiLCJTbWFydEZvcmVncm91bmRJc0FjdGl2ZSI6ZmFsc2UsIkhvcml6b250YWxBbGlnbm1lbnQiOjAsIlZlcnRpY2FsQWxpZ25tZW50IjowLCJTbWFydEZvcmVncm91bmQiOm51bGwsIkJhY2tncm91bmRGaWxsVHlwZSI6MCwiTWFyZ2luIjp7IiRyZWYiOiIxMjUifSwiUGFkZGluZyI6eyIkcmVmIjoiMTI2In0sIkJhY2tncm91bmQiOnsiJHJlZiI6IjEyNyJ9LCJJc1Zpc2libGUiOnRydWUsIldpZHRoIjowLjAsIkhlaWdodCI6MC4wLCJCb3JkZXJTdHlsZSI6eyIkaWQiOiIyODkiLCJMaW5lQ29sb3IiOm51bGwsIkxpbmVXZWlnaHQiOjAuMCwiTGluZVR5cGUiOjAsIlBhcmVudFN0eWxlIjpudWxsfSwiUGFyZW50U3R5bGUiOm51bGx9LCJEYXRlRm9ybWF0Ijp7IiRyZWYiOiIxMjgifSwiSXNWaXNpYmxlIjp0cnVlLCJQYXJlbnRTdHlsZSI6bnVsbH0sIkluZGV4Ijo1LCJTbWFydER1cmF0aW9uQWN0aXZhdGVkIjpmYWxzZSwiRGF0ZUZvcm1hdCI6eyIkcmVmIjoiMTI4In0sIklkIjoiYTBkNTk5ZTgtYjMyYi00YzI1LWFhNDAtYWMwNzFjNjc2MGNlIiwiSW1wb3J0SWQiOm51bGwsIlRpdGxlIjoiVUFUIFRlc3RpbmciLCJOb3RlIjpudWxsLCJIeXBlcmxpbmsiOm51bGwsIklzQ2hhbmdlZCI6ZmFsc2UsIklzTmV3IjpmYWxzZX0seyIkaWQiOiIyOTAiLCJHcm91cE5hbWUiOm51bGwsIlN0YXJ0RGF0ZSI6IjIwMjAtMDUtMTFUMDA6MDA6MDBaIiwiRW5kRGF0ZSI6IjIwMjAtMDYtMTlUMjM6NTk6MDBaIiwiUGVyY2VudGFnZUNvbXBsZXRlIjowLjAsIlN0eWxlIjp7IiRpZCI6IjI5MSIsIlNoYXBlIjowLCJTaGFwZVRoaWNrbmVzcyI6MiwiRHVyYXRpb25Gb3JtYXQiOjAsIkluY2x1ZGVOb25Xb3JraW5nRGF5c0luRHVyYXRpb24iOmZhbHNlLCJQZXJjZW50YWdlQ29tcGxldGVTdHlsZSI6eyIkaWQiOiIyOTIiLCJGb250U2V0dGluZ3MiOnsiJGlkIjoiMjkzIiwiRm9udFNpemUiOjEwLCJGb250TmFtZSI6IkNhbGlicmkiLCJJc0JvbGQiOmZhbHNlLCJJc0l0YWxpYyI6ZmFsc2UsIklzVW5kZXJsaW5lZCI6ZmFsc2UsIlBhcmVudFN0eWxlIjpudWxsfSwiQXV0b1NpemUiOjAsIkZvcmVncm91bmQiOnsiJGlkIjoiMjk0IiwiQ29sb3IiOnsiJGlkIjoiMjk1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yZWYiOiI5MCJ9LCJQYWRkaW5nIjp7IiRyZWYiOiI5MSJ9LCJCYWNrZ3JvdW5kIjp7IiRyZWYiOiI5MiJ9LCJJc1Zpc2libGUiOnRydWUsIldpZHRoIjowLjAsIkhlaWdodCI6MC4wLCJCb3JkZXJTdHlsZSI6eyIkaWQiOiIyOTYiLCJMaW5lQ29sb3IiOm51bGwsIkxpbmVXZWlnaHQiOjAuMCwiTGluZVR5cGUiOjAsIlBhcmVudFN0eWxlIjpudWxsfSwiUGFyZW50U3R5bGUiOm51bGx9LCJEdXJhdGlvblN0eWxlIjp7IiRpZCI6IjI5NyIsIkZvbnRTZXR0aW5ncyI6eyIkaWQiOiIyOTgiLCJGb250U2l6ZSI6MTAsIkZvbnROYW1lIjoiQ2FsaWJyaSIsIklzQm9sZCI6ZmFsc2UsIklzSXRhbGljIjpmYWxzZSwiSXNVbmRlcmxpbmVkIjpmYWxzZSwiUGFyZW50U3R5bGUiOm51bGx9LCJBdXRvU2l6ZSI6MCwiRm9yZWdyb3VuZCI6eyIkcmVmIjoiOTUi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I5OSIsIkxpbmVDb2xvciI6bnVsbCwiTGluZVdlaWdodCI6MC4wLCJMaW5lVHlwZSI6MCwiUGFyZW50U3R5bGUiOm51bGx9LCJQYXJlbnRTdHlsZSI6bnVsbH0sIkhvcml6b250YWxDb25uZWN0b3JTdHlsZSI6eyIkaWQiOiIzMDAiLCJMaW5lQ29sb3IiOnsiJGlkIjoiMzAxIiwiJHR5cGUiOiJOTFJFLkNvbW1vbi5Eb20uU29saWRDb2xvckJydXNoLCBOTFJFLkNvbW1vbiIsIkNvbG9yIjp7IiRpZCI6IjMwMiIsIkEiOjI1NSwiUiI6MjA0LCJHIjoyMDQsIkIiOjIwNH19LCJMaW5lV2VpZ2h0IjoxLjAsIkxpbmVUeXBlIjowLCJQYXJlbnRTdHlsZSI6bnVsbH0sIlZlcnRpY2FsQ29ubmVjdG9yU3R5bGUiOnsiJGlkIjoiMzAzIiwiTGluZUNvbG9yIjp7IiRyZWYiOiIxMDQifSwiTGluZVdlaWdodCI6MC4wLCJMaW5lVHlwZSI6MCwiUGFyZW50U3R5bGUiOm51bGx9LCJNYXJnaW4iOm51bGwsIlN0YXJ0RGF0ZVBvc2l0aW9uIjo2LCJFbmREYXRlUG9zaXRpb24iOjYsIkRhdGVJc1Zpc2libGUiOmZhbHNlLCJUaXRsZVBvc2l0aW9uIjo1LCJEdXJhdGlvblBvc2l0aW9uIjo2LCJQZXJjZW50YWdlQ29tcGxldGVkUG9zaXRpb24iOjYsIlNwYWNpbmciOjEwLCJJc0JlbG93VGltZWJhbmQiOnRydWUsIlBlcmNlbnRhZ2VDb21wbGV0ZVNoYXBlT3BhY2l0eSI6MzUsIlNoYXBlU3R5bGUiOnsiJGlkIjoiMzA0IiwiTWFyZ2luIjp7IiRyZWYiOiIxMDcifSwiUGFkZGluZyI6eyIkcmVmIjoiMTA4In0sIkJhY2tncm91bmQiOnsiJGlkIjoiMzA1IiwiQ29sb3IiOnsiJGlkIjoiMzA2IiwiQSI6MjU1LCJSIjo3OSwiRyI6MTI5LCJCIjoxODl9fSwiSXNWaXNpYmxlIjp0cnVlLCJXaWR0aCI6MC4wLCJIZWlnaHQiOjIyLjAsIkJvcmRlclN0eWxlIjp7IiRpZCI6IjMwNyIsIkxpbmVDb2xvciI6eyIkcmVmIjoiMTEyIn0sIkxpbmVXZWlnaHQiOjAuMCwiTGluZVR5cGUiOjAsIlBhcmVudFN0eWxlIjpudWxsfSwiUGFyZW50U3R5bGUiOm51bGx9LCJUaXRsZVN0eWxlIjp7IiRpZCI6IjMwOCIsIkZvbnRTZXR0aW5ncyI6eyIkaWQiOiIzMDkiLCJGb250U2l6ZSI6MTIsIkZvbnROYW1lIjoiQ2FsaWJyaSIsIklzQm9sZCI6dHJ1ZSwiSXNJdGFsaWMiOmZhbHNlLCJJc1VuZGVybGluZWQiOmZhbHNlLCJQYXJlbnRTdHlsZSI6bnVsbH0sIkF1dG9TaXplIjowLCJGb3JlZ3JvdW5kIjp7IiRpZCI6IjMxMCIsIkNvbG9yIjp7IiRpZCI6IjMxM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MzEyIiwiTGluZUNvbG9yIjpudWxsLCJMaW5lV2VpZ2h0IjowLjAsIkxpbmVUeXBlIjowLCJQYXJlbnRTdHlsZSI6bnVsbH0sIlBhcmVudFN0eWxlIjpudWxsfSwiRGF0ZVN0eWxlIjp7IiRpZCI6IjMxMyIsIkZvbnRTZXR0aW5ncyI6eyIkaWQiOiIzMTQiLCJGb250U2l6ZSI6MTAsIkZvbnROYW1lIjoiQ2FsaWJyaSIsIklzQm9sZCI6ZmFsc2UsIklzSXRhbGljIjpmYWxzZSwiSXNVbmRlcmxpbmVkIjpmYWxzZSwiUGFyZW50U3R5bGUiOm51bGx9LCJBdXRvU2l6ZSI6MCwiRm9yZWdyb3VuZCI6eyIkaWQiOiIzMTUiLCJDb2xvciI6eyIkaWQiOiIzMTY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SJ9LCJQYWRkaW5nIjp7IiRyZWYiOiIxMjYifSwiQmFja2dyb3VuZCI6eyIkcmVmIjoiMTI3In0sIklzVmlzaWJsZSI6dHJ1ZSwiV2lkdGgiOjAuMCwiSGVpZ2h0IjowLjAsIkJvcmRlclN0eWxlIjp7IiRpZCI6IjMxNyIsIkxpbmVDb2xvciI6bnVsbCwiTGluZVdlaWdodCI6MC4wLCJMaW5lVHlwZSI6MCwiUGFyZW50U3R5bGUiOm51bGx9LCJQYXJlbnRTdHlsZSI6bnVsbH0sIkRhdGVGb3JtYXQiOnsiJHJlZiI6IjEyOCJ9LCJJc1Zpc2libGUiOnRydWUsIlBhcmVudFN0eWxlIjpudWxsfSwiSW5kZXgiOjYsIlNtYXJ0RHVyYXRpb25BY3RpdmF0ZWQiOmZhbHNlLCJEYXRlRm9ybWF0Ijp7IiRyZWYiOiIxMjgifSwiSWQiOiI0NjBlZWQ2YS0xOTYzLTQwOWEtYjE1NS1iNjQwNzFjM2Y0NDUiLCJJbXBvcnRJZCI6bnVsbCwiVGl0bGUiOiJEZXBsb3kiLCJOb3RlIjpudWxsLCJIeXBlcmxpbmsiOm51bGwsIklzQ2hhbmdlZCI6ZmFsc2UsIklzTmV3IjpmYWxzZX1dLCJNc1Byb2plY3RJdGVtc1RyZWUiOnsiJGlkIjoiMzE4IiwiUm9vdCI6eyJJbXBvcnRJZCI6bnVsbCwiSXNJbXBvcnRlZCI6ZmFsc2UsIkNoaWxkcmVuIjpbXX19LCJNZXRhZGF0YSI6eyIkaWQiOiIzMTkiLCJSZWNlbnRDb2xvcnNDb2xsZWN0aW9uIjoiW1wiI0ZGRkZGRkZGXCIsXCIjRkZCMjBFMTJcIixcIiNGRjczNzM3M1wiLFwiI0ZGNkYzMTk4XCIsXCIjRkZGRUJBMEFcIixcIiNGRkVBMTYxRVwiLFwiI0ZGMUFBQTQyXCIsXCIjRkYwMDcyQkNcIl0ifSwiU2V0dGluZ3MiOnsiJGlkIjoiMzIwIiwiSW1wYU9wdGlvbnMiOnsiJGlkIjoiMzIxIiwiTGVmdFRvUmlnaHQiOmZhbHNlLCJQYXlsb2FkT3B0aW9ucyI6Mn0sIlVzZUNvbXByZXNzaW9uIjpmYWxzZSwiQ29tcHJlc2lvblBlcmNlbnRhZ2UiOjUwLjAsIkluYWN0aXZlSW50ZXJ2YWxXaWR0aFRocmVzaG9sZCI6MzAuMCwiSW5hY3RpdmVJbnRlcnZhbFdpZHRoIjoxLjAsIlNwbGl0VGFza3MiOmZhbHNlLCJVc2VDbHVzdGVyIjpmYWxzZSwiRXBzaWxvbiI6MC4wLCJNaW5Qb2ludHNUb0Zvcm1BQ2x1c3RlciI6MiwiR2VuZXJhdGVJbnZpc2libGVTaGFwZXMiOmZhbHNlLCJTbWFydFRpbWVsaW5lVGFza1BlcmNlbnRhZ2VGaXQiOmZhbHNlfSwiSXNOZXciOnRydWUsIkltcG9ydFR5cGUiOjAsIkZpbGVQYXRoIjpudWxsLCJUaW1lQ29uZmlndXJhdGlvbiI6eyIkaWQiOiIzMjIiLCJVc2VUaW1lIjpmYWxzZSwiV29ya0RheVN0YXJ0IjoiMDA6MDA6MDAiLCJXb3JrRGF5RW5kIjoiMjM6NTk6MDAifSwiTGFzdFVzZWRUZW1wbGF0ZUlkIjoiNzM1NWI2MzMtYWM2Ni00NTI4LThiNGQtMjk5ZmFlZGM5ZWU5In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E7B0C5-31DF-48C5-987D-99D6546647B6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sharepoint/v4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CAF07B5-E196-4ED1-BE0B-248CF6908F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DEF407-637F-48A9-A40C-B3760702E46E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4822</TotalTime>
  <Words>84</Words>
  <Application>Microsoft Office PowerPoint</Application>
  <PresentationFormat>On-screen Show (4:3)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Motive MVP DCO Timeline 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Baltzahar General</dc:title>
  <dc:creator>Kate Jekabson</dc:creator>
  <cp:lastModifiedBy>Kate Jekabson</cp:lastModifiedBy>
  <cp:revision>140</cp:revision>
  <cp:lastPrinted>2019-04-24T15:14:27Z</cp:lastPrinted>
  <dcterms:created xsi:type="dcterms:W3CDTF">2018-08-02T16:28:58Z</dcterms:created>
  <dcterms:modified xsi:type="dcterms:W3CDTF">2020-03-31T23:20:49Z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URL">
    <vt:lpwstr/>
  </property>
</Properties>
</file>