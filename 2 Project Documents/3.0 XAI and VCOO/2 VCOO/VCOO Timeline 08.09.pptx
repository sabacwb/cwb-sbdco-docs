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0" r:id="rId5"/>
  </p:sldMasterIdLst>
  <p:notesMasterIdLst>
    <p:notesMasterId r:id="rId11"/>
  </p:notesMasterIdLst>
  <p:sldIdLst>
    <p:sldId id="256" r:id="rId6"/>
    <p:sldId id="741" r:id="rId7"/>
    <p:sldId id="12597" r:id="rId8"/>
    <p:sldId id="742" r:id="rId9"/>
    <p:sldId id="7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deem Ahmed" initials="NA" lastIdx="1" clrIdx="0">
    <p:extLst>
      <p:ext uri="{19B8F6BF-5375-455C-9EA6-DF929625EA0E}">
        <p15:presenceInfo xmlns:p15="http://schemas.microsoft.com/office/powerpoint/2012/main" userId="S::nadeem.ahmed@cwbank.com::c5fd68e5-c819-49f2-94f4-cea73ef719b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8" autoAdjust="0"/>
    <p:restoredTop sz="95819" autoAdjust="0"/>
  </p:normalViewPr>
  <p:slideViewPr>
    <p:cSldViewPr snapToGrid="0">
      <p:cViewPr varScale="1">
        <p:scale>
          <a:sx n="82" d="100"/>
          <a:sy n="82" d="100"/>
        </p:scale>
        <p:origin x="187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2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48EBB-6A64-4524-AF83-700449DCC62A}" type="datetimeFigureOut">
              <a:rPr lang="en-CA" smtClean="0"/>
              <a:t>08/09/2022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E6111-855A-4BE5-9CDA-1861DBACE2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19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253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Ahmed / confirm.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E6111-855A-4BE5-9CDA-1861DBACE264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2163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contingency 2 weeks </a:t>
            </a:r>
          </a:p>
          <a:p>
            <a:endParaRPr lang="en-US" dirty="0"/>
          </a:p>
          <a:p>
            <a:r>
              <a:rPr lang="en-US" dirty="0"/>
              <a:t>Shift r.1.1 to r1.2 after GL</a:t>
            </a:r>
          </a:p>
          <a:p>
            <a:endParaRPr lang="en-US" dirty="0"/>
          </a:p>
          <a:p>
            <a:r>
              <a:rPr lang="en-US" dirty="0"/>
              <a:t>Freeze period reduced to 1 week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E6111-855A-4BE5-9CDA-1861DBACE264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6957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E6111-855A-4BE5-9CDA-1861DBACE26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4750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04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6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6" y="934722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6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6" y="2326642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25" indent="-304784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99702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6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25" indent="-304784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endParaRPr lang="en-CA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6" y="934722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6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286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6" y="934722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6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8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0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278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text. Body placeholder text goes here.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commole</a:t>
            </a:r>
            <a:r>
              <a:rPr lang="en-US"/>
              <a:t> </a:t>
            </a:r>
            <a:r>
              <a:rPr lang="en-US" err="1"/>
              <a:t>ntotas</a:t>
            </a:r>
            <a:r>
              <a:rPr lang="en-US"/>
              <a:t> se </a:t>
            </a:r>
            <a:r>
              <a:rPr lang="en-US" err="1"/>
              <a:t>volum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veliatuint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tiuntem</a:t>
            </a:r>
            <a:r>
              <a:rPr lang="en-US"/>
              <a:t> </a:t>
            </a:r>
            <a:r>
              <a:rPr lang="en-US" err="1"/>
              <a:t>inulparum</a:t>
            </a:r>
            <a:r>
              <a:rPr lang="en-US"/>
              <a:t> et </a:t>
            </a:r>
            <a:r>
              <a:rPr lang="en-US" err="1"/>
              <a:t>fugioto</a:t>
            </a:r>
            <a:r>
              <a:rPr lang="en-US"/>
              <a:t> </a:t>
            </a:r>
            <a:r>
              <a:rPr lang="en-US" err="1"/>
              <a:t>cusa</a:t>
            </a:r>
            <a:r>
              <a:rPr lang="en-US"/>
              <a:t> net </a:t>
            </a:r>
            <a:r>
              <a:rPr lang="en-US" err="1"/>
              <a:t>aut</a:t>
            </a:r>
            <a:r>
              <a:rPr lang="en-US"/>
              <a:t> colossus. </a:t>
            </a: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 </a:t>
            </a:r>
            <a:r>
              <a:rPr lang="en-US" err="1"/>
              <a:t>cid</a:t>
            </a:r>
            <a:r>
              <a:rPr lang="en-US"/>
              <a:t> et </a:t>
            </a:r>
            <a:r>
              <a:rPr lang="en-US" err="1"/>
              <a:t>poreupudam</a:t>
            </a:r>
            <a:r>
              <a:rPr lang="en-US"/>
              <a:t> </a:t>
            </a:r>
            <a:r>
              <a:rPr lang="en-US" err="1"/>
              <a:t>unti</a:t>
            </a:r>
            <a:r>
              <a:rPr lang="en-US"/>
              <a:t>, </a:t>
            </a:r>
            <a:r>
              <a:rPr lang="en-US" err="1"/>
              <a:t>uptodemsd</a:t>
            </a:r>
            <a:r>
              <a:rPr lang="en-US"/>
              <a:t> </a:t>
            </a:r>
            <a:r>
              <a:rPr lang="en-US" err="1"/>
              <a:t>blacsccsuam</a:t>
            </a:r>
            <a:r>
              <a:rPr lang="en-US"/>
              <a:t> </a:t>
            </a:r>
            <a:r>
              <a:rPr lang="en-US" err="1"/>
              <a:t>reprio</a:t>
            </a:r>
            <a:r>
              <a:rPr lang="en-US"/>
              <a:t> </a:t>
            </a:r>
            <a:r>
              <a:rPr lang="en-US" err="1"/>
              <a:t>endes</a:t>
            </a:r>
            <a:r>
              <a:rPr lang="en-US"/>
              <a:t> </a:t>
            </a:r>
            <a:r>
              <a:rPr lang="en-US" err="1"/>
              <a:t>autem</a:t>
            </a:r>
            <a:r>
              <a:rPr lang="en-US"/>
              <a:t> </a:t>
            </a:r>
            <a:r>
              <a:rPr lang="en-US" err="1"/>
              <a:t>quie</a:t>
            </a:r>
            <a:r>
              <a:rPr lang="en-US"/>
              <a:t> </a:t>
            </a:r>
            <a:r>
              <a:rPr lang="en-US" err="1"/>
              <a:t>prem</a:t>
            </a:r>
            <a:r>
              <a:rPr lang="en-US"/>
              <a:t> </a:t>
            </a:r>
            <a:r>
              <a:rPr lang="en-US" err="1"/>
              <a:t>aditas</a:t>
            </a:r>
            <a:r>
              <a:rPr lang="en-US"/>
              <a:t> discus </a:t>
            </a:r>
            <a:r>
              <a:rPr lang="en-US" err="1"/>
              <a:t>magnihilibus</a:t>
            </a:r>
            <a:r>
              <a:rPr lang="en-US"/>
              <a:t> </a:t>
            </a:r>
            <a:r>
              <a:rPr lang="en-US" err="1"/>
              <a:t>cusiccs</a:t>
            </a:r>
            <a:r>
              <a:rPr lang="en-US"/>
              <a:t> </a:t>
            </a:r>
            <a:r>
              <a:rPr lang="en-US" err="1"/>
              <a:t>eatumse</a:t>
            </a:r>
            <a:r>
              <a:rPr lang="en-US"/>
              <a:t> </a:t>
            </a:r>
            <a:r>
              <a:rPr lang="en-US" err="1"/>
              <a:t>luptaquie</a:t>
            </a:r>
            <a:r>
              <a:rPr lang="en-US"/>
              <a:t> </a:t>
            </a:r>
            <a:r>
              <a:rPr lang="en-US" err="1"/>
              <a:t>dolum</a:t>
            </a:r>
            <a:r>
              <a:rPr lang="en-US"/>
              <a:t>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commole</a:t>
            </a:r>
            <a:r>
              <a:rPr lang="en-US"/>
              <a:t> </a:t>
            </a:r>
            <a:r>
              <a:rPr lang="en-US" err="1"/>
              <a:t>ntotas</a:t>
            </a:r>
            <a:r>
              <a:rPr lang="en-US"/>
              <a:t> se </a:t>
            </a:r>
            <a:r>
              <a:rPr lang="en-US" err="1"/>
              <a:t>volum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veliatuint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tiuntem</a:t>
            </a:r>
            <a:r>
              <a:rPr lang="en-US"/>
              <a:t> </a:t>
            </a:r>
            <a:r>
              <a:rPr lang="en-US" err="1"/>
              <a:t>inulparum</a:t>
            </a:r>
            <a:r>
              <a:rPr lang="en-US"/>
              <a:t> et </a:t>
            </a:r>
            <a:r>
              <a:rPr lang="en-US" err="1"/>
              <a:t>fugioto</a:t>
            </a:r>
            <a:r>
              <a:rPr lang="en-US"/>
              <a:t> </a:t>
            </a:r>
            <a:r>
              <a:rPr lang="en-US" err="1"/>
              <a:t>cusa</a:t>
            </a:r>
            <a:r>
              <a:rPr lang="en-US"/>
              <a:t> net </a:t>
            </a:r>
            <a:r>
              <a:rPr lang="en-US" err="1"/>
              <a:t>aut</a:t>
            </a:r>
            <a:r>
              <a:rPr lang="en-US"/>
              <a:t> colossus. </a:t>
            </a: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 </a:t>
            </a:r>
            <a:r>
              <a:rPr lang="en-US" err="1"/>
              <a:t>cid</a:t>
            </a:r>
            <a:r>
              <a:rPr lang="en-US"/>
              <a:t> et </a:t>
            </a:r>
            <a:r>
              <a:rPr lang="en-US" err="1"/>
              <a:t>poreupudam</a:t>
            </a:r>
            <a:r>
              <a:rPr lang="en-US"/>
              <a:t> </a:t>
            </a:r>
            <a:r>
              <a:rPr lang="en-US" err="1"/>
              <a:t>unti</a:t>
            </a:r>
            <a:r>
              <a:rPr lang="en-US"/>
              <a:t>, </a:t>
            </a:r>
            <a:r>
              <a:rPr lang="en-US" err="1"/>
              <a:t>uptodemsd</a:t>
            </a:r>
            <a:r>
              <a:rPr lang="en-US"/>
              <a:t> </a:t>
            </a:r>
            <a:r>
              <a:rPr lang="en-US" err="1"/>
              <a:t>blacsccsuam</a:t>
            </a:r>
            <a:r>
              <a:rPr lang="en-US"/>
              <a:t> </a:t>
            </a:r>
            <a:r>
              <a:rPr lang="en-US" err="1"/>
              <a:t>reprio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99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6" y="934722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6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8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0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278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text. Body placeholder text goes here.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colossus. </a:t>
            </a:r>
          </a:p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Evelegndigim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 </a:t>
            </a:r>
            <a:r>
              <a:rPr lang="en-US" err="1"/>
              <a:t>cid</a:t>
            </a:r>
            <a:r>
              <a:rPr lang="en-US"/>
              <a:t> et </a:t>
            </a:r>
            <a:r>
              <a:rPr lang="en-US" err="1"/>
              <a:t>poreupudam</a:t>
            </a:r>
            <a:r>
              <a:rPr lang="en-US"/>
              <a:t> </a:t>
            </a:r>
            <a:r>
              <a:rPr lang="en-US" err="1"/>
              <a:t>unti</a:t>
            </a:r>
            <a:r>
              <a:rPr lang="en-US"/>
              <a:t>, </a:t>
            </a:r>
            <a:r>
              <a:rPr lang="en-US" err="1"/>
              <a:t>uptodemsd</a:t>
            </a:r>
            <a:r>
              <a:rPr lang="en-US"/>
              <a:t> </a:t>
            </a:r>
            <a:r>
              <a:rPr lang="en-US" err="1"/>
              <a:t>blacsccsuam</a:t>
            </a:r>
            <a:r>
              <a:rPr lang="en-US"/>
              <a:t> </a:t>
            </a:r>
            <a:r>
              <a:rPr lang="en-US" err="1"/>
              <a:t>reprio</a:t>
            </a:r>
            <a:r>
              <a:rPr lang="en-US"/>
              <a:t> </a:t>
            </a:r>
            <a:r>
              <a:rPr lang="en-US" err="1"/>
              <a:t>endes</a:t>
            </a:r>
            <a:r>
              <a:rPr lang="en-US"/>
              <a:t> </a:t>
            </a:r>
            <a:r>
              <a:rPr lang="en-US" err="1"/>
              <a:t>autem</a:t>
            </a:r>
            <a:r>
              <a:rPr lang="en-US"/>
              <a:t> </a:t>
            </a:r>
            <a:r>
              <a:rPr lang="en-US" err="1"/>
              <a:t>quie</a:t>
            </a:r>
            <a:r>
              <a:rPr lang="en-US"/>
              <a:t> </a:t>
            </a:r>
            <a:r>
              <a:rPr lang="en-US" err="1"/>
              <a:t>prem</a:t>
            </a:r>
            <a:r>
              <a:rPr lang="en-US"/>
              <a:t> </a:t>
            </a:r>
            <a:r>
              <a:rPr lang="en-US" err="1"/>
              <a:t>aditas</a:t>
            </a:r>
            <a:r>
              <a:rPr lang="en-US"/>
              <a:t> discus.</a:t>
            </a:r>
          </a:p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.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veliatuint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tiuntem</a:t>
            </a:r>
            <a:r>
              <a:rPr lang="en-US"/>
              <a:t> </a:t>
            </a:r>
            <a:r>
              <a:rPr lang="en-US" err="1"/>
              <a:t>inulparum</a:t>
            </a:r>
            <a:r>
              <a:rPr lang="en-US"/>
              <a:t> et </a:t>
            </a:r>
            <a:r>
              <a:rPr lang="en-US" err="1"/>
              <a:t>fugioto</a:t>
            </a:r>
            <a:r>
              <a:rPr lang="en-US"/>
              <a:t> </a:t>
            </a:r>
            <a:r>
              <a:rPr lang="en-US" err="1"/>
              <a:t>cusa</a:t>
            </a:r>
            <a:r>
              <a:rPr lang="en-US"/>
              <a:t> net </a:t>
            </a:r>
            <a:r>
              <a:rPr lang="en-US" err="1"/>
              <a:t>aut</a:t>
            </a:r>
            <a:r>
              <a:rPr lang="en-US"/>
              <a:t> colossus. </a:t>
            </a:r>
          </a:p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</a:p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commole</a:t>
            </a:r>
            <a:endParaRPr lang="en-US"/>
          </a:p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96153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1" y="495302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93495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11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03768" y="3802253"/>
            <a:ext cx="8483600" cy="53078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9170" rtl="0" eaLnBrk="1" fontAlgn="auto" latinLnBrk="0" hangingPunct="1">
              <a:lnSpc>
                <a:spcPts val="2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03769" y="2985645"/>
            <a:ext cx="11108268" cy="6095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9170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67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03769" y="1990040"/>
            <a:ext cx="11133665" cy="7048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7733"/>
              </a:lnSpc>
              <a:spcBef>
                <a:spcPts val="0"/>
              </a:spcBef>
              <a:buNone/>
              <a:defRPr sz="640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644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62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32051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7367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6759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13722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89634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61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7080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1215047" y="6462983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333" b="1" i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3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8" r:id="rId8"/>
  </p:sldLayoutIdLst>
  <p:txStyles>
    <p:titleStyle>
      <a:lvl1pPr algn="ctr" defTabSz="121914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174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61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image" Target="../media/image4.png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image" Target="../media/image5.png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151" Type="http://schemas.openxmlformats.org/officeDocument/2006/relationships/tags" Target="../tags/tag151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72" Type="http://schemas.openxmlformats.org/officeDocument/2006/relationships/tags" Target="../tags/tag172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141" Type="http://schemas.openxmlformats.org/officeDocument/2006/relationships/tags" Target="../tags/tag141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162" Type="http://schemas.openxmlformats.org/officeDocument/2006/relationships/tags" Target="../tags/tag162.xml"/><Relationship Id="rId183" Type="http://schemas.openxmlformats.org/officeDocument/2006/relationships/image" Target="../media/image6.png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image" Target="../media/image7.png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notesSlide" Target="../notesSlides/notesSlide3.xml"/><Relationship Id="rId26" Type="http://schemas.openxmlformats.org/officeDocument/2006/relationships/tags" Target="../tags/tag26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6" Type="http://schemas.openxmlformats.org/officeDocument/2006/relationships/tags" Target="../tags/tag16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" Type="http://schemas.openxmlformats.org/officeDocument/2006/relationships/tags" Target="../tags/tag1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04.xml"/><Relationship Id="rId117" Type="http://schemas.openxmlformats.org/officeDocument/2006/relationships/tags" Target="../tags/tag295.xml"/><Relationship Id="rId21" Type="http://schemas.openxmlformats.org/officeDocument/2006/relationships/tags" Target="../tags/tag199.xml"/><Relationship Id="rId42" Type="http://schemas.openxmlformats.org/officeDocument/2006/relationships/tags" Target="../tags/tag220.xml"/><Relationship Id="rId47" Type="http://schemas.openxmlformats.org/officeDocument/2006/relationships/tags" Target="../tags/tag225.xml"/><Relationship Id="rId63" Type="http://schemas.openxmlformats.org/officeDocument/2006/relationships/tags" Target="../tags/tag241.xml"/><Relationship Id="rId68" Type="http://schemas.openxmlformats.org/officeDocument/2006/relationships/tags" Target="../tags/tag246.xml"/><Relationship Id="rId84" Type="http://schemas.openxmlformats.org/officeDocument/2006/relationships/tags" Target="../tags/tag262.xml"/><Relationship Id="rId89" Type="http://schemas.openxmlformats.org/officeDocument/2006/relationships/tags" Target="../tags/tag267.xml"/><Relationship Id="rId112" Type="http://schemas.openxmlformats.org/officeDocument/2006/relationships/tags" Target="../tags/tag290.xml"/><Relationship Id="rId16" Type="http://schemas.openxmlformats.org/officeDocument/2006/relationships/tags" Target="../tags/tag194.xml"/><Relationship Id="rId107" Type="http://schemas.openxmlformats.org/officeDocument/2006/relationships/tags" Target="../tags/tag285.xml"/><Relationship Id="rId11" Type="http://schemas.openxmlformats.org/officeDocument/2006/relationships/tags" Target="../tags/tag189.xml"/><Relationship Id="rId32" Type="http://schemas.openxmlformats.org/officeDocument/2006/relationships/tags" Target="../tags/tag210.xml"/><Relationship Id="rId37" Type="http://schemas.openxmlformats.org/officeDocument/2006/relationships/tags" Target="../tags/tag215.xml"/><Relationship Id="rId53" Type="http://schemas.openxmlformats.org/officeDocument/2006/relationships/tags" Target="../tags/tag231.xml"/><Relationship Id="rId58" Type="http://schemas.openxmlformats.org/officeDocument/2006/relationships/tags" Target="../tags/tag236.xml"/><Relationship Id="rId74" Type="http://schemas.openxmlformats.org/officeDocument/2006/relationships/tags" Target="../tags/tag252.xml"/><Relationship Id="rId79" Type="http://schemas.openxmlformats.org/officeDocument/2006/relationships/tags" Target="../tags/tag257.xml"/><Relationship Id="rId102" Type="http://schemas.openxmlformats.org/officeDocument/2006/relationships/tags" Target="../tags/tag280.xml"/><Relationship Id="rId123" Type="http://schemas.openxmlformats.org/officeDocument/2006/relationships/image" Target="../media/image7.png"/><Relationship Id="rId5" Type="http://schemas.openxmlformats.org/officeDocument/2006/relationships/tags" Target="../tags/tag183.xml"/><Relationship Id="rId90" Type="http://schemas.openxmlformats.org/officeDocument/2006/relationships/tags" Target="../tags/tag268.xml"/><Relationship Id="rId95" Type="http://schemas.openxmlformats.org/officeDocument/2006/relationships/tags" Target="../tags/tag273.xml"/><Relationship Id="rId22" Type="http://schemas.openxmlformats.org/officeDocument/2006/relationships/tags" Target="../tags/tag200.xml"/><Relationship Id="rId27" Type="http://schemas.openxmlformats.org/officeDocument/2006/relationships/tags" Target="../tags/tag205.xml"/><Relationship Id="rId43" Type="http://schemas.openxmlformats.org/officeDocument/2006/relationships/tags" Target="../tags/tag221.xml"/><Relationship Id="rId48" Type="http://schemas.openxmlformats.org/officeDocument/2006/relationships/tags" Target="../tags/tag226.xml"/><Relationship Id="rId64" Type="http://schemas.openxmlformats.org/officeDocument/2006/relationships/tags" Target="../tags/tag242.xml"/><Relationship Id="rId69" Type="http://schemas.openxmlformats.org/officeDocument/2006/relationships/tags" Target="../tags/tag247.xml"/><Relationship Id="rId113" Type="http://schemas.openxmlformats.org/officeDocument/2006/relationships/tags" Target="../tags/tag291.xml"/><Relationship Id="rId118" Type="http://schemas.openxmlformats.org/officeDocument/2006/relationships/tags" Target="../tags/tag296.xml"/><Relationship Id="rId80" Type="http://schemas.openxmlformats.org/officeDocument/2006/relationships/tags" Target="../tags/tag258.xml"/><Relationship Id="rId85" Type="http://schemas.openxmlformats.org/officeDocument/2006/relationships/tags" Target="../tags/tag263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33" Type="http://schemas.openxmlformats.org/officeDocument/2006/relationships/tags" Target="../tags/tag211.xml"/><Relationship Id="rId38" Type="http://schemas.openxmlformats.org/officeDocument/2006/relationships/tags" Target="../tags/tag216.xml"/><Relationship Id="rId59" Type="http://schemas.openxmlformats.org/officeDocument/2006/relationships/tags" Target="../tags/tag237.xml"/><Relationship Id="rId103" Type="http://schemas.openxmlformats.org/officeDocument/2006/relationships/tags" Target="../tags/tag281.xml"/><Relationship Id="rId108" Type="http://schemas.openxmlformats.org/officeDocument/2006/relationships/tags" Target="../tags/tag286.xml"/><Relationship Id="rId54" Type="http://schemas.openxmlformats.org/officeDocument/2006/relationships/tags" Target="../tags/tag232.xml"/><Relationship Id="rId70" Type="http://schemas.openxmlformats.org/officeDocument/2006/relationships/tags" Target="../tags/tag248.xml"/><Relationship Id="rId75" Type="http://schemas.openxmlformats.org/officeDocument/2006/relationships/tags" Target="../tags/tag253.xml"/><Relationship Id="rId91" Type="http://schemas.openxmlformats.org/officeDocument/2006/relationships/tags" Target="../tags/tag269.xml"/><Relationship Id="rId96" Type="http://schemas.openxmlformats.org/officeDocument/2006/relationships/tags" Target="../tags/tag274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23" Type="http://schemas.openxmlformats.org/officeDocument/2006/relationships/tags" Target="../tags/tag201.xml"/><Relationship Id="rId28" Type="http://schemas.openxmlformats.org/officeDocument/2006/relationships/tags" Target="../tags/tag206.xml"/><Relationship Id="rId49" Type="http://schemas.openxmlformats.org/officeDocument/2006/relationships/tags" Target="../tags/tag227.xml"/><Relationship Id="rId114" Type="http://schemas.openxmlformats.org/officeDocument/2006/relationships/tags" Target="../tags/tag292.xml"/><Relationship Id="rId119" Type="http://schemas.openxmlformats.org/officeDocument/2006/relationships/slideLayout" Target="../slideLayouts/slideLayout7.xml"/><Relationship Id="rId44" Type="http://schemas.openxmlformats.org/officeDocument/2006/relationships/tags" Target="../tags/tag222.xml"/><Relationship Id="rId60" Type="http://schemas.openxmlformats.org/officeDocument/2006/relationships/tags" Target="../tags/tag238.xml"/><Relationship Id="rId65" Type="http://schemas.openxmlformats.org/officeDocument/2006/relationships/tags" Target="../tags/tag243.xml"/><Relationship Id="rId81" Type="http://schemas.openxmlformats.org/officeDocument/2006/relationships/tags" Target="../tags/tag259.xml"/><Relationship Id="rId86" Type="http://schemas.openxmlformats.org/officeDocument/2006/relationships/tags" Target="../tags/tag264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39" Type="http://schemas.openxmlformats.org/officeDocument/2006/relationships/tags" Target="../tags/tag217.xml"/><Relationship Id="rId109" Type="http://schemas.openxmlformats.org/officeDocument/2006/relationships/tags" Target="../tags/tag287.xml"/><Relationship Id="rId34" Type="http://schemas.openxmlformats.org/officeDocument/2006/relationships/tags" Target="../tags/tag212.xml"/><Relationship Id="rId50" Type="http://schemas.openxmlformats.org/officeDocument/2006/relationships/tags" Target="../tags/tag228.xml"/><Relationship Id="rId55" Type="http://schemas.openxmlformats.org/officeDocument/2006/relationships/tags" Target="../tags/tag233.xml"/><Relationship Id="rId76" Type="http://schemas.openxmlformats.org/officeDocument/2006/relationships/tags" Target="../tags/tag254.xml"/><Relationship Id="rId97" Type="http://schemas.openxmlformats.org/officeDocument/2006/relationships/tags" Target="../tags/tag275.xml"/><Relationship Id="rId104" Type="http://schemas.openxmlformats.org/officeDocument/2006/relationships/tags" Target="../tags/tag282.xml"/><Relationship Id="rId120" Type="http://schemas.openxmlformats.org/officeDocument/2006/relationships/image" Target="../media/image4.png"/><Relationship Id="rId7" Type="http://schemas.openxmlformats.org/officeDocument/2006/relationships/tags" Target="../tags/tag185.xml"/><Relationship Id="rId71" Type="http://schemas.openxmlformats.org/officeDocument/2006/relationships/tags" Target="../tags/tag249.xml"/><Relationship Id="rId92" Type="http://schemas.openxmlformats.org/officeDocument/2006/relationships/tags" Target="../tags/tag270.xml"/><Relationship Id="rId2" Type="http://schemas.openxmlformats.org/officeDocument/2006/relationships/tags" Target="../tags/tag180.xml"/><Relationship Id="rId29" Type="http://schemas.openxmlformats.org/officeDocument/2006/relationships/tags" Target="../tags/tag207.xml"/><Relationship Id="rId24" Type="http://schemas.openxmlformats.org/officeDocument/2006/relationships/tags" Target="../tags/tag202.xml"/><Relationship Id="rId40" Type="http://schemas.openxmlformats.org/officeDocument/2006/relationships/tags" Target="../tags/tag218.xml"/><Relationship Id="rId45" Type="http://schemas.openxmlformats.org/officeDocument/2006/relationships/tags" Target="../tags/tag223.xml"/><Relationship Id="rId66" Type="http://schemas.openxmlformats.org/officeDocument/2006/relationships/tags" Target="../tags/tag244.xml"/><Relationship Id="rId87" Type="http://schemas.openxmlformats.org/officeDocument/2006/relationships/tags" Target="../tags/tag265.xml"/><Relationship Id="rId110" Type="http://schemas.openxmlformats.org/officeDocument/2006/relationships/tags" Target="../tags/tag288.xml"/><Relationship Id="rId115" Type="http://schemas.openxmlformats.org/officeDocument/2006/relationships/tags" Target="../tags/tag293.xml"/><Relationship Id="rId61" Type="http://schemas.openxmlformats.org/officeDocument/2006/relationships/tags" Target="../tags/tag239.xml"/><Relationship Id="rId82" Type="http://schemas.openxmlformats.org/officeDocument/2006/relationships/tags" Target="../tags/tag260.xml"/><Relationship Id="rId19" Type="http://schemas.openxmlformats.org/officeDocument/2006/relationships/tags" Target="../tags/tag197.xml"/><Relationship Id="rId14" Type="http://schemas.openxmlformats.org/officeDocument/2006/relationships/tags" Target="../tags/tag192.xml"/><Relationship Id="rId30" Type="http://schemas.openxmlformats.org/officeDocument/2006/relationships/tags" Target="../tags/tag208.xml"/><Relationship Id="rId35" Type="http://schemas.openxmlformats.org/officeDocument/2006/relationships/tags" Target="../tags/tag213.xml"/><Relationship Id="rId56" Type="http://schemas.openxmlformats.org/officeDocument/2006/relationships/tags" Target="../tags/tag234.xml"/><Relationship Id="rId77" Type="http://schemas.openxmlformats.org/officeDocument/2006/relationships/tags" Target="../tags/tag255.xml"/><Relationship Id="rId100" Type="http://schemas.openxmlformats.org/officeDocument/2006/relationships/tags" Target="../tags/tag278.xml"/><Relationship Id="rId105" Type="http://schemas.openxmlformats.org/officeDocument/2006/relationships/tags" Target="../tags/tag283.xml"/><Relationship Id="rId8" Type="http://schemas.openxmlformats.org/officeDocument/2006/relationships/tags" Target="../tags/tag186.xml"/><Relationship Id="rId51" Type="http://schemas.openxmlformats.org/officeDocument/2006/relationships/tags" Target="../tags/tag229.xml"/><Relationship Id="rId72" Type="http://schemas.openxmlformats.org/officeDocument/2006/relationships/tags" Target="../tags/tag250.xml"/><Relationship Id="rId93" Type="http://schemas.openxmlformats.org/officeDocument/2006/relationships/tags" Target="../tags/tag271.xml"/><Relationship Id="rId98" Type="http://schemas.openxmlformats.org/officeDocument/2006/relationships/tags" Target="../tags/tag276.xml"/><Relationship Id="rId121" Type="http://schemas.openxmlformats.org/officeDocument/2006/relationships/image" Target="../media/image5.png"/><Relationship Id="rId3" Type="http://schemas.openxmlformats.org/officeDocument/2006/relationships/tags" Target="../tags/tag181.xml"/><Relationship Id="rId25" Type="http://schemas.openxmlformats.org/officeDocument/2006/relationships/tags" Target="../tags/tag203.xml"/><Relationship Id="rId46" Type="http://schemas.openxmlformats.org/officeDocument/2006/relationships/tags" Target="../tags/tag224.xml"/><Relationship Id="rId67" Type="http://schemas.openxmlformats.org/officeDocument/2006/relationships/tags" Target="../tags/tag245.xml"/><Relationship Id="rId116" Type="http://schemas.openxmlformats.org/officeDocument/2006/relationships/tags" Target="../tags/tag294.xml"/><Relationship Id="rId20" Type="http://schemas.openxmlformats.org/officeDocument/2006/relationships/tags" Target="../tags/tag198.xml"/><Relationship Id="rId41" Type="http://schemas.openxmlformats.org/officeDocument/2006/relationships/tags" Target="../tags/tag219.xml"/><Relationship Id="rId62" Type="http://schemas.openxmlformats.org/officeDocument/2006/relationships/tags" Target="../tags/tag240.xml"/><Relationship Id="rId83" Type="http://schemas.openxmlformats.org/officeDocument/2006/relationships/tags" Target="../tags/tag261.xml"/><Relationship Id="rId88" Type="http://schemas.openxmlformats.org/officeDocument/2006/relationships/tags" Target="../tags/tag266.xml"/><Relationship Id="rId111" Type="http://schemas.openxmlformats.org/officeDocument/2006/relationships/tags" Target="../tags/tag289.xml"/><Relationship Id="rId15" Type="http://schemas.openxmlformats.org/officeDocument/2006/relationships/tags" Target="../tags/tag193.xml"/><Relationship Id="rId36" Type="http://schemas.openxmlformats.org/officeDocument/2006/relationships/tags" Target="../tags/tag214.xml"/><Relationship Id="rId57" Type="http://schemas.openxmlformats.org/officeDocument/2006/relationships/tags" Target="../tags/tag235.xml"/><Relationship Id="rId106" Type="http://schemas.openxmlformats.org/officeDocument/2006/relationships/tags" Target="../tags/tag284.xml"/><Relationship Id="rId10" Type="http://schemas.openxmlformats.org/officeDocument/2006/relationships/tags" Target="../tags/tag188.xml"/><Relationship Id="rId31" Type="http://schemas.openxmlformats.org/officeDocument/2006/relationships/tags" Target="../tags/tag209.xml"/><Relationship Id="rId52" Type="http://schemas.openxmlformats.org/officeDocument/2006/relationships/tags" Target="../tags/tag230.xml"/><Relationship Id="rId73" Type="http://schemas.openxmlformats.org/officeDocument/2006/relationships/tags" Target="../tags/tag251.xml"/><Relationship Id="rId78" Type="http://schemas.openxmlformats.org/officeDocument/2006/relationships/tags" Target="../tags/tag256.xml"/><Relationship Id="rId94" Type="http://schemas.openxmlformats.org/officeDocument/2006/relationships/tags" Target="../tags/tag272.xml"/><Relationship Id="rId99" Type="http://schemas.openxmlformats.org/officeDocument/2006/relationships/tags" Target="../tags/tag277.xml"/><Relationship Id="rId101" Type="http://schemas.openxmlformats.org/officeDocument/2006/relationships/tags" Target="../tags/tag279.xml"/><Relationship Id="rId12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3768" y="5453608"/>
            <a:ext cx="3822048" cy="441166"/>
          </a:xfrm>
        </p:spPr>
        <p:txBody>
          <a:bodyPr/>
          <a:lstStyle/>
          <a:p>
            <a:r>
              <a:rPr lang="en-CA" dirty="0"/>
              <a:t>Date: March 31, 2022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03768" y="2423967"/>
            <a:ext cx="8060810" cy="609599"/>
          </a:xfrm>
        </p:spPr>
        <p:txBody>
          <a:bodyPr/>
          <a:lstStyle/>
          <a:p>
            <a:r>
              <a:rPr lang="en-US" sz="4000" dirty="0"/>
              <a:t>Digital Program Releases</a:t>
            </a:r>
          </a:p>
          <a:p>
            <a:endParaRPr lang="en-US" sz="4000" dirty="0"/>
          </a:p>
          <a:p>
            <a:r>
              <a:rPr lang="en-US" sz="4000" dirty="0"/>
              <a:t>Executive Summary</a:t>
            </a:r>
            <a:endParaRPr lang="en-CA" sz="4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03769" y="1376236"/>
            <a:ext cx="11133665" cy="704851"/>
          </a:xfrm>
        </p:spPr>
        <p:txBody>
          <a:bodyPr/>
          <a:lstStyle/>
          <a:p>
            <a:r>
              <a:rPr lang="en-CA" sz="5867" dirty="0"/>
              <a:t>Digital Program</a:t>
            </a:r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B46F92-4111-47F1-9EDD-A9BCD8C83A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5733" y="358728"/>
            <a:ext cx="11040535" cy="529977"/>
          </a:xfrm>
        </p:spPr>
        <p:txBody>
          <a:bodyPr/>
          <a:lstStyle/>
          <a:p>
            <a:r>
              <a:rPr lang="en-US" sz="2800" dirty="0"/>
              <a:t>VCOO Assumptions</a:t>
            </a:r>
            <a:endParaRPr lang="en-CA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0CFD3-393E-43B5-9F6A-F214C7DFA21B}"/>
              </a:ext>
            </a:extLst>
          </p:cNvPr>
          <p:cNvSpPr txBox="1"/>
          <p:nvPr/>
        </p:nvSpPr>
        <p:spPr>
          <a:xfrm>
            <a:off x="575732" y="1060174"/>
            <a:ext cx="10831739" cy="1816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Requirements gathering sessions are not required scope is established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1867" dirty="0">
                <a:solidFill>
                  <a:srgbClr val="777777"/>
                </a:solidFill>
                <a:latin typeface="Calibri"/>
              </a:rPr>
              <a:t>No new data procurement is required; Beta will be built into the R1.1 version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required APIs, which are currently employed in Beta, do not require development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VCOO instance of Spotlight needs to be incorporated into the current production Spotlight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67" dirty="0">
                <a:solidFill>
                  <a:srgbClr val="777777"/>
                </a:solidFill>
                <a:latin typeface="Calibri"/>
              </a:rPr>
              <a:t>There are 6 development Sprints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67" dirty="0">
                <a:solidFill>
                  <a:srgbClr val="777777"/>
                </a:solidFill>
                <a:latin typeface="Calibri"/>
              </a:rPr>
              <a:t>VCOO Beta will continue until formal business decision and readiness is confirmed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07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7F65CE48-0054-4CB8-903B-0A73760AF7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2022</a:t>
            </a:r>
          </a:p>
        </p:txBody>
      </p:sp>
      <p:sp>
        <p:nvSpPr>
          <p:cNvPr id="3" name="OTLSHAPE_TB_00000000000000000000000000000000_RightEndCaps">
            <a:extLst>
              <a:ext uri="{FF2B5EF4-FFF2-40B4-BE49-F238E27FC236}">
                <a16:creationId xmlns:a16="http://schemas.microsoft.com/office/drawing/2014/main" id="{B40EC81E-5DBC-43E7-A71C-FF9A54C2201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74534" y="6388269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38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2022</a:t>
            </a:r>
          </a:p>
        </p:txBody>
      </p:sp>
      <p:cxnSp>
        <p:nvCxnSpPr>
          <p:cNvPr id="19" name="OTLSHAPE_M_7e84f42b3f8b4b18bd56622a4bfba8c1_Connector1">
            <a:extLst>
              <a:ext uri="{FF2B5EF4-FFF2-40B4-BE49-F238E27FC236}">
                <a16:creationId xmlns:a16="http://schemas.microsoft.com/office/drawing/2014/main" id="{CC837C97-5D80-6AC9-9B4F-039735AD6A0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032605" y="5745057"/>
            <a:ext cx="0" cy="592243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OTLSHAPE_M_91b3394a79e7478ca983965c767c4e8f_Connector1">
            <a:extLst>
              <a:ext uri="{FF2B5EF4-FFF2-40B4-BE49-F238E27FC236}">
                <a16:creationId xmlns:a16="http://schemas.microsoft.com/office/drawing/2014/main" id="{74E2D021-5120-D7BE-46AA-20544DE5E1DA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10646104" y="5745057"/>
            <a:ext cx="0" cy="88900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OTLSHAPE_M_91b3394a79e7478ca983965c767c4e8f_Connector2">
            <a:extLst>
              <a:ext uri="{FF2B5EF4-FFF2-40B4-BE49-F238E27FC236}">
                <a16:creationId xmlns:a16="http://schemas.microsoft.com/office/drawing/2014/main" id="{57A5FE64-18DE-824E-7D23-5EB60EC095B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10646104" y="6004475"/>
            <a:ext cx="0" cy="332825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OTLSHAPE_M_3b54928756fa4cbba0637d1da9dc9b65_Connector1">
            <a:extLst>
              <a:ext uri="{FF2B5EF4-FFF2-40B4-BE49-F238E27FC236}">
                <a16:creationId xmlns:a16="http://schemas.microsoft.com/office/drawing/2014/main" id="{7F2D62DD-FFD5-88D8-E7F4-AF9F4045A95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345489" y="5745057"/>
            <a:ext cx="0" cy="592243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OTLSHAPE_M_1a24afd3d79145ecb2bc8b886ee6bbaa_Connector1">
            <a:extLst>
              <a:ext uri="{FF2B5EF4-FFF2-40B4-BE49-F238E27FC236}">
                <a16:creationId xmlns:a16="http://schemas.microsoft.com/office/drawing/2014/main" id="{914A1BB3-EC89-5629-CE96-5B853487B2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6922391" y="4091305"/>
            <a:ext cx="0" cy="1742652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OTLSHAPE_M_1a24afd3d79145ecb2bc8b886ee6bbaa_Connector2">
            <a:extLst>
              <a:ext uri="{FF2B5EF4-FFF2-40B4-BE49-F238E27FC236}">
                <a16:creationId xmlns:a16="http://schemas.microsoft.com/office/drawing/2014/main" id="{E409F892-EAE6-35D9-5C33-22EF5A1DB7D7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6922391" y="6004475"/>
            <a:ext cx="0" cy="396325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OTLSHAPE_M_3f0452ec551d4f0d9be178ecc717cbb5_Connector1">
            <a:extLst>
              <a:ext uri="{FF2B5EF4-FFF2-40B4-BE49-F238E27FC236}">
                <a16:creationId xmlns:a16="http://schemas.microsoft.com/office/drawing/2014/main" id="{F82A07C8-FD90-280A-257B-B35264473BCF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7364109" y="5021791"/>
            <a:ext cx="0" cy="1379008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OTLSHAPE_M_b6d0b188289f48c8aedbfd94c0ce3359_Connector1">
            <a:extLst>
              <a:ext uri="{FF2B5EF4-FFF2-40B4-BE49-F238E27FC236}">
                <a16:creationId xmlns:a16="http://schemas.microsoft.com/office/drawing/2014/main" id="{FA68B0D5-CE06-B6EE-B709-FA19ECCDCD35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7707668" y="5487035"/>
            <a:ext cx="0" cy="913765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OTLSHAPE_M_3a71cf244b9b4b528c5ef967cb46ddad_Connector1">
            <a:extLst>
              <a:ext uri="{FF2B5EF4-FFF2-40B4-BE49-F238E27FC236}">
                <a16:creationId xmlns:a16="http://schemas.microsoft.com/office/drawing/2014/main" id="{D78B4AD3-8D2A-9A45-C02A-5208BAB0CB2A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7265950" y="4556548"/>
            <a:ext cx="0" cy="1844252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OTLSHAPE_M_7354ab91bab64da9b77f9e4832e7687e_Connector1">
            <a:extLst>
              <a:ext uri="{FF2B5EF4-FFF2-40B4-BE49-F238E27FC236}">
                <a16:creationId xmlns:a16="http://schemas.microsoft.com/office/drawing/2014/main" id="{E5170DAF-47A7-4AA0-3D3B-A37DA63805A5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8051226" y="5952278"/>
            <a:ext cx="0" cy="448522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68B0CF29-6E09-40BB-A338-827A5456488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44465" y="6400800"/>
            <a:ext cx="10515600" cy="254000"/>
          </a:xfrm>
          <a:prstGeom prst="round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5266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TLSHAPE_TB_00000000000000000000000000000000_ElapsedTime" hidden="1">
            <a:extLst>
              <a:ext uri="{FF2B5EF4-FFF2-40B4-BE49-F238E27FC236}">
                <a16:creationId xmlns:a16="http://schemas.microsoft.com/office/drawing/2014/main" id="{40476C1A-2B10-475F-B2E3-5BE8B702E2A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2700" h="139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TLSHAPE_TB_00000000000000000000000000000000_TodayMarkerShape" hidden="1">
            <a:extLst>
              <a:ext uri="{FF2B5EF4-FFF2-40B4-BE49-F238E27FC236}">
                <a16:creationId xmlns:a16="http://schemas.microsoft.com/office/drawing/2014/main" id="{6B2FFB0E-7E2E-4B7F-84E2-4F2B53EF751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218558" y="6654800"/>
            <a:ext cx="76200" cy="84667"/>
          </a:xfrm>
          <a:prstGeom prst="triangl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TLSHAPE_TB_00000000000000000000000000000000_TodayMarkerText" hidden="1">
            <a:extLst>
              <a:ext uri="{FF2B5EF4-FFF2-40B4-BE49-F238E27FC236}">
                <a16:creationId xmlns:a16="http://schemas.microsoft.com/office/drawing/2014/main" id="{BF4B4ABA-06E2-46C7-A224-879021EB96A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2149231" y="5482167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1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3DC9E6EE-8CFD-4A13-BC2A-C0F034C7551A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07965" y="6438900"/>
            <a:ext cx="22281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1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Apr</a:t>
            </a: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58D9E6A3-2444-4450-9743-65DC1BFA719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380358" y="6438900"/>
            <a:ext cx="27122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1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May</a:t>
            </a: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id="{E9351537-7D91-4B45-8607-66D42AD8F0F6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901831" y="6438900"/>
            <a:ext cx="20999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1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Jun</a:t>
            </a: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6A89F49D-F105-4763-B27F-E5525869C106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5374224" y="6438900"/>
            <a:ext cx="15818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2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Jul</a:t>
            </a:r>
          </a:p>
        </p:txBody>
      </p:sp>
      <p:sp>
        <p:nvSpPr>
          <p:cNvPr id="12" name="OTLSHAPE_TB_00000000000000000000000000000000_TimescaleInterval5">
            <a:extLst>
              <a:ext uri="{FF2B5EF4-FFF2-40B4-BE49-F238E27FC236}">
                <a16:creationId xmlns:a16="http://schemas.microsoft.com/office/drawing/2014/main" id="{11E8D915-6739-4D99-AD28-9FEC56F918D6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95697" y="6438900"/>
            <a:ext cx="24205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2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Aug</a:t>
            </a: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086FABB8-AAAE-4687-803E-BEAAEBA5200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417169" y="6438900"/>
            <a:ext cx="227626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1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Sep</a:t>
            </a:r>
          </a:p>
        </p:txBody>
      </p:sp>
      <p:sp>
        <p:nvSpPr>
          <p:cNvPr id="14" name="OTLSHAPE_TB_00000000000000000000000000000000_ScaleMarking1">
            <a:extLst>
              <a:ext uri="{FF2B5EF4-FFF2-40B4-BE49-F238E27FC236}">
                <a16:creationId xmlns:a16="http://schemas.microsoft.com/office/drawing/2014/main" id="{CA57BD3C-4135-4833-A795-5CDDDA703F35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07965" y="6214745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-2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2022</a:t>
            </a:r>
          </a:p>
        </p:txBody>
      </p:sp>
      <p:sp>
        <p:nvSpPr>
          <p:cNvPr id="51" name="OTLSHAPE_TB_00000000000000000000000000000000_TimescaleInterval7">
            <a:extLst>
              <a:ext uri="{FF2B5EF4-FFF2-40B4-BE49-F238E27FC236}">
                <a16:creationId xmlns:a16="http://schemas.microsoft.com/office/drawing/2014/main" id="{E00B0A83-BD85-4600-9239-48E05DC2D4C5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889562" y="6438900"/>
            <a:ext cx="21114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96" name="OTLSHAPE_T_80b9299f6c384b88bd3bfb2007d64aa1_Shape">
            <a:extLst>
              <a:ext uri="{FF2B5EF4-FFF2-40B4-BE49-F238E27FC236}">
                <a16:creationId xmlns:a16="http://schemas.microsoft.com/office/drawing/2014/main" id="{6EEEFD73-C1A2-4F8B-B8CA-FEBC48732ECD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7388434" y="1573012"/>
            <a:ext cx="317500" cy="127000"/>
          </a:xfrm>
          <a:prstGeom prst="roundRect">
            <a:avLst/>
          </a:prstGeom>
          <a:solidFill>
            <a:schemeClr val="dk1"/>
          </a:solidFill>
          <a:ln w="21728" cap="flat" cmpd="sng" algn="ctr">
            <a:solidFill>
              <a:schemeClr val="accent1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TLSHAPE_T_f104ce1b0e23457e9cf4f9eea36dfea9_Shape">
            <a:extLst>
              <a:ext uri="{FF2B5EF4-FFF2-40B4-BE49-F238E27FC236}">
                <a16:creationId xmlns:a16="http://schemas.microsoft.com/office/drawing/2014/main" id="{9A59EBD8-6B1D-4C64-8580-B1281C14D97C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9253465" y="2616106"/>
            <a:ext cx="215900" cy="127000"/>
          </a:xfrm>
          <a:prstGeom prst="roundRect">
            <a:avLst/>
          </a:prstGeom>
          <a:solidFill>
            <a:schemeClr val="dk1"/>
          </a:solidFill>
          <a:ln w="21728" cap="flat" cmpd="sng" algn="ctr">
            <a:solidFill>
              <a:schemeClr val="accent1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TLSHAPE_T_8b5ea2d1cb1042b092d2ec78560b6608_Shape">
            <a:extLst>
              <a:ext uri="{FF2B5EF4-FFF2-40B4-BE49-F238E27FC236}">
                <a16:creationId xmlns:a16="http://schemas.microsoft.com/office/drawing/2014/main" id="{2F2BA4AB-973B-4857-90B6-4B50CF0423D6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59599" y="1364394"/>
            <a:ext cx="1638300" cy="127000"/>
          </a:xfrm>
          <a:prstGeom prst="roundRect">
            <a:avLst/>
          </a:prstGeom>
          <a:solidFill>
            <a:schemeClr val="dk1"/>
          </a:solidFill>
          <a:ln w="21728" cap="flat" cmpd="sng" algn="ctr">
            <a:solidFill>
              <a:schemeClr val="accent1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TLSHAPE_T_54f116c51a0d48cfac02ce959d2d1df7_Shape">
            <a:extLst>
              <a:ext uri="{FF2B5EF4-FFF2-40B4-BE49-F238E27FC236}">
                <a16:creationId xmlns:a16="http://schemas.microsoft.com/office/drawing/2014/main" id="{A77FD44B-6597-40BE-B3CC-7F468D2EFE30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2038740" y="947156"/>
            <a:ext cx="914400" cy="127000"/>
          </a:xfrm>
          <a:prstGeom prst="roundRect">
            <a:avLst/>
          </a:prstGeom>
          <a:solidFill>
            <a:schemeClr val="dk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OTLSHAPE_T_ecd65a33b892471f90c3b1dee0c2b13d_Shape">
            <a:extLst>
              <a:ext uri="{FF2B5EF4-FFF2-40B4-BE49-F238E27FC236}">
                <a16:creationId xmlns:a16="http://schemas.microsoft.com/office/drawing/2014/main" id="{18D0B196-573E-47DF-80E3-EF82CD180F74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412973" y="1155775"/>
            <a:ext cx="1943100" cy="127000"/>
          </a:xfrm>
          <a:prstGeom prst="roundRect">
            <a:avLst/>
          </a:prstGeom>
          <a:solidFill>
            <a:schemeClr val="dk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TLSHAPE_T_ffc2acd8b568407aa45f8d1ed6f6d854_Shape">
            <a:extLst>
              <a:ext uri="{FF2B5EF4-FFF2-40B4-BE49-F238E27FC236}">
                <a16:creationId xmlns:a16="http://schemas.microsoft.com/office/drawing/2014/main" id="{A7A2A2FB-8121-26E8-7732-58A0FEC707A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8566348" y="2407487"/>
            <a:ext cx="558800" cy="127000"/>
          </a:xfrm>
          <a:prstGeom prst="roundRect">
            <a:avLst/>
          </a:prstGeom>
          <a:solidFill>
            <a:schemeClr val="dk1"/>
          </a:solidFill>
          <a:ln w="21728" cap="flat" cmpd="sng" algn="ctr">
            <a:solidFill>
              <a:schemeClr val="accent1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2" name="OTLSHAPE_T_ad5d97a22fbf4505b6b1ae9bd99d46c6_Shape">
            <a:extLst>
              <a:ext uri="{FF2B5EF4-FFF2-40B4-BE49-F238E27FC236}">
                <a16:creationId xmlns:a16="http://schemas.microsoft.com/office/drawing/2014/main" id="{722FCE4F-57F2-EF3D-1DD7-EC657915B6C0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0627699" y="4208855"/>
            <a:ext cx="215900" cy="127000"/>
          </a:xfrm>
          <a:prstGeom prst="roundRect">
            <a:avLst/>
          </a:prstGeom>
          <a:solidFill>
            <a:schemeClr val="dk1"/>
          </a:solidFill>
          <a:ln w="22860">
            <a:solidFill>
              <a:schemeClr val="dk2"/>
            </a:solidFill>
          </a:ln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TLSHAPE_T_38757393b92f494a8f1e0835f03b677e_Shape">
            <a:extLst>
              <a:ext uri="{FF2B5EF4-FFF2-40B4-BE49-F238E27FC236}">
                <a16:creationId xmlns:a16="http://schemas.microsoft.com/office/drawing/2014/main" id="{E25F6813-6260-A8E4-0BD1-79981FEEE391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7879231" y="2198868"/>
            <a:ext cx="558800" cy="127000"/>
          </a:xfrm>
          <a:prstGeom prst="roundRect">
            <a:avLst/>
          </a:prstGeom>
          <a:solidFill>
            <a:schemeClr val="dk1"/>
          </a:solidFill>
          <a:ln w="21728" cap="flat" cmpd="sng" algn="ctr">
            <a:solidFill>
              <a:schemeClr val="accent1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" name="OTLSHAPE_T_4fdbf45d9bb3404181758a956964e7af_Shape">
            <a:extLst>
              <a:ext uri="{FF2B5EF4-FFF2-40B4-BE49-F238E27FC236}">
                <a16:creationId xmlns:a16="http://schemas.microsoft.com/office/drawing/2014/main" id="{06920A90-D143-B930-1C2B-E56CC1F9966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597024" y="2824724"/>
            <a:ext cx="215900" cy="127000"/>
          </a:xfrm>
          <a:prstGeom prst="roundRect">
            <a:avLst/>
          </a:prstGeom>
          <a:solidFill>
            <a:schemeClr val="dk1"/>
          </a:solidFill>
          <a:ln w="21728" cap="flat" cmpd="sng" algn="ctr">
            <a:solidFill>
              <a:schemeClr val="accent1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OTLSHAPE_T_1ae50dcd5f3f445cbf48f6b6e31a6aa1_Shape">
            <a:extLst>
              <a:ext uri="{FF2B5EF4-FFF2-40B4-BE49-F238E27FC236}">
                <a16:creationId xmlns:a16="http://schemas.microsoft.com/office/drawing/2014/main" id="{9C262304-C71D-5EF6-DD99-735D45FBA17B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7584753" y="1781631"/>
            <a:ext cx="177800" cy="127000"/>
          </a:xfrm>
          <a:prstGeom prst="roundRect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TLSHAPE_T_0269aebf980b459b9f9ea17d6a139c05_Shape">
            <a:extLst>
              <a:ext uri="{FF2B5EF4-FFF2-40B4-BE49-F238E27FC236}">
                <a16:creationId xmlns:a16="http://schemas.microsoft.com/office/drawing/2014/main" id="{10A88687-51FA-8835-8BEC-CB5ED0F5ABEA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7731992" y="1990250"/>
            <a:ext cx="1003300" cy="127000"/>
          </a:xfrm>
          <a:prstGeom prst="roundRect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7" name="OTLSHAPE_T_185662e85f46473ab5133abf861cf62f_Shape">
            <a:extLst>
              <a:ext uri="{FF2B5EF4-FFF2-40B4-BE49-F238E27FC236}">
                <a16:creationId xmlns:a16="http://schemas.microsoft.com/office/drawing/2014/main" id="{EB223778-B11B-B723-A12D-028B7C2C5AA0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9940582" y="3033343"/>
            <a:ext cx="215900" cy="127000"/>
          </a:xfrm>
          <a:prstGeom prst="roundRect">
            <a:avLst/>
          </a:prstGeom>
          <a:solidFill>
            <a:schemeClr val="dk1"/>
          </a:solidFill>
          <a:ln w="21728">
            <a:solidFill>
              <a:schemeClr val="accent1"/>
            </a:solidFill>
          </a:ln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5" name="OTLSHAPE_T_273c9919691245cf8e0d5e1c7cfc8dd7_Shape">
            <a:extLst>
              <a:ext uri="{FF2B5EF4-FFF2-40B4-BE49-F238E27FC236}">
                <a16:creationId xmlns:a16="http://schemas.microsoft.com/office/drawing/2014/main" id="{A464B73E-3256-6D5B-8A47-47F3E7B25728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9940582" y="3241962"/>
            <a:ext cx="558800" cy="127000"/>
          </a:xfrm>
          <a:prstGeom prst="roundRect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3" name="OTLSHAPE_T_10e304460fde46f9a8380bde8f783c5b_Shape">
            <a:extLst>
              <a:ext uri="{FF2B5EF4-FFF2-40B4-BE49-F238E27FC236}">
                <a16:creationId xmlns:a16="http://schemas.microsoft.com/office/drawing/2014/main" id="{F9F2AB1D-0458-6831-8058-6107B66CF28C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0284140" y="3535840"/>
            <a:ext cx="215900" cy="127000"/>
          </a:xfrm>
          <a:prstGeom prst="roundRect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1" name="OTLSHAPE_T_d7b36f71b936407a84399469e2177ce8_Shape">
            <a:extLst>
              <a:ext uri="{FF2B5EF4-FFF2-40B4-BE49-F238E27FC236}">
                <a16:creationId xmlns:a16="http://schemas.microsoft.com/office/drawing/2014/main" id="{B9C20E93-29D9-2FE7-C3F0-4659082BF67F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10627699" y="3914977"/>
            <a:ext cx="76200" cy="127000"/>
          </a:xfrm>
          <a:prstGeom prst="roundRect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OTLSHAPE_T_80b9299f6c384b88bd3bfb2007d64aa1_ShapePercentage" hidden="1">
            <a:extLst>
              <a:ext uri="{FF2B5EF4-FFF2-40B4-BE49-F238E27FC236}">
                <a16:creationId xmlns:a16="http://schemas.microsoft.com/office/drawing/2014/main" id="{1938F127-4B1E-4E86-B1DA-EE000C2C9A47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7388434" y="985181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TLSHAPE_T_f104ce1b0e23457e9cf4f9eea36dfea9_ShapePercentage" hidden="1">
            <a:extLst>
              <a:ext uri="{FF2B5EF4-FFF2-40B4-BE49-F238E27FC236}">
                <a16:creationId xmlns:a16="http://schemas.microsoft.com/office/drawing/2014/main" id="{E255387A-4D38-4E0C-8617-ED9417F1E3E9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9253465" y="2028275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TLSHAPE_T_8b5ea2d1cb1042b092d2ec78560b6608_ShapePercentage" hidden="1">
            <a:extLst>
              <a:ext uri="{FF2B5EF4-FFF2-40B4-BE49-F238E27FC236}">
                <a16:creationId xmlns:a16="http://schemas.microsoft.com/office/drawing/2014/main" id="{9258E808-999C-485A-A316-CE12D43C8558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6259599" y="77656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TLSHAPE_T_54f116c51a0d48cfac02ce959d2d1df7_ShapePercentage" hidden="1">
            <a:extLst>
              <a:ext uri="{FF2B5EF4-FFF2-40B4-BE49-F238E27FC236}">
                <a16:creationId xmlns:a16="http://schemas.microsoft.com/office/drawing/2014/main" id="{88801DD0-6688-4222-82E6-2C1DC05E8046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2038740" y="359325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TLSHAPE_T_ecd65a33b892471f90c3b1dee0c2b13d_ShapePercentage" hidden="1">
            <a:extLst>
              <a:ext uri="{FF2B5EF4-FFF2-40B4-BE49-F238E27FC236}">
                <a16:creationId xmlns:a16="http://schemas.microsoft.com/office/drawing/2014/main" id="{308CF78E-8A90-4638-825B-D5E0395124BD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3412973" y="567944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OTLSHAPE_T_ffc2acd8b568407aa45f8d1ed6f6d854_ShapePercentage" hidden="1">
            <a:extLst>
              <a:ext uri="{FF2B5EF4-FFF2-40B4-BE49-F238E27FC236}">
                <a16:creationId xmlns:a16="http://schemas.microsoft.com/office/drawing/2014/main" id="{2B9ADF36-DDCE-BB98-7034-B8976D7F631B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8566348" y="1819656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OTLSHAPE_T_ad5d97a22fbf4505b6b1ae9bd99d46c6_ShapePercentage" hidden="1">
            <a:extLst>
              <a:ext uri="{FF2B5EF4-FFF2-40B4-BE49-F238E27FC236}">
                <a16:creationId xmlns:a16="http://schemas.microsoft.com/office/drawing/2014/main" id="{7E5E02BE-4099-4C26-A7EB-07716C8BFF2F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10627699" y="3621024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TLSHAPE_T_38757393b92f494a8f1e0835f03b677e_ShapePercentage" hidden="1">
            <a:extLst>
              <a:ext uri="{FF2B5EF4-FFF2-40B4-BE49-F238E27FC236}">
                <a16:creationId xmlns:a16="http://schemas.microsoft.com/office/drawing/2014/main" id="{FF92765D-C9A8-6F3F-9232-15C54EBC9E00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7879231" y="1611037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0" name="OTLSHAPE_T_4fdbf45d9bb3404181758a956964e7af_ShapePercentage" hidden="1">
            <a:extLst>
              <a:ext uri="{FF2B5EF4-FFF2-40B4-BE49-F238E27FC236}">
                <a16:creationId xmlns:a16="http://schemas.microsoft.com/office/drawing/2014/main" id="{9A37940B-AF07-FEE1-0A2C-0BA669BC78FD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9597024" y="223689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TLSHAPE_T_1ae50dcd5f3f445cbf48f6b6e31a6aa1_ShapePercentage" hidden="1">
            <a:extLst>
              <a:ext uri="{FF2B5EF4-FFF2-40B4-BE49-F238E27FC236}">
                <a16:creationId xmlns:a16="http://schemas.microsoft.com/office/drawing/2014/main" id="{310B88DE-CF84-92CD-A9E3-B1E04F119FE5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7584753" y="1193800"/>
            <a:ext cx="12700" cy="12700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2" name="OTLSHAPE_T_0269aebf980b459b9f9ea17d6a139c05_ShapePercentage" hidden="1">
            <a:extLst>
              <a:ext uri="{FF2B5EF4-FFF2-40B4-BE49-F238E27FC236}">
                <a16:creationId xmlns:a16="http://schemas.microsoft.com/office/drawing/2014/main" id="{97FC97E5-4898-584F-CC6A-C400C29D28A2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7731992" y="1402419"/>
            <a:ext cx="12700" cy="12700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8" name="OTLSHAPE_T_185662e85f46473ab5133abf861cf62f_ShapePercentage" hidden="1">
            <a:extLst>
              <a:ext uri="{FF2B5EF4-FFF2-40B4-BE49-F238E27FC236}">
                <a16:creationId xmlns:a16="http://schemas.microsoft.com/office/drawing/2014/main" id="{38EF2598-B657-AFFA-8E28-15817C92A0A1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9940582" y="2445512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" name="OTLSHAPE_T_273c9919691245cf8e0d5e1c7cfc8dd7_ShapePercentage" hidden="1">
            <a:extLst>
              <a:ext uri="{FF2B5EF4-FFF2-40B4-BE49-F238E27FC236}">
                <a16:creationId xmlns:a16="http://schemas.microsoft.com/office/drawing/2014/main" id="{86DB771D-7C0C-4C41-0185-7405F0635B6D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9940582" y="2654131"/>
            <a:ext cx="12700" cy="12700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4" name="OTLSHAPE_T_10e304460fde46f9a8380bde8f783c5b_ShapePercentage" hidden="1">
            <a:extLst>
              <a:ext uri="{FF2B5EF4-FFF2-40B4-BE49-F238E27FC236}">
                <a16:creationId xmlns:a16="http://schemas.microsoft.com/office/drawing/2014/main" id="{9E89D414-4AAF-7135-15E5-C1FFCEFB52F2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10284140" y="2948009"/>
            <a:ext cx="12700" cy="12700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2" name="OTLSHAPE_T_d7b36f71b936407a84399469e2177ce8_ShapePercentage" hidden="1">
            <a:extLst>
              <a:ext uri="{FF2B5EF4-FFF2-40B4-BE49-F238E27FC236}">
                <a16:creationId xmlns:a16="http://schemas.microsoft.com/office/drawing/2014/main" id="{7599F355-6D0E-F181-F5E3-AA58100253E5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10627699" y="3327146"/>
            <a:ext cx="12700" cy="12700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OTLSHAPE_T_80b9299f6c384b88bd3bfb2007d64aa1_Duration" hidden="1">
            <a:extLst>
              <a:ext uri="{FF2B5EF4-FFF2-40B4-BE49-F238E27FC236}">
                <a16:creationId xmlns:a16="http://schemas.microsoft.com/office/drawing/2014/main" id="{63E9D35A-4637-4E7A-BAAD-848BD5557BEA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2700" y="-364985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5 days</a:t>
            </a:r>
          </a:p>
        </p:txBody>
      </p:sp>
      <p:sp>
        <p:nvSpPr>
          <p:cNvPr id="99" name="OTLSHAPE_T_80b9299f6c384b88bd3bfb2007d64aa1_TextPercentage" hidden="1">
            <a:extLst>
              <a:ext uri="{FF2B5EF4-FFF2-40B4-BE49-F238E27FC236}">
                <a16:creationId xmlns:a16="http://schemas.microsoft.com/office/drawing/2014/main" id="{5FBB6EC3-43F8-475E-9CAA-ACC5C5CDC732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0%</a:t>
            </a:r>
          </a:p>
        </p:txBody>
      </p:sp>
      <p:sp>
        <p:nvSpPr>
          <p:cNvPr id="100" name="OTLSHAPE_T_80b9299f6c384b88bd3bfb2007d64aa1_StartDate" hidden="1">
            <a:extLst>
              <a:ext uri="{FF2B5EF4-FFF2-40B4-BE49-F238E27FC236}">
                <a16:creationId xmlns:a16="http://schemas.microsoft.com/office/drawing/2014/main" id="{55D9A8D8-D278-4348-9376-2AB4C2EDE4D5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1" name="OTLSHAPE_T_80b9299f6c384b88bd3bfb2007d64aa1_EndDate" hidden="1">
            <a:extLst>
              <a:ext uri="{FF2B5EF4-FFF2-40B4-BE49-F238E27FC236}">
                <a16:creationId xmlns:a16="http://schemas.microsoft.com/office/drawing/2014/main" id="{D2D01B81-C796-4A1A-9D25-6DC868F7FCD9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2" name="OTLSHAPE_T_80b9299f6c384b88bd3bfb2007d64aa1_JoinedDate">
            <a:extLst>
              <a:ext uri="{FF2B5EF4-FFF2-40B4-BE49-F238E27FC236}">
                <a16:creationId xmlns:a16="http://schemas.microsoft.com/office/drawing/2014/main" id="{C0FA82A0-1EC2-47DF-BA82-C75CDA8B0524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6526443" y="1559000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-4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Aug 12 - Aug 18</a:t>
            </a:r>
            <a:endParaRPr kumimoji="0" lang="en-CA" sz="1000" b="0" i="0" u="none" strike="noStrike" kern="1200" cap="none" spc="-4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3" name="OTLSHAPE_T_80b9299f6c384b88bd3bfb2007d64aa1_Title">
            <a:extLst>
              <a:ext uri="{FF2B5EF4-FFF2-40B4-BE49-F238E27FC236}">
                <a16:creationId xmlns:a16="http://schemas.microsoft.com/office/drawing/2014/main" id="{71220413-775C-4EDA-AE67-3D23B2E7AE3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7752118" y="1551253"/>
            <a:ext cx="1054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Functional Testing</a:t>
            </a:r>
            <a:endParaRPr kumimoji="0" lang="en-CA" sz="1100" b="1" i="0" u="none" strike="noStrike" kern="1200" cap="none" spc="-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6" name="OTLSHAPE_T_f104ce1b0e23457e9cf4f9eea36dfea9_Duration" hidden="1">
            <a:extLst>
              <a:ext uri="{FF2B5EF4-FFF2-40B4-BE49-F238E27FC236}">
                <a16:creationId xmlns:a16="http://schemas.microsoft.com/office/drawing/2014/main" id="{40130C69-B7E7-4E73-88CE-CD87314EC68F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2700" y="-364985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5 days</a:t>
            </a:r>
          </a:p>
        </p:txBody>
      </p:sp>
      <p:sp>
        <p:nvSpPr>
          <p:cNvPr id="107" name="OTLSHAPE_T_f104ce1b0e23457e9cf4f9eea36dfea9_TextPercentage" hidden="1">
            <a:extLst>
              <a:ext uri="{FF2B5EF4-FFF2-40B4-BE49-F238E27FC236}">
                <a16:creationId xmlns:a16="http://schemas.microsoft.com/office/drawing/2014/main" id="{9BCC3D42-8723-4C2C-AF11-3233FE90529F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0%</a:t>
            </a:r>
          </a:p>
        </p:txBody>
      </p:sp>
      <p:sp>
        <p:nvSpPr>
          <p:cNvPr id="108" name="OTLSHAPE_T_f104ce1b0e23457e9cf4f9eea36dfea9_StartDate" hidden="1">
            <a:extLst>
              <a:ext uri="{FF2B5EF4-FFF2-40B4-BE49-F238E27FC236}">
                <a16:creationId xmlns:a16="http://schemas.microsoft.com/office/drawing/2014/main" id="{EC60019F-93AE-4CB4-AE15-EC438E242A13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9" name="OTLSHAPE_T_f104ce1b0e23457e9cf4f9eea36dfea9_EndDate" hidden="1">
            <a:extLst>
              <a:ext uri="{FF2B5EF4-FFF2-40B4-BE49-F238E27FC236}">
                <a16:creationId xmlns:a16="http://schemas.microsoft.com/office/drawing/2014/main" id="{6C1EAB30-1A48-49CA-AD96-6A0F16A073A9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0" name="OTLSHAPE_T_f104ce1b0e23457e9cf4f9eea36dfea9_JoinedDate">
            <a:extLst>
              <a:ext uri="{FF2B5EF4-FFF2-40B4-BE49-F238E27FC236}">
                <a16:creationId xmlns:a16="http://schemas.microsoft.com/office/drawing/2014/main" id="{46B41337-7576-4F76-A277-E61F91BFDFF5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8414927" y="2602093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-4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Sep 19 - Sep 23</a:t>
            </a:r>
          </a:p>
        </p:txBody>
      </p:sp>
      <p:sp>
        <p:nvSpPr>
          <p:cNvPr id="111" name="OTLSHAPE_T_f104ce1b0e23457e9cf4f9eea36dfea9_Title">
            <a:extLst>
              <a:ext uri="{FF2B5EF4-FFF2-40B4-BE49-F238E27FC236}">
                <a16:creationId xmlns:a16="http://schemas.microsoft.com/office/drawing/2014/main" id="{907136C4-D994-446D-A4B0-674CD9211817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9518990" y="2594346"/>
            <a:ext cx="1016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-1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Performance Test</a:t>
            </a:r>
            <a:endParaRPr kumimoji="0" lang="en-CA" sz="1100" b="1" i="0" u="none" strike="noStrike" kern="1200" cap="none" spc="-1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4" name="OTLSHAPE_T_8b5ea2d1cb1042b092d2ec78560b6608_Duration" hidden="1">
            <a:extLst>
              <a:ext uri="{FF2B5EF4-FFF2-40B4-BE49-F238E27FC236}">
                <a16:creationId xmlns:a16="http://schemas.microsoft.com/office/drawing/2014/main" id="{B47A3F7F-1360-4F8F-8654-5D446C106CF6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2700" y="-299253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24 days</a:t>
            </a:r>
          </a:p>
        </p:txBody>
      </p:sp>
      <p:sp>
        <p:nvSpPr>
          <p:cNvPr id="115" name="OTLSHAPE_T_8b5ea2d1cb1042b092d2ec78560b6608_TextPercentage" hidden="1">
            <a:extLst>
              <a:ext uri="{FF2B5EF4-FFF2-40B4-BE49-F238E27FC236}">
                <a16:creationId xmlns:a16="http://schemas.microsoft.com/office/drawing/2014/main" id="{DAB51C83-CE1E-4693-BA0C-84B38A6E74B4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0%</a:t>
            </a:r>
          </a:p>
        </p:txBody>
      </p:sp>
      <p:sp>
        <p:nvSpPr>
          <p:cNvPr id="116" name="OTLSHAPE_T_8b5ea2d1cb1042b092d2ec78560b6608_StartDate" hidden="1">
            <a:extLst>
              <a:ext uri="{FF2B5EF4-FFF2-40B4-BE49-F238E27FC236}">
                <a16:creationId xmlns:a16="http://schemas.microsoft.com/office/drawing/2014/main" id="{36568A79-B1EE-475D-9451-20EDACBD24CB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7" name="OTLSHAPE_T_8b5ea2d1cb1042b092d2ec78560b6608_EndDate" hidden="1">
            <a:extLst>
              <a:ext uri="{FF2B5EF4-FFF2-40B4-BE49-F238E27FC236}">
                <a16:creationId xmlns:a16="http://schemas.microsoft.com/office/drawing/2014/main" id="{53FDC9B9-D8ED-4796-B687-18CFF2E4490D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8" name="OTLSHAPE_T_8b5ea2d1cb1042b092d2ec78560b6608_JoinedDate">
            <a:extLst>
              <a:ext uri="{FF2B5EF4-FFF2-40B4-BE49-F238E27FC236}">
                <a16:creationId xmlns:a16="http://schemas.microsoft.com/office/drawing/2014/main" id="{6057432B-AD24-48EB-9F11-6200D9E4539C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5461235" y="1350381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-4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Jul 20 - Aug 22</a:t>
            </a:r>
            <a:endParaRPr kumimoji="0" lang="en-CA" sz="1000" b="0" i="0" u="none" strike="noStrike" kern="1200" cap="none" spc="-4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9" name="OTLSHAPE_T_8b5ea2d1cb1042b092d2ec78560b6608_Title">
            <a:extLst>
              <a:ext uri="{FF2B5EF4-FFF2-40B4-BE49-F238E27FC236}">
                <a16:creationId xmlns:a16="http://schemas.microsoft.com/office/drawing/2014/main" id="{BB04E184-64D7-40D6-BC7E-2DAEA6B6247E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7948437" y="1342634"/>
            <a:ext cx="1270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Viz Regression Testing</a:t>
            </a:r>
          </a:p>
        </p:txBody>
      </p:sp>
      <p:sp>
        <p:nvSpPr>
          <p:cNvPr id="62" name="OTLSHAPE_T_54f116c51a0d48cfac02ce959d2d1df7_Duration" hidden="1">
            <a:extLst>
              <a:ext uri="{FF2B5EF4-FFF2-40B4-BE49-F238E27FC236}">
                <a16:creationId xmlns:a16="http://schemas.microsoft.com/office/drawing/2014/main" id="{E9932010-302B-4E5F-9CC7-D4E9B60FBB67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63" name="OTLSHAPE_T_54f116c51a0d48cfac02ce959d2d1df7_StartDate" hidden="1">
            <a:extLst>
              <a:ext uri="{FF2B5EF4-FFF2-40B4-BE49-F238E27FC236}">
                <a16:creationId xmlns:a16="http://schemas.microsoft.com/office/drawing/2014/main" id="{5906B762-C5AA-4EF2-9174-366155EE88D8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T_54f116c51a0d48cfac02ce959d2d1df7_EndDate" hidden="1">
            <a:extLst>
              <a:ext uri="{FF2B5EF4-FFF2-40B4-BE49-F238E27FC236}">
                <a16:creationId xmlns:a16="http://schemas.microsoft.com/office/drawing/2014/main" id="{2A85F984-E2FE-4773-AB30-AC5FE7C660FB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5" name="OTLSHAPE_T_54f116c51a0d48cfac02ce959d2d1df7_JoinedDate">
            <a:extLst>
              <a:ext uri="{FF2B5EF4-FFF2-40B4-BE49-F238E27FC236}">
                <a16:creationId xmlns:a16="http://schemas.microsoft.com/office/drawing/2014/main" id="{33D275FA-C87F-40D0-825B-A9150F56A91E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167689" y="933144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Apr 25 - May 13</a:t>
            </a:r>
          </a:p>
        </p:txBody>
      </p:sp>
      <p:sp>
        <p:nvSpPr>
          <p:cNvPr id="66" name="OTLSHAPE_T_54f116c51a0d48cfac02ce959d2d1df7_Title">
            <a:extLst>
              <a:ext uri="{FF2B5EF4-FFF2-40B4-BE49-F238E27FC236}">
                <a16:creationId xmlns:a16="http://schemas.microsoft.com/office/drawing/2014/main" id="{79290A9B-5932-4180-A12E-EFD870606080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2991380" y="925397"/>
            <a:ext cx="2006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pt-BR" sz="1100" b="1" spc="-4">
                <a:solidFill>
                  <a:srgbClr val="000000"/>
                </a:solidFill>
                <a:latin typeface="Calibri" panose="020F0502020204030204" pitchFamily="34" charset="0"/>
              </a:rPr>
              <a:t>Visualizer Upgrade to R1.1 (9.2.31)</a:t>
            </a:r>
            <a:endParaRPr lang="en-CA" sz="1100" b="1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OTLSHAPE_T_54f116c51a0d48cfac02ce959d2d1df7_TextPercentage" hidden="1">
            <a:extLst>
              <a:ext uri="{FF2B5EF4-FFF2-40B4-BE49-F238E27FC236}">
                <a16:creationId xmlns:a16="http://schemas.microsoft.com/office/drawing/2014/main" id="{67503D29-23DE-4F72-AC27-5A299B5890BF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6513778" y="2201799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 dirty="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70" name="OTLSHAPE_T_ecd65a33b892471f90c3b1dee0c2b13d_Duration" hidden="1">
            <a:extLst>
              <a:ext uri="{FF2B5EF4-FFF2-40B4-BE49-F238E27FC236}">
                <a16:creationId xmlns:a16="http://schemas.microsoft.com/office/drawing/2014/main" id="{7C7FAC02-4C53-4341-A450-85CA29FD0178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-376198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</a:p>
        </p:txBody>
      </p:sp>
      <p:sp>
        <p:nvSpPr>
          <p:cNvPr id="71" name="OTLSHAPE_T_ecd65a33b892471f90c3b1dee0c2b13d_StartDate" hidden="1">
            <a:extLst>
              <a:ext uri="{FF2B5EF4-FFF2-40B4-BE49-F238E27FC236}">
                <a16:creationId xmlns:a16="http://schemas.microsoft.com/office/drawing/2014/main" id="{85567F1D-7CC5-419F-924A-46FB221D4062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T_ecd65a33b892471f90c3b1dee0c2b13d_EndDate" hidden="1">
            <a:extLst>
              <a:ext uri="{FF2B5EF4-FFF2-40B4-BE49-F238E27FC236}">
                <a16:creationId xmlns:a16="http://schemas.microsoft.com/office/drawing/2014/main" id="{94967E1B-D96D-425E-A738-995005A9C7E9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T_ecd65a33b892471f90c3b1dee0c2b13d_JoinedDate">
            <a:extLst>
              <a:ext uri="{FF2B5EF4-FFF2-40B4-BE49-F238E27FC236}">
                <a16:creationId xmlns:a16="http://schemas.microsoft.com/office/drawing/2014/main" id="{62762107-E97E-4273-84C1-4CB3DC5572CA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2654444" y="1141763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May 23 - Jul 1</a:t>
            </a:r>
            <a:endParaRPr lang="en-CA" sz="1000" spc="-4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OTLSHAPE_T_ecd65a33b892471f90c3b1dee0c2b13d_Title">
            <a:extLst>
              <a:ext uri="{FF2B5EF4-FFF2-40B4-BE49-F238E27FC236}">
                <a16:creationId xmlns:a16="http://schemas.microsoft.com/office/drawing/2014/main" id="{64037A83-60E2-4CCD-8956-03432475831E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5396289" y="1134016"/>
            <a:ext cx="1244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VCOO Merge w/ R1.1</a:t>
            </a:r>
          </a:p>
        </p:txBody>
      </p:sp>
      <p:sp>
        <p:nvSpPr>
          <p:cNvPr id="75" name="OTLSHAPE_T_ecd65a33b892471f90c3b1dee0c2b13d_TextPercentage" hidden="1">
            <a:extLst>
              <a:ext uri="{FF2B5EF4-FFF2-40B4-BE49-F238E27FC236}">
                <a16:creationId xmlns:a16="http://schemas.microsoft.com/office/drawing/2014/main" id="{2300E7BB-0427-4D92-9B80-70F6C1173E00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7555404" y="2435818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78" name="OTLSHAPE_T_ffc2acd8b568407aa45f8d1ed6f6d854_Duration" hidden="1">
            <a:extLst>
              <a:ext uri="{FF2B5EF4-FFF2-40B4-BE49-F238E27FC236}">
                <a16:creationId xmlns:a16="http://schemas.microsoft.com/office/drawing/2014/main" id="{6619ADB9-C5C6-9727-938F-67B4410F006D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-304859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79" name="OTLSHAPE_T_ffc2acd8b568407aa45f8d1ed6f6d854_StartDate" hidden="1">
            <a:extLst>
              <a:ext uri="{FF2B5EF4-FFF2-40B4-BE49-F238E27FC236}">
                <a16:creationId xmlns:a16="http://schemas.microsoft.com/office/drawing/2014/main" id="{EF3E6805-6118-EB07-651D-D6DB232A53B9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OTLSHAPE_T_ffc2acd8b568407aa45f8d1ed6f6d854_EndDate" hidden="1">
            <a:extLst>
              <a:ext uri="{FF2B5EF4-FFF2-40B4-BE49-F238E27FC236}">
                <a16:creationId xmlns:a16="http://schemas.microsoft.com/office/drawing/2014/main" id="{A011F1E1-D5EE-AA3F-53B4-102D84E0382B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OTLSHAPE_T_ffc2acd8b568407aa45f8d1ed6f6d854_JoinedDate">
            <a:extLst>
              <a:ext uri="{FF2B5EF4-FFF2-40B4-BE49-F238E27FC236}">
                <a16:creationId xmlns:a16="http://schemas.microsoft.com/office/drawing/2014/main" id="{63F21E66-50B3-9AE9-74B2-2DB2C6D2EBBA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7792199" y="2393475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Sep 5 - Sep 16</a:t>
            </a:r>
          </a:p>
        </p:txBody>
      </p:sp>
      <p:sp>
        <p:nvSpPr>
          <p:cNvPr id="90" name="OTLSHAPE_T_ffc2acd8b568407aa45f8d1ed6f6d854_Title">
            <a:extLst>
              <a:ext uri="{FF2B5EF4-FFF2-40B4-BE49-F238E27FC236}">
                <a16:creationId xmlns:a16="http://schemas.microsoft.com/office/drawing/2014/main" id="{025ED78C-12FE-BB5D-6EFB-B55130E7003D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9175431" y="2385728"/>
            <a:ext cx="2349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VCOO: Merge R1.1/Alerts/HF Regression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OTLSHAPE_T_ffc2acd8b568407aa45f8d1ed6f6d854_TextPercentage" hidden="1">
            <a:extLst>
              <a:ext uri="{FF2B5EF4-FFF2-40B4-BE49-F238E27FC236}">
                <a16:creationId xmlns:a16="http://schemas.microsoft.com/office/drawing/2014/main" id="{F5DBDF3B-0A82-FFB1-3C9B-A6B2FDFA6A10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0026512" y="3508629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 dirty="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94" name="OTLSHAPE_T_ad5d97a22fbf4505b6b1ae9bd99d46c6_Duration" hidden="1">
            <a:extLst>
              <a:ext uri="{FF2B5EF4-FFF2-40B4-BE49-F238E27FC236}">
                <a16:creationId xmlns:a16="http://schemas.microsoft.com/office/drawing/2014/main" id="{C75D484A-ADE1-C562-7A9A-7C6584890468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95" name="OTLSHAPE_T_ad5d97a22fbf4505b6b1ae9bd99d46c6_TextPercentage" hidden="1">
            <a:extLst>
              <a:ext uri="{FF2B5EF4-FFF2-40B4-BE49-F238E27FC236}">
                <a16:creationId xmlns:a16="http://schemas.microsoft.com/office/drawing/2014/main" id="{CDB455F1-4FBB-63E1-6FE4-878ADB9A34DF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129" name="OTLSHAPE_T_ad5d97a22fbf4505b6b1ae9bd99d46c6_StartDate" hidden="1">
            <a:extLst>
              <a:ext uri="{FF2B5EF4-FFF2-40B4-BE49-F238E27FC236}">
                <a16:creationId xmlns:a16="http://schemas.microsoft.com/office/drawing/2014/main" id="{19D5FE42-C667-ED72-E9B6-2E4D31E16CA6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0" name="OTLSHAPE_T_ad5d97a22fbf4505b6b1ae9bd99d46c6_EndDate" hidden="1">
            <a:extLst>
              <a:ext uri="{FF2B5EF4-FFF2-40B4-BE49-F238E27FC236}">
                <a16:creationId xmlns:a16="http://schemas.microsoft.com/office/drawing/2014/main" id="{0027A0CD-8F60-79A6-61D0-6B2A1C07F2F8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1" name="OTLSHAPE_T_ad5d97a22fbf4505b6b1ae9bd99d46c6_JoinedDate">
            <a:extLst>
              <a:ext uri="{FF2B5EF4-FFF2-40B4-BE49-F238E27FC236}">
                <a16:creationId xmlns:a16="http://schemas.microsoft.com/office/drawing/2014/main" id="{0665AA45-CAF3-4E6B-97CA-69D00F112E45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9804993" y="4194843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Oct 17 - Oct 21</a:t>
            </a:r>
          </a:p>
        </p:txBody>
      </p:sp>
      <p:sp>
        <p:nvSpPr>
          <p:cNvPr id="132" name="OTLSHAPE_T_ad5d97a22fbf4505b6b1ae9bd99d46c6_Title">
            <a:extLst>
              <a:ext uri="{FF2B5EF4-FFF2-40B4-BE49-F238E27FC236}">
                <a16:creationId xmlns:a16="http://schemas.microsoft.com/office/drawing/2014/main" id="{E36FBAF3-36CF-347E-1012-7C0F57347C0E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0893223" y="4187096"/>
            <a:ext cx="647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Cotingency</a:t>
            </a:r>
          </a:p>
        </p:txBody>
      </p:sp>
      <p:sp>
        <p:nvSpPr>
          <p:cNvPr id="44" name="OTLSHAPE_T_38757393b92f494a8f1e0835f03b677e_Duration" hidden="1">
            <a:extLst>
              <a:ext uri="{FF2B5EF4-FFF2-40B4-BE49-F238E27FC236}">
                <a16:creationId xmlns:a16="http://schemas.microsoft.com/office/drawing/2014/main" id="{2FB91967-A25D-A20D-4A2B-E2B8F324526E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-381804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45" name="OTLSHAPE_T_38757393b92f494a8f1e0835f03b677e_StartDate" hidden="1">
            <a:extLst>
              <a:ext uri="{FF2B5EF4-FFF2-40B4-BE49-F238E27FC236}">
                <a16:creationId xmlns:a16="http://schemas.microsoft.com/office/drawing/2014/main" id="{939EEA72-2456-949B-0E68-E5C52023C5A0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OTLSHAPE_T_38757393b92f494a8f1e0835f03b677e_EndDate" hidden="1">
            <a:extLst>
              <a:ext uri="{FF2B5EF4-FFF2-40B4-BE49-F238E27FC236}">
                <a16:creationId xmlns:a16="http://schemas.microsoft.com/office/drawing/2014/main" id="{9C152C58-BCB5-3A12-409B-0B35C63B0ACE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OTLSHAPE_T_38757393b92f494a8f1e0835f03b677e_JoinedDate">
            <a:extLst>
              <a:ext uri="{FF2B5EF4-FFF2-40B4-BE49-F238E27FC236}">
                <a16:creationId xmlns:a16="http://schemas.microsoft.com/office/drawing/2014/main" id="{63320360-2687-B3BA-CAD2-43EECAA19D4E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7093355" y="2184856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Aug 22 - Sep 2</a:t>
            </a:r>
          </a:p>
        </p:txBody>
      </p:sp>
      <p:sp>
        <p:nvSpPr>
          <p:cNvPr id="48" name="OTLSHAPE_T_38757393b92f494a8f1e0835f03b677e_Title">
            <a:extLst>
              <a:ext uri="{FF2B5EF4-FFF2-40B4-BE49-F238E27FC236}">
                <a16:creationId xmlns:a16="http://schemas.microsoft.com/office/drawing/2014/main" id="{AF3B9D5A-1F6A-4A71-61F3-23FA6F0F595C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8488314" y="2177109"/>
            <a:ext cx="647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6">
                <a:solidFill>
                  <a:srgbClr val="000000"/>
                </a:solidFill>
                <a:latin typeface="Calibri" panose="020F0502020204030204" pitchFamily="34" charset="0"/>
              </a:rPr>
              <a:t>E2E Testing</a:t>
            </a:r>
          </a:p>
        </p:txBody>
      </p:sp>
      <p:sp>
        <p:nvSpPr>
          <p:cNvPr id="49" name="OTLSHAPE_T_38757393b92f494a8f1e0835f03b677e_TextPercentage" hidden="1">
            <a:extLst>
              <a:ext uri="{FF2B5EF4-FFF2-40B4-BE49-F238E27FC236}">
                <a16:creationId xmlns:a16="http://schemas.microsoft.com/office/drawing/2014/main" id="{8F5A4656-D7FB-8F09-A541-AA13402EEF41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9757202" y="2124498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121" name="OTLSHAPE_T_4fdbf45d9bb3404181758a956964e7af_Duration" hidden="1">
            <a:extLst>
              <a:ext uri="{FF2B5EF4-FFF2-40B4-BE49-F238E27FC236}">
                <a16:creationId xmlns:a16="http://schemas.microsoft.com/office/drawing/2014/main" id="{29E64054-7DFB-8C35-E50E-64A8C3041702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122" name="OTLSHAPE_T_4fdbf45d9bb3404181758a956964e7af_StartDate" hidden="1">
            <a:extLst>
              <a:ext uri="{FF2B5EF4-FFF2-40B4-BE49-F238E27FC236}">
                <a16:creationId xmlns:a16="http://schemas.microsoft.com/office/drawing/2014/main" id="{31EDBF2E-C421-BA89-C66E-662C063B528C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23" name="OTLSHAPE_T_4fdbf45d9bb3404181758a956964e7af_EndDate" hidden="1">
            <a:extLst>
              <a:ext uri="{FF2B5EF4-FFF2-40B4-BE49-F238E27FC236}">
                <a16:creationId xmlns:a16="http://schemas.microsoft.com/office/drawing/2014/main" id="{A393DE20-127F-8593-B7A0-ECD46BD9F515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OTLSHAPE_T_4fdbf45d9bb3404181758a956964e7af_JoinedDate">
            <a:extLst>
              <a:ext uri="{FF2B5EF4-FFF2-40B4-BE49-F238E27FC236}">
                <a16:creationId xmlns:a16="http://schemas.microsoft.com/office/drawing/2014/main" id="{0FA295D9-EC28-960F-D8D4-C95F1A0BEF36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8758485" y="2810712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Sep 26 - Sep 30</a:t>
            </a:r>
          </a:p>
        </p:txBody>
      </p:sp>
      <p:sp>
        <p:nvSpPr>
          <p:cNvPr id="125" name="OTLSHAPE_T_4fdbf45d9bb3404181758a956964e7af_Title">
            <a:extLst>
              <a:ext uri="{FF2B5EF4-FFF2-40B4-BE49-F238E27FC236}">
                <a16:creationId xmlns:a16="http://schemas.microsoft.com/office/drawing/2014/main" id="{4253791B-3679-2975-3B6D-0721EA83C5B8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9862548" y="2802965"/>
            <a:ext cx="1104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Defect Fix &amp; Retest</a:t>
            </a:r>
          </a:p>
        </p:txBody>
      </p:sp>
      <p:sp>
        <p:nvSpPr>
          <p:cNvPr id="126" name="OTLSHAPE_T_4fdbf45d9bb3404181758a956964e7af_TextPercentage" hidden="1">
            <a:extLst>
              <a:ext uri="{FF2B5EF4-FFF2-40B4-BE49-F238E27FC236}">
                <a16:creationId xmlns:a16="http://schemas.microsoft.com/office/drawing/2014/main" id="{B0C969CA-A8A7-BE0F-CB06-47F054F73F7F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0565131" y="2848314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 dirty="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33" name="OTLSHAPE_T_1ae50dcd5f3f445cbf48f6b6e31a6aa1_Duration" hidden="1">
            <a:extLst>
              <a:ext uri="{FF2B5EF4-FFF2-40B4-BE49-F238E27FC236}">
                <a16:creationId xmlns:a16="http://schemas.microsoft.com/office/drawing/2014/main" id="{C56F1FA2-CE6F-0A7A-F804-9202572881BE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34" name="OTLSHAPE_T_1ae50dcd5f3f445cbf48f6b6e31a6aa1_StartDate" hidden="1">
            <a:extLst>
              <a:ext uri="{FF2B5EF4-FFF2-40B4-BE49-F238E27FC236}">
                <a16:creationId xmlns:a16="http://schemas.microsoft.com/office/drawing/2014/main" id="{F8C526CC-AA45-CF03-D845-7AD4BB38C013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OTLSHAPE_T_1ae50dcd5f3f445cbf48f6b6e31a6aa1_EndDate" hidden="1">
            <a:extLst>
              <a:ext uri="{FF2B5EF4-FFF2-40B4-BE49-F238E27FC236}">
                <a16:creationId xmlns:a16="http://schemas.microsoft.com/office/drawing/2014/main" id="{591D826B-C0B2-1BAD-51D2-519D2423D60E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OTLSHAPE_T_1ae50dcd5f3f445cbf48f6b6e31a6aa1_JoinedDate">
            <a:extLst>
              <a:ext uri="{FF2B5EF4-FFF2-40B4-BE49-F238E27FC236}">
                <a16:creationId xmlns:a16="http://schemas.microsoft.com/office/drawing/2014/main" id="{3CFEE862-9BA1-A2B4-2B49-B018B9483CA5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6722762" y="1767619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Aug 16 - Aug 19</a:t>
            </a:r>
          </a:p>
        </p:txBody>
      </p:sp>
      <p:sp>
        <p:nvSpPr>
          <p:cNvPr id="37" name="OTLSHAPE_T_1ae50dcd5f3f445cbf48f6b6e31a6aa1_Title">
            <a:extLst>
              <a:ext uri="{FF2B5EF4-FFF2-40B4-BE49-F238E27FC236}">
                <a16:creationId xmlns:a16="http://schemas.microsoft.com/office/drawing/2014/main" id="{D77472B2-C4DE-D355-FF7C-CB3D1C541C8A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7801197" y="1759872"/>
            <a:ext cx="1638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Functional Defect Re-testing</a:t>
            </a:r>
          </a:p>
        </p:txBody>
      </p:sp>
      <p:sp>
        <p:nvSpPr>
          <p:cNvPr id="38" name="OTLSHAPE_T_1ae50dcd5f3f445cbf48f6b6e31a6aa1_TextPercentage" hidden="1">
            <a:extLst>
              <a:ext uri="{FF2B5EF4-FFF2-40B4-BE49-F238E27FC236}">
                <a16:creationId xmlns:a16="http://schemas.microsoft.com/office/drawing/2014/main" id="{518F223B-5FE5-D52B-C7D8-5F016152CDF0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151" name="OTLSHAPE_T_0269aebf980b459b9f9ea17d6a139c05_Duration" hidden="1">
            <a:extLst>
              <a:ext uri="{FF2B5EF4-FFF2-40B4-BE49-F238E27FC236}">
                <a16:creationId xmlns:a16="http://schemas.microsoft.com/office/drawing/2014/main" id="{4CB1CA0D-5E8B-8471-7696-4EEA1DEA85D4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152" name="OTLSHAPE_T_0269aebf980b459b9f9ea17d6a139c05_StartDate" hidden="1">
            <a:extLst>
              <a:ext uri="{FF2B5EF4-FFF2-40B4-BE49-F238E27FC236}">
                <a16:creationId xmlns:a16="http://schemas.microsoft.com/office/drawing/2014/main" id="{D0829D6F-ED72-A629-643B-1C2C061D2231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3" name="OTLSHAPE_T_0269aebf980b459b9f9ea17d6a139c05_EndDate" hidden="1">
            <a:extLst>
              <a:ext uri="{FF2B5EF4-FFF2-40B4-BE49-F238E27FC236}">
                <a16:creationId xmlns:a16="http://schemas.microsoft.com/office/drawing/2014/main" id="{6F85CC6B-0B32-BC22-AD90-CE817EFC1069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4" name="OTLSHAPE_T_0269aebf980b459b9f9ea17d6a139c05_JoinedDate">
            <a:extLst>
              <a:ext uri="{FF2B5EF4-FFF2-40B4-BE49-F238E27FC236}">
                <a16:creationId xmlns:a16="http://schemas.microsoft.com/office/drawing/2014/main" id="{0D5A4397-408A-FAFD-C98B-7371F0D1C918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6946116" y="1976237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Aug 19 - Sep 8</a:t>
            </a:r>
          </a:p>
        </p:txBody>
      </p:sp>
      <p:sp>
        <p:nvSpPr>
          <p:cNvPr id="155" name="OTLSHAPE_T_0269aebf980b459b9f9ea17d6a139c05_Title">
            <a:extLst>
              <a:ext uri="{FF2B5EF4-FFF2-40B4-BE49-F238E27FC236}">
                <a16:creationId xmlns:a16="http://schemas.microsoft.com/office/drawing/2014/main" id="{8DABE3B1-232B-75DA-46D1-65B060808EC1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8782793" y="1968490"/>
            <a:ext cx="1346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4">
                <a:solidFill>
                  <a:srgbClr val="000000"/>
                </a:solidFill>
                <a:latin typeface="Calibri" panose="020F0502020204030204" pitchFamily="34" charset="0"/>
              </a:rPr>
              <a:t>Initial performance run</a:t>
            </a:r>
          </a:p>
        </p:txBody>
      </p:sp>
      <p:sp>
        <p:nvSpPr>
          <p:cNvPr id="156" name="OTLSHAPE_T_0269aebf980b459b9f9ea17d6a139c05_TextPercentage" hidden="1">
            <a:extLst>
              <a:ext uri="{FF2B5EF4-FFF2-40B4-BE49-F238E27FC236}">
                <a16:creationId xmlns:a16="http://schemas.microsoft.com/office/drawing/2014/main" id="{E6ED991C-4E57-2D1D-95C6-F5E255FF900E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159" name="OTLSHAPE_T_185662e85f46473ab5133abf861cf62f_Duration" hidden="1">
            <a:extLst>
              <a:ext uri="{FF2B5EF4-FFF2-40B4-BE49-F238E27FC236}">
                <a16:creationId xmlns:a16="http://schemas.microsoft.com/office/drawing/2014/main" id="{A0972625-621E-0D6C-0186-D8E6068F5E31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160" name="OTLSHAPE_T_185662e85f46473ab5133abf861cf62f_TextPercentage" hidden="1">
            <a:extLst>
              <a:ext uri="{FF2B5EF4-FFF2-40B4-BE49-F238E27FC236}">
                <a16:creationId xmlns:a16="http://schemas.microsoft.com/office/drawing/2014/main" id="{CF040446-D952-CD22-E2FC-A5A0D4EF5441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161" name="OTLSHAPE_T_185662e85f46473ab5133abf861cf62f_StartDate" hidden="1">
            <a:extLst>
              <a:ext uri="{FF2B5EF4-FFF2-40B4-BE49-F238E27FC236}">
                <a16:creationId xmlns:a16="http://schemas.microsoft.com/office/drawing/2014/main" id="{1AD5C6A2-D761-7C1B-D683-1BE3E6827693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2" name="OTLSHAPE_T_185662e85f46473ab5133abf861cf62f_EndDate" hidden="1">
            <a:extLst>
              <a:ext uri="{FF2B5EF4-FFF2-40B4-BE49-F238E27FC236}">
                <a16:creationId xmlns:a16="http://schemas.microsoft.com/office/drawing/2014/main" id="{F7B636F5-F6C3-86C5-DE12-359CCEBFA57C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3" name="OTLSHAPE_T_185662e85f46473ab5133abf861cf62f_JoinedDate">
            <a:extLst>
              <a:ext uri="{FF2B5EF4-FFF2-40B4-BE49-F238E27FC236}">
                <a16:creationId xmlns:a16="http://schemas.microsoft.com/office/drawing/2014/main" id="{F3C0B6A5-300B-BBED-F61A-E060AB8A26D2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9246654" y="3019331"/>
            <a:ext cx="647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Oct 3 - Oct 7</a:t>
            </a:r>
          </a:p>
        </p:txBody>
      </p:sp>
      <p:sp>
        <p:nvSpPr>
          <p:cNvPr id="164" name="OTLSHAPE_T_185662e85f46473ab5133abf861cf62f_Title">
            <a:extLst>
              <a:ext uri="{FF2B5EF4-FFF2-40B4-BE49-F238E27FC236}">
                <a16:creationId xmlns:a16="http://schemas.microsoft.com/office/drawing/2014/main" id="{2C5E41D4-A657-F79C-DE61-CB138E5356FF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0206106" y="3011584"/>
            <a:ext cx="508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20">
                <a:solidFill>
                  <a:srgbClr val="000000"/>
                </a:solidFill>
                <a:latin typeface="Calibri" panose="020F0502020204030204" pitchFamily="34" charset="0"/>
              </a:rPr>
              <a:t>Pen/BAT</a:t>
            </a:r>
          </a:p>
        </p:txBody>
      </p:sp>
      <p:sp>
        <p:nvSpPr>
          <p:cNvPr id="167" name="OTLSHAPE_T_273c9919691245cf8e0d5e1c7cfc8dd7_Duration" hidden="1">
            <a:extLst>
              <a:ext uri="{FF2B5EF4-FFF2-40B4-BE49-F238E27FC236}">
                <a16:creationId xmlns:a16="http://schemas.microsoft.com/office/drawing/2014/main" id="{D9843A87-4A10-B053-1983-6D3C9553602F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168" name="OTLSHAPE_T_273c9919691245cf8e0d5e1c7cfc8dd7_StartDate" hidden="1">
            <a:extLst>
              <a:ext uri="{FF2B5EF4-FFF2-40B4-BE49-F238E27FC236}">
                <a16:creationId xmlns:a16="http://schemas.microsoft.com/office/drawing/2014/main" id="{C380E5FB-9958-D2C9-38F1-B836644C3428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9" name="OTLSHAPE_T_273c9919691245cf8e0d5e1c7cfc8dd7_EndDate" hidden="1">
            <a:extLst>
              <a:ext uri="{FF2B5EF4-FFF2-40B4-BE49-F238E27FC236}">
                <a16:creationId xmlns:a16="http://schemas.microsoft.com/office/drawing/2014/main" id="{C3BBC4CA-8401-F3A2-D98B-391203AA88A6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0" name="OTLSHAPE_T_273c9919691245cf8e0d5e1c7cfc8dd7_JoinedDate">
            <a:extLst>
              <a:ext uri="{FF2B5EF4-FFF2-40B4-BE49-F238E27FC236}">
                <a16:creationId xmlns:a16="http://schemas.microsoft.com/office/drawing/2014/main" id="{A7C7E900-BB68-337B-8285-13123EE4E4E5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9182265" y="3227949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Oct 3 - Oct 14</a:t>
            </a:r>
          </a:p>
        </p:txBody>
      </p:sp>
      <p:sp>
        <p:nvSpPr>
          <p:cNvPr id="171" name="OTLSHAPE_T_273c9919691245cf8e0d5e1c7cfc8dd7_Title">
            <a:extLst>
              <a:ext uri="{FF2B5EF4-FFF2-40B4-BE49-F238E27FC236}">
                <a16:creationId xmlns:a16="http://schemas.microsoft.com/office/drawing/2014/main" id="{3F98144C-125F-8444-CBD2-E3175BC5F184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0549665" y="3220202"/>
            <a:ext cx="1054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2">
                <a:solidFill>
                  <a:srgbClr val="000000"/>
                </a:solidFill>
                <a:latin typeface="Calibri" panose="020F0502020204030204" pitchFamily="34" charset="0"/>
              </a:rPr>
              <a:t>Pen Testing report</a:t>
            </a:r>
          </a:p>
        </p:txBody>
      </p:sp>
      <p:sp>
        <p:nvSpPr>
          <p:cNvPr id="172" name="OTLSHAPE_T_273c9919691245cf8e0d5e1c7cfc8dd7_TextPercentage" hidden="1">
            <a:extLst>
              <a:ext uri="{FF2B5EF4-FFF2-40B4-BE49-F238E27FC236}">
                <a16:creationId xmlns:a16="http://schemas.microsoft.com/office/drawing/2014/main" id="{C1973D70-88F9-5A9B-B602-82B6233B4AA5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175" name="OTLSHAPE_T_10e304460fde46f9a8380bde8f783c5b_Duration" hidden="1">
            <a:extLst>
              <a:ext uri="{FF2B5EF4-FFF2-40B4-BE49-F238E27FC236}">
                <a16:creationId xmlns:a16="http://schemas.microsoft.com/office/drawing/2014/main" id="{E18F7330-677B-FC24-CF4B-7A5D0E78F1AC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176" name="OTLSHAPE_T_10e304460fde46f9a8380bde8f783c5b_StartDate" hidden="1">
            <a:extLst>
              <a:ext uri="{FF2B5EF4-FFF2-40B4-BE49-F238E27FC236}">
                <a16:creationId xmlns:a16="http://schemas.microsoft.com/office/drawing/2014/main" id="{4F291A54-26FB-D548-3DC1-B5AAEB99C237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T_10e304460fde46f9a8380bde8f783c5b_EndDate" hidden="1">
            <a:extLst>
              <a:ext uri="{FF2B5EF4-FFF2-40B4-BE49-F238E27FC236}">
                <a16:creationId xmlns:a16="http://schemas.microsoft.com/office/drawing/2014/main" id="{220CF892-C9B9-AC25-2B48-947D82A940D2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8" name="OTLSHAPE_T_10e304460fde46f9a8380bde8f783c5b_JoinedDate">
            <a:extLst>
              <a:ext uri="{FF2B5EF4-FFF2-40B4-BE49-F238E27FC236}">
                <a16:creationId xmlns:a16="http://schemas.microsoft.com/office/drawing/2014/main" id="{F3930A74-5CAF-E099-0636-E37C96C7016A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9461434" y="3521827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Oct 10 - Oct 14</a:t>
            </a:r>
          </a:p>
        </p:txBody>
      </p:sp>
      <p:sp>
        <p:nvSpPr>
          <p:cNvPr id="179" name="OTLSHAPE_T_10e304460fde46f9a8380bde8f783c5b_Title">
            <a:extLst>
              <a:ext uri="{FF2B5EF4-FFF2-40B4-BE49-F238E27FC236}">
                <a16:creationId xmlns:a16="http://schemas.microsoft.com/office/drawing/2014/main" id="{2C15873F-87C4-C3C4-46C4-481E84C38894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10549665" y="3428821"/>
            <a:ext cx="1600200" cy="3410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>
                <a:solidFill>
                  <a:srgbClr val="000000"/>
                </a:solidFill>
                <a:latin typeface="Calibri" panose="020F0502020204030204" pitchFamily="34" charset="0"/>
              </a:rPr>
              <a:t>Fixes and Retest (Perf, Pen, BAT)</a:t>
            </a:r>
            <a:endParaRPr lang="en-CA" sz="11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0" name="OTLSHAPE_T_10e304460fde46f9a8380bde8f783c5b_TextPercentage" hidden="1">
            <a:extLst>
              <a:ext uri="{FF2B5EF4-FFF2-40B4-BE49-F238E27FC236}">
                <a16:creationId xmlns:a16="http://schemas.microsoft.com/office/drawing/2014/main" id="{65DE0600-9C41-D0D7-448F-CC5BE0A71C31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183" name="OTLSHAPE_T_d7b36f71b936407a84399469e2177ce8_Duration" hidden="1">
            <a:extLst>
              <a:ext uri="{FF2B5EF4-FFF2-40B4-BE49-F238E27FC236}">
                <a16:creationId xmlns:a16="http://schemas.microsoft.com/office/drawing/2014/main" id="{38007341-3C02-4540-9AE8-CC2991ECF676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184" name="OTLSHAPE_T_d7b36f71b936407a84399469e2177ce8_StartDate" hidden="1">
            <a:extLst>
              <a:ext uri="{FF2B5EF4-FFF2-40B4-BE49-F238E27FC236}">
                <a16:creationId xmlns:a16="http://schemas.microsoft.com/office/drawing/2014/main" id="{0005E94F-7982-BB27-A70C-4638EB39C411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5" name="OTLSHAPE_T_d7b36f71b936407a84399469e2177ce8_EndDate" hidden="1">
            <a:extLst>
              <a:ext uri="{FF2B5EF4-FFF2-40B4-BE49-F238E27FC236}">
                <a16:creationId xmlns:a16="http://schemas.microsoft.com/office/drawing/2014/main" id="{6FEBF22B-A35B-FC4E-064C-C2540206329A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6" name="OTLSHAPE_T_d7b36f71b936407a84399469e2177ce8_JoinedDate">
            <a:extLst>
              <a:ext uri="{FF2B5EF4-FFF2-40B4-BE49-F238E27FC236}">
                <a16:creationId xmlns:a16="http://schemas.microsoft.com/office/drawing/2014/main" id="{51CAD77A-CA3C-936F-D578-F1836A759F8D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9804993" y="3900965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Oct 17 - Oct 18</a:t>
            </a:r>
          </a:p>
        </p:txBody>
      </p:sp>
      <p:sp>
        <p:nvSpPr>
          <p:cNvPr id="187" name="OTLSHAPE_T_d7b36f71b936407a84399469e2177ce8_Title">
            <a:extLst>
              <a:ext uri="{FF2B5EF4-FFF2-40B4-BE49-F238E27FC236}">
                <a16:creationId xmlns:a16="http://schemas.microsoft.com/office/drawing/2014/main" id="{B0BA6C64-94D0-D572-A567-FC123A0DBF13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0745984" y="3807958"/>
            <a:ext cx="939800" cy="3410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>
                <a:solidFill>
                  <a:srgbClr val="000000"/>
                </a:solidFill>
                <a:latin typeface="Calibri" panose="020F0502020204030204" pitchFamily="34" charset="0"/>
              </a:rPr>
              <a:t>Run Book Dress Rehearsal</a:t>
            </a:r>
          </a:p>
        </p:txBody>
      </p:sp>
      <p:sp>
        <p:nvSpPr>
          <p:cNvPr id="188" name="OTLSHAPE_T_d7b36f71b936407a84399469e2177ce8_TextPercentage" hidden="1">
            <a:extLst>
              <a:ext uri="{FF2B5EF4-FFF2-40B4-BE49-F238E27FC236}">
                <a16:creationId xmlns:a16="http://schemas.microsoft.com/office/drawing/2014/main" id="{67EA1C9C-F881-5FD5-4BBD-73654F4ACC78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146" name="OTLSHAPE_M_572730828c18467d857184dd81d0ef68_Shape">
            <a:extLst>
              <a:ext uri="{FF2B5EF4-FFF2-40B4-BE49-F238E27FC236}">
                <a16:creationId xmlns:a16="http://schemas.microsoft.com/office/drawing/2014/main" id="{A3FA2E04-4A90-4452-878B-4700336B957E}"/>
              </a:ext>
            </a:extLst>
          </p:cNvPr>
          <p:cNvSpPr/>
          <p:nvPr>
            <p:custDataLst>
              <p:tags r:id="rId146"/>
            </p:custDataLst>
          </p:nvPr>
        </p:nvSpPr>
        <p:spPr>
          <a:xfrm>
            <a:off x="10875362" y="62103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dk1"/>
          </a:solidFill>
          <a:ln w="20320" cap="flat" cmpd="sng" algn="ctr">
            <a:solidFill>
              <a:schemeClr val="accent1">
                <a:shade val="50000"/>
              </a:schemeClr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TLSHAPE_M_2bd83a85087b4dbeb710352ab75c71c5_Shape">
            <a:extLst>
              <a:ext uri="{FF2B5EF4-FFF2-40B4-BE49-F238E27FC236}">
                <a16:creationId xmlns:a16="http://schemas.microsoft.com/office/drawing/2014/main" id="{0B7D701B-C2EA-44DA-B88A-80CBFAAFF652}"/>
              </a:ext>
            </a:extLst>
          </p:cNvPr>
          <p:cNvSpPr/>
          <p:nvPr>
            <p:custDataLst>
              <p:tags r:id="rId147"/>
            </p:custDataLst>
          </p:nvPr>
        </p:nvSpPr>
        <p:spPr>
          <a:xfrm>
            <a:off x="6556342" y="62103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TLSHAPE_M_3b54928756fa4cbba0637d1da9dc9b65_Shape">
            <a:extLst>
              <a:ext uri="{FF2B5EF4-FFF2-40B4-BE49-F238E27FC236}">
                <a16:creationId xmlns:a16="http://schemas.microsoft.com/office/drawing/2014/main" id="{90B61F48-F9A7-068B-0355-EF0EEE74E937}"/>
              </a:ext>
            </a:extLst>
          </p:cNvPr>
          <p:cNvSpPr/>
          <p:nvPr>
            <p:custDataLst>
              <p:tags r:id="rId148"/>
            </p:custDataLst>
          </p:nvPr>
        </p:nvSpPr>
        <p:spPr>
          <a:xfrm>
            <a:off x="5231189" y="62103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OTLSHAPE_M_877e364a6213406484807ca34fd351aa_Shape">
            <a:extLst>
              <a:ext uri="{FF2B5EF4-FFF2-40B4-BE49-F238E27FC236}">
                <a16:creationId xmlns:a16="http://schemas.microsoft.com/office/drawing/2014/main" id="{88FDB11B-921D-F301-DE91-C34F3CE625CD}"/>
              </a:ext>
            </a:extLst>
          </p:cNvPr>
          <p:cNvSpPr/>
          <p:nvPr>
            <p:custDataLst>
              <p:tags r:id="rId149"/>
            </p:custDataLst>
          </p:nvPr>
        </p:nvSpPr>
        <p:spPr>
          <a:xfrm>
            <a:off x="5574747" y="62103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0" name="OTLSHAPE_M_7e84f42b3f8b4b18bd56622a4bfba8c1_Shape">
            <a:extLst>
              <a:ext uri="{FF2B5EF4-FFF2-40B4-BE49-F238E27FC236}">
                <a16:creationId xmlns:a16="http://schemas.microsoft.com/office/drawing/2014/main" id="{B7BCFA14-2446-0DB4-2223-B658168AA396}"/>
              </a:ext>
            </a:extLst>
          </p:cNvPr>
          <p:cNvSpPr/>
          <p:nvPr>
            <p:custDataLst>
              <p:tags r:id="rId150"/>
            </p:custDataLst>
          </p:nvPr>
        </p:nvSpPr>
        <p:spPr>
          <a:xfrm>
            <a:off x="5918305" y="62103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TLSHAPE_M_91b3394a79e7478ca983965c767c4e8f_Shape">
            <a:extLst>
              <a:ext uri="{FF2B5EF4-FFF2-40B4-BE49-F238E27FC236}">
                <a16:creationId xmlns:a16="http://schemas.microsoft.com/office/drawing/2014/main" id="{79E859F8-86CF-AA27-59C0-EE0A7C430E90}"/>
              </a:ext>
            </a:extLst>
          </p:cNvPr>
          <p:cNvSpPr/>
          <p:nvPr>
            <p:custDataLst>
              <p:tags r:id="rId151"/>
            </p:custDataLst>
          </p:nvPr>
        </p:nvSpPr>
        <p:spPr>
          <a:xfrm>
            <a:off x="10531804" y="62103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5" name="OTLSHAPE_M_1a24afd3d79145ecb2bc8b886ee6bbaa_Shape">
            <a:extLst>
              <a:ext uri="{FF2B5EF4-FFF2-40B4-BE49-F238E27FC236}">
                <a16:creationId xmlns:a16="http://schemas.microsoft.com/office/drawing/2014/main" id="{DBE62D4E-8C31-D2E9-B215-9138297F0094}"/>
              </a:ext>
            </a:extLst>
          </p:cNvPr>
          <p:cNvSpPr/>
          <p:nvPr>
            <p:custDataLst>
              <p:tags r:id="rId152"/>
            </p:custDataLst>
          </p:nvPr>
        </p:nvSpPr>
        <p:spPr>
          <a:xfrm rot="16200000">
            <a:off x="6947791" y="4091305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6" name="OTLSHAPE_M_3f0452ec551d4f0d9be178ecc717cbb5_Shape">
            <a:extLst>
              <a:ext uri="{FF2B5EF4-FFF2-40B4-BE49-F238E27FC236}">
                <a16:creationId xmlns:a16="http://schemas.microsoft.com/office/drawing/2014/main" id="{0A0FD7D3-B369-CA56-F0E3-F942C262BA1E}"/>
              </a:ext>
            </a:extLst>
          </p:cNvPr>
          <p:cNvSpPr/>
          <p:nvPr>
            <p:custDataLst>
              <p:tags r:id="rId153"/>
            </p:custDataLst>
          </p:nvPr>
        </p:nvSpPr>
        <p:spPr>
          <a:xfrm rot="16200000">
            <a:off x="7389509" y="5021792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7" name="OTLSHAPE_M_b6d0b188289f48c8aedbfd94c0ce3359_Shape">
            <a:extLst>
              <a:ext uri="{FF2B5EF4-FFF2-40B4-BE49-F238E27FC236}">
                <a16:creationId xmlns:a16="http://schemas.microsoft.com/office/drawing/2014/main" id="{F3BB5F39-BF3D-A4E8-C563-153882FBF055}"/>
              </a:ext>
            </a:extLst>
          </p:cNvPr>
          <p:cNvSpPr/>
          <p:nvPr>
            <p:custDataLst>
              <p:tags r:id="rId154"/>
            </p:custDataLst>
          </p:nvPr>
        </p:nvSpPr>
        <p:spPr>
          <a:xfrm rot="16200000">
            <a:off x="7733068" y="5487035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5" name="OTLSHAPE_M_3a71cf244b9b4b528c5ef967cb46ddad_Shape">
            <a:extLst>
              <a:ext uri="{FF2B5EF4-FFF2-40B4-BE49-F238E27FC236}">
                <a16:creationId xmlns:a16="http://schemas.microsoft.com/office/drawing/2014/main" id="{F7A68BBC-C79A-A0BA-8D22-2DA56F0C7920}"/>
              </a:ext>
            </a:extLst>
          </p:cNvPr>
          <p:cNvSpPr/>
          <p:nvPr>
            <p:custDataLst>
              <p:tags r:id="rId155"/>
            </p:custDataLst>
          </p:nvPr>
        </p:nvSpPr>
        <p:spPr>
          <a:xfrm rot="16200000">
            <a:off x="7291350" y="4556548"/>
            <a:ext cx="165100" cy="165100"/>
          </a:xfrm>
          <a:prstGeom prst="flowChartMerge">
            <a:avLst/>
          </a:prstGeom>
          <a:solidFill>
            <a:srgbClr val="EA161E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20" name="OTLSHAPE_M_7354ab91bab64da9b77f9e4832e7687e_Shape">
            <a:extLst>
              <a:ext uri="{FF2B5EF4-FFF2-40B4-BE49-F238E27FC236}">
                <a16:creationId xmlns:a16="http://schemas.microsoft.com/office/drawing/2014/main" id="{4622E69B-B324-D94D-415A-2B90E8DD76D6}"/>
              </a:ext>
            </a:extLst>
          </p:cNvPr>
          <p:cNvSpPr/>
          <p:nvPr>
            <p:custDataLst>
              <p:tags r:id="rId156"/>
            </p:custDataLst>
          </p:nvPr>
        </p:nvSpPr>
        <p:spPr>
          <a:xfrm rot="16200000">
            <a:off x="8076626" y="5952278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4" name="OTLSHAPE_M_572730828c18467d857184dd81d0ef68_Title">
            <a:extLst>
              <a:ext uri="{FF2B5EF4-FFF2-40B4-BE49-F238E27FC236}">
                <a16:creationId xmlns:a16="http://schemas.microsoft.com/office/drawing/2014/main" id="{B1CD3ED9-D21B-4F56-965D-95B1FF352C0A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0408679" y="5833957"/>
            <a:ext cx="1155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-6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VCOO Go-Live (TBC)</a:t>
            </a:r>
          </a:p>
        </p:txBody>
      </p:sp>
      <p:sp>
        <p:nvSpPr>
          <p:cNvPr id="145" name="OTLSHAPE_M_572730828c18467d857184dd81d0ef68_Date">
            <a:extLst>
              <a:ext uri="{FF2B5EF4-FFF2-40B4-BE49-F238E27FC236}">
                <a16:creationId xmlns:a16="http://schemas.microsoft.com/office/drawing/2014/main" id="{67E060D6-B2A9-44B9-9A64-60D88310DA4E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0814402" y="6029875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-6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Oct 24</a:t>
            </a:r>
            <a:endParaRPr kumimoji="0" lang="en-CA" sz="1000" b="0" i="0" u="none" strike="noStrike" kern="1200" cap="none" spc="-6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4" name="OTLSHAPE_M_2bd83a85087b4dbeb710352ab75c71c5_Title">
            <a:extLst>
              <a:ext uri="{FF2B5EF4-FFF2-40B4-BE49-F238E27FC236}">
                <a16:creationId xmlns:a16="http://schemas.microsoft.com/office/drawing/2014/main" id="{C1337118-6591-491A-894F-3DF25FE73640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6302025" y="5833957"/>
            <a:ext cx="736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R1.1 Go-Live</a:t>
            </a:r>
          </a:p>
        </p:txBody>
      </p:sp>
      <p:sp>
        <p:nvSpPr>
          <p:cNvPr id="55" name="OTLSHAPE_M_2bd83a85087b4dbeb710352ab75c71c5_Date">
            <a:extLst>
              <a:ext uri="{FF2B5EF4-FFF2-40B4-BE49-F238E27FC236}">
                <a16:creationId xmlns:a16="http://schemas.microsoft.com/office/drawing/2014/main" id="{E28ED23E-56C2-49F5-88C9-7E61B1933281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6517375" y="6029875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Jul 28</a:t>
            </a:r>
          </a:p>
        </p:txBody>
      </p:sp>
      <p:sp>
        <p:nvSpPr>
          <p:cNvPr id="42" name="OTLSHAPE_M_3b54928756fa4cbba0637d1da9dc9b65_Title">
            <a:extLst>
              <a:ext uri="{FF2B5EF4-FFF2-40B4-BE49-F238E27FC236}">
                <a16:creationId xmlns:a16="http://schemas.microsoft.com/office/drawing/2014/main" id="{6E1F1AAB-2B96-E2D0-6B68-CCA24812364B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5047589" y="5368713"/>
            <a:ext cx="584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HF Build 1</a:t>
            </a:r>
          </a:p>
        </p:txBody>
      </p:sp>
      <p:sp>
        <p:nvSpPr>
          <p:cNvPr id="52" name="OTLSHAPE_M_3b54928756fa4cbba0637d1da9dc9b65_Date">
            <a:extLst>
              <a:ext uri="{FF2B5EF4-FFF2-40B4-BE49-F238E27FC236}">
                <a16:creationId xmlns:a16="http://schemas.microsoft.com/office/drawing/2014/main" id="{50CB5CD6-52B5-0156-2A6F-DE4D7FE917C0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5224416" y="5564632"/>
            <a:ext cx="241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Jul 1</a:t>
            </a:r>
          </a:p>
        </p:txBody>
      </p:sp>
      <p:sp>
        <p:nvSpPr>
          <p:cNvPr id="58" name="OTLSHAPE_M_877e364a6213406484807ca34fd351aa_Title">
            <a:extLst>
              <a:ext uri="{FF2B5EF4-FFF2-40B4-BE49-F238E27FC236}">
                <a16:creationId xmlns:a16="http://schemas.microsoft.com/office/drawing/2014/main" id="{9A34B2A6-2EE2-0B08-91EF-4CEAA1ABBA5B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5391148" y="5833957"/>
            <a:ext cx="584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HF Build 2</a:t>
            </a:r>
          </a:p>
        </p:txBody>
      </p:sp>
      <p:sp>
        <p:nvSpPr>
          <p:cNvPr id="59" name="OTLSHAPE_M_877e364a6213406484807ca34fd351aa_Date">
            <a:extLst>
              <a:ext uri="{FF2B5EF4-FFF2-40B4-BE49-F238E27FC236}">
                <a16:creationId xmlns:a16="http://schemas.microsoft.com/office/drawing/2014/main" id="{4F7EE1D6-5847-FEAB-A547-EEE8DBF7AE9F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5567974" y="6029875"/>
            <a:ext cx="241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Jul 8</a:t>
            </a:r>
          </a:p>
        </p:txBody>
      </p:sp>
      <p:sp>
        <p:nvSpPr>
          <p:cNvPr id="143" name="OTLSHAPE_M_7e84f42b3f8b4b18bd56622a4bfba8c1_Title">
            <a:extLst>
              <a:ext uri="{FF2B5EF4-FFF2-40B4-BE49-F238E27FC236}">
                <a16:creationId xmlns:a16="http://schemas.microsoft.com/office/drawing/2014/main" id="{5C1487EE-747B-E89F-4B4C-6FDC7BA268DE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5734706" y="5368713"/>
            <a:ext cx="584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HF Build 3</a:t>
            </a:r>
          </a:p>
        </p:txBody>
      </p:sp>
      <p:sp>
        <p:nvSpPr>
          <p:cNvPr id="149" name="OTLSHAPE_M_7e84f42b3f8b4b18bd56622a4bfba8c1_Date">
            <a:extLst>
              <a:ext uri="{FF2B5EF4-FFF2-40B4-BE49-F238E27FC236}">
                <a16:creationId xmlns:a16="http://schemas.microsoft.com/office/drawing/2014/main" id="{FA9B0A1F-15F2-CBEB-D91F-0E846F10190D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5879338" y="5564632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Jul 15</a:t>
            </a:r>
          </a:p>
        </p:txBody>
      </p:sp>
      <p:sp>
        <p:nvSpPr>
          <p:cNvPr id="28" name="OTLSHAPE_M_91b3394a79e7478ca983965c767c4e8f_Title">
            <a:extLst>
              <a:ext uri="{FF2B5EF4-FFF2-40B4-BE49-F238E27FC236}">
                <a16:creationId xmlns:a16="http://schemas.microsoft.com/office/drawing/2014/main" id="{DF51AB4F-2BE7-5D6D-484B-21F0C59208A1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0099094" y="5368713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2">
                <a:solidFill>
                  <a:srgbClr val="000000"/>
                </a:solidFill>
                <a:latin typeface="Calibri" panose="020F0502020204030204" pitchFamily="34" charset="0"/>
              </a:rPr>
              <a:t>Go No Go Decision</a:t>
            </a:r>
          </a:p>
        </p:txBody>
      </p:sp>
      <p:sp>
        <p:nvSpPr>
          <p:cNvPr id="29" name="OTLSHAPE_M_91b3394a79e7478ca983965c767c4e8f_Date">
            <a:extLst>
              <a:ext uri="{FF2B5EF4-FFF2-40B4-BE49-F238E27FC236}">
                <a16:creationId xmlns:a16="http://schemas.microsoft.com/office/drawing/2014/main" id="{06AA5210-648C-A944-0476-F83A3BDF7622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0470844" y="5564632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Oct 17</a:t>
            </a:r>
          </a:p>
        </p:txBody>
      </p:sp>
      <p:sp>
        <p:nvSpPr>
          <p:cNvPr id="195" name="OTLSHAPE_M_1a24afd3d79145ecb2bc8b886ee6bbaa_Title">
            <a:extLst>
              <a:ext uri="{FF2B5EF4-FFF2-40B4-BE49-F238E27FC236}">
                <a16:creationId xmlns:a16="http://schemas.microsoft.com/office/drawing/2014/main" id="{3E8AAB0A-6523-A652-3A54-51F2771C7F97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7144641" y="3972983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VCOO/Hotfix Build</a:t>
            </a:r>
          </a:p>
        </p:txBody>
      </p:sp>
      <p:sp>
        <p:nvSpPr>
          <p:cNvPr id="196" name="OTLSHAPE_M_1a24afd3d79145ecb2bc8b886ee6bbaa_Date">
            <a:extLst>
              <a:ext uri="{FF2B5EF4-FFF2-40B4-BE49-F238E27FC236}">
                <a16:creationId xmlns:a16="http://schemas.microsoft.com/office/drawing/2014/main" id="{4A9CF149-39DD-5EB4-274E-6B376162369B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7144641" y="4168902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2</a:t>
            </a:r>
          </a:p>
        </p:txBody>
      </p:sp>
      <p:sp>
        <p:nvSpPr>
          <p:cNvPr id="198" name="OTLSHAPE_M_3f0452ec551d4f0d9be178ecc717cbb5_Title">
            <a:extLst>
              <a:ext uri="{FF2B5EF4-FFF2-40B4-BE49-F238E27FC236}">
                <a16:creationId xmlns:a16="http://schemas.microsoft.com/office/drawing/2014/main" id="{FE56C58D-4759-3A0B-BC25-354C75D4A6D4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7586359" y="4903470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VCOO/Hotfix Build</a:t>
            </a:r>
          </a:p>
        </p:txBody>
      </p:sp>
      <p:sp>
        <p:nvSpPr>
          <p:cNvPr id="199" name="OTLSHAPE_M_3f0452ec551d4f0d9be178ecc717cbb5_Date">
            <a:extLst>
              <a:ext uri="{FF2B5EF4-FFF2-40B4-BE49-F238E27FC236}">
                <a16:creationId xmlns:a16="http://schemas.microsoft.com/office/drawing/2014/main" id="{72D0EF0F-420F-76E1-CB58-5FA1FE6DAB50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7586359" y="5099389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11</a:t>
            </a:r>
          </a:p>
        </p:txBody>
      </p:sp>
      <p:sp>
        <p:nvSpPr>
          <p:cNvPr id="201" name="OTLSHAPE_M_b6d0b188289f48c8aedbfd94c0ce3359_Title">
            <a:extLst>
              <a:ext uri="{FF2B5EF4-FFF2-40B4-BE49-F238E27FC236}">
                <a16:creationId xmlns:a16="http://schemas.microsoft.com/office/drawing/2014/main" id="{47500DB0-7A5D-E741-C6A6-447A46228A1C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7929918" y="5368713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VCOO/Hotfix Build</a:t>
            </a:r>
          </a:p>
        </p:txBody>
      </p:sp>
      <p:sp>
        <p:nvSpPr>
          <p:cNvPr id="202" name="OTLSHAPE_M_b6d0b188289f48c8aedbfd94c0ce3359_Date">
            <a:extLst>
              <a:ext uri="{FF2B5EF4-FFF2-40B4-BE49-F238E27FC236}">
                <a16:creationId xmlns:a16="http://schemas.microsoft.com/office/drawing/2014/main" id="{96BC45CA-53A1-2A89-D120-068CEC3431F2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7929918" y="5564632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18</a:t>
            </a:r>
          </a:p>
        </p:txBody>
      </p:sp>
      <p:sp>
        <p:nvSpPr>
          <p:cNvPr id="213" name="OTLSHAPE_M_3a71cf244b9b4b528c5ef967cb46ddad_Title">
            <a:extLst>
              <a:ext uri="{FF2B5EF4-FFF2-40B4-BE49-F238E27FC236}">
                <a16:creationId xmlns:a16="http://schemas.microsoft.com/office/drawing/2014/main" id="{11881591-06AE-754A-FA07-A4F9B331A6B6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7488200" y="4438227"/>
            <a:ext cx="723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0">
                <a:solidFill>
                  <a:srgbClr val="000000"/>
                </a:solidFill>
                <a:latin typeface="Calibri" panose="020F0502020204030204" pitchFamily="34" charset="0"/>
              </a:rPr>
              <a:t>VCOO Demo</a:t>
            </a:r>
          </a:p>
        </p:txBody>
      </p:sp>
      <p:sp>
        <p:nvSpPr>
          <p:cNvPr id="214" name="OTLSHAPE_M_3a71cf244b9b4b528c5ef967cb46ddad_Date">
            <a:extLst>
              <a:ext uri="{FF2B5EF4-FFF2-40B4-BE49-F238E27FC236}">
                <a16:creationId xmlns:a16="http://schemas.microsoft.com/office/drawing/2014/main" id="{E34C9436-6BD6-D369-19B7-726F0E64E908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7488200" y="4634145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9</a:t>
            </a:r>
          </a:p>
        </p:txBody>
      </p:sp>
      <p:sp>
        <p:nvSpPr>
          <p:cNvPr id="218" name="OTLSHAPE_M_7354ab91bab64da9b77f9e4832e7687e_Title">
            <a:extLst>
              <a:ext uri="{FF2B5EF4-FFF2-40B4-BE49-F238E27FC236}">
                <a16:creationId xmlns:a16="http://schemas.microsoft.com/office/drawing/2014/main" id="{093E835C-A485-3D88-0A44-D109BE2A8AE0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8273476" y="5833957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VCOO/Hotfix Build (TBC)</a:t>
            </a:r>
          </a:p>
        </p:txBody>
      </p:sp>
      <p:sp>
        <p:nvSpPr>
          <p:cNvPr id="219" name="OTLSHAPE_M_7354ab91bab64da9b77f9e4832e7687e_Date">
            <a:extLst>
              <a:ext uri="{FF2B5EF4-FFF2-40B4-BE49-F238E27FC236}">
                <a16:creationId xmlns:a16="http://schemas.microsoft.com/office/drawing/2014/main" id="{33FD2720-DCFA-65E9-AF01-13AB7F4C0205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8273476" y="6029875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25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54778BB-89A9-46FD-83F5-FEBD7BAFCBF1}"/>
              </a:ext>
            </a:extLst>
          </p:cNvPr>
          <p:cNvSpPr txBox="1"/>
          <p:nvPr/>
        </p:nvSpPr>
        <p:spPr>
          <a:xfrm>
            <a:off x="206805" y="11892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97A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VCOO Full Launch Proposed Plan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2AF3D0-99EA-422A-BDC5-038A9E32B78F}"/>
              </a:ext>
            </a:extLst>
          </p:cNvPr>
          <p:cNvGrpSpPr/>
          <p:nvPr/>
        </p:nvGrpSpPr>
        <p:grpSpPr>
          <a:xfrm>
            <a:off x="9984581" y="0"/>
            <a:ext cx="2202798" cy="892097"/>
            <a:chOff x="9984581" y="0"/>
            <a:chExt cx="2202798" cy="892097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CD6C86E-B240-4C69-B47E-777DE6647F28}"/>
                </a:ext>
              </a:extLst>
            </p:cNvPr>
            <p:cNvSpPr/>
            <p:nvPr/>
          </p:nvSpPr>
          <p:spPr>
            <a:xfrm>
              <a:off x="9984581" y="0"/>
              <a:ext cx="2202798" cy="8920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14377">
                <a:defRPr/>
              </a:pPr>
              <a:r>
                <a:rPr lang="en-US" sz="1200" dirty="0">
                  <a:solidFill>
                    <a:srgbClr val="002060"/>
                  </a:solidFill>
                  <a:latin typeface="Calibri"/>
                </a:rPr>
                <a:t>Temenos Confirmed</a:t>
              </a:r>
            </a:p>
            <a:p>
              <a:pPr algn="r" defTabSz="914377">
                <a:defRPr/>
              </a:pPr>
              <a:r>
                <a:rPr lang="en-US" sz="1200" dirty="0">
                  <a:solidFill>
                    <a:srgbClr val="0097A9"/>
                  </a:solidFill>
                  <a:latin typeface="Calibri"/>
                </a:rPr>
                <a:t> </a:t>
              </a:r>
              <a:r>
                <a:rPr lang="en-US" sz="1200" dirty="0">
                  <a:solidFill>
                    <a:srgbClr val="002060"/>
                  </a:solidFill>
                  <a:latin typeface="Calibri"/>
                </a:rPr>
                <a:t>Temenos To Confirm</a:t>
              </a:r>
            </a:p>
            <a:p>
              <a:pPr algn="r" defTabSz="914377">
                <a:defRPr/>
              </a:pPr>
              <a:r>
                <a:rPr lang="en-US" sz="1200" dirty="0">
                  <a:solidFill>
                    <a:srgbClr val="0097A9"/>
                  </a:solidFill>
                  <a:latin typeface="Calibri"/>
                </a:rPr>
                <a:t>CWB Confirmed</a:t>
              </a:r>
            </a:p>
            <a:p>
              <a:pPr algn="r" defTabSz="914377">
                <a:defRPr/>
              </a:pPr>
              <a:r>
                <a:rPr lang="en-US" sz="1200" dirty="0">
                  <a:solidFill>
                    <a:srgbClr val="0097A9"/>
                  </a:solidFill>
                  <a:latin typeface="Calibri"/>
                </a:rPr>
                <a:t>CWB To Confirm</a:t>
              </a:r>
              <a:endParaRPr lang="en-CA" sz="1200" dirty="0">
                <a:solidFill>
                  <a:srgbClr val="0097A9"/>
                </a:solidFill>
                <a:latin typeface="Calibri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53C45E9-6712-459B-BD5B-698FB4DBD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0105460" y="107057"/>
              <a:ext cx="695004" cy="152413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D38636ED-E266-4798-A561-9907FBBEF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0110663" y="267615"/>
              <a:ext cx="684598" cy="188992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7FFDC12E-92D3-42C4-80EB-C670856EA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0120171" y="655794"/>
              <a:ext cx="684598" cy="182896"/>
            </a:xfrm>
            <a:prstGeom prst="rect">
              <a:avLst/>
            </a:prstGeom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F4484C91-C936-40A4-BEAA-4B9559698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0105460" y="464752"/>
              <a:ext cx="705688" cy="18289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27705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B46F92-4111-47F1-9EDD-A9BCD8C83A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5733" y="426686"/>
            <a:ext cx="11040535" cy="529977"/>
          </a:xfrm>
        </p:spPr>
        <p:txBody>
          <a:bodyPr/>
          <a:lstStyle/>
          <a:p>
            <a:r>
              <a:rPr lang="en-US" sz="2800" dirty="0"/>
              <a:t>Upgrade &amp; Merge Assumptions</a:t>
            </a:r>
            <a:endParaRPr lang="en-CA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0CFD3-393E-43B5-9F6A-F214C7DFA21B}"/>
              </a:ext>
            </a:extLst>
          </p:cNvPr>
          <p:cNvSpPr txBox="1"/>
          <p:nvPr/>
        </p:nvSpPr>
        <p:spPr>
          <a:xfrm>
            <a:off x="575732" y="1060174"/>
            <a:ext cx="10831739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Requirements gathering sessions are not required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67" dirty="0">
                <a:solidFill>
                  <a:srgbClr val="777777"/>
                </a:solidFill>
                <a:latin typeface="Calibri"/>
              </a:rPr>
              <a:t>An upgrade will not be required for the 20.07 streams 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67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24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991D06EE-0312-4B87-A89D-9636F2CC36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ED7D31"/>
                </a:solidFill>
                <a:latin typeface="Calibri" panose="020F0502020204030204" pitchFamily="34" charset="0"/>
              </a:rPr>
              <a:t>2022</a:t>
            </a:r>
          </a:p>
        </p:txBody>
      </p:sp>
      <p:sp>
        <p:nvSpPr>
          <p:cNvPr id="3" name="OTLSHAPE_TB_00000000000000000000000000000000_RightEndCaps">
            <a:extLst>
              <a:ext uri="{FF2B5EF4-FFF2-40B4-BE49-F238E27FC236}">
                <a16:creationId xmlns:a16="http://schemas.microsoft.com/office/drawing/2014/main" id="{A73F105C-AB1A-491A-B1C5-4004F5D04E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74534" y="6324769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>
                <a:solidFill>
                  <a:srgbClr val="ED7D31"/>
                </a:solidFill>
                <a:latin typeface="Calibri" panose="020F0502020204030204" pitchFamily="34" charset="0"/>
              </a:rPr>
              <a:t>2022</a:t>
            </a:r>
            <a:endParaRPr lang="en-CA" b="1" spc="-38" dirty="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OTLSHAPE_M_5d714eb1472042e89241b8c577fbcbea_Connector1">
            <a:extLst>
              <a:ext uri="{FF2B5EF4-FFF2-40B4-BE49-F238E27FC236}">
                <a16:creationId xmlns:a16="http://schemas.microsoft.com/office/drawing/2014/main" id="{9CF6A99A-26E0-4FFD-B8FB-6A0E7B7F1727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370318" y="5889400"/>
            <a:ext cx="0" cy="447900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OTLSHAPE_M_de9476aadffb4019bb36957839d01752_Connector1">
            <a:extLst>
              <a:ext uri="{FF2B5EF4-FFF2-40B4-BE49-F238E27FC236}">
                <a16:creationId xmlns:a16="http://schemas.microsoft.com/office/drawing/2014/main" id="{CCF90239-9C49-45EF-B307-58758244404C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37412" y="4493048"/>
            <a:ext cx="0" cy="1844252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TLSHAPE_M_5eae76a979074d0dafebefa81a835b70_Connector1">
            <a:extLst>
              <a:ext uri="{FF2B5EF4-FFF2-40B4-BE49-F238E27FC236}">
                <a16:creationId xmlns:a16="http://schemas.microsoft.com/office/drawing/2014/main" id="{F37F6402-2D57-46AB-B5F8-A00B834B52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012974" y="5888778"/>
            <a:ext cx="0" cy="448522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OTLSHAPE_M_bd921749358d4cfeae4c7f2ff008ab65_Connector1">
            <a:extLst>
              <a:ext uri="{FF2B5EF4-FFF2-40B4-BE49-F238E27FC236}">
                <a16:creationId xmlns:a16="http://schemas.microsoft.com/office/drawing/2014/main" id="{6B618204-55B2-4923-8B62-D6E4CDCCD0E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92494" y="4958292"/>
            <a:ext cx="0" cy="812786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OTLSHAPE_M_bab566540fdf49e18a4eaad0af2f47a1_Connector1">
            <a:extLst>
              <a:ext uri="{FF2B5EF4-FFF2-40B4-BE49-F238E27FC236}">
                <a16:creationId xmlns:a16="http://schemas.microsoft.com/office/drawing/2014/main" id="{1B7DEF18-1BEC-47B5-A7CC-CD7EE130DA70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7026939" y="5423535"/>
            <a:ext cx="0" cy="913765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OTLSHAPE_M_e837aa8bd2fd458887002ee4dbd547f3_Connector1">
            <a:extLst>
              <a:ext uri="{FF2B5EF4-FFF2-40B4-BE49-F238E27FC236}">
                <a16:creationId xmlns:a16="http://schemas.microsoft.com/office/drawing/2014/main" id="{5D470EA7-166B-45DF-9C5E-6E5AFDF51DE7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2887774" y="5888778"/>
            <a:ext cx="0" cy="448522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OTLSHAPE_M_3f6b716b18d64d13be7b535078ce2755_Connector1">
            <a:extLst>
              <a:ext uri="{FF2B5EF4-FFF2-40B4-BE49-F238E27FC236}">
                <a16:creationId xmlns:a16="http://schemas.microsoft.com/office/drawing/2014/main" id="{943F1F8B-4E2A-41A0-8827-2CC7C1AC2B5B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4873809" y="4027805"/>
            <a:ext cx="0" cy="2309495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OTLSHAPE_M_bd921749358d4cfeae4c7f2ff008ab65_Connector2">
            <a:extLst>
              <a:ext uri="{FF2B5EF4-FFF2-40B4-BE49-F238E27FC236}">
                <a16:creationId xmlns:a16="http://schemas.microsoft.com/office/drawing/2014/main" id="{39EAC3F5-357D-C299-CFDB-B495A8BBF834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6592494" y="5941597"/>
            <a:ext cx="0" cy="395703"/>
          </a:xfrm>
          <a:prstGeom prst="line">
            <a:avLst/>
          </a:prstGeom>
          <a:ln w="7620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4DBB54DE-CF04-4D5F-A132-45CC1E52A50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44465" y="6337300"/>
            <a:ext cx="10515600" cy="254000"/>
          </a:xfrm>
          <a:prstGeom prst="round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5266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1" name="OTLSHAPE_TB_00000000000000000000000000000000_ElapsedTime" hidden="1">
            <a:extLst>
              <a:ext uri="{FF2B5EF4-FFF2-40B4-BE49-F238E27FC236}">
                <a16:creationId xmlns:a16="http://schemas.microsoft.com/office/drawing/2014/main" id="{D1266787-2BE9-4294-82A9-A10DA91FCC1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2700" h="139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2" name="OTLSHAPE_TB_00000000000000000000000000000000_TodayMarkerShape" hidden="1">
            <a:extLst>
              <a:ext uri="{FF2B5EF4-FFF2-40B4-BE49-F238E27FC236}">
                <a16:creationId xmlns:a16="http://schemas.microsoft.com/office/drawing/2014/main" id="{1478725A-4862-4973-8E0F-1BC327F5F37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795004" y="6591300"/>
            <a:ext cx="76200" cy="84667"/>
          </a:xfrm>
          <a:prstGeom prst="triangl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5B179DF5-856C-4552-B835-E03D0CF500C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07965" y="6375400"/>
            <a:ext cx="22281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E4F963B6-2B7B-4E0B-AE22-EA2279F5B91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053755" y="6375400"/>
            <a:ext cx="27122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id="{85AA8661-5F90-4A0D-BA0D-9B2022752E4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3237737" y="6375400"/>
            <a:ext cx="20999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D86AC58D-C946-4283-B110-CEA6B80DE102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4383527" y="6375400"/>
            <a:ext cx="15818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12" name="OTLSHAPE_TB_00000000000000000000000000000000_TimescaleInterval5">
            <a:extLst>
              <a:ext uri="{FF2B5EF4-FFF2-40B4-BE49-F238E27FC236}">
                <a16:creationId xmlns:a16="http://schemas.microsoft.com/office/drawing/2014/main" id="{31F712AF-6DB2-4267-BAF4-961F9FAACF2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567509" y="6375400"/>
            <a:ext cx="24205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BF1135F2-00C1-40A4-95D5-99638C0DDDBC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751492" y="6375400"/>
            <a:ext cx="227626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17" name="OTLSHAPE_TB_00000000000000000000000000000000_ScaleMarking1">
            <a:extLst>
              <a:ext uri="{FF2B5EF4-FFF2-40B4-BE49-F238E27FC236}">
                <a16:creationId xmlns:a16="http://schemas.microsoft.com/office/drawing/2014/main" id="{B3BD1FAE-80F9-4C05-A218-01C11259BD0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07965" y="6151245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>
                <a:solidFill>
                  <a:srgbClr val="44546A"/>
                </a:solidFill>
                <a:latin typeface="Calibri" panose="020F0502020204030204" pitchFamily="34" charset="0"/>
              </a:rPr>
              <a:t>2022</a:t>
            </a:r>
          </a:p>
        </p:txBody>
      </p:sp>
      <p:sp>
        <p:nvSpPr>
          <p:cNvPr id="233" name="OTLSHAPE_TB_00000000000000000000000000000000_TodayMarkerText" hidden="1">
            <a:extLst>
              <a:ext uri="{FF2B5EF4-FFF2-40B4-BE49-F238E27FC236}">
                <a16:creationId xmlns:a16="http://schemas.microsoft.com/office/drawing/2014/main" id="{5B2E9E33-7FB8-4E43-A817-21E258F7AE1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-168984" y="58866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5" name="OTLSHAPE_TB_00000000000000000000000000000000_TimescaleInterval7">
            <a:extLst>
              <a:ext uri="{FF2B5EF4-FFF2-40B4-BE49-F238E27FC236}">
                <a16:creationId xmlns:a16="http://schemas.microsoft.com/office/drawing/2014/main" id="{F2ED41FF-D080-EA73-7E6F-47548B9944E1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7897281" y="6375400"/>
            <a:ext cx="21114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6" name="OTLSHAPE_TB_00000000000000000000000000000000_TimescaleInterval8">
            <a:extLst>
              <a:ext uri="{FF2B5EF4-FFF2-40B4-BE49-F238E27FC236}">
                <a16:creationId xmlns:a16="http://schemas.microsoft.com/office/drawing/2014/main" id="{BB6BE1CD-ED57-F787-989A-86450B0A5EFC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081264" y="6375400"/>
            <a:ext cx="24936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7" name="OTLSHAPE_TB_00000000000000000000000000000000_TimescaleInterval9">
            <a:extLst>
              <a:ext uri="{FF2B5EF4-FFF2-40B4-BE49-F238E27FC236}">
                <a16:creationId xmlns:a16="http://schemas.microsoft.com/office/drawing/2014/main" id="{E9A71B51-CBD0-5E84-FDE9-22CE1917E021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0227052" y="6375400"/>
            <a:ext cx="23724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95" name="OTLSHAPE_T_9b8eea55409f43a4ac9af374daed8e6f_Shape">
            <a:extLst>
              <a:ext uri="{FF2B5EF4-FFF2-40B4-BE49-F238E27FC236}">
                <a16:creationId xmlns:a16="http://schemas.microsoft.com/office/drawing/2014/main" id="{585EDB2F-12EE-416D-AA1D-836127BF72ED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16740" y="3140287"/>
            <a:ext cx="1511300" cy="127000"/>
          </a:xfrm>
          <a:prstGeom prst="roundRect">
            <a:avLst/>
          </a:prstGeom>
          <a:solidFill>
            <a:schemeClr val="dk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3" name="OTLSHAPE_T_7872dd70b2e74bb39d0c49a6b2c225aa_Shape">
            <a:extLst>
              <a:ext uri="{FF2B5EF4-FFF2-40B4-BE49-F238E27FC236}">
                <a16:creationId xmlns:a16="http://schemas.microsoft.com/office/drawing/2014/main" id="{4CEF760F-2BA4-41F9-AC37-337FE20C0B55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4294565" y="2514431"/>
            <a:ext cx="5969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1" name="OTLSHAPE_T_ae47efff7f1f4a51b8e1542e02ac00db_Shape">
            <a:extLst>
              <a:ext uri="{FF2B5EF4-FFF2-40B4-BE49-F238E27FC236}">
                <a16:creationId xmlns:a16="http://schemas.microsoft.com/office/drawing/2014/main" id="{62F0D10D-4F94-4C86-B5B5-0E64D7D1170B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5516740" y="2931668"/>
            <a:ext cx="4445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9" name="OTLSHAPE_T_54fc00d170894d5a8f0c24dc08f5f39b_Shape">
            <a:extLst>
              <a:ext uri="{FF2B5EF4-FFF2-40B4-BE49-F238E27FC236}">
                <a16:creationId xmlns:a16="http://schemas.microsoft.com/office/drawing/2014/main" id="{3DF55664-D249-4EE3-ADE0-18A7FD6C8C2D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7120845" y="3348905"/>
            <a:ext cx="9779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5" name="OTLSHAPE_T_75cea3ba7cc04ef6bb8f64e60392ba96_Shape">
            <a:extLst>
              <a:ext uri="{FF2B5EF4-FFF2-40B4-BE49-F238E27FC236}">
                <a16:creationId xmlns:a16="http://schemas.microsoft.com/office/drawing/2014/main" id="{4CF03E25-3F9B-4115-9793-67D7ED77FD8E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506477" y="1888575"/>
            <a:ext cx="9779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OTLSHAPE_T_5d75d4f499a249b2bfd59df852bc28cc_Shape">
            <a:extLst>
              <a:ext uri="{FF2B5EF4-FFF2-40B4-BE49-F238E27FC236}">
                <a16:creationId xmlns:a16="http://schemas.microsoft.com/office/drawing/2014/main" id="{0619303F-442D-4094-BF21-51FDC7F07634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4752880" y="2723049"/>
            <a:ext cx="5969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TLSHAPE_T_fd5f33e55e40483d88631a4afe4fb36e_Shape">
            <a:extLst>
              <a:ext uri="{FF2B5EF4-FFF2-40B4-BE49-F238E27FC236}">
                <a16:creationId xmlns:a16="http://schemas.microsoft.com/office/drawing/2014/main" id="{1491D37B-FE38-4BED-8BA2-24B97E79AC41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2575881" y="2097193"/>
            <a:ext cx="4445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OTLSHAPE_T_e41e53fb2b0c4e0d80774e77ecfaeae2_Shape">
            <a:extLst>
              <a:ext uri="{FF2B5EF4-FFF2-40B4-BE49-F238E27FC236}">
                <a16:creationId xmlns:a16="http://schemas.microsoft.com/office/drawing/2014/main" id="{C5E50C45-8A9E-476A-89B8-6213141B185B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3530705" y="2305812"/>
            <a:ext cx="2540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_83cd7ea69c43457dbccfd43b477ad953_Shape">
            <a:extLst>
              <a:ext uri="{FF2B5EF4-FFF2-40B4-BE49-F238E27FC236}">
                <a16:creationId xmlns:a16="http://schemas.microsoft.com/office/drawing/2014/main" id="{6E62820A-D713-135C-584C-67796CD28A69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527003" y="3557524"/>
            <a:ext cx="977900" cy="127000"/>
          </a:xfrm>
          <a:prstGeom prst="roundRect">
            <a:avLst/>
          </a:prstGeom>
          <a:solidFill>
            <a:schemeClr val="dk1"/>
          </a:solidFill>
          <a:ln w="22860" cap="flat" cmpd="sng" algn="ctr">
            <a:solidFill>
              <a:schemeClr val="dk2"/>
            </a:solidFill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6" name="OTLSHAPE_T_9b8eea55409f43a4ac9af374daed8e6f_ShapePercentage" hidden="1">
            <a:extLst>
              <a:ext uri="{FF2B5EF4-FFF2-40B4-BE49-F238E27FC236}">
                <a16:creationId xmlns:a16="http://schemas.microsoft.com/office/drawing/2014/main" id="{1E734A63-6570-452A-90E4-892AD5D3F11F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5516740" y="3140287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4" name="OTLSHAPE_T_7872dd70b2e74bb39d0c49a6b2c225aa_ShapePercentage" hidden="1">
            <a:extLst>
              <a:ext uri="{FF2B5EF4-FFF2-40B4-BE49-F238E27FC236}">
                <a16:creationId xmlns:a16="http://schemas.microsoft.com/office/drawing/2014/main" id="{278D9D29-E3D1-4924-A32A-8E72FAFE7626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4294565" y="2514431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2" name="OTLSHAPE_T_ae47efff7f1f4a51b8e1542e02ac00db_ShapePercentage" hidden="1">
            <a:extLst>
              <a:ext uri="{FF2B5EF4-FFF2-40B4-BE49-F238E27FC236}">
                <a16:creationId xmlns:a16="http://schemas.microsoft.com/office/drawing/2014/main" id="{87307472-2C1E-4883-9473-31CB05600D4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5516740" y="2931668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0" name="OTLSHAPE_T_54fc00d170894d5a8f0c24dc08f5f39b_ShapePercentage" hidden="1">
            <a:extLst>
              <a:ext uri="{FF2B5EF4-FFF2-40B4-BE49-F238E27FC236}">
                <a16:creationId xmlns:a16="http://schemas.microsoft.com/office/drawing/2014/main" id="{5C9641C1-33D5-4B59-AFF1-B2AC9AF0ADEB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7120845" y="3348905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6" name="OTLSHAPE_T_75cea3ba7cc04ef6bb8f64e60392ba96_ShapePercentage" hidden="1">
            <a:extLst>
              <a:ext uri="{FF2B5EF4-FFF2-40B4-BE49-F238E27FC236}">
                <a16:creationId xmlns:a16="http://schemas.microsoft.com/office/drawing/2014/main" id="{1D841AC3-28BC-411F-9AB6-C3CE6A19C5D9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506477" y="1888575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OTLSHAPE_T_5d75d4f499a249b2bfd59df852bc28cc_ShapePercentage" hidden="1">
            <a:extLst>
              <a:ext uri="{FF2B5EF4-FFF2-40B4-BE49-F238E27FC236}">
                <a16:creationId xmlns:a16="http://schemas.microsoft.com/office/drawing/2014/main" id="{3337FCAD-5602-4829-AD2E-99AD039F28F9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752880" y="2723049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TLSHAPE_T_fd5f33e55e40483d88631a4afe4fb36e_ShapePercentage" hidden="1">
            <a:extLst>
              <a:ext uri="{FF2B5EF4-FFF2-40B4-BE49-F238E27FC236}">
                <a16:creationId xmlns:a16="http://schemas.microsoft.com/office/drawing/2014/main" id="{B4BB760A-98BC-445D-BE49-7032A6EF9126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2575881" y="209719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OTLSHAPE_T_e41e53fb2b0c4e0d80774e77ecfaeae2_ShapePercentage" hidden="1">
            <a:extLst>
              <a:ext uri="{FF2B5EF4-FFF2-40B4-BE49-F238E27FC236}">
                <a16:creationId xmlns:a16="http://schemas.microsoft.com/office/drawing/2014/main" id="{7CCBE43C-0026-4083-B58F-3D8D67DA405B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530705" y="2305812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TLSHAPE_T_83cd7ea69c43457dbccfd43b477ad953_ShapePercentage" hidden="1">
            <a:extLst>
              <a:ext uri="{FF2B5EF4-FFF2-40B4-BE49-F238E27FC236}">
                <a16:creationId xmlns:a16="http://schemas.microsoft.com/office/drawing/2014/main" id="{663E213F-5B42-DF72-87C4-4D1AFDBB3909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9527003" y="3557524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OTLSHAPE_T_9b8eea55409f43a4ac9af374daed8e6f_Duration" hidden="1">
            <a:extLst>
              <a:ext uri="{FF2B5EF4-FFF2-40B4-BE49-F238E27FC236}">
                <a16:creationId xmlns:a16="http://schemas.microsoft.com/office/drawing/2014/main" id="{826C3C9D-B340-4ACC-81CA-47DCDCCA2879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</a:p>
        </p:txBody>
      </p:sp>
      <p:sp>
        <p:nvSpPr>
          <p:cNvPr id="98" name="OTLSHAPE_T_9b8eea55409f43a4ac9af374daed8e6f_TextPercentage" hidden="1">
            <a:extLst>
              <a:ext uri="{FF2B5EF4-FFF2-40B4-BE49-F238E27FC236}">
                <a16:creationId xmlns:a16="http://schemas.microsoft.com/office/drawing/2014/main" id="{AC964D44-6875-44F3-861F-7A87A682468D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99" name="OTLSHAPE_T_9b8eea55409f43a4ac9af374daed8e6f_StartDate" hidden="1">
            <a:extLst>
              <a:ext uri="{FF2B5EF4-FFF2-40B4-BE49-F238E27FC236}">
                <a16:creationId xmlns:a16="http://schemas.microsoft.com/office/drawing/2014/main" id="{A502CB74-6190-4673-B5DE-1B20B3A23548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TLSHAPE_T_9b8eea55409f43a4ac9af374daed8e6f_EndDate" hidden="1">
            <a:extLst>
              <a:ext uri="{FF2B5EF4-FFF2-40B4-BE49-F238E27FC236}">
                <a16:creationId xmlns:a16="http://schemas.microsoft.com/office/drawing/2014/main" id="{A0E232BB-04F3-4366-82BE-7B2F3BCE7A15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OTLSHAPE_T_9b8eea55409f43a4ac9af374daed8e6f_JoinedDate">
            <a:extLst>
              <a:ext uri="{FF2B5EF4-FFF2-40B4-BE49-F238E27FC236}">
                <a16:creationId xmlns:a16="http://schemas.microsoft.com/office/drawing/2014/main" id="{81C19B9F-078E-4C30-9E73-174A3526B9BB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4795253" y="3126274"/>
            <a:ext cx="673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Aug 1 - Sep 9</a:t>
            </a:r>
          </a:p>
        </p:txBody>
      </p:sp>
      <p:sp>
        <p:nvSpPr>
          <p:cNvPr id="102" name="OTLSHAPE_T_9b8eea55409f43a4ac9af374daed8e6f_Title">
            <a:extLst>
              <a:ext uri="{FF2B5EF4-FFF2-40B4-BE49-F238E27FC236}">
                <a16:creationId xmlns:a16="http://schemas.microsoft.com/office/drawing/2014/main" id="{2F93A676-4C96-4EA4-88D6-4DA07EEA8E70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7071389" y="3118527"/>
            <a:ext cx="2286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pt-BR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Temenos: R1.1 to R1.2 Merge/Upgrade </a:t>
            </a:r>
            <a:endParaRPr lang="en-CA" sz="1100" b="1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5" name="OTLSHAPE_T_7872dd70b2e74bb39d0c49a6b2c225aa_Duration" hidden="1">
            <a:extLst>
              <a:ext uri="{FF2B5EF4-FFF2-40B4-BE49-F238E27FC236}">
                <a16:creationId xmlns:a16="http://schemas.microsoft.com/office/drawing/2014/main" id="{2E80B05D-ACFC-4081-8135-ACB325909D81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12700" y="-304859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146" name="OTLSHAPE_T_7872dd70b2e74bb39d0c49a6b2c225aa_TextPercentage" hidden="1">
            <a:extLst>
              <a:ext uri="{FF2B5EF4-FFF2-40B4-BE49-F238E27FC236}">
                <a16:creationId xmlns:a16="http://schemas.microsoft.com/office/drawing/2014/main" id="{19450F4B-EC6F-4E04-A1BF-12E0B911402C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147" name="OTLSHAPE_T_7872dd70b2e74bb39d0c49a6b2c225aa_StartDate" hidden="1">
            <a:extLst>
              <a:ext uri="{FF2B5EF4-FFF2-40B4-BE49-F238E27FC236}">
                <a16:creationId xmlns:a16="http://schemas.microsoft.com/office/drawing/2014/main" id="{7EA4F4A0-3C0A-4524-A411-E98E1EBC7926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8" name="OTLSHAPE_T_7872dd70b2e74bb39d0c49a6b2c225aa_EndDate" hidden="1">
            <a:extLst>
              <a:ext uri="{FF2B5EF4-FFF2-40B4-BE49-F238E27FC236}">
                <a16:creationId xmlns:a16="http://schemas.microsoft.com/office/drawing/2014/main" id="{76D57424-8983-48BD-9A73-893CB22FBED4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9" name="OTLSHAPE_T_7872dd70b2e74bb39d0c49a6b2c225aa_JoinedDate">
            <a:extLst>
              <a:ext uri="{FF2B5EF4-FFF2-40B4-BE49-F238E27FC236}">
                <a16:creationId xmlns:a16="http://schemas.microsoft.com/office/drawing/2014/main" id="{8A4C6B69-5687-49EC-B52F-4471893B2D07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3522235" y="2500418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Jun 30 - Jul 15</a:t>
            </a:r>
          </a:p>
        </p:txBody>
      </p:sp>
      <p:sp>
        <p:nvSpPr>
          <p:cNvPr id="150" name="OTLSHAPE_T_7872dd70b2e74bb39d0c49a6b2c225aa_Title">
            <a:extLst>
              <a:ext uri="{FF2B5EF4-FFF2-40B4-BE49-F238E27FC236}">
                <a16:creationId xmlns:a16="http://schemas.microsoft.com/office/drawing/2014/main" id="{3B0AE132-D3C1-4858-AB32-C95029DD40A9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4932582" y="2492671"/>
            <a:ext cx="850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10">
                <a:solidFill>
                  <a:srgbClr val="000000"/>
                </a:solidFill>
                <a:latin typeface="Calibri" panose="020F0502020204030204" pitchFamily="34" charset="0"/>
              </a:rPr>
              <a:t>R1.1 VCOO/HF</a:t>
            </a:r>
            <a:endParaRPr lang="en-CA" sz="1100" b="1" spc="-1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3" name="OTLSHAPE_T_ae47efff7f1f4a51b8e1542e02ac00db_Duration" hidden="1">
            <a:extLst>
              <a:ext uri="{FF2B5EF4-FFF2-40B4-BE49-F238E27FC236}">
                <a16:creationId xmlns:a16="http://schemas.microsoft.com/office/drawing/2014/main" id="{C59BB8D5-2459-4437-8D89-C6F8DA2A8589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2700" y="-304859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154" name="OTLSHAPE_T_ae47efff7f1f4a51b8e1542e02ac00db_TextPercentage" hidden="1">
            <a:extLst>
              <a:ext uri="{FF2B5EF4-FFF2-40B4-BE49-F238E27FC236}">
                <a16:creationId xmlns:a16="http://schemas.microsoft.com/office/drawing/2014/main" id="{ED965357-7A0F-4E50-86DA-12EAAD64AFCB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155" name="OTLSHAPE_T_ae47efff7f1f4a51b8e1542e02ac00db_StartDate" hidden="1">
            <a:extLst>
              <a:ext uri="{FF2B5EF4-FFF2-40B4-BE49-F238E27FC236}">
                <a16:creationId xmlns:a16="http://schemas.microsoft.com/office/drawing/2014/main" id="{EE4C7695-64EC-408E-800E-3C887BF62EF1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6" name="OTLSHAPE_T_ae47efff7f1f4a51b8e1542e02ac00db_EndDate" hidden="1">
            <a:extLst>
              <a:ext uri="{FF2B5EF4-FFF2-40B4-BE49-F238E27FC236}">
                <a16:creationId xmlns:a16="http://schemas.microsoft.com/office/drawing/2014/main" id="{FA58256B-28CB-4B0A-8AC2-C540EF2F506B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7" name="OTLSHAPE_T_ae47efff7f1f4a51b8e1542e02ac00db_JoinedDate">
            <a:extLst>
              <a:ext uri="{FF2B5EF4-FFF2-40B4-BE49-F238E27FC236}">
                <a16:creationId xmlns:a16="http://schemas.microsoft.com/office/drawing/2014/main" id="{62948E79-2D1F-4486-B942-FF8C940F0D24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4719138" y="2917656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Aug 1 - Aug 12</a:t>
            </a:r>
          </a:p>
        </p:txBody>
      </p:sp>
      <p:sp>
        <p:nvSpPr>
          <p:cNvPr id="158" name="OTLSHAPE_T_ae47efff7f1f4a51b8e1542e02ac00db_Title">
            <a:extLst>
              <a:ext uri="{FF2B5EF4-FFF2-40B4-BE49-F238E27FC236}">
                <a16:creationId xmlns:a16="http://schemas.microsoft.com/office/drawing/2014/main" id="{C3389CEE-FE07-4866-92C4-13E3F16F6638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6001985" y="2909909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Regression for VCOO/HF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01" name="OTLSHAPE_T_54fc00d170894d5a8f0c24dc08f5f39b_Duration" hidden="1">
            <a:extLst>
              <a:ext uri="{FF2B5EF4-FFF2-40B4-BE49-F238E27FC236}">
                <a16:creationId xmlns:a16="http://schemas.microsoft.com/office/drawing/2014/main" id="{EACC56EF-3781-4520-9703-6620748405F1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</a:p>
        </p:txBody>
      </p:sp>
      <p:sp>
        <p:nvSpPr>
          <p:cNvPr id="202" name="OTLSHAPE_T_54fc00d170894d5a8f0c24dc08f5f39b_TextPercentage" hidden="1">
            <a:extLst>
              <a:ext uri="{FF2B5EF4-FFF2-40B4-BE49-F238E27FC236}">
                <a16:creationId xmlns:a16="http://schemas.microsoft.com/office/drawing/2014/main" id="{2C7677AE-E5F9-43A5-9029-FEC9CFFEC320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203" name="OTLSHAPE_T_54fc00d170894d5a8f0c24dc08f5f39b_StartDate" hidden="1">
            <a:extLst>
              <a:ext uri="{FF2B5EF4-FFF2-40B4-BE49-F238E27FC236}">
                <a16:creationId xmlns:a16="http://schemas.microsoft.com/office/drawing/2014/main" id="{048727D5-67D0-462C-90CD-8D6A381AC06D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T_54fc00d170894d5a8f0c24dc08f5f39b_EndDate" hidden="1">
            <a:extLst>
              <a:ext uri="{FF2B5EF4-FFF2-40B4-BE49-F238E27FC236}">
                <a16:creationId xmlns:a16="http://schemas.microsoft.com/office/drawing/2014/main" id="{F67E46C1-3CD7-4506-8709-D80F257D288F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5" name="OTLSHAPE_T_54fc00d170894d5a8f0c24dc08f5f39b_JoinedDate">
            <a:extLst>
              <a:ext uri="{FF2B5EF4-FFF2-40B4-BE49-F238E27FC236}">
                <a16:creationId xmlns:a16="http://schemas.microsoft.com/office/drawing/2014/main" id="{3F54B25C-ED22-4E72-B6F0-AEBCF7462906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6354612" y="3334893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Sep 12 - Oct 7</a:t>
            </a:r>
          </a:p>
        </p:txBody>
      </p:sp>
      <p:sp>
        <p:nvSpPr>
          <p:cNvPr id="206" name="OTLSHAPE_T_54fc00d170894d5a8f0c24dc08f5f39b_Title">
            <a:extLst>
              <a:ext uri="{FF2B5EF4-FFF2-40B4-BE49-F238E27FC236}">
                <a16:creationId xmlns:a16="http://schemas.microsoft.com/office/drawing/2014/main" id="{1845E7F0-CC4B-448C-A14B-580D057C59F9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8140792" y="3327146"/>
            <a:ext cx="2489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CWB Testing: R1.1 to R1.2 Merge/Upgrade </a:t>
            </a:r>
          </a:p>
        </p:txBody>
      </p:sp>
      <p:sp>
        <p:nvSpPr>
          <p:cNvPr id="217" name="OTLSHAPE_T_75cea3ba7cc04ef6bb8f64e60392ba96_Duration" hidden="1">
            <a:extLst>
              <a:ext uri="{FF2B5EF4-FFF2-40B4-BE49-F238E27FC236}">
                <a16:creationId xmlns:a16="http://schemas.microsoft.com/office/drawing/2014/main" id="{CF7EEDEC-6FF7-490A-A082-0B4093723F98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2700" y="-304859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</a:p>
        </p:txBody>
      </p:sp>
      <p:sp>
        <p:nvSpPr>
          <p:cNvPr id="218" name="OTLSHAPE_T_75cea3ba7cc04ef6bb8f64e60392ba96_TextPercentage" hidden="1">
            <a:extLst>
              <a:ext uri="{FF2B5EF4-FFF2-40B4-BE49-F238E27FC236}">
                <a16:creationId xmlns:a16="http://schemas.microsoft.com/office/drawing/2014/main" id="{E6C9B3F2-9132-4B53-973C-B72FFC66DAB1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700" y="-2689"/>
            <a:ext cx="165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219" name="OTLSHAPE_T_75cea3ba7cc04ef6bb8f64e60392ba96_StartDate" hidden="1">
            <a:extLst>
              <a:ext uri="{FF2B5EF4-FFF2-40B4-BE49-F238E27FC236}">
                <a16:creationId xmlns:a16="http://schemas.microsoft.com/office/drawing/2014/main" id="{A47ACDAC-7C88-413B-9A95-65A96E79E677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20" name="OTLSHAPE_T_75cea3ba7cc04ef6bb8f64e60392ba96_EndDate" hidden="1">
            <a:extLst>
              <a:ext uri="{FF2B5EF4-FFF2-40B4-BE49-F238E27FC236}">
                <a16:creationId xmlns:a16="http://schemas.microsoft.com/office/drawing/2014/main" id="{7126D86D-D135-4708-8A8F-0EF8CEC1A503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21" name="OTLSHAPE_T_75cea3ba7cc04ef6bb8f64e60392ba96_JoinedDate">
            <a:extLst>
              <a:ext uri="{FF2B5EF4-FFF2-40B4-BE49-F238E27FC236}">
                <a16:creationId xmlns:a16="http://schemas.microsoft.com/office/drawing/2014/main" id="{068B5BE1-3099-409F-B07C-9891B1C1B482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635426" y="1874562"/>
            <a:ext cx="825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Apr 18 - May 13</a:t>
            </a:r>
          </a:p>
        </p:txBody>
      </p:sp>
      <p:sp>
        <p:nvSpPr>
          <p:cNvPr id="222" name="OTLSHAPE_T_75cea3ba7cc04ef6bb8f64e60392ba96_Title">
            <a:extLst>
              <a:ext uri="{FF2B5EF4-FFF2-40B4-BE49-F238E27FC236}">
                <a16:creationId xmlns:a16="http://schemas.microsoft.com/office/drawing/2014/main" id="{F4D85698-F6CD-468A-8ABA-C19C3784C391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2526424" y="1866815"/>
            <a:ext cx="1384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Visualizer Upgrade</a:t>
            </a:r>
          </a:p>
        </p:txBody>
      </p:sp>
      <p:sp>
        <p:nvSpPr>
          <p:cNvPr id="51" name="OTLSHAPE_T_5d75d4f499a249b2bfd59df852bc28cc_Duration" hidden="1">
            <a:extLst>
              <a:ext uri="{FF2B5EF4-FFF2-40B4-BE49-F238E27FC236}">
                <a16:creationId xmlns:a16="http://schemas.microsoft.com/office/drawing/2014/main" id="{9CE2E420-F6EC-4F41-B025-DD9783957E4C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52" name="OTLSHAPE_T_5d75d4f499a249b2bfd59df852bc28cc_StartDate" hidden="1">
            <a:extLst>
              <a:ext uri="{FF2B5EF4-FFF2-40B4-BE49-F238E27FC236}">
                <a16:creationId xmlns:a16="http://schemas.microsoft.com/office/drawing/2014/main" id="{33288CB8-D1AB-4863-8F55-C7B6ABB92BAA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OTLSHAPE_T_5d75d4f499a249b2bfd59df852bc28cc_EndDate" hidden="1">
            <a:extLst>
              <a:ext uri="{FF2B5EF4-FFF2-40B4-BE49-F238E27FC236}">
                <a16:creationId xmlns:a16="http://schemas.microsoft.com/office/drawing/2014/main" id="{F8587C11-8C14-4C85-B42B-0E38C2F22D94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T_5d75d4f499a249b2bfd59df852bc28cc_JoinedDate">
            <a:extLst>
              <a:ext uri="{FF2B5EF4-FFF2-40B4-BE49-F238E27FC236}">
                <a16:creationId xmlns:a16="http://schemas.microsoft.com/office/drawing/2014/main" id="{96EBAB8A-D585-4567-8B6A-F7CC78B7CE51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4018143" y="2709037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Jul 12 - Jul 27</a:t>
            </a:r>
          </a:p>
        </p:txBody>
      </p:sp>
      <p:sp>
        <p:nvSpPr>
          <p:cNvPr id="55" name="OTLSHAPE_T_5d75d4f499a249b2bfd59df852bc28cc_Title">
            <a:extLst>
              <a:ext uri="{FF2B5EF4-FFF2-40B4-BE49-F238E27FC236}">
                <a16:creationId xmlns:a16="http://schemas.microsoft.com/office/drawing/2014/main" id="{33B9C74A-82E7-425F-A5B3-C0B26BFBFB59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5390897" y="2701290"/>
            <a:ext cx="2032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pt-BR" sz="1100" b="1" spc="-4">
                <a:solidFill>
                  <a:srgbClr val="000000"/>
                </a:solidFill>
                <a:latin typeface="Calibri" panose="020F0502020204030204" pitchFamily="34" charset="0"/>
              </a:rPr>
              <a:t>Regression R1.1 Visualizer Upgrade</a:t>
            </a:r>
            <a:endParaRPr lang="en-CA" sz="1100" b="1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OTLSHAPE_T_5d75d4f499a249b2bfd59df852bc28cc_TextPercentage" hidden="1">
            <a:extLst>
              <a:ext uri="{FF2B5EF4-FFF2-40B4-BE49-F238E27FC236}">
                <a16:creationId xmlns:a16="http://schemas.microsoft.com/office/drawing/2014/main" id="{0B26E7F4-EDAE-4886-BB4D-256441F00580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3459019" y="3126274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59" name="OTLSHAPE_T_fd5f33e55e40483d88631a4afe4fb36e_Duration" hidden="1">
            <a:extLst>
              <a:ext uri="{FF2B5EF4-FFF2-40B4-BE49-F238E27FC236}">
                <a16:creationId xmlns:a16="http://schemas.microsoft.com/office/drawing/2014/main" id="{1DB3B968-B371-494E-8DD8-BDDC613974AC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60" name="OTLSHAPE_T_fd5f33e55e40483d88631a4afe4fb36e_StartDate" hidden="1">
            <a:extLst>
              <a:ext uri="{FF2B5EF4-FFF2-40B4-BE49-F238E27FC236}">
                <a16:creationId xmlns:a16="http://schemas.microsoft.com/office/drawing/2014/main" id="{B7BB3F46-1DB0-4E7F-AC7C-83DAFB25DE48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OTLSHAPE_T_fd5f33e55e40483d88631a4afe4fb36e_EndDate" hidden="1">
            <a:extLst>
              <a:ext uri="{FF2B5EF4-FFF2-40B4-BE49-F238E27FC236}">
                <a16:creationId xmlns:a16="http://schemas.microsoft.com/office/drawing/2014/main" id="{20D7818A-257E-4A39-8FCB-46C5497DB769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OTLSHAPE_T_fd5f33e55e40483d88631a4afe4fb36e_JoinedDate">
            <a:extLst>
              <a:ext uri="{FF2B5EF4-FFF2-40B4-BE49-F238E27FC236}">
                <a16:creationId xmlns:a16="http://schemas.microsoft.com/office/drawing/2014/main" id="{24431BA0-91F9-403E-9183-1DC19223E936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664782" y="2083181"/>
            <a:ext cx="863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May 16 - May 27</a:t>
            </a:r>
          </a:p>
        </p:txBody>
      </p:sp>
      <p:sp>
        <p:nvSpPr>
          <p:cNvPr id="71" name="OTLSHAPE_T_fd5f33e55e40483d88631a4afe4fb36e_Title">
            <a:extLst>
              <a:ext uri="{FF2B5EF4-FFF2-40B4-BE49-F238E27FC236}">
                <a16:creationId xmlns:a16="http://schemas.microsoft.com/office/drawing/2014/main" id="{BDECFB18-5BF9-42DB-955D-6ACF6F228235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3061126" y="2075434"/>
            <a:ext cx="1333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8">
                <a:solidFill>
                  <a:srgbClr val="000000"/>
                </a:solidFill>
                <a:latin typeface="Calibri" panose="020F0502020204030204" pitchFamily="34" charset="0"/>
              </a:rPr>
              <a:t>VCOO Merge with R1.1</a:t>
            </a:r>
            <a:endParaRPr lang="en-CA" sz="1100" b="1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T_fd5f33e55e40483d88631a4afe4fb36e_TextPercentage" hidden="1">
            <a:extLst>
              <a:ext uri="{FF2B5EF4-FFF2-40B4-BE49-F238E27FC236}">
                <a16:creationId xmlns:a16="http://schemas.microsoft.com/office/drawing/2014/main" id="{F546B147-EB4C-45AC-92C9-DE28484D2832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3459019" y="3334893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90" name="OTLSHAPE_T_e41e53fb2b0c4e0d80774e77ecfaeae2_Duration" hidden="1">
            <a:extLst>
              <a:ext uri="{FF2B5EF4-FFF2-40B4-BE49-F238E27FC236}">
                <a16:creationId xmlns:a16="http://schemas.microsoft.com/office/drawing/2014/main" id="{6498CCA3-3994-4624-9F40-86B80B096214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-304860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91" name="OTLSHAPE_T_e41e53fb2b0c4e0d80774e77ecfaeae2_StartDate" hidden="1">
            <a:extLst>
              <a:ext uri="{FF2B5EF4-FFF2-40B4-BE49-F238E27FC236}">
                <a16:creationId xmlns:a16="http://schemas.microsoft.com/office/drawing/2014/main" id="{4DFA1645-0CCF-4347-9E1B-90EF474BF5D3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OTLSHAPE_T_e41e53fb2b0c4e0d80774e77ecfaeae2_EndDate" hidden="1">
            <a:extLst>
              <a:ext uri="{FF2B5EF4-FFF2-40B4-BE49-F238E27FC236}">
                <a16:creationId xmlns:a16="http://schemas.microsoft.com/office/drawing/2014/main" id="{4FA83BF2-FEEC-4047-8223-B4C2348D8289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OTLSHAPE_T_e41e53fb2b0c4e0d80774e77ecfaeae2_JoinedDate">
            <a:extLst>
              <a:ext uri="{FF2B5EF4-FFF2-40B4-BE49-F238E27FC236}">
                <a16:creationId xmlns:a16="http://schemas.microsoft.com/office/drawing/2014/main" id="{4323A815-7E8E-4012-A230-B703BDCF1CC9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2720784" y="2291800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Jun 10 - Jun 16</a:t>
            </a:r>
          </a:p>
        </p:txBody>
      </p:sp>
      <p:sp>
        <p:nvSpPr>
          <p:cNvPr id="94" name="OTLSHAPE_T_e41e53fb2b0c4e0d80774e77ecfaeae2_Title">
            <a:extLst>
              <a:ext uri="{FF2B5EF4-FFF2-40B4-BE49-F238E27FC236}">
                <a16:creationId xmlns:a16="http://schemas.microsoft.com/office/drawing/2014/main" id="{D6BD1F79-EF53-470D-A043-3CC75F173E57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3824985" y="2284053"/>
            <a:ext cx="1333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Alerts Merge with R1.1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OTLSHAPE_T_e41e53fb2b0c4e0d80774e77ecfaeae2_TextPercentage" hidden="1">
            <a:extLst>
              <a:ext uri="{FF2B5EF4-FFF2-40B4-BE49-F238E27FC236}">
                <a16:creationId xmlns:a16="http://schemas.microsoft.com/office/drawing/2014/main" id="{7D608443-69EF-412B-852D-94F23EBA5602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3459019" y="3543512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18" name="OTLSHAPE_T_83cd7ea69c43457dbccfd43b477ad953_Duration" hidden="1">
            <a:extLst>
              <a:ext uri="{FF2B5EF4-FFF2-40B4-BE49-F238E27FC236}">
                <a16:creationId xmlns:a16="http://schemas.microsoft.com/office/drawing/2014/main" id="{2ECBB900-951B-DADE-14DC-32DDF5342259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</a:p>
        </p:txBody>
      </p:sp>
      <p:sp>
        <p:nvSpPr>
          <p:cNvPr id="23" name="OTLSHAPE_T_83cd7ea69c43457dbccfd43b477ad953_StartDate" hidden="1">
            <a:extLst>
              <a:ext uri="{FF2B5EF4-FFF2-40B4-BE49-F238E27FC236}">
                <a16:creationId xmlns:a16="http://schemas.microsoft.com/office/drawing/2014/main" id="{6774E541-D9F6-925D-A253-40E815256D35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OTLSHAPE_T_83cd7ea69c43457dbccfd43b477ad953_EndDate" hidden="1">
            <a:extLst>
              <a:ext uri="{FF2B5EF4-FFF2-40B4-BE49-F238E27FC236}">
                <a16:creationId xmlns:a16="http://schemas.microsoft.com/office/drawing/2014/main" id="{B3F77083-387C-8EB4-8D94-B4135095E90C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OTLSHAPE_T_83cd7ea69c43457dbccfd43b477ad953_JoinedDate">
            <a:extLst>
              <a:ext uri="{FF2B5EF4-FFF2-40B4-BE49-F238E27FC236}">
                <a16:creationId xmlns:a16="http://schemas.microsoft.com/office/drawing/2014/main" id="{C129D9EC-DD84-17CA-B4AC-B84C4B42DE39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8728511" y="3543512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pc="-4">
                <a:solidFill>
                  <a:srgbClr val="44546A"/>
                </a:solidFill>
                <a:latin typeface="Calibri" panose="020F0502020204030204" pitchFamily="34" charset="0"/>
              </a:rPr>
              <a:t>Nov 14 - Dec 9</a:t>
            </a:r>
          </a:p>
        </p:txBody>
      </p:sp>
      <p:sp>
        <p:nvSpPr>
          <p:cNvPr id="38" name="OTLSHAPE_T_83cd7ea69c43457dbccfd43b477ad953_Title">
            <a:extLst>
              <a:ext uri="{FF2B5EF4-FFF2-40B4-BE49-F238E27FC236}">
                <a16:creationId xmlns:a16="http://schemas.microsoft.com/office/drawing/2014/main" id="{BC2EDDE1-023C-ED43-F7A2-46660E842A93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10546950" y="3535765"/>
            <a:ext cx="156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pt-BR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Final Merge with R1.2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OTLSHAPE_T_83cd7ea69c43457dbccfd43b477ad953_TextPercentage" hidden="1">
            <a:extLst>
              <a:ext uri="{FF2B5EF4-FFF2-40B4-BE49-F238E27FC236}">
                <a16:creationId xmlns:a16="http://schemas.microsoft.com/office/drawing/2014/main" id="{196A1D9A-F84E-2113-24C4-2CC93105E2ED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9539703" y="3543512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10">
                <a:solidFill>
                  <a:srgbClr val="EEECE1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26" name="OTLSHAPE_M_5d714eb1472042e89241b8c577fbcbea_Shape">
            <a:extLst>
              <a:ext uri="{FF2B5EF4-FFF2-40B4-BE49-F238E27FC236}">
                <a16:creationId xmlns:a16="http://schemas.microsoft.com/office/drawing/2014/main" id="{3EA6659B-9455-4452-A901-F1D38371D8F1}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 rot="16200000">
            <a:off x="5395718" y="5889400"/>
            <a:ext cx="165100" cy="165100"/>
          </a:xfrm>
          <a:prstGeom prst="flowChartMerge">
            <a:avLst/>
          </a:prstGeom>
          <a:solidFill>
            <a:schemeClr val="dk1"/>
          </a:solidFill>
          <a:ln w="21378" cap="flat" cmpd="sng" algn="ctr">
            <a:solidFill>
              <a:schemeClr val="tx2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TLSHAPE_M_de9476aadffb4019bb36957839d01752_Shape">
            <a:extLst>
              <a:ext uri="{FF2B5EF4-FFF2-40B4-BE49-F238E27FC236}">
                <a16:creationId xmlns:a16="http://schemas.microsoft.com/office/drawing/2014/main" id="{A20254A8-CCDA-4FCD-8A1E-3006F1E5EFED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 rot="16200000">
            <a:off x="5562812" y="4493048"/>
            <a:ext cx="165100" cy="165100"/>
          </a:xfrm>
          <a:prstGeom prst="flowChartMerge">
            <a:avLst/>
          </a:prstGeom>
          <a:solidFill>
            <a:schemeClr val="dk1"/>
          </a:solidFill>
          <a:ln w="21378" cap="flat" cmpd="sng" algn="ctr">
            <a:solidFill>
              <a:schemeClr val="tx2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TLSHAPE_M_5eae76a979074d0dafebefa81a835b70_Shape">
            <a:extLst>
              <a:ext uri="{FF2B5EF4-FFF2-40B4-BE49-F238E27FC236}">
                <a16:creationId xmlns:a16="http://schemas.microsoft.com/office/drawing/2014/main" id="{DA06BE40-0F95-499F-AF64-48443556978F}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 rot="16200000">
            <a:off x="9038374" y="5888778"/>
            <a:ext cx="165100" cy="165100"/>
          </a:xfrm>
          <a:prstGeom prst="flowChartMerge">
            <a:avLst/>
          </a:prstGeom>
          <a:solidFill>
            <a:schemeClr val="dk1"/>
          </a:solidFill>
          <a:ln w="21378" cap="flat" cmpd="sng" algn="ctr">
            <a:solidFill>
              <a:schemeClr val="tx2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TLSHAPE_M_bd921749358d4cfeae4c7f2ff008ab65_Shape">
            <a:extLst>
              <a:ext uri="{FF2B5EF4-FFF2-40B4-BE49-F238E27FC236}">
                <a16:creationId xmlns:a16="http://schemas.microsoft.com/office/drawing/2014/main" id="{C6D41678-2648-4F6D-AAC6-72E2A14DCE82}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 rot="16200000">
            <a:off x="6617894" y="4958292"/>
            <a:ext cx="165100" cy="165100"/>
          </a:xfrm>
          <a:prstGeom prst="flowChartMerge">
            <a:avLst/>
          </a:prstGeom>
          <a:solidFill>
            <a:schemeClr val="dk1"/>
          </a:solidFill>
          <a:ln w="21378" cap="flat" cmpd="sng" algn="ctr">
            <a:solidFill>
              <a:schemeClr val="tx2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OTLSHAPE_M_bab566540fdf49e18a4eaad0af2f47a1_Shape">
            <a:extLst>
              <a:ext uri="{FF2B5EF4-FFF2-40B4-BE49-F238E27FC236}">
                <a16:creationId xmlns:a16="http://schemas.microsoft.com/office/drawing/2014/main" id="{5CCEC185-53FB-421E-ABAD-07303F5EF6D7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 rot="16200000">
            <a:off x="7052339" y="5423535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OTLSHAPE_M_e837aa8bd2fd458887002ee4dbd547f3_Shape">
            <a:extLst>
              <a:ext uri="{FF2B5EF4-FFF2-40B4-BE49-F238E27FC236}">
                <a16:creationId xmlns:a16="http://schemas.microsoft.com/office/drawing/2014/main" id="{43D9966F-1827-4F5A-88D6-B4D0C5C0D818}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 rot="16200000">
            <a:off x="2913174" y="5888778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OTLSHAPE_M_3f6b716b18d64d13be7b535078ce2755_Shape">
            <a:extLst>
              <a:ext uri="{FF2B5EF4-FFF2-40B4-BE49-F238E27FC236}">
                <a16:creationId xmlns:a16="http://schemas.microsoft.com/office/drawing/2014/main" id="{767B1C66-4B0C-4894-91E8-0E83EF6B2038}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 rot="16200000">
            <a:off x="4899209" y="4027805"/>
            <a:ext cx="165100" cy="165100"/>
          </a:xfrm>
          <a:prstGeom prst="flowChartMerge">
            <a:avLst/>
          </a:prstGeom>
          <a:solidFill>
            <a:schemeClr val="dk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TLSHAPE_M_5d714eb1472042e89241b8c577fbcbea_Title">
            <a:extLst>
              <a:ext uri="{FF2B5EF4-FFF2-40B4-BE49-F238E27FC236}">
                <a16:creationId xmlns:a16="http://schemas.microsoft.com/office/drawing/2014/main" id="{990B10D0-2D57-4348-97B5-DADCC0A702EF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5592568" y="5771078"/>
            <a:ext cx="1139156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1100" b="1" spc="-8" dirty="0">
                <a:solidFill>
                  <a:srgbClr val="000000"/>
                </a:solidFill>
                <a:latin typeface="Calibri" panose="020F0502020204030204" pitchFamily="34" charset="0"/>
              </a:rPr>
              <a:t>R1.1/Alerts Go-Live</a:t>
            </a:r>
          </a:p>
        </p:txBody>
      </p:sp>
      <p:sp>
        <p:nvSpPr>
          <p:cNvPr id="25" name="OTLSHAPE_M_5d714eb1472042e89241b8c577fbcbea_Date">
            <a:extLst>
              <a:ext uri="{FF2B5EF4-FFF2-40B4-BE49-F238E27FC236}">
                <a16:creationId xmlns:a16="http://schemas.microsoft.com/office/drawing/2014/main" id="{30ED66AE-239B-4913-99ED-E056FB810519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5592568" y="5966997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Jul 28</a:t>
            </a:r>
          </a:p>
        </p:txBody>
      </p:sp>
      <p:sp>
        <p:nvSpPr>
          <p:cNvPr id="27" name="OTLSHAPE_M_de9476aadffb4019bb36957839d01752_Title">
            <a:extLst>
              <a:ext uri="{FF2B5EF4-FFF2-40B4-BE49-F238E27FC236}">
                <a16:creationId xmlns:a16="http://schemas.microsoft.com/office/drawing/2014/main" id="{1F03A521-00E5-41E7-88E0-5C67C5E89166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5759662" y="4374727"/>
            <a:ext cx="156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 dirty="0">
                <a:solidFill>
                  <a:srgbClr val="000000"/>
                </a:solidFill>
                <a:latin typeface="Calibri" panose="020F0502020204030204" pitchFamily="34" charset="0"/>
              </a:rPr>
              <a:t>R1.1 Merge with R1.2 Start</a:t>
            </a:r>
            <a:endParaRPr lang="en-CA" sz="1100" b="1" spc="-6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OTLSHAPE_M_de9476aadffb4019bb36957839d01752_Date">
            <a:extLst>
              <a:ext uri="{FF2B5EF4-FFF2-40B4-BE49-F238E27FC236}">
                <a16:creationId xmlns:a16="http://schemas.microsoft.com/office/drawing/2014/main" id="{8390A6D2-4480-4DF5-939E-D803D7A7C571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5759662" y="4570645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1</a:t>
            </a:r>
          </a:p>
        </p:txBody>
      </p:sp>
      <p:sp>
        <p:nvSpPr>
          <p:cNvPr id="30" name="OTLSHAPE_M_5eae76a979074d0dafebefa81a835b70_Title">
            <a:extLst>
              <a:ext uri="{FF2B5EF4-FFF2-40B4-BE49-F238E27FC236}">
                <a16:creationId xmlns:a16="http://schemas.microsoft.com/office/drawing/2014/main" id="{5214CC5C-2E08-41A0-85D5-75D310916B7C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9235224" y="5770457"/>
            <a:ext cx="186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Fast Follower Go-Live (TBC)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M_5eae76a979074d0dafebefa81a835b70_Date">
            <a:extLst>
              <a:ext uri="{FF2B5EF4-FFF2-40B4-BE49-F238E27FC236}">
                <a16:creationId xmlns:a16="http://schemas.microsoft.com/office/drawing/2014/main" id="{5FD9844B-3EF8-4FC9-BA95-99F85319FA61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9235224" y="5966375"/>
            <a:ext cx="355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Oct 31</a:t>
            </a:r>
          </a:p>
        </p:txBody>
      </p:sp>
      <p:sp>
        <p:nvSpPr>
          <p:cNvPr id="33" name="OTLSHAPE_M_bd921749358d4cfeae4c7f2ff008ab65_Title">
            <a:extLst>
              <a:ext uri="{FF2B5EF4-FFF2-40B4-BE49-F238E27FC236}">
                <a16:creationId xmlns:a16="http://schemas.microsoft.com/office/drawing/2014/main" id="{C3433F7E-638A-49BA-99A1-D4981B63C7FD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6814744" y="4839970"/>
            <a:ext cx="1727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VCOO/HF Merge Go-Live</a:t>
            </a:r>
            <a:endParaRPr lang="en-CA" sz="1100" b="1" spc="-6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OTLSHAPE_M_bd921749358d4cfeae4c7f2ff008ab65_Date">
            <a:extLst>
              <a:ext uri="{FF2B5EF4-FFF2-40B4-BE49-F238E27FC236}">
                <a16:creationId xmlns:a16="http://schemas.microsoft.com/office/drawing/2014/main" id="{B3BBED5F-8D85-44BD-8284-21ABBF8773A1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6814744" y="5035889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Aug 29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OTLSHAPE_M_bab566540fdf49e18a4eaad0af2f47a1_Title">
            <a:extLst>
              <a:ext uri="{FF2B5EF4-FFF2-40B4-BE49-F238E27FC236}">
                <a16:creationId xmlns:a16="http://schemas.microsoft.com/office/drawing/2014/main" id="{AF8D8A0A-6FC3-4E09-B6D6-1E275402B571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7249189" y="5305213"/>
            <a:ext cx="2260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pt-BR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to R1.2 Upgrade/Merge Complete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OTLSHAPE_M_bab566540fdf49e18a4eaad0af2f47a1_Date">
            <a:extLst>
              <a:ext uri="{FF2B5EF4-FFF2-40B4-BE49-F238E27FC236}">
                <a16:creationId xmlns:a16="http://schemas.microsoft.com/office/drawing/2014/main" id="{7484594D-1B28-4BBF-8D1D-D159A772CE38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7249189" y="5501132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Sep 9</a:t>
            </a:r>
          </a:p>
        </p:txBody>
      </p:sp>
      <p:sp>
        <p:nvSpPr>
          <p:cNvPr id="82" name="OTLSHAPE_M_e837aa8bd2fd458887002ee4dbd547f3_Title">
            <a:extLst>
              <a:ext uri="{FF2B5EF4-FFF2-40B4-BE49-F238E27FC236}">
                <a16:creationId xmlns:a16="http://schemas.microsoft.com/office/drawing/2014/main" id="{93E95071-7FAB-4995-B56F-FB2F5E816C4E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3110024" y="5770457"/>
            <a:ext cx="1409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Merged with Alerts</a:t>
            </a:r>
          </a:p>
        </p:txBody>
      </p:sp>
      <p:sp>
        <p:nvSpPr>
          <p:cNvPr id="83" name="OTLSHAPE_M_e837aa8bd2fd458887002ee4dbd547f3_Date">
            <a:extLst>
              <a:ext uri="{FF2B5EF4-FFF2-40B4-BE49-F238E27FC236}">
                <a16:creationId xmlns:a16="http://schemas.microsoft.com/office/drawing/2014/main" id="{7D1CAEA7-A8B0-4D48-8F45-37D640148429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3110024" y="5966375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8">
                <a:solidFill>
                  <a:srgbClr val="44546A"/>
                </a:solidFill>
                <a:latin typeface="Calibri" panose="020F0502020204030204" pitchFamily="34" charset="0"/>
              </a:rPr>
              <a:t>May 24</a:t>
            </a:r>
          </a:p>
        </p:txBody>
      </p:sp>
      <p:sp>
        <p:nvSpPr>
          <p:cNvPr id="85" name="OTLSHAPE_M_3f6b716b18d64d13be7b535078ce2755_Title">
            <a:extLst>
              <a:ext uri="{FF2B5EF4-FFF2-40B4-BE49-F238E27FC236}">
                <a16:creationId xmlns:a16="http://schemas.microsoft.com/office/drawing/2014/main" id="{6EEA4FF5-8D06-4E88-A2E5-C6DED0E63317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5096059" y="3909483"/>
            <a:ext cx="215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rgbClr val="000000"/>
                </a:solidFill>
                <a:latin typeface="Calibri" panose="020F0502020204030204" pitchFamily="34" charset="0"/>
              </a:rPr>
              <a:t>R1.1 Alerts Merged w/ VCOO/Hot Fix</a:t>
            </a:r>
            <a:endParaRPr lang="en-CA" sz="11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6" name="OTLSHAPE_M_3f6b716b18d64d13be7b535078ce2755_Date">
            <a:extLst>
              <a:ext uri="{FF2B5EF4-FFF2-40B4-BE49-F238E27FC236}">
                <a16:creationId xmlns:a16="http://schemas.microsoft.com/office/drawing/2014/main" id="{BF4FBB6F-C1E1-418C-9BBE-2276E68AF7BA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5096059" y="4105402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6">
                <a:solidFill>
                  <a:srgbClr val="44546A"/>
                </a:solidFill>
                <a:latin typeface="Calibri" panose="020F0502020204030204" pitchFamily="34" charset="0"/>
              </a:rPr>
              <a:t>Jul 15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7AE35F1-0867-4ECC-978E-8FBAD9407382}"/>
              </a:ext>
            </a:extLst>
          </p:cNvPr>
          <p:cNvSpPr txBox="1"/>
          <p:nvPr/>
        </p:nvSpPr>
        <p:spPr>
          <a:xfrm>
            <a:off x="230238" y="179613"/>
            <a:ext cx="70349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Upgrade and Code Merge Proposed Plan</a:t>
            </a:r>
            <a:endParaRPr lang="en-CA" sz="2800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DED6452-DA91-4BD5-9B07-DEE0C746E136}"/>
              </a:ext>
            </a:extLst>
          </p:cNvPr>
          <p:cNvGrpSpPr/>
          <p:nvPr/>
        </p:nvGrpSpPr>
        <p:grpSpPr>
          <a:xfrm>
            <a:off x="9935941" y="38912"/>
            <a:ext cx="2202798" cy="892097"/>
            <a:chOff x="9984581" y="0"/>
            <a:chExt cx="2202798" cy="892097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177EDA8-345F-4357-AA99-E5E578E2ED54}"/>
                </a:ext>
              </a:extLst>
            </p:cNvPr>
            <p:cNvSpPr/>
            <p:nvPr/>
          </p:nvSpPr>
          <p:spPr>
            <a:xfrm>
              <a:off x="9984581" y="0"/>
              <a:ext cx="2202798" cy="8920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14377">
                <a:defRPr/>
              </a:pPr>
              <a:r>
                <a:rPr lang="en-US" sz="1200" dirty="0">
                  <a:solidFill>
                    <a:srgbClr val="002060"/>
                  </a:solidFill>
                  <a:latin typeface="Calibri"/>
                </a:rPr>
                <a:t>Temenos Confirmed</a:t>
              </a:r>
            </a:p>
            <a:p>
              <a:pPr algn="r" defTabSz="914377">
                <a:defRPr/>
              </a:pPr>
              <a:r>
                <a:rPr lang="en-US" sz="1200" dirty="0">
                  <a:solidFill>
                    <a:srgbClr val="0097A9"/>
                  </a:solidFill>
                  <a:latin typeface="Calibri"/>
                </a:rPr>
                <a:t> </a:t>
              </a:r>
              <a:r>
                <a:rPr lang="en-US" sz="1200" dirty="0">
                  <a:solidFill>
                    <a:srgbClr val="002060"/>
                  </a:solidFill>
                  <a:latin typeface="Calibri"/>
                </a:rPr>
                <a:t>Temenos To Confirm</a:t>
              </a:r>
            </a:p>
            <a:p>
              <a:pPr algn="r" defTabSz="914377">
                <a:defRPr/>
              </a:pPr>
              <a:r>
                <a:rPr lang="en-US" sz="1200" dirty="0">
                  <a:solidFill>
                    <a:srgbClr val="0097A9"/>
                  </a:solidFill>
                  <a:latin typeface="Calibri"/>
                </a:rPr>
                <a:t>CWB Confirmed</a:t>
              </a:r>
            </a:p>
            <a:p>
              <a:pPr algn="r" defTabSz="914377">
                <a:defRPr/>
              </a:pPr>
              <a:r>
                <a:rPr lang="en-US" sz="1200" dirty="0">
                  <a:solidFill>
                    <a:srgbClr val="0097A9"/>
                  </a:solidFill>
                  <a:latin typeface="Calibri"/>
                </a:rPr>
                <a:t>CWB To Confirm</a:t>
              </a:r>
              <a:endParaRPr lang="en-CA" sz="1200" dirty="0">
                <a:solidFill>
                  <a:srgbClr val="0097A9"/>
                </a:solidFill>
                <a:latin typeface="Calibri"/>
              </a:endParaRPr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E04A3F9D-2587-4CAA-82D4-C5BF9222C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10105460" y="107057"/>
              <a:ext cx="695004" cy="152413"/>
            </a:xfrm>
            <a:prstGeom prst="rect">
              <a:avLst/>
            </a:prstGeom>
          </p:spPr>
        </p:pic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9D358A30-DD8B-4021-BE6F-0AF84E517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10110663" y="267615"/>
              <a:ext cx="684598" cy="188992"/>
            </a:xfrm>
            <a:prstGeom prst="rect">
              <a:avLst/>
            </a:prstGeom>
          </p:spPr>
        </p:pic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9CC2C045-749C-4AB3-9F84-C68BED8E3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10120171" y="655794"/>
              <a:ext cx="684598" cy="182896"/>
            </a:xfrm>
            <a:prstGeom prst="rect">
              <a:avLst/>
            </a:prstGeom>
          </p:spPr>
        </p:pic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9B4E3227-097A-4990-8F12-6604879A0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10105460" y="464752"/>
              <a:ext cx="705688" cy="18289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476337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MuMiIsIk9yaWdpbmFsQXNzZW1ibHlWZXJzaW9uIjpudWxsLCJFZGl0aW9uIjoiUHJvIiwiSXNQbHVzRWRpdGlvbiI6dHJ1ZSwiSXNQcm9FZGl0aW9uIjp0cnVlfSwiRWZmZWN0IjoxLCJTdHlsZSI6eyIkaWQiOiIzIiwiVGltZWJhbmRTdHlsZSI6eyIkaWQiOiI0IiwiU2NhbGVNYXJraW5nIjoxLCJTaGFwZSI6MTAsIlNoYXBlU3R5bGUiOnsiJGlkIjoiNSIsIk1hcmdpbiI6eyIkaWQiOiI2IiwiVG9wIjowLCJMZWZ0IjoxMCwiUmlnaHQiOjEwLCJCb3R0b20iOjB9LCJQYWRkaW5nIjp7IiRpZCI6IjciLCJUb3AiOjMsIkxlZnQiOjAsIlJpZ2h0IjowLCJCb3R0b20iOjN9LCJCYWNrZ3JvdW5kIjp7IiRpZCI6IjgiLCJDb2xvciI6eyIkaWQiOiI5IiwiQSI6MjU1LCJSIjo2OCwiRyI6ODQsIkIiOjEwNn19LCJJc1Zpc2libGUiOnRydWUsIldpZHRoIjo4NTguMCwiSGVpZ2h0Ijoy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g5LCJSIjowLCJHIjowLCJCIjowfX0sIklzVmlzaWJsZSI6dHJ1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1IiwiVG9wIjowLCJMZWZ0IjoyMCwiUmlnaHQiOjAsIkJvdHRvbSI6MH0sIlBhZGRpbmciOnsiJGlkIjoiMjYiLCJUb3AiOjAsIkxlZnQiOjAsIlJpZ2h0IjowLCJCb3R0b20iOjB9LCJCYWNrZ3JvdW5kIjp7IiRpZCI6IjI3IiwiQ29sb3IiOnsiJHJlZiI6IjIwIn19LCJJc1Zpc2libGUiOmZhbHNlLCJXaWR0aCI6MC4wLCJIZWlnaHQiOjAuMCwiQm9yZGVyU3R5bGUiOm51bGwsIlBhcmVudFN0eWxlIjpudWxsfSwiVG9kYXlUZXh0U3R5bGUiOnsiJGlkIjoiMjgiLCJGb250U2V0dGluZ3MiOnsiJGlkIjoiMjkiLCJGb250U2l6ZSI6MTI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yIiwiVG9wIjowLCJMZWZ0IjowLCJSaWdodCI6MCwiQm90dG9tIjowfSwiUGFkZGluZyI6eyIkaWQiOiIzMyIsIlRvcCI6MCwiTGVmdCI6MCwiUmlnaHQiOjAsIkJvdHRvbSI6MH0sIkJhY2tncm91bmQiOnsiJGlkIjoiMzQiLCJDb2xvciI6eyIkcmVmIjoiMjAifX0sIklzVmlzaWJsZSI6dHJ1ZSwiV2lkdGgiOjAuMCwiSGVpZ2h0IjowLjAsIkJvcmRlclN0eWxlIjpudWxsLCJQYXJlbnRTdHlsZSI6bnVsbH0sIlRvZGF5TWFya2VyU3R5bGUiOnsiJGlkIjoiMzUiLCJNYXJnaW4iOnsiJGlkIjoiMzYiLCJUb3AiOjAsIkxlZnQiOjAsIlJpZ2h0IjowLCJCb3R0b20iOjB9LCJQYWRkaW5nIjp7IiRpZCI6IjM3IiwiVG9wIjowLCJMZWZ0IjowLCJSaWdodCI6MCwiQm90dG9tIjowfSwiQmFja2dyb3VuZCI6eyIkaWQiOiIzOCIsIkNvbG9yIjp7IiRpZCI6IjM5IiwiQSI6MjU1LCJSIjoyNTUsIkciOjAsIkIiOjB9fSwiSXNWaXNpYmxlIjp0cnVlLCJXaWR0aCI6MC4wLCJIZWlnaHQiOjAuMCwiQm9yZGVyU3R5bGUiOm51bGwsIlBhcmVudFN0eWxlIjpudWxsfSwiU2NhbGVTdHlsZSI6eyIkaWQiOiI0MCIsIlNob3dTZWdtZW50U2VwYXJhdG9ycyI6ZmFsc2UsIlNlZ21lbnRTZXBhcmF0b3JPcGFjaXR5IjozMCwiRm9udFNldHRpbmdzIjp7IiRpZCI6IjQxIiwiRm9udFNpemUiOjEyLCJGb250TmFtZSI6IkNhbGlicmkiLCJJc0JvbGQiOmZhbHNlLCJJc0l0YWxpYyI6ZmFsc2UsIklzVW5kZXJsaW5lZCI6ZmFsc2UsIlBhcmVudFN0eWxlIjpudWxsfSwiQXV0b1NpemUiOjAsIkZvcmVncm91bmQiOnsiJGlkIjoiNDIiLCJDb2xvciI6eyIkaWQiOiI0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E5MSwiUiI6MjU1LCJHIjowLCJCIjowfX0sIkFwcGVuZFllYXJPblllYXJDaGFuZ2UiOmZhbHNlLCJFbGFwc2VkVGltZUZvcm1hdCI6MCwiVG9kYXlNYXJrZXJQb3NpdGlvbiI6MCwiUXVpY2tQb3NpdGlvbiI6MywiQWJzb2x1dGVQb3NpdGlvbiI6NTA0LjA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IsIkNvbm5lY3Rvck1hcmdpbiI6eyIkaWQiOiI1NCIsIlRvcCI6MCwiTGVmdCI6MiwiUmlnaHQiOjIsIkJvdHRvbSI6MH0sIkNvbm5lY3RvclN0eWxlIjp7IiRpZCI6IjU1IiwiTGluZUNvbG9yIjp7IiRpZCI6IjU2IiwiJHR5cGUiOiJOTFJFLkNvbW1vbi5Eb20uU29saWRDb2xvckJydXNoLCBOTFJFLkNvbW1vbiIsIkNvbG9yIjp7IiRpZCI6IjU3IiwiQSI6MTI3LCJSIjo3OSwiRyI6MTI5LCJCIjoxODl9fSwiTGluZVdlaWdodCI6MS4wLCJMaW5lVHlwZSI6MCwiUGFyZW50U3R5bGUiOm51bGx9LCJJc0JlbG93VGltZWJhbmQiOmZhbHNlLCJQb3NpdGlvbk9uVGFzayI6MC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eyIkaWQiOiI2MiIsIkNvbG9yIjp7IiRpZCI6IjYzIiwiQSI6MjU1LCJSIjowLCJHIjoxMTQsIkIiOjE4OH19LCJJc1Zpc2libGUiOnRydWUsIldpZHRoIjoxMy4wLCJIZWlnaHQiOjEzLjAsIkJvcmRlclN0eWxlIjp7IiRpZCI6IjY0IiwiTGluZUNvbG9yIjp7IiRpZCI6IjY1IiwiJHR5cGUiOiJOTFJFLkNvbW1vbi5Eb20uU29saWRDb2xvckJydXNoLCBOTFJFLkNvbW1vbiIsIkNvbG9yIjp7IiRpZCI6IjY2IiwiQSI6MjU1LCJSIjoyNTUsIkciOjAsIkIiOjB9fSwiTGluZVdlaWdodCI6MC4wLCJMaW5lVHlwZSI6MCwiUGFyZW50U3R5bGUiOm51bGx9LCJQYXJlbnRTdHlsZSI6bnVsbH0sIlRpdGxlU3R5bGUiOnsiJGlkIjoiNjciLCJGb250U2V0dGluZ3MiOnsiJGlkIjoiNjgiLCJGb250U2l6ZSI6MTEsIkZvbnROYW1lIjoiQ2FsaWJyaSIsIklzQm9sZCI6dHJ1ZSwiSXNJdGFsaWMiOmZhbHNlLCJJc1VuZGVybGluZWQiOmZhbHNlLCJQYXJlbnRTdHlsZSI6bnVsbH0sIkF1dG9TaXplIjowLCJGb3JlZ3JvdW5kIjp7IiRpZCI6IjY5IiwiQ29sb3IiOnsiJGlkIjoiNz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zEiLCJUb3AiOjAsIkxlZnQiOjAsIlJpZ2h0IjowLCJCb3R0b20iOjB9LCJQYWRkaW5nIjp7IiRpZCI6IjcyIiwiVG9wIjowLCJMZWZ0IjowLCJSaWdodCI6MCwiQm90dG9tIjowfSwiQmFja2dyb3VuZCI6eyIkaWQiOiI3MyIsIkNvbG9yIjp7IiRyZWYiOiIyMCJ9fSwiSXNWaXNpYmxlIjp0cnVlLCJXaWR0aCI6MC4wLCJIZWlnaHQiOjAuMCwiQm9yZGVyU3R5bGUiOm51bGwsIlBhcmVudFN0eWxlIjpudWxsfSwiRGF0ZVN0eWxlIjp7IiRpZCI6Ijc0IiwiRm9udFNldHRpbmdzIjp7IiRpZCI6Ijc1IiwiRm9udFNpemUiOjEwLCJGb250TmFtZSI6IkNhbGlicmkiLCJJc0JvbGQiOmZhbHNlLCJJc0l0YWxpYyI6ZmFsc2UsIklzVW5kZXJsaW5lZCI6ZmFsc2UsIlBhcmVudFN0eWxlIjpudWxsfSwiQXV0b1NpemUiOjAsIkZvcmVncm91bmQiOnsiJGlkIjoiNzYiLCJDb2xvciI6eyIkaWQiOiI3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giLCJUb3AiOjAsIkxlZnQiOjAsIlJpZ2h0IjowLCJCb3R0b20iOjB9LCJQYWRkaW5nIjp7IiRpZCI6Ijc5IiwiVG9wIjowLCJMZWZ0IjowLCJSaWdodCI6MCwiQm90dG9tIjowfSwiQmFja2dyb3VuZCI6eyIkaWQiOiI4MCIsIkNvbG9yIjp7IiRyZWYiOiIyMCJ9fSwiSXNWaXNpYmxlIjp0cnVlLCJXaWR0aCI6MC4wLCJIZWlnaHQiOjAuMCwiQm9yZGVyU3R5bGUiOm51bGwsIlBhcmVudFN0eWxlIjpudWxsfSwiRGF0ZUZvcm1hdCI6eyIkaWQiOiI4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iIsIkZvcm1hdCI6MCwiSXNWaXNpYmxlIjpmYWxzZSwiTGFzdEtub3duVmlzaWJpbGl0eVN0YXRlIjpmYWxzZX0sIklzVmlzaWJsZSI6dHJ1ZSwiUGFyZW50U3R5bGUiOm51bGx9LCJEZWZhdWx0VGFza1N0eWxlIjp7IiRpZCI6IjgzIiwiU2hhcGUiOjEsIlNoYXBlVGhpY2tuZXNzIjowLCJEdXJhdGlvbkZvcm1hdCI6MCwiSW5jbHVkZU5vbldvcmtpbmdEYXlzSW5EdXJhdGlvbiI6ZmFsc2UsIlBlcmNlbnRhZ2VDb21wbGV0ZVN0eWxlIjp7IiRpZCI6Ijg0IiwiRm9udFNldHRpbmdzIjp7IiRpZCI6Ijg1IiwiRm9udFNpemUiOjEwLCJGb250TmFtZSI6IkNhbGlicmkiLCJJc0JvbGQiOmZhbHNlLCJJc0l0YWxpYyI6ZmFsc2UsIklzVW5kZXJsaW5lZCI6ZmFsc2UsIlBhcmVudFN0eWxlIjpudWxsfSwiQXV0b1NpemUiOjAsIkZvcmVncm91bmQiOnsiJGlkIjoiODYiLCJDb2xvciI6eyIkaWQiOiI4Ny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4OCIsIlRvcCI6MCwiTGVmdCI6MCwiUmlnaHQiOjAsIkJvdHRvbSI6MH0sIlBhZGRpbmciOnsiJGlkIjoiODkiLCJUb3AiOjAsIkxlZnQiOjAsIlJpZ2h0IjowLCJCb3R0b20iOjB9LCJCYWNrZ3JvdW5kIjp7IiRpZCI6IjkwIiwiQ29sb3IiOnsiJHJlZiI6IjIwIn19LCJJc1Zpc2libGUiOnRydWUsIldpZHRoIjowLjAsIkhlaWdodCI6MC4wLCJCb3JkZXJTdHlsZSI6bnVsbCwiUGFyZW50U3R5bGUiOm51bGx9LCJEdXJhdGlvblN0eWxlIjp7IiRpZCI6IjkxIiwiRm9udFNldHRpbmdzIjp7IiRpZCI6IjkyIiwiRm9udFNpemUiOjEwLCJGb250TmFtZSI6IkNhbGlicmkiLCJJc0JvbGQiOmZhbHNlLCJJc0l0YWxpYyI6ZmFsc2UsIklzVW5kZXJsaW5lZCI6ZmFsc2UsIlBhcmVudFN0eWxlIjpudWxsfSwiQXV0b1NpemUiOjAsIkZvcmVncm91bmQiOnsiJGlkIjoiOTMiLCJDb2xvciI6eyIkaWQiOiI5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1IiwiVG9wIjowLCJMZWZ0IjowLCJSaWdodCI6MCwiQm90dG9tIjowfSwiUGFkZGluZyI6eyIkaWQiOiI5NiIsIlRvcCI6MCwiTGVmdCI6MCwiUmlnaHQiOjAsIkJvdHRvbSI6MH0sIkJhY2tncm91bmQiOnsiJGlkIjoiOTciLCJDb2xvciI6eyIkcmVmIjoiMjAifX0sIklzVmlzaWJsZSI6dHJ1ZSwiV2lkdGgiOjAuMCwiSGVpZ2h0IjowLjAsIkJvcmRlclN0eWxlIjpudWxsLCJQYXJlbnRTdHlsZSI6bnVsbH0sIkhvcml6b250YWxDb25uZWN0b3JTdHlsZSI6eyIkaWQiOiI5OCIsIkxpbmVDb2xvciI6eyIkaWQiOiI5OSIsIiR0eXBlIjoiTkxSRS5Db21tb24uRG9tLlNvbGlkQ29sb3JCcnVzaCwgTkxSRS5Db21tb24iLCJDb2xvciI6eyIkaWQiOiIxMDAiLCJBIjoyNTUsIlIiOjIwNCwiRyI6MjA0LCJCIjoyMDR9fSwiTGluZVdlaWdodCI6MS4wLCJMaW5lVHlwZSI6MCwiUGFyZW50U3R5bGUiOm51bGx9LCJWZXJ0aWNhbENvbm5lY3RvclN0eWxlIjp7IiRpZCI6IjEwMSIsIkxpbmVDb2xvciI6eyIkaWQiOiIxMDIiLCIkdHlwZSI6Ik5MUkUuQ29tbW9uLkRvbS5Tb2xpZENvbG9yQnJ1c2gsIE5MUkUuQ29tbW9uIiwiQ29sb3IiOnsiJGlkIjoiMTAz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NwYWNpbmciOjMsIklzQmVsb3dUaW1lYmFuZCI6ZmFsc2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MC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E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w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M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IiwiRm9ybWF0IjowLCJJc1Zpc2libGUiOmZhbHNlLCJMYXN0S25vd25WaXNpYmlsaXR5U3RhdGUiOmZhbHNlfSwiSXNWaXNpYmxlIjp0cnVlLCJQYXJlbnRTdHlsZSI6bnVsbCwiX2V4cGxpY2l0bHlTZXQiOnsiJGlkIjoiMTI4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xMjkiLCJHcmlkbGluZVN0eWxlIjp7IiRpZCI6IjEzMCIsIkxpbmVDb2xvciI6eyIkaWQiOiIxMzEiLCIkdHlwZSI6Ik5MUkUuQ29tbW9uLkRvbS5Tb2xpZENvbG9yQnJ1c2gsIE5MUkUuQ29tbW9uIiwiQ29sb3IiOnsiJGlkIjoiMTMyIiwiQSI6MzgsIlIiOjkxLCJHIjoxNTUsIkIiOjIxM319LCJMaW5lV2VpZ2h0IjoxLjAsIkxpbmVUeXBlIjowLCJQYXJlbnRTdHlsZSI6bnVsbH0sIk1hcmdpbiI6eyIkaWQiOiIxMzMiLCJUb3AiOjAsIkxlZnQiOjAsIlJpZ2h0IjowLCJCb3R0b20iOjB9LCJQYWRkaW5nIjp7IiRpZCI6IjEzNCIsIlRvcCI6MCwiTGVmdCI6MCwiUmlnaHQiOjAsIkJvdHRvbSI6MH0sIkJhY2tncm91bmQiOm51bGwsIklzVmlzaWJsZSI6dHJ1ZSwiV2lkdGgiOjAuMCwiSGVpZ2h0IjowLjAsIkJvcmRlclN0eWxlIjp7IiRpZCI6IjEzNSIsIkxpbmVDb2xvciI6bnVsbCwiTGluZVdlaWdodCI6MC4wLCJMaW5lVHlwZSI6MCwiUGFyZW50U3R5bGUiOm51bGx9LCJQYXJlbnRTdHlsZSI6bnVsbH0sIlNob3dFbGFwc2VkVGltZUdyYWRpZW50U3R5bGUiOmZhbHNlLCJEZWZhdWx0U3dpbWxhbmVTdHlsZSI6eyIkaWQiOiIxMzYiLCJIZWFkZXJTdHlsZSI6eyIkaWQiOiIxMzciLCJUZXh0U3R5bGUiOnsiJGlkIjoiMTM4IiwiRm9udFNldHRpbmdzIjp7IiRpZCI6IjEzOSIsIkZvbnRTaXplIjoxMiwiRm9udE5hbWUiOiJDYWxpYnJpIiwiSXNCb2xkIjpmYWxzZSwiSXNJdGFsaWMiOmZhbHNlLCJJc1VuZGVybGluZWQiOmZhbHNlLCJQYXJlbnRTdHlsZSI6bnVsbH0sIkF1dG9TaXplIjowLCJGb3JlZ3JvdW5kIjp7IiRpZCI6IjE0MCIsIkNvbG9yIjp7IiRpZCI6IjE0MSIsIkEiOjI1NSwiUiI6MzIsIkciOjU2LCJCIjoxMDB9fSwiTWF4V2lkdGgiOjAuMCwiTWF4SGVpZ2h0IjowLjAsIlNtYXJ0Rm9yZWdyb3VuZElzQWN0aXZlIjpmYWxzZSwiSG9yaXpvbnRhbEFsaWdubWVudCI6MCwiVmVydGljYWxBbGlnbm1lbnQiOjAsIlNtYXJ0Rm9yZWdyb3VuZCI6bnVsbCwiQmFja2dyb3VuZEZpbGxUeXBlIjowLCJNYXJnaW4iOnsiJGlkIjoiMTQyIiwiVG9wIjowLCJMZWZ0IjowLCJSaWdodCI6MCwiQm90dG9tIjowfSwiUGFkZGluZyI6eyIkaWQiOiIxNDMiLCJUb3AiOjAsIkxlZnQiOjAsIlJpZ2h0IjowLCJCb3R0b20iOjB9LCJCYWNrZ3JvdW5kIjpudWxsLCJJc1Zpc2libGUiOmZhbHNlLCJXaWR0aCI6MC4wLCJIZWlnaHQiOjAuMCwiQm9yZGVyU3R5bGUiOm51bGwsIlBhcmVudFN0eWxlIjpudWxsfSwiUmVjdGFuZ2xlU3R5bGUiOnsiJGlkIjoiMTQ0IiwiTWFyZ2luIjp7IiRpZCI6IjE0NSIsIlRvcCI6MCwiTGVmdCI6MCwiUmlnaHQiOjAsIkJvdHRvbSI6MH0sIlBhZGRpbmciOnsiJGlkIjoiMTQ2IiwiVG9wIjowLCJMZWZ0IjowLCJSaWdodCI6MCwiQm90dG9tIjowfSwiQmFja2dyb3VuZCI6eyIkaWQiOiIxNDciLCJDb2xvciI6eyIkaWQiOiIxNDgiLCJBIjoxMjcsIlIiOjkxLCJHIjoxNTUsIkIiOjIxM319LCJJc1Zpc2libGUiOmZhbHNlLCJXaWR0aCI6MC4wLCJIZWlnaHQiOjAuMCwiQm9yZGVyU3R5bGUiOnsiJGlkIjoiMTQ5IiwiTGluZUNvbG9yIjp7IiRpZCI6IjE1MCIsIiR0eXBlIjoiTkxSRS5Db21tb24uRG9tLlNvbGlkQ29sb3JCcnVzaCwgTkxSRS5Db21tb24iLCJDb2xvciI6eyIkaWQiOiIxNTEiLCJBIjoyNTUsIlIiOjI1NSwiRyI6MCwiQiI6MH19LCJMaW5lV2VpZ2h0IjowLjAsIkxpbmVUeXBlIjowLCJQYXJlbnRTdHlsZSI6bnVsbH0sIlBhcmVudFN0eWxlIjpudWxsfSwiTWFyZ2luIjp7IiRpZCI6IjE1MiIsIlRvcCI6MCwiTGVmdCI6MCwiUmlnaHQiOjAsIkJvdHRvbSI6MH0sIlBhZGRpbmciOnsiJGlkIjoiMTUzIiwiVG9wIjowLCJMZWZ0IjowLCJSaWdodCI6MCwiQm90dG9tIjowfSwiQmFja2dyb3VuZCI6bnVsbCwiSXNWaXNpYmxlIjp0cnVlLCJXaWR0aCI6MC4wLCJIZWlnaHQiOjAuMCwiQm9yZGVyU3R5bGUiOm51bGwsIlBhcmVudFN0eWxlIjpudWxsfSwiQmFja2dyb3VuZFN0eWxlIjp7IiRpZCI6IjE1NCIsIk1hcmdpbiI6eyIkaWQiOiIxNTUiLCJUb3AiOjAsIkxlZnQiOjAsIlJpZ2h0IjowLCJCb3R0b20iOjB9LCJQYWRkaW5nIjp7IiRpZCI6IjE1NiIsIlRvcCI6MCwiTGVmdCI6MCwiUmlnaHQiOjAsIkJvdHRvbSI6MH0sIkJhY2tncm91bmQiOnsiJGlkIjoiMTU3IiwiQ29sb3IiOnsiJGlkIjoiMTU4IiwiQSI6MzgsIlIiOjkxLCJHIjoxNTUsIkIiOjIxM319LCJJc1Zpc2libGUiOnRydWUsIldpZHRoIjowLjAsIkhlaWdodCI6MC4wLCJCb3JkZXJTdHlsZSI6eyIkaWQiOiIxNTkiLCJMaW5lQ29sb3IiOnsiJGlkIjoiMTYwIiwiJHR5cGUiOiJOTFJFLkNvbW1vbi5Eb20uU29saWRDb2xvckJydXNoLCBOTFJFLkNvbW1vbiIsIkNvbG9yIjp7IiRpZCI6IjE2MSIsIkEiOjI1NSwiUiI6MjU1LCJHIjowLCJCIjowfX0sIkxpbmVXZWlnaHQiOjAuMCwiTGluZVR5cGUiOjAsIlBhcmVudFN0eWxlIjpudWxsfSwiUGFyZW50U3R5bGUiOm51bGx9LCJJc0Fib3ZlVGltZWJhbmQiOmZhbHNlLCJNYXJnaW4iOnsiJGlkIjoiMTYyIiwiVG9wIjowLCJMZWZ0IjowLCJSaWdodCI6MCwiQm90dG9tIjowfSwiUGFkZGluZyI6eyIkaWQiOiIxNjMiLCJUb3AiOjAsIkxlZnQiOjAsIlJpZ2h0IjowLCJCb3R0b20iOjB9LCJJc1Zpc2libGUiOnRydWUsIldpZHRoIjowLjAsIkhlaWdodCI6MC4wLCJCb3JkZXJTdHlsZSI6bnVsbCwiUGFyZW50U3R5bGUiOm51bGx9fSwiU2NhbGUiOnsiJGlkIjoiMTY0IiwiU3RhcnREYXRlIjoiMDAwMS0wMS0wMVQwMDowMDowMCIsIkVuZERhdGUiOiIyMDIzLTAzLTE3VDE3OjAwOjAwWiIsIkZvcm1hdCI6Ik1NTSIsIlR5cGUiOjIsIkF1dG9EYXRlUmFuZ2UiOnRydWUsIldvcmtpbmdEYXlzIjozMSwiRmlzY2FsWWVhciI6eyIkaWQiOiIxNjUiLCJTdGFydE1vbnRoIjoxLCJVc2VTdGFydGluZ1llYXJGb3JOdW1iZXJpbmciOnRydWUsIlNob3dGaXNjYWxZZWFyTGFiZWwiOnRydWV9LCJUb2RheU1hcmtlclRleHQiOiJUb2RheSIsIkF1dG9TY2FsZVR5cGUiOnRydWV9LCJNaWxlc3RvbmVzIjpbeyIkaWQiOiIxNjYiLCJEYXRlIjoiMjAyMi0wNS0xMFQxNzowMDowMCIsIlN0eWxlIjp7IiRpZCI6IjE2NyIsIlNoYXBlIjoxMywiQ29ubmVjdG9yTWFyZ2luIjp7IiRyZWYiOiI1NCJ9LCJDb25uZWN0b3JTdHlsZSI6eyIkaWQiOiIxNjgiLCJMaW5lQ29sb3IiOnsiJGlkIjoiMTY5IiwiJHR5cGUiOiJOTFJFLkNvbW1vbi5Eb20uU29saWRDb2xvckJydXNoLCBOTFJFLkNvbW1vbiIsIkNvbG9yIjp7IiRpZCI6IjE3MCIsIkEiOjEyNywiUiI6NzksIkciOjEyOSwiQiI6MTg5fX0sIkxpbmVXZWlnaHQiOjAuOTk5OTQ4NiwiTGluZVR5cGUiOjAsIlBhcmVudFN0eWxlIjpudWxsfSwiSXNCZWxvd1RpbWViYW5kIjpmYWxzZSwiUG9zaXRpb25PblRhc2siOjAsIkhpZGVEYXRlIjpmYWxzZSwiU2hhcGVTaXplIjoxLCJTcGFjaW5nIjoyLjAsIlBhZGRpbmciOnsiJHJlZiI6IjU4In0sIlNoYXBlU3R5bGUiOnsiJGlkIjoiMTcxIiwiTWFyZ2luIjp7IiRyZWYiOiI2MCJ9LCJQYWRkaW5nIjp7IiRyZWYiOiI2MSJ9LCJCYWNrZ3JvdW5kIjp7IiRpZCI6IjE3MiIsIkNvbG9yIjp7IiRpZCI6IjE3MyIsIkEiOjI1NSwiUiI6MTE5LCJHIjoxMTksIkIiOjExOX19LCJJc1Zpc2libGUiOnRydWUsIldpZHRoIjoxOC4wLCJIZWlnaHQiOjIwLjAsIkJvcmRlclN0eWxlIjp7IiRpZCI6IjE3NCIsIkxpbmVDb2xvciI6eyIkcmVmIjoiNjUifSwiTGluZVdlaWdodCI6MC4wLCJMaW5lVHlwZSI6MCwiUGFyZW50U3R5bGUiOm51bGx9LCJQYXJlbnRTdHlsZSI6bnVsbH0sIlRpdGxlU3R5bGUiOnsiJGlkIjoiMTc1IiwiRm9udFNldHRpbmdzIjp7IiRpZCI6IjE3NiIsIkZvbnRTaXplIjoxMSwiRm9udE5hbWUiOiJDYWxpYnJpIiwiSXNCb2xkIjp0cnVlLCJJc0l0YWxpYyI6ZmFsc2UsIklzVW5kZXJsaW5lZCI6ZmFsc2UsIlBhcmVudFN0eWxlIjpudWxsfSwiQXV0b1NpemUiOjAsIkZvcmVncm91bmQiOnsiJGlkIjoiMTc3IiwiQ29sb3IiOnsiJGlkIjoiMTc4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3MSJ9LCJQYWRkaW5nIjp7IiRyZWYiOiI3MiJ9LCJCYWNrZ3JvdW5kIjp7IiRyZWYiOiI3MyJ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NjgsIkciOjg0LCJCIjoxMDZ9fSwiTWF4V2lkdGgiOjIwMC4wLCJNYXhIZWlnaHQiOiJJbmZpbml0eSIsIlNtYXJ0Rm9yZWdyb3VuZElzQWN0aXZlIjpmYWxzZSwiSG9yaXpvbnRhbEFsaWdubWVudCI6MSwiVmVydGljYWxBbGlnbm1lbnQiOjAsIlNtYXJ0Rm9yZWdyb3VuZCI6bnVsbCwiQmFja2dyb3VuZEZpbGxUeXBlIjowLCJNYXJnaW4iOnsiJHJlZiI6Ijc4In0sIlBhZGRpbmciOnsiJHJlZiI6Ijc5In0sIkJhY2tncm91bmQiOnsiJHJlZiI6IjgwIn0sIklzVmlzaWJsZSI6dHJ1ZSwiV2lkdGgiOjAuMCwiSGVpZ2h0IjowLjAsIkJvcmRlclN0eWxlIjp7IiRpZCI6IjE4NCIsIkxpbmVDb2xvciI6bnVsbCwiTGluZVdlaWdodCI6MC4wLCJMaW5lVHlwZSI6MCwiUGFyZW50U3R5bGUiOm51bGx9LCJQYXJlbnRTdHlsZSI6bnVsbH0sIkRhdGVGb3JtYXQiOnsiJHJlZiI6IjgxIn0sIldlZWtOdW1iZXJpbmciOnsiJGlkIjoiMTg1IiwiRm9ybWF0IjowLCJJc1Zpc2libGUiOmZhbHNlLCJMYXN0S25vd25WaXNpYmlsaXR5U3RhdGUiOmZhbHNlfSwiSXNWaXNpYmxlIjpmYWxzZSwiUGFyZW50U3R5bGUiOm51bGx9LCJJbmRleCI6MTksIlBlcmNlbnRhZ2VDb21wbGV0ZSI6bnVsbCwiUG9zaXRpb24iOnsiUmF0aW8iOjAuMCwiSXNDdXN0b20iOmZhbHNlfSwiRGF0ZUZvcm1hdCI6eyIkcmVmIjoiODEifSwiV2Vla051bWJlcmluZyI6eyIkaWQiOiIxODYiLCJGb3JtYXQiOjAsIklzVmlzaWJsZSI6ZmFsc2UsIkxhc3RLbm93blZpc2liaWxpdHlTdGF0ZSI6ZmFsc2V9LCJSZWxhdGVkVGFza0lkIjoiMDAwMDAwMDAtMDAwMC0wMDAwLTAwMDAtMDAwMDAwMDAwMDAwIiwiSWQiOiJhYTM2ZTlhMi0yZDBiLTQ5NmQtYTU3Mi0yMjI4OTcyNTUzMzEiLCJJbXBvcnRJZCI6bnVsbCwiVGl0bGUiOiJSMS4xIENvZGUtRnJlZXplIChUQkMpIiwiTm90ZSI6bnVsbCwiSHlwZXJsaW5rIjp7IiRpZCI6IjE4NyIsIkFkZHJlc3MiOm51bGwsIlN1YkFkZHJlc3MiOm51bGx9LCJJc0NoYW5nZWQiOmZhbHNlLCJJc05ldyI6ZmFsc2V9LHsiJGlkIjoiMTg4IiwiRGF0ZSI6IjIwMjItMDUtMzBUMTc6MDA6MDAiLCJTdHlsZSI6eyIkaWQiOiIxODkiLCJTaGFwZSI6MiwiQ29ubmVjdG9yTWFyZ2luIjp7IiRyZWYiOiI1NCJ9LCJDb25uZWN0b3JTdHlsZSI6eyIkaWQiOiIxOTAiLCJMaW5lQ29sb3IiOnsiJGlkIjoiMTkxIiwiJHR5cGUiOiJOTFJFLkNvbW1vbi5Eb20uU29saWRDb2xvckJydXNoLCBOTFJFLkNvbW1vbiIsIkNvbG9yIjp7IiRpZCI6IjE5MiIsIkEiOjEyNywiUiI6NzksIkciOjEyOSwiQiI6MTg5fX0sIkxpbmVXZWlnaHQiOjAuOTk5OTQ4NiwiTGluZVR5cGUiOjAsIlBhcmVudFN0eWxlIjpudWxsfSwiSXNCZWxvd1RpbWViYW5kIjpmYWxzZSwiUG9zaXRpb25PblRhc2siOjAsIkhpZGVEYXRlIjpmYWxzZSwiU2hhcGVTaXplIjoxLCJTcGFjaW5nIjoyLjAsIlBhZGRpbmciOnsiJHJlZiI6IjU4In0sIlNoYXBlU3R5bGUiOnsiJGlkIjoiMTkzIiwiTWFyZ2luIjp7IiRyZWYiOiI2MCJ9LCJQYWRkaW5nIjp7IiRyZWYiOiI2MSJ9LCJCYWNrZ3JvdW5kIjp7IiRpZCI6IjE5NCIsIkNvbG9yIjp7IiRpZCI6IjE5NSIsIkEiOjI1NSwiUiI6MTE5LCJHIjoxMTksIkIiOjExOX19LCJJc1Zpc2libGUiOnRydWUsIldpZHRoIjoxMy4wLCJIZWlnaHQiOjEzLjAsIkJvcmRlclN0eWxlIjp7IiRpZCI6IjE5NiIsIkxpbmVDb2xvciI6eyIkcmVmIjoiNjUifSwiTGluZVdlaWdodCI6MC4wLCJMaW5lVHlwZSI6MCwiUGFyZW50U3R5bGUiOm51bGx9LCJQYXJlbnRTdHlsZSI6bnVsbH0sIlRpdGxlU3R5bGUiOnsiJGlkIjoiMTk3IiwiRm9udFNldHRpbmdzIjp7IiRpZCI6IjE5OCIsIkZvbnRTaXplIjoxMSwiRm9udE5hbWUiOiJDYWxpYnJpIiwiSXNCb2xkIjp0cnVlLCJJc0l0YWxpYyI6ZmFsc2UsIklzVW5kZXJsaW5lZCI6ZmFsc2UsIlBhcmVudFN0eWxlIjpudWxsfSwiQXV0b1NpemUiOjAsIkZvcmVncm91bmQiOnsiJHJlZiI6IjY5In0sIk1heFdpZHRoIjoyMDAuMCwiTWF4SGVpZ2h0IjoiSW5maW5pdHkiLCJTbWFydEZvcmVncm91bmRJc0FjdGl2ZSI6ZmFsc2UsIkhvcml6b250YWxBbGlnbm1lbnQiOjAsIlZlcnRpY2FsQWxpZ25tZW50IjowLCJTbWFydEZvcmVncm91bmQiOm51bGwsIkJhY2tncm91bmRGaWxsVHlwZSI6MCwiTWFyZ2luIjp7IiRyZWYiOiI3MSJ9LCJQYWRkaW5nIjp7IiRyZWYiOiI3MiJ9LCJCYWNrZ3JvdW5kIjp7IiRyZWYiOiI3MyJ9LCJJc1Zpc2libGUiOnRydWUsIldpZHRoIjowLjAsIkhlaWdodCI6MC4wLCJCb3JkZXJTdHlsZSI6eyIkaWQiOiIxOTkiLCJMaW5lQ29sb3IiOm51bGwsIkxpbmVXZWlnaHQiOjAuMCwiTGluZVR5cGUiOjAsIlBhcmVudFN0eWxlIjpudWxsfSwiUGFyZW50U3R5bGUiOm51bGx9LCJEYXRlU3R5bGUiOnsiJGlkIjoiMjAwIiwiRm9udFNldHRpbmdzIjp7IiRpZCI6IjIwMS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ODAifSwiSXNWaXNpYmxlIjp0cnVlLCJXaWR0aCI6MC4wLCJIZWlnaHQiOjAuMCwiQm9yZGVyU3R5bGUiOnsiJGlkIjoiMjAyIiwiTGluZUNvbG9yIjpudWxsLCJMaW5lV2VpZ2h0IjowLjAsIkxpbmVUeXBlIjowLCJQYXJlbnRTdHlsZSI6bnVsbH0sIlBhcmVudFN0eWxlIjpudWxsfSwiRGF0ZUZvcm1hdCI6eyIkcmVmIjoiODEifSwiV2Vla051bWJlcmluZyI6eyIkaWQiOiIyMDMiLCJGb3JtYXQiOjAsIklzVmlzaWJsZSI6ZmFsc2UsIkxhc3RLbm93blZpc2liaWxpdHlTdGF0ZSI6ZmFsc2V9LCJJc1Zpc2libGUiOmZhbHNlLCJQYXJlbnRTdHlsZSI6bnVsbH0sIkluZGV4IjoyMCwiUGVyY2VudGFnZUNvbXBsZXRlIjowLjAsIlBvc2l0aW9uIjp7IlJhdGlvIjowLjAsIklzQ3VzdG9tIjpmYWxzZX0sIkRhdGVGb3JtYXQiOnsiJHJlZiI6IjgxIn0sIldlZWtOdW1iZXJpbmciOnsiJGlkIjoiMjA0IiwiRm9ybWF0IjowLCJJc1Zpc2libGUiOmZhbHNlLCJMYXN0S25vd25WaXNpYmlsaXR5U3RhdGUiOmZhbHNlfSwiUmVsYXRlZFRhc2tJZCI6IjAwMDAwMDAwLTAwMDAtMDAwMC0wMDAwLTAwMDAwMDAwMDAwMCIsIklkIjoiNjQxNjRjNjctNWNhYS00YWE4LTk1YzctY2ZjYTM3NzVhZmZhIiwiSW1wb3J0SWQiOm51bGwsIlRpdGxlIjoiUjEuMSBGRiAmIFZDT08gTWVyZ2VkIGludG8gUjEuMiAoMjEuMDQpXHJcbiIsIk5vdGUiOm51bGwsIkh5cGVybGluayI6eyIkaWQiOiIyMDUiLCJBZGRyZXNzIjoiIiwiU3ViQWRkcmVzcyI6IiJ9LCJJc0NoYW5nZWQiOmZhbHNlLCJJc05ldyI6ZmFsc2V9LHsiJGlkIjoiMjA2IiwiRGF0ZSI6IjIwMjItMDYtMDNUMTc6MDA6MDAiLCJTdHlsZSI6eyIkaWQiOiIyMDciLCJTaGFwZSI6MiwiQ29ubmVjdG9yTWFyZ2luIjp7IiRyZWYiOiI1NCJ9LCJDb25uZWN0b3JTdHlsZSI6eyIkaWQiOiIyMDgiLCJMaW5lQ29sb3IiOnsiJHJlZiI6IjU2In0sIkxpbmVXZWlnaHQiOjEuMCwiTGluZVR5cGUiOjAsIlBhcmVudFN0eWxlIjpudWxsfSwiSXNCZWxvd1RpbWViYW5kIjpmYWxzZSwiUG9zaXRpb25PblRhc2siOjAsIkhpZGVEYXRlIjpmYWxzZSwiU2hhcGVTaXplIjoxLCJTcGFjaW5nIjoyLjAsIlBhZGRpbmciOnsiJHJlZiI6IjU4In0sIlNoYXBlU3R5bGUiOnsiJGlkIjoiMjA5IiwiTWFyZ2luIjp7IiRyZWYiOiI2MCJ9LCJQYWRkaW5nIjp7IiRyZWYiOiI2MSJ9LCJCYWNrZ3JvdW5kIjp7IiRpZCI6IjIxMCIsIkNvbG9yIjp7IiRpZCI6IjIxMSIsIkEiOjI1NSwiUiI6MTE5LCJHIjoxMTksIkIiOjExOX19LCJJc1Zpc2libGUiOnRydWUsIldpZHRoIjoxMy4wLCJIZWlnaHQiOjEzLjAsIkJvcmRlclN0eWxlIjp7IiRpZCI6IjIxMiIsIkxpbmVDb2xvciI6eyIkcmVmIjoiNjUifSwiTGluZVdlaWdodCI6MC4wLCJMaW5lVHlwZSI6MCwiUGFyZW50U3R5bGUiOm51bGx9LCJQYXJlbnRTdHlsZSI6bnVsbH0sIlRpdGxlU3R5bGUiOnsiJGlkIjoiMjEzIiwiRm9udFNldHRpbmdzIjp7IiRpZCI6IjIxNCIsIkZvbnRTaXplIjoxMSwiRm9udE5hbWUiOiJDYWxpYnJpIiwiSXNCb2xkIjp0cnVlLCJJc0l0YWxpYyI6ZmFsc2UsIklzVW5kZXJsaW5lZCI6ZmFsc2UsIlBhcmVudFN0eWxlIjpudWxsfSwiQXV0b1NpemUiOjAsIkZvcmVncm91bmQiOnsiJHJlZiI6IjY5In0sIk1heFdpZHRoIjoyMDAuMCwiTWF4SGVpZ2h0IjoiSW5maW5pdHkiLCJTbWFydEZvcmVncm91bmRJc0FjdGl2ZSI6ZmFsc2UsIkhvcml6b250YWxBbGlnbm1lbnQiOjAsIlZlcnRpY2FsQWxpZ25tZW50IjowLCJTbWFydEZvcmVncm91bmQiOm51bGwsIkJhY2tncm91bmRGaWxsVHlwZSI6MCwiTWFyZ2luIjp7IiRyZWYiOiI3MSJ9LCJQYWRkaW5nIjp7IiRyZWYiOiI3MiJ9LCJCYWNrZ3JvdW5kIjp7IiRyZWYiOiI3MyJ9LCJJc1Zpc2libGUiOnRydWUsIldpZHRoIjowLjAsIkhlaWdodCI6MC4wLCJCb3JkZXJTdHlsZSI6eyIkaWQiOiIyMTUiLCJMaW5lQ29sb3IiOm51bGwsIkxpbmVXZWlnaHQiOjAuMCwiTGluZVR5cGUiOjAsIlBhcmVudFN0eWxlIjpudWxsfSwiUGFyZW50U3R5bGUiOm51bGx9LCJEYXRlU3R5bGUiOnsiJGlkIjoiMjE2IiwiRm9udFNldHRpbmdzIjp7IiRpZCI6IjIxNy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ODAifSwiSXNWaXNpYmxlIjp0cnVlLCJXaWR0aCI6MC4wLCJIZWlnaHQiOjAuMCwiQm9yZGVyU3R5bGUiOnsiJGlkIjoiMjE4IiwiTGluZUNvbG9yIjpudWxsLCJMaW5lV2VpZ2h0IjowLjAsIkxpbmVUeXBlIjowLCJQYXJlbnRTdHlsZSI6bnVsbH0sIlBhcmVudFN0eWxlIjpudWxsfSwiRGF0ZUZvcm1hdCI6eyIkcmVmIjoiODEifSwiV2Vla051bWJlcmluZyI6eyIkaWQiOiIyMTkiLCJGb3JtYXQiOjAsIklzVmlzaWJsZSI6ZmFsc2UsIkxhc3RLbm93blZpc2liaWxpdHlTdGF0ZSI6ZmFsc2V9LCJJc1Zpc2libGUiOmZhbHNlLCJQYXJlbnRTdHlsZSI6bnVsbH0sIkluZGV4IjoyMSwiUGVyY2VudGFnZUNvbXBsZXRlIjowLjAsIlBvc2l0aW9uIjp7IlJhdGlvIjowLjAsIklzQ3VzdG9tIjpmYWxzZX0sIkRhdGVGb3JtYXQiOnsiJHJlZiI6IjgxIn0sIldlZWtOdW1iZXJpbmciOnsiJGlkIjoiMjIwIiwiRm9ybWF0IjowLCJJc1Zpc2libGUiOmZhbHNlLCJMYXN0S25vd25WaXNpYmlsaXR5U3RhdGUiOmZhbHNlfSwiUmVsYXRlZFRhc2tJZCI6IjAwMDAwMDAwLTAwMDAtMDAwMC0wMDAwLTAwMDAwMDAwMDAwMCIsIklkIjoiMTlmYjRmNjctMjYxYi00NDc5LTlkYjgtY2EzNTJmNDRkYTFjIiwiSW1wb3J0SWQiOm51bGwsIlRpdGxlIjoiUjEuMSBGRiBNZXJnZWQgd2l0aCBWQ09PIiwiTm90ZSI6bnVsbCwiSHlwZXJsaW5rIjp7IiRpZCI6IjIyMSIsIkFkZHJlc3MiOm51bGwsIlN1YkFkZHJlc3MiOm51bGx9LCJJc0NoYW5nZWQiOmZhbHNlLCJJc05ldyI6ZmFsc2V9LHsiJGlkIjoiMjIyIiwiRGF0ZSI6IjIwMjItMDctMDFUMTc6MDA6MDAiLCJTdHlsZSI6eyIkaWQiOiIyMjMiLCJTaGFwZSI6MTMsIkNvbm5lY3Rvck1hcmdpbiI6eyIkcmVmIjoiNTQifSwiQ29ubmVjdG9yU3R5bGUiOnsiJGlkIjoiMjI0IiwiTGluZUNvbG9yIjp7IiRyZWYiOiI1NiJ9LCJMaW5lV2VpZ2h0IjoxLjAsIkxpbmVUeXBlIjowLCJQYXJlbnRTdHlsZSI6bnVsbH0sIklzQmVsb3dUaW1lYmFuZCI6ZmFsc2UsIlBvc2l0aW9uT25UYXNrIjowLCJIaWRlRGF0ZSI6ZmFsc2UsIlNoYXBlU2l6ZSI6MSwiU3BhY2luZyI6Mi4wLCJQYWRkaW5nIjp7IiRyZWYiOiI1OCJ9LCJTaGFwZVN0eWxlIjp7IiRpZCI6IjIyNSIsIk1hcmdpbiI6eyIkcmVmIjoiNjAifSwiUGFkZGluZyI6eyIkcmVmIjoiNjEifSwiQmFja2dyb3VuZCI6eyIkaWQiOiIyMjYiLCJDb2xvciI6eyIkaWQiOiIyMjciLCJBIjoyNTUsIlIiOjExOSwiRyI6MTE5LCJCIjoxMTl9fSwiSXNWaXNpYmxlIjp0cnVlLCJXaWR0aCI6MTMuMCwiSGVpZ2h0IjoxMy4wLCJCb3JkZXJTdHlsZSI6eyIkaWQiOiIyMjgiLCJMaW5lQ29sb3IiOnsiJHJlZiI6IjY1In0sIkxpbmVXZWlnaHQiOjAuMCwiTGluZVR5cGUiOjAsIlBhcmVudFN0eWxlIjpudWxsfSwiUGFyZW50U3R5bGUiOm51bGx9LCJUaXRsZVN0eWxlIjp7IiRpZCI6IjIyOSIsIkZvbnRTZXR0aW5ncyI6eyIkaWQiOiIyMzAiLCJGb250U2l6ZSI6MTEsIkZvbnROYW1lIjoiQ2FsaWJyaSIsIklzQm9sZCI6dHJ1ZSwiSXNJdGFsaWMiOmZhbHNlLCJJc1VuZGVybGluZWQiOmZhbHNlLCJQYXJlbnRTdHlsZSI6bnVsbH0sIkF1dG9TaXplIjowLCJGb3JlZ3JvdW5kIjp7IiRyZWYiOiI2OSJ9LCJNYXhXaWR0aCI6MjAwLjAsIk1heEhlaWdodCI6IkluZmluaXR5IiwiU21hcnRGb3JlZ3JvdW5kSXNBY3RpdmUiOmZhbHNlLCJIb3Jpem9udGFsQWxpZ25tZW50IjoxLCJWZXJ0aWNhbEFsaWdubWVudCI6MCwiU21hcnRGb3JlZ3JvdW5kIjpudWxsLCJCYWNrZ3JvdW5kRmlsbFR5cGUiOjAsIk1hcmdpbiI6eyIkcmVmIjoiNzEifSwiUGFkZGluZyI6eyIkcmVmIjoiNzIifSwiQmFja2dyb3VuZCI6eyIkcmVmIjoiNzMifSwiSXNWaXNpYmxlIjp0cnVlLCJXaWR0aCI6MC4wLCJIZWlnaHQiOjAuMCwiQm9yZGVyU3R5bGUiOnsiJGlkIjoiMjMxIiwiTGluZUNvbG9yIjpudWxsLCJMaW5lV2VpZ2h0IjowLjAsIkxpbmVUeXBlIjowLCJQYXJlbnRTdHlsZSI6bnVsbH0sIlBhcmVudFN0eWxlIjpudWxsfSwiRGF0ZVN0eWxlIjp7IiRpZCI6IjIzMiIsIkZvbnRTZXR0aW5ncyI6eyIkaWQiOiIyMzM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SwiVmVydGljYWxBbGlnbm1lbnQiOjAsIlNtYXJ0Rm9yZWdyb3VuZCI6bnVsbCwiQmFja2dyb3VuZEZpbGxUeXBlIjowLCJNYXJnaW4iOnsiJHJlZiI6Ijc4In0sIlBhZGRpbmciOnsiJHJlZiI6Ijc5In0sIkJhY2tncm91bmQiOnsiJHJlZiI6IjgwIn0sIklzVmlzaWJsZSI6dHJ1ZSwiV2lkdGgiOjAuMCwiSGVpZ2h0IjowLjAsIkJvcmRlclN0eWxlIjp7IiRpZCI6IjIzNCIsIkxpbmVDb2xvciI6bnVsbCwiTGluZVdlaWdodCI6MC4wLCJMaW5lVHlwZSI6MCwiUGFyZW50U3R5bGUiOm51bGx9LCJQYXJlbnRTdHlsZSI6bnVsbH0sIkRhdGVGb3JtYXQiOnsiJHJlZiI6IjgxIn0sIldlZWtOdW1iZXJpbmciOnsiJGlkIjoiMjM1IiwiRm9ybWF0IjowLCJJc1Zpc2libGUiOmZhbHNlLCJMYXN0S25vd25WaXNpYmlsaXR5U3RhdGUiOmZhbHNlfSwiSXNWaXNpYmxlIjp0cnVlLCJQYXJlbnRTdHlsZSI6bnVsbH0sIkluZGV4IjoyMiwiUGVyY2VudGFnZUNvbXBsZXRlIjpudWxsLCJQb3NpdGlvbiI6eyJSYXRpbyI6MC4wLCJJc0N1c3RvbSI6ZmFsc2V9LCJEYXRlRm9ybWF0Ijp7IiRyZWYiOiI4MSJ9LCJXZWVrTnVtYmVyaW5nIjp7IiRpZCI6IjIzNiIsIkZvcm1hdCI6MCwiSXNWaXNpYmxlIjpmYWxzZSwiTGFzdEtub3duVmlzaWJpbGl0eVN0YXRlIjpmYWxzZX0sIlJlbGF0ZWRUYXNrSWQiOiIwMDAwMDAwMC0wMDAwLTAwMDAtMDAwMC0wMDAwMDAwMDAwMDAiLCJJZCI6IjNiNTQ5Mjg3LTU2ZmEtNGNiYi1hMDYzLTdkMWRhOWRjOWI2NSIsIkltcG9ydElkIjpudWxsLCJUaXRsZSI6IkhGIEJ1aWxkIDEiLCJOb3RlIjpudWxsLCJIeXBlcmxpbmsiOnsiJGlkIjoiMjM3IiwiQWRkcmVzcyI6IiIsIlN1YkFkZHJlc3MiOiIifSwiSXNDaGFuZ2VkIjpmYWxzZSwiSXNOZXciOmZhbHNlfSx7IiRpZCI6IjIzOCIsIkRhdGUiOiIyMDIyLTA3LTA4VDE3OjAwOjAwIiwiU3R5bGUiOnsiJGlkIjoiMjM5IiwiU2hhcGUiOjEzLCJDb25uZWN0b3JNYXJnaW4iOnsiJHJlZiI6IjU0In0sIkNvbm5lY3RvclN0eWxlIjp7IiRpZCI6IjI0MCIsIkxpbmVDb2xvciI6eyIkcmVmIjoiNTYifSwiTGluZVdlaWdodCI6MS4wLCJMaW5lVHlwZSI6MCwiUGFyZW50U3R5bGUiOm51bGx9LCJJc0JlbG93VGltZWJhbmQiOmZhbHNlLCJQb3NpdGlvbk9uVGFzayI6MCwiSGlkZURhdGUiOmZhbHNlLCJTaGFwZVNpemUiOjEsIlNwYWNpbmciOjIuMCwiUGFkZGluZyI6eyIkcmVmIjoiNTgifSwiU2hhcGVTdHlsZSI6eyIkaWQiOiIyNDEiLCJNYXJnaW4iOnsiJHJlZiI6IjYwIn0sIlBhZGRpbmciOnsiJHJlZiI6IjYxIn0sIkJhY2tncm91bmQiOnsiJGlkIjoiMjQyIiwiQ29sb3IiOnsiJGlkIjoiMjQzIiwiQSI6MjU1LCJSIjoxMTksIkciOjExOSwiQiI6MTE5fX0sIklzVmlzaWJsZSI6dHJ1ZSwiV2lkdGgiOjEzLjAsIkhlaWdodCI6MTMuMCwiQm9yZGVyU3R5bGUiOnsiJGlkIjoiMjQ0IiwiTGluZUNvbG9yIjp7IiRyZWYiOiI2NSJ9LCJMaW5lV2VpZ2h0IjowLjAsIkxpbmVUeXBlIjowLCJQYXJlbnRTdHlsZSI6bnVsbH0sIlBhcmVudFN0eWxlIjpudWxsfSwiVGl0bGVTdHlsZSI6eyIkaWQiOiIyNDUiLCJGb250U2V0dGluZ3MiOnsiJGlkIjoiMjQ2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HJlZiI6IjczIn0sIklzVmlzaWJsZSI6dHJ1ZSwiV2lkdGgiOjAuMCwiSGVpZ2h0IjowLjAsIkJvcmRlclN0eWxlIjp7IiRpZCI6IjI0NyIsIkxpbmVDb2xvciI6bnVsbCwiTGluZVdlaWdodCI6MC4wLCJMaW5lVHlwZSI6MCwiUGFyZW50U3R5bGUiOm51bGx9LCJQYXJlbnRTdHlsZSI6bnVsbH0sIkRhdGVTdHlsZSI6eyIkaWQiOiIyNDgiLCJGb250U2V0dGluZ3MiOnsiJGlkIjoiMjQ5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EsIlZlcnRpY2FsQWxpZ25tZW50IjowLCJTbWFydEZvcmVncm91bmQiOm51bGwsIkJhY2tncm91bmRGaWxsVHlwZSI6MCwiTWFyZ2luIjp7IiRyZWYiOiI3OCJ9LCJQYWRkaW5nIjp7IiRyZWYiOiI3OSJ9LCJCYWNrZ3JvdW5kIjp7IiRyZWYiOiI4MCJ9LCJJc1Zpc2libGUiOnRydWUsIldpZHRoIjowLjAsIkhlaWdodCI6MC4wLCJCb3JkZXJTdHlsZSI6eyIkaWQiOiIyNTAiLCJMaW5lQ29sb3IiOm51bGwsIkxpbmVXZWlnaHQiOjAuMCwiTGluZVR5cGUiOjAsIlBhcmVudFN0eWxlIjpudWxsfSwiUGFyZW50U3R5bGUiOm51bGx9LCJEYXRlRm9ybWF0Ijp7IiRyZWYiOiI4MSJ9LCJXZWVrTnVtYmVyaW5nIjp7IiRpZCI6IjI1MSIsIkZvcm1hdCI6MCwiSXNWaXNpYmxlIjpmYWxzZSwiTGFzdEtub3duVmlzaWJpbGl0eVN0YXRlIjpmYWxzZX0sIklzVmlzaWJsZSI6dHJ1ZSwiUGFyZW50U3R5bGUiOm51bGx9LCJJbmRleCI6MjMsIlBlcmNlbnRhZ2VDb21wbGV0ZSI6bnVsbCwiUG9zaXRpb24iOnsiUmF0aW8iOjAuMCwiSXNDdXN0b20iOmZhbHNlfSwiRGF0ZUZvcm1hdCI6eyIkcmVmIjoiODEifSwiV2Vla051bWJlcmluZyI6eyIkaWQiOiIyNTIiLCJGb3JtYXQiOjAsIklzVmlzaWJsZSI6ZmFsc2UsIkxhc3RLbm93blZpc2liaWxpdHlTdGF0ZSI6ZmFsc2V9LCJSZWxhdGVkVGFza0lkIjoiMDAwMDAwMDAtMDAwMC0wMDAwLTAwMDAtMDAwMDAwMDAwMDAwIiwiSWQiOiI4NzdlMzY0YS02MjEzLTQwNjQtODQ4MC03Y2EzNGZkMzUxYWEiLCJJbXBvcnRJZCI6bnVsbCwiVGl0bGUiOiJIRiBCdWlsZCAyIiwiTm90ZSI6bnVsbCwiSHlwZXJsaW5rIjp7IiRpZCI6IjI1MyIsIkFkZHJlc3MiOiIiLCJTdWJBZGRyZXNzIjoiIn0sIklzQ2hhbmdlZCI6ZmFsc2UsIklzTmV3IjpmYWxzZX0seyIkaWQiOiIyNTQiLCJEYXRlIjoiMjAyMi0wNy0xNVQxNzowMDowMCIsIlN0eWxlIjp7IiRpZCI6IjI1NSIsIlNoYXBlIjoxMywiQ29ubmVjdG9yTWFyZ2luIjp7IiRyZWYiOiI1NCJ9LCJDb25uZWN0b3JTdHlsZSI6eyIkaWQiOiIyNTYiLCJMaW5lQ29sb3IiOnsiJHJlZiI6IjU2In0sIkxpbmVXZWlnaHQiOjEuMCwiTGluZVR5cGUiOjAsIlBhcmVudFN0eWxlIjpudWxsfSwiSXNCZWxvd1RpbWViYW5kIjpmYWxzZSwiUG9zaXRpb25PblRhc2siOjAsIkhpZGVEYXRlIjpmYWxzZSwiU2hhcGVTaXplIjoxLCJTcGFjaW5nIjoyLjAsIlBhZGRpbmciOnsiJHJlZiI6IjU4In0sIlNoYXBlU3R5bGUiOnsiJGlkIjoiMjU3IiwiTWFyZ2luIjp7IiRyZWYiOiI2MCJ9LCJQYWRkaW5nIjp7IiRyZWYiOiI2MSJ9LCJCYWNrZ3JvdW5kIjp7IiRpZCI6IjI1OCIsIkNvbG9yIjp7IiRpZCI6IjI1OSIsIkEiOjI1NSwiUiI6MTE5LCJHIjoxMTksIkIiOjExOX19LCJJc1Zpc2libGUiOnRydWUsIldpZHRoIjoxMy4wLCJIZWlnaHQiOjEzLjAsIkJvcmRlclN0eWxlIjp7IiRpZCI6IjI2MCIsIkxpbmVDb2xvciI6eyIkcmVmIjoiNjUifSwiTGluZVdlaWdodCI6MC4wLCJMaW5lVHlwZSI6MCwiUGFyZW50U3R5bGUiOm51bGx9LCJQYXJlbnRTdHlsZSI6bnVsbH0sIlRpdGxlU3R5bGUiOnsiJGlkIjoiMjYxIiwiRm9udFNldHRpbmdzIjp7IiRpZCI6IjI2MiIsIkZvbnRTaXplIjoxMSwiRm9udE5hbWUiOiJDYWxpYnJpIiwiSXNCb2xkIjp0cnVlLCJJc0l0YWxpYyI6ZmFsc2UsIklzVW5kZXJsaW5lZCI6ZmFsc2UsIlBhcmVudFN0eWxlIjpudWxsfSwiQXV0b1NpemUiOjAsIkZvcmVncm91bmQiOnsiJHJlZiI6IjY5In0sIk1heFdpZHRoIjoyMDAuMCwiTWF4SGVpZ2h0IjoiSW5maW5pdHkiLCJTbWFydEZvcmVncm91bmRJc0FjdGl2ZSI6ZmFsc2UsIkhvcml6b250YWxBbGlnbm1lbnQiOjEsIlZlcnRpY2FsQWxpZ25tZW50IjowLCJTbWFydEZvcmVncm91bmQiOm51bGwsIkJhY2tncm91bmRGaWxsVHlwZSI6MCwiTWFyZ2luIjp7IiRyZWYiOiI3MSJ9LCJQYWRkaW5nIjp7IiRyZWYiOiI3MiJ9LCJCYWNrZ3JvdW5kIjp7IiRyZWYiOiI3MyJ9LCJJc1Zpc2libGUiOnRydWUsIldpZHRoIjowLjAsIkhlaWdodCI6MC4wLCJCb3JkZXJTdHlsZSI6eyIkaWQiOiIyNjMiLCJMaW5lQ29sb3IiOm51bGwsIkxpbmVXZWlnaHQiOjAuMCwiTGluZVR5cGUiOjAsIlBhcmVudFN0eWxlIjpudWxsfSwiUGFyZW50U3R5bGUiOm51bGx9LCJEYXRlU3R5bGUiOnsiJGlkIjoiMjY0IiwiRm9udFNldHRpbmdzIjp7IiRpZCI6IjI2NS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xLCJWZXJ0aWNhbEFsaWdubWVudCI6MCwiU21hcnRGb3JlZ3JvdW5kIjpudWxsLCJCYWNrZ3JvdW5kRmlsbFR5cGUiOjAsIk1hcmdpbiI6eyIkcmVmIjoiNzgifSwiUGFkZGluZyI6eyIkcmVmIjoiNzkifSwiQmFja2dyb3VuZCI6eyIkcmVmIjoiODAifSwiSXNWaXNpYmxlIjp0cnVlLCJXaWR0aCI6MC4wLCJIZWlnaHQiOjAuMCwiQm9yZGVyU3R5bGUiOnsiJGlkIjoiMjY2IiwiTGluZUNvbG9yIjpudWxsLCJMaW5lV2VpZ2h0IjowLjAsIkxpbmVUeXBlIjowLCJQYXJlbnRTdHlsZSI6bnVsbH0sIlBhcmVudFN0eWxlIjpudWxsfSwiRGF0ZUZvcm1hdCI6eyIkcmVmIjoiODEifSwiV2Vla051bWJlcmluZyI6eyIkaWQiOiIyNjciLCJGb3JtYXQiOjAsIklzVmlzaWJsZSI6ZmFsc2UsIkxhc3RLbm93blZpc2liaWxpdHlTdGF0ZSI6ZmFsc2V9LCJJc1Zpc2libGUiOnRydWUsIlBhcmVudFN0eWxlIjpudWxsfSwiSW5kZXgiOjI0LCJQZXJjZW50YWdlQ29tcGxldGUiOm51bGwsIlBvc2l0aW9uIjp7IlJhdGlvIjowLjAsIklzQ3VzdG9tIjpmYWxzZX0sIkRhdGVGb3JtYXQiOnsiJHJlZiI6IjgxIn0sIldlZWtOdW1iZXJpbmciOnsiJGlkIjoiMjY4IiwiRm9ybWF0IjowLCJJc1Zpc2libGUiOmZhbHNlLCJMYXN0S25vd25WaXNpYmlsaXR5U3RhdGUiOmZhbHNlfSwiUmVsYXRlZFRhc2tJZCI6IjAwMDAwMDAwLTAwMDAtMDAwMC0wMDAwLTAwMDAwMDAwMDAwMCIsIklkIjoiN2U4NGY0MmItM2Y4Yi00YjE4LWJkNTYtNjIyYTRiZmJhOGMxIiwiSW1wb3J0SWQiOm51bGwsIlRpdGxlIjoiSEYgQnVpbGQgMyIsIk5vdGUiOm51bGwsIkh5cGVybGluayI6eyIkaWQiOiIyNjkiLCJBZGRyZXNzIjpudWxsLCJTdWJBZGRyZXNzIjpudWxsfSwiSXNDaGFuZ2VkIjpmYWxzZSwiSXNOZXciOmZhbHNlfSx7IiRpZCI6IjI3MCIsIkRhdGUiOiIyMDIyLTA4LTAyVDE3OjAwOjAwIiwiU3R5bGUiOnsiJGlkIjoiMjcxIiwiU2hhcGUiOjIsIkNvbm5lY3Rvck1hcmdpbiI6eyIkcmVmIjoiNTQifSwiQ29ubmVjdG9yU3R5bGUiOnsiJGlkIjoiMjcyIiwiTGluZUNvbG9yIjp7IiRyZWYiOiI1NiJ9LCJMaW5lV2VpZ2h0IjoxLjAsIkxpbmVUeXBlIjowLCJQYXJlbnRTdHlsZSI6bnVsbH0sIklzQmVsb3dUaW1lYmFuZCI6ZmFsc2UsIlBvc2l0aW9uT25UYXNrIjowLCJIaWRlRGF0ZSI6ZmFsc2UsIlNoYXBlU2l6ZSI6MSwiU3BhY2luZyI6Mi4wLCJQYWRkaW5nIjp7IiRyZWYiOiI1OCJ9LCJTaGFwZVN0eWxlIjp7IiRpZCI6IjI3MyIsIk1hcmdpbiI6eyIkcmVmIjoiNjAifSwiUGFkZGluZyI6eyIkcmVmIjoiNjEifSwiQmFja2dyb3VuZCI6eyIkaWQiOiIyNzQiLCJDb2xvciI6eyIkaWQiOiIyNzUiLCJBIjoyNTUsIlIiOjExOSwiRyI6MTE5LCJCIjoxMTl9fSwiSXNWaXNpYmxlIjp0cnVlLCJXaWR0aCI6MTMuMCwiSGVpZ2h0IjoxMy4wLCJCb3JkZXJTdHlsZSI6eyIkaWQiOiIyNzYiLCJMaW5lQ29sb3IiOnsiJHJlZiI6IjY1In0sIkxpbmVXZWlnaHQiOjAuMCwiTGluZVR5cGUiOjAsIlBhcmVudFN0eWxlIjpudWxsfSwiUGFyZW50U3R5bGUiOm51bGx9LCJUaXRsZVN0eWxlIjp7IiRpZCI6IjI3NyIsIkZvbnRTZXR0aW5ncyI6eyIkaWQiOiIyNzgiLCJGb250U2l6ZSI6MTEsIkZvbnROYW1lIjoiQ2FsaWJyaSIsIklzQm9sZCI6dHJ1ZSwiSXNJdGFsaWMiOmZhbHNlLCJJc1VuZGVybGluZWQiOmZhbHNlLCJQYXJlbnRTdHlsZSI6bnVsbH0sIkF1dG9TaXplIjowLCJGb3JlZ3JvdW5kIjp7IiRyZWYiOiI2OSJ9LCJNYXhXaWR0aCI6MjAwLjAsIk1heEhlaWdodCI6IkluZmluaXR5IiwiU21hcnRGb3JlZ3JvdW5kSXNBY3RpdmUiOmZhbHNlLCJIb3Jpem9udGFsQWxpZ25tZW50IjowLCJWZXJ0aWNhbEFsaWdubWVudCI6MCwiU21hcnRGb3JlZ3JvdW5kIjpudWxsLCJCYWNrZ3JvdW5kRmlsbFR5cGUiOjAsIk1hcmdpbiI6eyIkcmVmIjoiNzEifSwiUGFkZGluZyI6eyIkcmVmIjoiNzIifSwiQmFja2dyb3VuZCI6eyIkcmVmIjoiNzMifSwiSXNWaXNpYmxlIjp0cnVlLCJXaWR0aCI6MC4wLCJIZWlnaHQiOjAuMCwiQm9yZGVyU3R5bGUiOnsiJGlkIjoiMjc5IiwiTGluZUNvbG9yIjpudWxsLCJMaW5lV2VpZ2h0IjowLjAsIkxpbmVUeXBlIjowLCJQYXJlbnRTdHlsZSI6bnVsbH0sIlBhcmVudFN0eWxlIjpudWxsfSwiRGF0ZVN0eWxlIjp7IiRpZCI6IjI4MCIsIkZvbnRTZXR0aW5ncyI6eyIkaWQiOiIyODE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gwIn0sIklzVmlzaWJsZSI6dHJ1ZSwiV2lkdGgiOjAuMCwiSGVpZ2h0IjowLjAsIkJvcmRlclN0eWxlIjp7IiRpZCI6IjI4MiIsIkxpbmVDb2xvciI6bnVsbCwiTGluZVdlaWdodCI6MC4wLCJMaW5lVHlwZSI6MCwiUGFyZW50U3R5bGUiOm51bGx9LCJQYXJlbnRTdHlsZSI6bnVsbH0sIkRhdGVGb3JtYXQiOnsiJHJlZiI6IjgxIn0sIldlZWtOdW1iZXJpbmciOnsiJGlkIjoiMjgzIiwiRm9ybWF0IjowLCJJc1Zpc2libGUiOmZhbHNlLCJMYXN0S25vd25WaXNpYmlsaXR5U3RhdGUiOmZhbHNlfSwiSXNWaXNpYmxlIjp0cnVlLCJQYXJlbnRTdHlsZSI6bnVsbH0sIkluZGV4IjoyNSwiUGVyY2VudGFnZUNvbXBsZXRlIjpudWxsLCJQb3NpdGlvbiI6eyJSYXRpbyI6MC4wLCJJc0N1c3RvbSI6ZmFsc2V9LCJEYXRlRm9ybWF0Ijp7IiRyZWYiOiI4MSJ9LCJXZWVrTnVtYmVyaW5nIjp7IiRpZCI6IjI4NCIsIkZvcm1hdCI6MCwiSXNWaXNpYmxlIjpmYWxzZSwiTGFzdEtub3duVmlzaWJpbGl0eVN0YXRlIjpmYWxzZX0sIlJlbGF0ZWRUYXNrSWQiOiIwMDAwMDAwMC0wMDAwLTAwMDAtMDAwMC0wMDAwMDAwMDAwMDAiLCJJZCI6IjFhMjRhZmQzLWQ3OTEtNDVlYy1iMmJjLThiODg2ZWU2YmJhYSIsIkltcG9ydElkIjpudWxsLCJUaXRsZSI6IlZDT08vSG90Zml4IEJ1aWxkIiwiTm90ZSI6bnVsbCwiSHlwZXJsaW5rIjp7IiRpZCI6IjI4NSIsIkFkZHJlc3MiOm51bGwsIlN1YkFkZHJlc3MiOm51bGx9LCJJc0NoYW5nZWQiOmZhbHNlLCJJc05ldyI6ZmFsc2V9LHsiJGlkIjoiMjg2IiwiRGF0ZSI6IjIwMjItMDgtMTFUMTc6MDA6MDAiLCJTdHlsZSI6eyIkaWQiOiIyODciLCJTaGFwZSI6MiwiQ29ubmVjdG9yTWFyZ2luIjp7IiRyZWYiOiI1NCJ9LCJDb25uZWN0b3JTdHlsZSI6eyIkaWQiOiIyODgiLCJMaW5lQ29sb3IiOnsiJHJlZiI6IjU2In0sIkxpbmVXZWlnaHQiOjEuMCwiTGluZVR5cGUiOjAsIlBhcmVudFN0eWxlIjpudWxsfSwiSXNCZWxvd1RpbWViYW5kIjpmYWxzZSwiUG9zaXRpb25PblRhc2siOjAsIkhpZGVEYXRlIjpmYWxzZSwiU2hhcGVTaXplIjoxLCJTcGFjaW5nIjoyLjAsIlBhZGRpbmciOnsiJHJlZiI6IjU4In0sIlNoYXBlU3R5bGUiOnsiJGlkIjoiMjg5IiwiTWFyZ2luIjp7IiRyZWYiOiI2MCJ9LCJQYWRkaW5nIjp7IiRyZWYiOiI2MSJ9LCJCYWNrZ3JvdW5kIjp7IiRpZCI6IjI5MCIsIkNvbG9yIjp7IiRpZCI6IjI5MSIsIkEiOjI1NSwiUiI6MTE5LCJHIjoxMTksIkIiOjExOX19LCJJc1Zpc2libGUiOnRydWUsIldpZHRoIjoxMy4wLCJIZWlnaHQiOjEzLjAsIkJvcmRlclN0eWxlIjp7IiRpZCI6IjI5MiIsIkxpbmVDb2xvciI6eyIkcmVmIjoiNjUifSwiTGluZVdlaWdodCI6MC4wLCJMaW5lVHlwZSI6MCwiUGFyZW50U3R5bGUiOm51bGx9LCJQYXJlbnRTdHlsZSI6bnVsbH0sIlRpdGxlU3R5bGUiOnsiJGlkIjoiMjkzIiwiRm9udFNldHRpbmdzIjp7IiRpZCI6IjI5NCIsIkZvbnRTaXplIjoxMSwiRm9udE5hbWUiOiJDYWxpYnJpIiwiSXNCb2xkIjp0cnVlLCJJc0l0YWxpYyI6ZmFsc2UsIklzVW5kZXJsaW5lZCI6ZmFsc2UsIlBhcmVudFN0eWxlIjpudWxsfSwiQXV0b1NpemUiOjAsIkZvcmVncm91bmQiOnsiJHJlZiI6IjY5In0sIk1heFdpZHRoIjoyMDAuMCwiTWF4SGVpZ2h0IjoiSW5maW5pdHkiLCJTbWFydEZvcmVncm91bmRJc0FjdGl2ZSI6ZmFsc2UsIkhvcml6b250YWxBbGlnbm1lbnQiOjAsIlZlcnRpY2FsQWxpZ25tZW50IjowLCJTbWFydEZvcmVncm91bmQiOm51bGwsIkJhY2tncm91bmRGaWxsVHlwZSI6MCwiTWFyZ2luIjp7IiRyZWYiOiI3MSJ9LCJQYWRkaW5nIjp7IiRyZWYiOiI3MiJ9LCJCYWNrZ3JvdW5kIjp7IiRyZWYiOiI3MyJ9LCJJc1Zpc2libGUiOnRydWUsIldpZHRoIjowLjAsIkhlaWdodCI6MC4wLCJCb3JkZXJTdHlsZSI6eyIkaWQiOiIyOTUiLCJMaW5lQ29sb3IiOm51bGwsIkxpbmVXZWlnaHQiOjAuMCwiTGluZVR5cGUiOjAsIlBhcmVudFN0eWxlIjpudWxsfSwiUGFyZW50U3R5bGUiOm51bGx9LCJEYXRlU3R5bGUiOnsiJGlkIjoiMjk2IiwiRm9udFNldHRpbmdzIjp7IiRpZCI6IjI5Ny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ODAifSwiSXNWaXNpYmxlIjp0cnVlLCJXaWR0aCI6MC4wLCJIZWlnaHQiOjAuMCwiQm9yZGVyU3R5bGUiOnsiJGlkIjoiMjk4IiwiTGluZUNvbG9yIjpudWxsLCJMaW5lV2VpZ2h0IjowLjAsIkxpbmVUeXBlIjowLCJQYXJlbnRTdHlsZSI6bnVsbH0sIlBhcmVudFN0eWxlIjpudWxsfSwiRGF0ZUZvcm1hdCI6eyIkcmVmIjoiODEifSwiV2Vla051bWJlcmluZyI6eyIkaWQiOiIyOTkiLCJGb3JtYXQiOjAsIklzVmlzaWJsZSI6ZmFsc2UsIkxhc3RLbm93blZpc2liaWxpdHlTdGF0ZSI6ZmFsc2V9LCJJc1Zpc2libGUiOnRydWUsIlBhcmVudFN0eWxlIjpudWxsfSwiSW5kZXgiOjI2LCJQZXJjZW50YWdlQ29tcGxldGUiOm51bGwsIlBvc2l0aW9uIjp7IlJhdGlvIjowLjAsIklzQ3VzdG9tIjpmYWxzZX0sIkRhdGVGb3JtYXQiOnsiJHJlZiI6IjgxIn0sIldlZWtOdW1iZXJpbmciOnsiJGlkIjoiMzAwIiwiRm9ybWF0IjowLCJJc1Zpc2libGUiOmZhbHNlLCJMYXN0S25vd25WaXNpYmlsaXR5U3RhdGUiOmZhbHNlfSwiUmVsYXRlZFRhc2tJZCI6IjAwMDAwMDAwLTAwMDAtMDAwMC0wMDAwLTAwMDAwMDAwMDAwMCIsIklkIjoiM2YwNDUyZWMtNTUxZC00ZjBkLTliZTEtNzhlY2M3MTdjYmI1IiwiSW1wb3J0SWQiOm51bGwsIlRpdGxlIjoiVkNPTy9Ib3RmaXggQnVpbGQiLCJOb3RlIjpudWxsLCJIeXBlcmxpbmsiOnsiJGlkIjoiMzAxIiwiQWRkcmVzcyI6IiIsIlN1YkFkZHJlc3MiOiIifSwiSXNDaGFuZ2VkIjpmYWxzZSwiSXNOZXciOmZhbHNlfSx7IiRpZCI6IjMwMiIsIkRhdGUiOiIyMDIyLTA4LTE4VDE3OjAwOjAwIiwiU3R5bGUiOnsiJGlkIjoiMzAzIiwiU2hhcGUiOjIsIkNvbm5lY3Rvck1hcmdpbiI6eyIkcmVmIjoiNTQifSwiQ29ubmVjdG9yU3R5bGUiOnsiJGlkIjoiMzA0IiwiTGluZUNvbG9yIjp7IiRyZWYiOiI1NiJ9LCJMaW5lV2VpZ2h0IjoxLjAsIkxpbmVUeXBlIjowLCJQYXJlbnRTdHlsZSI6bnVsbH0sIklzQmVsb3dUaW1lYmFuZCI6ZmFsc2UsIlBvc2l0aW9uT25UYXNrIjowLCJIaWRlRGF0ZSI6ZmFsc2UsIlNoYXBlU2l6ZSI6MSwiU3BhY2luZyI6Mi4wLCJQYWRkaW5nIjp7IiRyZWYiOiI1OCJ9LCJTaGFwZVN0eWxlIjp7IiRpZCI6IjMwNSIsIk1hcmdpbiI6eyIkcmVmIjoiNjAifSwiUGFkZGluZyI6eyIkcmVmIjoiNjEifSwiQmFja2dyb3VuZCI6eyIkaWQiOiIzMDYiLCJDb2xvciI6eyIkaWQiOiIzMDciLCJBIjoyNTUsIlIiOjExOSwiRyI6MTE5LCJCIjoxMTl9fSwiSXNWaXNpYmxlIjp0cnVlLCJXaWR0aCI6MTMuMCwiSGVpZ2h0IjoxMy4wLCJCb3JkZXJTdHlsZSI6eyIkaWQiOiIzMDgiLCJMaW5lQ29sb3IiOnsiJHJlZiI6IjY1In0sIkxpbmVXZWlnaHQiOjAuMCwiTGluZVR5cGUiOjAsIlBhcmVudFN0eWxlIjpudWxsfSwiUGFyZW50U3R5bGUiOm51bGx9LCJUaXRsZVN0eWxlIjp7IiRpZCI6IjMwOSIsIkZvbnRTZXR0aW5ncyI6eyIkaWQiOiIzMTAiLCJGb250U2l6ZSI6MTEsIkZvbnROYW1lIjoiQ2FsaWJyaSIsIklzQm9sZCI6dHJ1ZSwiSXNJdGFsaWMiOmZhbHNlLCJJc1VuZGVybGluZWQiOmZhbHNlLCJQYXJlbnRTdHlsZSI6bnVsbH0sIkF1dG9TaXplIjowLCJGb3JlZ3JvdW5kIjp7IiRyZWYiOiI2OSJ9LCJNYXhXaWR0aCI6MjAwLjAsIk1heEhlaWdodCI6IkluZmluaXR5IiwiU21hcnRGb3JlZ3JvdW5kSXNBY3RpdmUiOmZhbHNlLCJIb3Jpem9udGFsQWxpZ25tZW50IjowLCJWZXJ0aWNhbEFsaWdubWVudCI6MCwiU21hcnRGb3JlZ3JvdW5kIjpudWxsLCJCYWNrZ3JvdW5kRmlsbFR5cGUiOjAsIk1hcmdpbiI6eyIkcmVmIjoiNzEifSwiUGFkZGluZyI6eyIkcmVmIjoiNzIifSwiQmFja2dyb3VuZCI6eyIkcmVmIjoiNzMifSwiSXNWaXNpYmxlIjp0cnVlLCJXaWR0aCI6MC4wLCJIZWlnaHQiOjAuMCwiQm9yZGVyU3R5bGUiOnsiJGlkIjoiMzExIiwiTGluZUNvbG9yIjpudWxsLCJMaW5lV2VpZ2h0IjowLjAsIkxpbmVUeXBlIjowLCJQYXJlbnRTdHlsZSI6bnVsbH0sIlBhcmVudFN0eWxlIjpudWxsfSwiRGF0ZVN0eWxlIjp7IiRpZCI6IjMxMiIsIkZvbnRTZXR0aW5ncyI6eyIkaWQiOiIzMTM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gwIn0sIklzVmlzaWJsZSI6dHJ1ZSwiV2lkdGgiOjAuMCwiSGVpZ2h0IjowLjAsIkJvcmRlclN0eWxlIjp7IiRpZCI6IjMxNCIsIkxpbmVDb2xvciI6bnVsbCwiTGluZVdlaWdodCI6MC4wLCJMaW5lVHlwZSI6MCwiUGFyZW50U3R5bGUiOm51bGx9LCJQYXJlbnRTdHlsZSI6bnVsbH0sIkRhdGVGb3JtYXQiOnsiJHJlZiI6IjgxIn0sIldlZWtOdW1iZXJpbmciOnsiJGlkIjoiMzE1IiwiRm9ybWF0IjowLCJJc1Zpc2libGUiOmZhbHNlLCJMYXN0S25vd25WaXNpYmlsaXR5U3RhdGUiOmZhbHNlfSwiSXNWaXNpYmxlIjp0cnVlLCJQYXJlbnRTdHlsZSI6bnVsbH0sIkluZGV4IjoyNywiUGVyY2VudGFnZUNvbXBsZXRlIjpudWxsLCJQb3NpdGlvbiI6eyJSYXRpbyI6MC4wLCJJc0N1c3RvbSI6ZmFsc2V9LCJEYXRlRm9ybWF0Ijp7IiRyZWYiOiI4MSJ9LCJXZWVrTnVtYmVyaW5nIjp7IiRpZCI6IjMxNiIsIkZvcm1hdCI6MCwiSXNWaXNpYmxlIjpmYWxzZSwiTGFzdEtub3duVmlzaWJpbGl0eVN0YXRlIjpmYWxzZX0sIlJlbGF0ZWRUYXNrSWQiOiIwMDAwMDAwMC0wMDAwLTAwMDAtMDAwMC0wMDAwMDAwMDAwMDAiLCJJZCI6ImI2ZDBiMTg4LTI4OWYtNDhjOC1hZWRiLWZkOTRjMGNlMzM1OSIsIkltcG9ydElkIjpudWxsLCJUaXRsZSI6IlZDT08vSG90Zml4IEJ1aWxkIiwiTm90ZSI6bnVsbCwiSHlwZXJsaW5rIjp7IiRpZCI6IjMxNyIsIkFkZHJlc3MiOiIiLCJTdWJBZGRyZXNzIjoiIn0sIklzQ2hhbmdlZCI6ZmFsc2UsIklzTmV3IjpmYWxzZX0seyIkaWQiOiIzMTgiLCJEYXRlIjoiMjAyMi0wOC0yNVQxNzowMDowMCIsIlN0eWxlIjp7IiRpZCI6IjMxOSIsIlNoYXBlIjoyLCJDb25uZWN0b3JNYXJnaW4iOnsiJHJlZiI6IjU0In0sIkNvbm5lY3RvclN0eWxlIjp7IiRpZCI6IjMyMCIsIkxpbmVDb2xvciI6eyIkcmVmIjoiNTYifSwiTGluZVdlaWdodCI6MS4wLCJMaW5lVHlwZSI6MCwiUGFyZW50U3R5bGUiOm51bGx9LCJJc0JlbG93VGltZWJhbmQiOmZhbHNlLCJQb3NpdGlvbk9uVGFzayI6MCwiSGlkZURhdGUiOmZhbHNlLCJTaGFwZVNpemUiOjEsIlNwYWNpbmciOjIuMCwiUGFkZGluZyI6eyIkcmVmIjoiNTgifSwiU2hhcGVTdHlsZSI6eyIkaWQiOiIzMjEiLCJNYXJnaW4iOnsiJHJlZiI6IjYwIn0sIlBhZGRpbmciOnsiJHJlZiI6IjYxIn0sIkJhY2tncm91bmQiOnsiJGlkIjoiMzIyIiwiQ29sb3IiOnsiJGlkIjoiMzIzIiwiQSI6MjU1LCJSIjoxMTksIkciOjExOSwiQiI6MTE5fX0sIklzVmlzaWJsZSI6dHJ1ZSwiV2lkdGgiOjEzLjAsIkhlaWdodCI6MTMuMCwiQm9yZGVyU3R5bGUiOnsiJGlkIjoiMzI0IiwiTGluZUNvbG9yIjp7IiRyZWYiOiI2NSJ9LCJMaW5lV2VpZ2h0IjowLjAsIkxpbmVUeXBlIjowLCJQYXJlbnRTdHlsZSI6bnVsbH0sIlBhcmVudFN0eWxlIjpudWxsfSwiVGl0bGVTdHlsZSI6eyIkaWQiOiIzMjUiLCJGb250U2V0dGluZ3MiOnsiJGlkIjoiMzI2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CwiVmVydGljYWxBbGlnbm1lbnQiOjAsIlNtYXJ0Rm9yZWdyb3VuZCI6bnVsbCwiQmFja2dyb3VuZEZpbGxUeXBlIjowLCJNYXJnaW4iOnsiJHJlZiI6IjcxIn0sIlBhZGRpbmciOnsiJHJlZiI6IjcyIn0sIkJhY2tncm91bmQiOnsiJHJlZiI6IjczIn0sIklzVmlzaWJsZSI6dHJ1ZSwiV2lkdGgiOjAuMCwiSGVpZ2h0IjowLjAsIkJvcmRlclN0eWxlIjp7IiRpZCI6IjMyNyIsIkxpbmVDb2xvciI6bnVsbCwiTGluZVdlaWdodCI6MC4wLCJMaW5lVHlwZSI6MCwiUGFyZW50U3R5bGUiOm51bGx9LCJQYXJlbnRTdHlsZSI6bnVsbH0sIkRhdGVTdHlsZSI6eyIkaWQiOiIzMjgiLCJGb250U2V0dGluZ3MiOnsiJGlkIjoiMzI5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zMzAiLCJMaW5lQ29sb3IiOm51bGwsIkxpbmVXZWlnaHQiOjAuMCwiTGluZVR5cGUiOjAsIlBhcmVudFN0eWxlIjpudWxsfSwiUGFyZW50U3R5bGUiOm51bGx9LCJEYXRlRm9ybWF0Ijp7IiRyZWYiOiI4MSJ9LCJXZWVrTnVtYmVyaW5nIjp7IiRpZCI6IjMzMSIsIkZvcm1hdCI6MCwiSXNWaXNpYmxlIjpmYWxzZSwiTGFzdEtub3duVmlzaWJpbGl0eVN0YXRlIjpmYWxzZX0sIklzVmlzaWJsZSI6dHJ1ZSwiUGFyZW50U3R5bGUiOm51bGx9LCJJbmRleCI6MjgsIlBlcmNlbnRhZ2VDb21wbGV0ZSI6bnVsbCwiUG9zaXRpb24iOnsiUmF0aW8iOjAuMCwiSXNDdXN0b20iOmZhbHNlfSwiRGF0ZUZvcm1hdCI6eyIkcmVmIjoiODEifSwiV2Vla051bWJlcmluZyI6eyIkaWQiOiIzMzIiLCJGb3JtYXQiOjAsIklzVmlzaWJsZSI6ZmFsc2UsIkxhc3RLbm93blZpc2liaWxpdHlTdGF0ZSI6ZmFsc2V9LCJSZWxhdGVkVGFza0lkIjoiMDAwMDAwMDAtMDAwMC0wMDAwLTAwMDAtMDAwMDAwMDAwMDAwIiwiSWQiOiI3MzU0YWI5MS1iYWI2LTRkYTktYjc3Zi05ZTQ4MzJlNzY4N2UiLCJJbXBvcnRJZCI6bnVsbCwiVGl0bGUiOiJWQ09PL0hvdGZpeCBCdWlsZCAoVEJDKSIsIk5vdGUiOm51bGwsIkh5cGVybGluayI6eyIkaWQiOiIzMzMiLCJBZGRyZXNzIjoiIiwiU3ViQWRkcmVzcyI6IiJ9LCJJc0NoYW5nZWQiOmZhbHNlLCJJc05ldyI6ZmFsc2V9LHsiJGlkIjoiMzM0IiwiRGF0ZSI6IjIwMjItMDctMjhUMTc6MDA6MDAiLCJTdHlsZSI6eyIkaWQiOiIzMzUiLCJTaGFwZSI6MTMsIkNvbm5lY3Rvck1hcmdpbiI6eyIkcmVmIjoiNTQifSwiQ29ubmVjdG9yU3R5bGUiOnsiJGlkIjoiMzM2IiwiTGluZUNvbG9yIjp7IiRpZCI6IjMzNyIsIiR0eXBlIjoiTkxSRS5Db21tb24uRG9tLlNvbGlkQ29sb3JCcnVzaCwgTkxSRS5Db21tb24iLCJDb2xvciI6eyIkaWQiOiIzMzgiLCJBIjoxMjcsIlIiOjc5LCJHIjoxMjksIkIiOjE4OX19LCJMaW5lV2VpZ2h0IjoxLjAsIkxpbmVUeXBlIjowLCJQYXJlbnRTdHlsZSI6bnVsbH0sIklzQmVsb3dUaW1lYmFuZCI6ZmFsc2UsIlBvc2l0aW9uT25UYXNrIjowLCJIaWRlRGF0ZSI6ZmFsc2UsIlNoYXBlU2l6ZSI6MSwiU3BhY2luZyI6Mi4wLCJQYWRkaW5nIjp7IiRyZWYiOiI1OCJ9LCJTaGFwZVN0eWxlIjp7IiRpZCI6IjMzOSIsIk1hcmdpbiI6eyIkcmVmIjoiNjAifSwiUGFkZGluZyI6eyIkcmVmIjoiNjEifSwiQmFja2dyb3VuZCI6eyIkaWQiOiIzNDAiLCJDb2xvciI6eyIkaWQiOiIzNDEiLCJBIjoyNTUsIlIiOjExOSwiRyI6MTE5LCJCIjoxMTl9fSwiSXNWaXNpYmxlIjp0cnVlLCJXaWR0aCI6MTguMCwiSGVpZ2h0IjoyMC4wLCJCb3JkZXJTdHlsZSI6eyIkaWQiOiIzNDIiLCJMaW5lQ29sb3IiOnsiJHJlZiI6IjY1In0sIkxpbmVXZWlnaHQiOjAuMCwiTGluZVR5cGUiOjAsIlBhcmVudFN0eWxlIjpudWxsfSwiUGFyZW50U3R5bGUiOm51bGx9LCJUaXRsZVN0eWxlIjp7IiRpZCI6IjM0MyIsIkZvbnRTZXR0aW5ncyI6eyIkaWQiOiIzNDQiLCJGb250U2l6ZSI6MTEsIkZvbnROYW1lIjoiQ2FsaWJyaSIsIklzQm9sZCI6dHJ1ZSwiSXNJdGFsaWMiOmZhbHNlLCJJc1VuZGVybGluZWQiOmZhbHNlLCJQYXJlbnRTdHlsZSI6bnVsbH0sIkF1dG9TaXplIjowLCJGb3JlZ3JvdW5kIjp7IiRpZCI6IjM0NSIsIkNvbG9yIjp7IiRpZCI6IjM0Ni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EifSwiUGFkZGluZyI6eyIkcmVmIjoiNzIifSwiQmFja2dyb3VuZCI6eyIkcmVmIjoiNzMifSwiSXNWaXNpYmxlIjp0cnVlLCJXaWR0aCI6MC4wLCJIZWlnaHQiOjAuMCwiQm9yZGVyU3R5bGUiOnsiJGlkIjoiMzQ3IiwiTGluZUNvbG9yIjpudWxsLCJMaW5lV2VpZ2h0IjowLjAsIkxpbmVUeXBlIjowLCJQYXJlbnRTdHlsZSI6bnVsbH0sIlBhcmVudFN0eWxlIjpudWxsfSwiRGF0ZVN0eWxlIjp7IiRpZCI6IjM0OCIsIkZvbnRTZXR0aW5ncyI6eyIkaWQiOiIzNDkiLCJGb250U2l6ZSI6MTAsIkZvbnROYW1lIjoiQ2FsaWJyaSIsIklzQm9sZCI6ZmFsc2UsIklzSXRhbGljIjpmYWxzZSwiSXNVbmRlcmxpbmVkIjpmYWxzZSwiUGFyZW50U3R5bGUiOm51bGx9LCJBdXRvU2l6ZSI6MCwiRm9yZWdyb3VuZCI6eyIkaWQiOiIzNTAiLCJDb2xvciI6eyIkaWQiOiIzN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yZWYiOiI3OCJ9LCJQYWRkaW5nIjp7IiRyZWYiOiI3OSJ9LCJCYWNrZ3JvdW5kIjp7IiRyZWYiOiI4MCJ9LCJJc1Zpc2libGUiOnRydWUsIldpZHRoIjowLjAsIkhlaWdodCI6MC4wLCJCb3JkZXJTdHlsZSI6eyIkaWQiOiIzNTIiLCJMaW5lQ29sb3IiOm51bGwsIkxpbmVXZWlnaHQiOjAuMCwiTGluZVR5cGUiOjAsIlBhcmVudFN0eWxlIjpudWxsfSwiUGFyZW50U3R5bGUiOm51bGx9LCJEYXRlRm9ybWF0Ijp7IiRyZWYiOiI4MSJ9LCJXZWVrTnVtYmVyaW5nIjp7IiRpZCI6IjM1MyIsIkZvcm1hdCI6MCwiSXNWaXNpYmxlIjpmYWxzZSwiTGFzdEtub3duVmlzaWJpbGl0eVN0YXRlIjpmYWxzZX0sIklzVmlzaWJsZSI6dHJ1ZSwiUGFyZW50U3R5bGUiOm51bGx9LCJJbmRleCI6MjksIlBlcmNlbnRhZ2VDb21wbGV0ZSI6bnVsbCwiUG9zaXRpb24iOnsiUmF0aW8iOjAuMCwiSXNDdXN0b20iOmZhbHNlfSwiRGF0ZUZvcm1hdCI6eyIkcmVmIjoiODEifSwiV2Vla051bWJlcmluZyI6eyIkaWQiOiIzNTQiLCJGb3JtYXQiOjAsIklzVmlzaWJsZSI6ZmFsc2UsIkxhc3RLbm93blZpc2liaWxpdHlTdGF0ZSI6ZmFsc2V9LCJSZWxhdGVkVGFza0lkIjoiMDAwMDAwMDAtMDAwMC0wMDAwLTAwMDAtMDAwMDAwMDAwMDAwIiwiSWQiOiIyYmQ4M2E4NS0wODdiLTRkYmUtYjcxMC0zNTJhYjc1YzcxYzUiLCJJbXBvcnRJZCI6bnVsbCwiVGl0bGUiOiJSMS4xIEdvLUxpdmUiLCJOb3RlIjpudWxsLCJIeXBlcmxpbmsiOnsiJGlkIjoiMzU1IiwiQWRkcmVzcyI6bnVsbCwiU3ViQWRkcmVzcyI6bnVsbH0sIklzQ2hhbmdlZCI6ZmFsc2UsIklzTmV3IjpmYWxzZX0seyIkaWQiOiIzNTYiLCJEYXRlIjoiMjAyMi0xMC0xN1QxNzowMDowMCIsIlN0eWxlIjp7IiRpZCI6IjM1NyIsIlNoYXBlIjoxMywiQ29ubmVjdG9yTWFyZ2luIjp7IiRyZWYiOiI1NCJ9LCJDb25uZWN0b3JTdHlsZSI6eyIkaWQiOiIzNTgiLCJMaW5lQ29sb3IiOnsiJHJlZiI6IjU2In0sIkxpbmVXZWlnaHQiOjEuMCwiTGluZVR5cGUiOjAsIlBhcmVudFN0eWxlIjpudWxsfSwiSXNCZWxvd1RpbWViYW5kIjpmYWxzZSwiUG9zaXRpb25PblRhc2siOjAsIkhpZGVEYXRlIjpmYWxzZSwiU2hhcGVTaXplIjoxLCJTcGFjaW5nIjoyLjAsIlBhZGRpbmciOnsiJHJlZiI6IjU4In0sIlNoYXBlU3R5bGUiOnsiJGlkIjoiMzU5IiwiTWFyZ2luIjp7IiRyZWYiOiI2MCJ9LCJQYWRkaW5nIjp7IiRyZWYiOiI2MSJ9LCJCYWNrZ3JvdW5kIjp7IiRpZCI6IjM2MCIsIkNvbG9yIjp7IiRpZCI6IjM2MSIsIkEiOjI1NSwiUiI6MTE5LCJHIjoxMTksIkIiOjExOX19LCJJc1Zpc2libGUiOnRydWUsIldpZHRoIjoxMy4wLCJIZWlnaHQiOjEzLjAsIkJvcmRlclN0eWxlIjp7IiRpZCI6IjM2MiIsIkxpbmVDb2xvciI6eyIkcmVmIjoiNjUifSwiTGluZVdlaWdodCI6MC4wLCJMaW5lVHlwZSI6MCwiUGFyZW50U3R5bGUiOm51bGx9LCJQYXJlbnRTdHlsZSI6bnVsbH0sIlRpdGxlU3R5bGUiOnsiJGlkIjoiMzYzIiwiRm9udFNldHRpbmdzIjp7IiRpZCI6IjM2NCIsIkZvbnRTaXplIjoxMSwiRm9udE5hbWUiOiJDYWxpYnJpIiwiSXNCb2xkIjp0cnVlLCJJc0l0YWxpYyI6ZmFsc2UsIklzVW5kZXJsaW5lZCI6ZmFsc2UsIlBhcmVudFN0eWxlIjpudWxsfSwiQXV0b1NpemUiOjAsIkZvcmVncm91bmQiOnsiJHJlZiI6IjY5In0sIk1heFdpZHRoIjoyMDAuMCwiTWF4SGVpZ2h0IjoiSW5maW5pdHkiLCJTbWFydEZvcmVncm91bmRJc0FjdGl2ZSI6ZmFsc2UsIkhvcml6b250YWxBbGlnbm1lbnQiOjEsIlZlcnRpY2FsQWxpZ25tZW50IjowLCJTbWFydEZvcmVncm91bmQiOm51bGwsIkJhY2tncm91bmRGaWxsVHlwZSI6MCwiTWFyZ2luIjp7IiRyZWYiOiI3MSJ9LCJQYWRkaW5nIjp7IiRyZWYiOiI3MiJ9LCJCYWNrZ3JvdW5kIjp7IiRyZWYiOiI3MyJ9LCJJc1Zpc2libGUiOnRydWUsIldpZHRoIjowLjAsIkhlaWdodCI6MC4wLCJCb3JkZXJTdHlsZSI6eyIkaWQiOiIzNjUiLCJMaW5lQ29sb3IiOm51bGwsIkxpbmVXZWlnaHQiOjAuMCwiTGluZVR5cGUiOjAsIlBhcmVudFN0eWxlIjpudWxsfSwiUGFyZW50U3R5bGUiOm51bGx9LCJEYXRlU3R5bGUiOnsiJGlkIjoiMzY2IiwiRm9udFNldHRpbmdzIjp7IiRpZCI6IjM2Ny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xLCJWZXJ0aWNhbEFsaWdubWVudCI6MCwiU21hcnRGb3JlZ3JvdW5kIjpudWxsLCJCYWNrZ3JvdW5kRmlsbFR5cGUiOjAsIk1hcmdpbiI6eyIkcmVmIjoiNzgifSwiUGFkZGluZyI6eyIkcmVmIjoiNzkifSwiQmFja2dyb3VuZCI6eyIkcmVmIjoiODAifSwiSXNWaXNpYmxlIjp0cnVlLCJXaWR0aCI6MC4wLCJIZWlnaHQiOjAuMCwiQm9yZGVyU3R5bGUiOnsiJGlkIjoiMzY4IiwiTGluZUNvbG9yIjpudWxsLCJMaW5lV2VpZ2h0IjowLjAsIkxpbmVUeXBlIjowLCJQYXJlbnRTdHlsZSI6bnVsbH0sIlBhcmVudFN0eWxlIjpudWxsfSwiRGF0ZUZvcm1hdCI6eyIkcmVmIjoiODEifSwiV2Vla051bWJlcmluZyI6eyIkaWQiOiIzNjkiLCJGb3JtYXQiOjAsIklzVmlzaWJsZSI6ZmFsc2UsIkxhc3RLbm93blZpc2liaWxpdHlTdGF0ZSI6ZmFsc2V9LCJJc1Zpc2libGUiOnRydWUsIlBhcmVudFN0eWxlIjpudWxsfSwiSW5kZXgiOjMwLCJQZXJjZW50YWdlQ29tcGxldGUiOm51bGwsIlBvc2l0aW9uIjp7IlJhdGlvIjowLjAsIklzQ3VzdG9tIjpmYWxzZX0sIkRhdGVGb3JtYXQiOnsiJHJlZiI6IjgxIn0sIldlZWtOdW1iZXJpbmciOnsiJGlkIjoiMzcwIiwiRm9ybWF0IjowLCJJc1Zpc2libGUiOmZhbHNlLCJMYXN0S25vd25WaXNpYmlsaXR5U3RhdGUiOmZhbHNlfSwiUmVsYXRlZFRhc2tJZCI6IjAwMDAwMDAwLTAwMDAtMDAwMC0wMDAwLTAwMDAwMDAwMDAwMCIsIklkIjoiOTFiMzM5NGEtNzllNy00NzhjLWE5ODMtOTY1Yzc2N2M0ZThmIiwiSW1wb3J0SWQiOm51bGwsIlRpdGxlIjoiR28gTm8gR28gRGVjaXNpb24iLCJOb3RlIjpudWxsLCJIeXBlcmxpbmsiOnsiJGlkIjoiMzcxIiwiQWRkcmVzcyI6IiIsIlN1YkFkZHJlc3MiOiIifSwiSXNDaGFuZ2VkIjpmYWxzZSwiSXNOZXciOmZhbHNlfSx7IiRpZCI6IjM3MiIsIkRhdGUiOiIyMDIyLTEwLTI0VDE3OjAwOjAwIiwiU3R5bGUiOnsiJGlkIjoiMzczIiwiU2hhcGUiOjEzLCJDb25uZWN0b3JNYXJnaW4iOnsiJHJlZiI6IjU0In0sIkNvbm5lY3RvclN0eWxlIjp7IiRpZCI6IjM3NCIsIkxpbmVDb2xvciI6eyIkcmVmIjoiNTYifSwiTGluZVdlaWdodCI6MS4wLCJMaW5lVHlwZSI6MCwiUGFyZW50U3R5bGUiOm51bGx9LCJJc0JlbG93VGltZWJhbmQiOmZhbHNlLCJQb3NpdGlvbk9uVGFzayI6MCwiSGlkZURhdGUiOmZhbHNlLCJTaGFwZVNpemUiOjEsIlNwYWNpbmciOjIuMCwiUGFkZGluZyI6eyIkcmVmIjoiNTgifSwiU2hhcGVTdHlsZSI6eyIkaWQiOiIzNzUiLCJNYXJnaW4iOnsiJHJlZiI6IjYwIn0sIlBhZGRpbmciOnsiJHJlZiI6IjYxIn0sIkJhY2tncm91bmQiOnsiJGlkIjoiMzc2IiwiQ29sb3IiOnsiJGlkIjoiMzc3IiwiQSI6MjU1LCJSIjoxMTksIkciOjExOSwiQiI6MTE5fX0sIklzVmlzaWJsZSI6dHJ1ZSwiV2lkdGgiOjE4LjAsIkhlaWdodCI6MjAuMCwiQm9yZGVyU3R5bGUiOnsiJGlkIjoiMzc4IiwiTGluZUNvbG9yIjp7IiRpZCI6IjM3OSIsIiR0eXBlIjoiTkxSRS5Db21tb24uRG9tLlNvbGlkQ29sb3JCcnVzaCwgTkxSRS5Db21tb24iLCJDb2xvciI6eyIkaWQiOiIzODAiLCJBIjoyNTUsIlIiOjAsIkciOjExMCwiQiI6MTIzfX0sIkxpbmVXZWlnaHQiOjIuNjY2NjY2NzUsIkxpbmVUeXBlIjowLCJQYXJlbnRTdHlsZSI6bnVsbH0sIlBhcmVudFN0eWxlIjpudWxsfSwiVGl0bGVTdHlsZSI6eyIkaWQiOiIzODEiLCJGb250U2V0dGluZ3MiOnsiJGlkIjoiMzgyIiwiRm9udFNpemUiOjExLCJGb250TmFtZSI6IkNhbGlicmkiLCJJc0JvbGQiOnRydWUsIklzSXRhbGljIjpmYWxzZSwiSXNVbmRlcmxpbmVkIjpmYWxzZSwiUGFyZW50U3R5bGUiOm51bGx9LCJBdXRvU2l6ZSI6MCwiRm9yZWdyb3VuZCI6eyIkaWQiOiIzODMiLCJDb2xvciI6eyIkaWQiOiIzODQ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HJlZiI6IjczIn0sIklzVmlzaWJsZSI6dHJ1ZSwiV2lkdGgiOjAuMCwiSGVpZ2h0IjowLjAsIkJvcmRlclN0eWxlIjp7IiRpZCI6IjM4NSIsIkxpbmVDb2xvciI6bnVsbCwiTGluZVdlaWdodCI6MC4wLCJMaW5lVHlwZSI6MCwiUGFyZW50U3R5bGUiOm51bGx9LCJQYXJlbnRTdHlsZSI6bnVsbH0sIkRhdGVTdHlsZSI6eyIkaWQiOiIzODYiLCJGb250U2V0dGluZ3MiOnsiJGlkIjoiMzg3IiwiRm9udFNpemUiOjEwLCJGb250TmFtZSI6IkNhbGlicmkiLCJJc0JvbGQiOmZhbHNlLCJJc0l0YWxpYyI6ZmFsc2UsIklzVW5kZXJsaW5lZCI6ZmFsc2UsIlBhcmVudFN0eWxlIjpudWxsfSwiQXV0b1NpemUiOjAsIkZvcmVncm91bmQiOnsiJGlkIjoiMzg4IiwiQ29sb3IiOnsiJGlkIjoiMzg5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NzgifSwiUGFkZGluZyI6eyIkcmVmIjoiNzkifSwiQmFja2dyb3VuZCI6eyIkcmVmIjoiODAifSwiSXNWaXNpYmxlIjp0cnVlLCJXaWR0aCI6MC4wLCJIZWlnaHQiOjAuMCwiQm9yZGVyU3R5bGUiOnsiJGlkIjoiMzkwIiwiTGluZUNvbG9yIjpudWxsLCJMaW5lV2VpZ2h0IjowLjAsIkxpbmVUeXBlIjowLCJQYXJlbnRTdHlsZSI6bnVsbH0sIlBhcmVudFN0eWxlIjpudWxsfSwiRGF0ZUZvcm1hdCI6eyIkcmVmIjoiODEifSwiV2Vla051bWJlcmluZyI6eyIkaWQiOiIzOTEiLCJGb3JtYXQiOjAsIklzVmlzaWJsZSI6ZmFsc2UsIkxhc3RLbm93blZpc2liaWxpdHlTdGF0ZSI6ZmFsc2V9LCJJc1Zpc2libGUiOnRydWUsIlBhcmVudFN0eWxlIjpudWxsfSwiSW5kZXgiOjMxLCJQZXJjZW50YWdlQ29tcGxldGUiOjAuMCwiUG9zaXRpb24iOnsiUmF0aW8iOjAuMCwiSXNDdXN0b20iOmZhbHNlfSwiRGF0ZUZvcm1hdCI6eyIkcmVmIjoiODEifSwiV2Vla051bWJlcmluZyI6eyIkaWQiOiIzOTIiLCJGb3JtYXQiOjAsIklzVmlzaWJsZSI6ZmFsc2UsIkxhc3RLbm93blZpc2liaWxpdHlTdGF0ZSI6ZmFsc2V9LCJSZWxhdGVkVGFza0lkIjoiMDAwMDAwMDAtMDAwMC0wMDAwLTAwMDAtMDAwMDAwMDAwMDAwIiwiSWQiOiI1NzI3MzA4Mi04YzE4LTQ2N2QtODU3MS04NGRkODFkMGVmNjgiLCJJbXBvcnRJZCI6bnVsbCwiVGl0bGUiOiJWQ09PIEdvLUxpdmUgKFRCQykiLCJOb3RlIjpudWxsLCJIeXBlcmxpbmsiOnsiJGlkIjoiMzkzIiwiQWRkcmVzcyI6bnVsbCwiU3ViQWRkcmVzcyI6bnVsbH0sIklzQ2hhbmdlZCI6ZmFsc2UsIklzTmV3IjpmYWxzZX0seyIkaWQiOiIzOTQiLCJEYXRlIjoiMjAyMi0wOC0wOVQxNzowMDowMCIsIlN0eWxlIjp7IiRpZCI6IjM5NSIsIlNoYXBlIjoyLCJDb25uZWN0b3JNYXJnaW4iOnsiJHJlZiI6IjU0In0sIkNvbm5lY3RvclN0eWxlIjp7IiRpZCI6IjM5NiIsIkxpbmVDb2xvciI6eyIkcmVmIjoiNTYifSwiTGluZVdlaWdodCI6MS4wLCJMaW5lVHlwZSI6MCwiUGFyZW50U3R5bGUiOm51bGx9LCJJc0JlbG93VGltZWJhbmQiOmZhbHNlLCJQb3NpdGlvbk9uVGFzayI6MCwiSGlkZURhdGUiOmZhbHNlLCJTaGFwZVNpemUiOjEsIlNwYWNpbmciOjIuMCwiUGFkZGluZyI6eyIkcmVmIjoiNTgifSwiU2hhcGVTdHlsZSI6eyIkaWQiOiIzOTciLCJNYXJnaW4iOnsiJHJlZiI6IjYwIn0sIlBhZGRpbmciOnsiJHJlZiI6IjYxIn0sIkJhY2tncm91bmQiOnsiJGlkIjoiMzk4IiwiQ29sb3IiOnsiJGlkIjoiMzk5IiwiQSI6MjU1LCJSIjoyMzQsIkciOjIyLCJCIjozMH19LCJJc1Zpc2libGUiOnRydWUsIldpZHRoIjoxMy4wLCJIZWlnaHQiOjEzLjAsIkJvcmRlclN0eWxlIjp7IiRpZCI6IjQwMCIsIkxpbmVDb2xvciI6eyIkcmVmIjoiNjUifSwiTGluZVdlaWdodCI6MC4wLCJMaW5lVHlwZSI6MCwiUGFyZW50U3R5bGUiOm51bGx9LCJQYXJlbnRTdHlsZSI6bnVsbH0sIlRpdGxlU3R5bGUiOnsiJGlkIjoiNDAxIiwiRm9udFNldHRpbmdzIjp7IiRpZCI6IjQwMiIsIkZvbnRTaXplIjoxMSwiRm9udE5hbWUiOiJDYWxpYnJpIiwiSXNCb2xkIjp0cnVlLCJJc0l0YWxpYyI6ZmFsc2UsIklzVW5kZXJsaW5lZCI6ZmFsc2UsIlBhcmVudFN0eWxlIjpudWxsfSwiQXV0b1NpemUiOjAsIkZvcmVncm91bmQiOnsiJHJlZiI6IjY5In0sIk1heFdpZHRoIjoyMDAuMCwiTWF4SGVpZ2h0IjoiSW5maW5pdHkiLCJTbWFydEZvcmVncm91bmRJc0FjdGl2ZSI6ZmFsc2UsIkhvcml6b250YWxBbGlnbm1lbnQiOjAsIlZlcnRpY2FsQWxpZ25tZW50IjowLCJTbWFydEZvcmVncm91bmQiOm51bGwsIkJhY2tncm91bmRGaWxsVHlwZSI6MCwiTWFyZ2luIjp7IiRyZWYiOiI3MSJ9LCJQYWRkaW5nIjp7IiRyZWYiOiI3MiJ9LCJCYWNrZ3JvdW5kIjp7IiRyZWYiOiI3MyJ9LCJJc1Zpc2libGUiOnRydWUsIldpZHRoIjowLjAsIkhlaWdodCI6MC4wLCJCb3JkZXJTdHlsZSI6eyIkaWQiOiI0MDMiLCJMaW5lQ29sb3IiOm51bGwsIkxpbmVXZWlnaHQiOjAuMCwiTGluZVR5cGUiOjAsIlBhcmVudFN0eWxlIjpudWxsfSwiUGFyZW50U3R5bGUiOm51bGx9LCJEYXRlU3R5bGUiOnsiJGlkIjoiNDA0IiwiRm9udFNldHRpbmdzIjp7IiRpZCI6IjQwNS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ODAifSwiSXNWaXNpYmxlIjp0cnVlLCJXaWR0aCI6MC4wLCJIZWlnaHQiOjAuMCwiQm9yZGVyU3R5bGUiOnsiJGlkIjoiNDA2IiwiTGluZUNvbG9yIjpudWxsLCJMaW5lV2VpZ2h0IjowLjAsIkxpbmVUeXBlIjowLCJQYXJlbnRTdHlsZSI6bnVsbH0sIlBhcmVudFN0eWxlIjpudWxsfSwiRGF0ZUZvcm1hdCI6eyIkcmVmIjoiODEifSwiV2Vla051bWJlcmluZyI6eyIkaWQiOiI0MDciLCJGb3JtYXQiOjAsIklzVmlzaWJsZSI6ZmFsc2UsIkxhc3RLbm93blZpc2liaWxpdHlTdGF0ZSI6ZmFsc2V9LCJJc1Zpc2libGUiOnRydWUsIlBhcmVudFN0eWxlIjpudWxsfSwiSW5kZXgiOjMyLCJQZXJjZW50YWdlQ29tcGxldGUiOm51bGwsIlBvc2l0aW9uIjp7IlJhdGlvIjowLjAsIklzQ3VzdG9tIjpmYWxzZX0sIkRhdGVGb3JtYXQiOnsiJHJlZiI6IjgxIn0sIldlZWtOdW1iZXJpbmciOnsiJGlkIjoiNDA4IiwiRm9ybWF0IjowLCJJc1Zpc2libGUiOmZhbHNlLCJMYXN0S25vd25WaXNpYmlsaXR5U3RhdGUiOmZhbHNlfSwiUmVsYXRlZFRhc2tJZCI6IjAwMDAwMDAwLTAwMDAtMDAwMC0wMDAwLTAwMDAwMDAwMDAwMCIsIklkIjoiM2E3MWNmMjQtNGI5Yi00YjUyLThjNWUtZjk2N2NiNDZkZGFkIiwiSW1wb3J0SWQiOm51bGwsIlRpdGxlIjoiVkNPTyBEZW1vIiwiTm90ZSI6bnVsbCwiSHlwZXJsaW5rIjp7IiRpZCI6IjQwOSIsIkFkZHJlc3MiOm51bGwsIlN1YkFkZHJlc3MiOm51bGx9LCJJc0NoYW5nZWQiOmZhbHNlLCJJc05ldyI6ZmFsc2V9XSwiVGFza3MiOlt7IiRpZCI6IjQxMCIsIkdyb3VwTmFtZSI6bnVsbCwiU3RhcnREYXRlIjoiMjAyMS0xMS0yMlQwODowMDowMFoiLCJFbmREYXRlIjoiMjAyMS0xMi0wM1QxNzowMDowMFoiLCJQZXJjZW50YWdlQ29tcGxldGUiOjEwMC4wLCJTdHlsZSI6eyIkaWQiOiI0MTEiLCJTaGFwZSI6MSwiU2hhcGVUaGlja25lc3MiOjAsIkR1cmF0aW9uRm9ybWF0IjowLCJJbmNsdWRlTm9uV29ya2luZ0RheXNJbkR1cmF0aW9uIjpmYWxzZSwiUGVyY2VudGFnZUNvbXBsZXRlU3R5bGUiOnsiJGlkIjoiNDEyIiwiRm9udFNldHRpbmdzIjp7IiRpZCI6IjQxMyIsIkZvbnRTaXplIjoxMCwiRm9udE5hbWUiOiJDYWxpYnJpIiwiSXNCb2xkIjpmYWxzZSwiSXNJdGFsaWMiOmZhbHNlLCJJc1VuZGVybGluZWQiOmZhbHNlLCJQYXJlbnRTdHlsZSI6bnVsbH0sIkF1dG9TaXplIjowLCJGb3JlZ3JvdW5kIjp7IiRpZCI6IjQxNCIsIkNvbG9yIjp7IiRpZCI6IjQx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xNiIsIlRvcCI6MCwiTGVmdCI6MCwiUmlnaHQiOjAsIkJvdHRvbSI6MH0sIlBhZGRpbmciOnsiJGlkIjoiNDE3IiwiVG9wIjowLCJMZWZ0IjowLCJSaWdodCI6MCwiQm90dG9tIjowfSwiQmFja2dyb3VuZCI6eyIkaWQiOiI0MTgiLCJDb2xvciI6eyIkaWQiOiI0MTkiLCJBIjo4OSwiUiI6MCwiRyI6MCwiQiI6MH19LCJJc1Zpc2libGUiOnRydWUsIldpZHRoIjowLjAsIkhlaWdodCI6MC4wLCJCb3JkZXJTdHlsZSI6eyIkaWQiOiI0MjAiLCJMaW5lQ29sb3IiOm51bGwsIkxpbmVXZWlnaHQiOjAuMCwiTGluZVR5cGUiOjAsIlBhcmVudFN0eWxlIjpudWxsfSwiUGFyZW50U3R5bGUiOm51bGx9LCJEdXJhdGlvblN0eWxlIjp7IiRpZCI6IjQyMSIsIkZvbnRTZXR0aW5ncyI6eyIkaWQiOiI0MjIiLCJGb250U2l6ZSI6MTAsIkZvbnROYW1lIjoiQ2FsaWJyaSIsIklzQm9sZCI6ZmFsc2UsIklzSXRhbGljIjpmYWxzZSwiSXNVbmRlcmxpbmVkIjpmYWxzZSwiUGFyZW50U3R5bGUiOm51bGx9LCJBdXRvU2l6ZSI6MCwiRm9yZWdyb3VuZCI6eyIkaWQiOiI0MjMiLCJDb2xvciI6eyIkaWQiOiI0Mj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jUiLCJUb3AiOjAsIkxlZnQiOjAsIlJpZ2h0IjowLCJCb3R0b20iOjB9LCJQYWRkaW5nIjp7IiRpZCI6IjQyNiIsIlRvcCI6MCwiTGVmdCI6MCwiUmlnaHQiOjAsIkJvdHRvbSI6MH0sIkJhY2tncm91bmQiOnsiJGlkIjoiNDI3IiwiQ29sb3IiOnsiJHJlZiI6IjQxOSJ9fSwiSXNWaXNpYmxlIjpmYWxzZSwiV2lkdGgiOjAuMCwiSGVpZ2h0IjowLjAsIkJvcmRlclN0eWxlIjp7IiRpZCI6IjQyOCIsIkxpbmVDb2xvciI6bnVsbCwiTGluZVdlaWdodCI6MC4wLCJMaW5lVHlwZSI6MCwiUGFyZW50U3R5bGUiOm51bGx9LCJQYXJlbnRTdHlsZSI6bnVsbH0sIkhvcml6b250YWxDb25uZWN0b3JTdHlsZSI6eyIkaWQiOiI0MjkiLCJMaW5lQ29sb3IiOnsiJGlkIjoiNDMwIiwiJHR5cGUiOiJOTFJFLkNvbW1vbi5Eb20uU29saWRDb2xvckJydXNoLCBOTFJFLkNvbW1vbiIsIkNvbG9yIjp7IiRpZCI6IjQzMSIsIkEiOjI1NSwiUiI6MjA0LCJHIjoyMDQsIkIiOjIwNH19LCJMaW5lV2VpZ2h0IjoxLjAsIkxpbmVUeXBlIjowLCJQYXJlbnRTdHlsZSI6bnVsbH0sIlZlcnRpY2FsQ29ubmVjdG9yU3R5bGUiOnsiJGlkIjoiNDMyIiwiTGluZUNvbG9yIjp7IiRpZCI6IjQzMyIsIiR0eXBlIjoiTkxSRS5Db21tb24uRG9tLlNvbGlkQ29sb3JCcnVzaCwgTkxSRS5Db21tb24iLCJDb2xvciI6eyIkaWQiOiI0MzQ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0MzUiLCJNYXJnaW4iOnsiJGlkIjoiNDM2IiwiVG9wIjowLCJMZWZ0Ijo0LCJSaWdodCI6NCwiQm90dG9tIjowfSwiUGFkZGluZyI6eyIkaWQiOiI0MzciLCJUb3AiOjAsIkxlZnQiOjAsIlJpZ2h0IjowLCJCb3R0b20iOjB9LCJCYWNrZ3JvdW5kIjp7IiRpZCI6IjQzOCIsIkNvbG9yIjp7IiRpZCI6IjQzOSIsIkEiOjI1NSwiUiI6MCwiRyI6NTksIkIiOjkyfX0sIklzVmlzaWJsZSI6dHJ1ZSwiV2lkdGgiOjM5LjAsIkhlaWdodCI6MTAuMCwiQm9yZGVyU3R5bGUiOnsiJGlkIjoiNDQwIiwiTGluZUNvbG9yIjp7IiRpZCI6IjQ0MSIsIiR0eXBlIjoiTkxSRS5Db21tb24uRG9tLlNvbGlkQ29sb3JCcnVzaCwgTkxSRS5Db21tb24iLCJDb2xvciI6eyIkaWQiOiI0NDIiLCJBIjoyNTUsIlIiOjI1NSwiRyI6MjU1LCJCIjoyNTV9fSwiTGluZVdlaWdodCI6MC4wLCJMaW5lVHlwZSI6MCwiUGFyZW50U3R5bGUiOm51bGx9LCJQYXJlbnRTdHlsZSI6bnVsbH0sIlRpdGxlU3R5bGUiOnsiJGlkIjoiNDQzIiwiRm9udFNldHRpbmdzIjp7IiRpZCI6IjQ0NCIsIkZvbnRTaXplIjoxMSwiRm9udE5hbWUiOiJDYWxpYnJpIiwiSXNCb2xkIjp0cnVlLCJJc0l0YWxpYyI6ZmFsc2UsIklzVW5kZXJsaW5lZCI6ZmFsc2UsIlBhcmVudFN0eWxlIjpudWxsfSwiQXV0b1NpemUiOjIsIkZvcmVncm91bmQiOnsiJGlkIjoiNDQ1IiwiQ29sb3IiOnsiJGlkIjoiNDQ2IiwiQSI6MjU1LCJSIjowLCJHIjowLCJCIjowfX0sIk1heFdpZHRoIjoyMDMuMCwiTWF4SGVpZ2h0IjoiSW5maW5pdHkiLCJTbWFydEZvcmVncm91bmRJc0FjdGl2ZSI6ZmFsc2UsIkhvcml6b250YWxBbGlnbm1lbnQiOjAsIlZlcnRpY2FsQWxpZ25tZW50IjowLCJTbWFydEZvcmVncm91bmQiOm51bGwsIkJhY2tncm91bmRGaWxsVHlwZSI6MCwiTWFyZ2luIjp7IiRpZCI6IjQ0NyIsIlRvcCI6MCwiTGVmdCI6MCwiUmlnaHQiOjAsIkJvdHRvbSI6MH0sIlBhZGRpbmciOnsiJGlkIjoiNDQ4IiwiVG9wIjowLCJMZWZ0IjowLCJSaWdodCI6MCwiQm90dG9tIjowfSwiQmFja2dyb3VuZCI6eyIkaWQiOiI0NDkiLCJDb2xvciI6eyIkaWQiOiI0NTAiLCJBIjowLCJSIjoyNTUsIkciOjI1NSwiQiI6MjU1fX0sIklzVmlzaWJsZSI6dHJ1ZSwiV2lkdGgiOjAuMCwiSGVpZ2h0IjowLjAsIkJvcmRlclN0eWxlIjp7IiRpZCI6IjQ1MSIsIkxpbmVDb2xvciI6bnVsbCwiTGluZVdlaWdodCI6MC4wLCJMaW5lVHlwZSI6MCwiUGFyZW50U3R5bGUiOm51bGx9LCJQYXJlbnRTdHlsZSI6bnVsbH0sIkRhdGVTdHlsZSI6eyIkaWQiOiI0NTIiLCJGb250U2V0dGluZ3MiOnsiJGlkIjoiNDUzIiwiRm9udFNpemUiOjEwLCJGb250TmFtZSI6IkNhbGlicmkiLCJJc0JvbGQiOmZhbHNlLCJJc0l0YWxpYyI6ZmFsc2UsIklzVW5kZXJsaW5lZCI6ZmFsc2UsIlBhcmVudFN0eWxlIjpudWxsfSwiQXV0b1NpemUiOjIsIkZvcmVncm91bmQiOnsiJGlkIjoiNDU0IiwiQ29sb3IiOnsiJGlkIjoiNDU1IiwiQSI6MjU1LCJSIjo2OCwiRyI6ODQsIkIiOjEwNn19LCJNYXhXaWR0aCI6NTkuMCwiTWF4SGVpZ2h0IjoiSW5maW5pdHkiLCJTbWFydEZvcmVncm91bmRJc0FjdGl2ZSI6ZmFsc2UsIkhvcml6b250YWxBbGlnbm1lbnQiOjIsIlZlcnRpY2FsQWxpZ25tZW50IjowLCJTbWFydEZvcmVncm91bmQiOm51bGwsIkJhY2tncm91bmRGaWxsVHlwZSI6MCwiTWFyZ2luIjp7IiRpZCI6IjQ1NiIsIlRvcCI6MCwiTGVmdCI6MCwiUmlnaHQiOjAsIkJvdHRvbSI6MH0sIlBhZGRpbmciOnsiJGlkIjoiNDU3IiwiVG9wIjowLCJMZWZ0IjowLCJSaWdodCI6MCwiQm90dG9tIjowfSwiQmFja2dyb3VuZCI6eyIkaWQiOiI0NTgiLCJDb2xvciI6eyIkaWQiOiI0NTkiLCJBIjowLCJSIjoyNTUsIkciOjI1NSwiQiI6MjU1fX0sIklzVmlzaWJsZSI6dHJ1ZSwiV2lkdGgiOjAuMCwiSGVpZ2h0IjowLjAsIkJvcmRlclN0eWxlIjp7IiRpZCI6IjQ2MCIsIkxpbmVDb2xvciI6bnVsbCwiTGluZVdlaWdodCI6MC4wLCJMaW5lVHlwZSI6MCwiUGFyZW50U3R5bGUiOm51bGx9LCJQYXJlbnRTdHlsZSI6bnVsbH0sIkRhdGVGb3JtYXQiOnsiJGlkIjoiND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MiIsIkZvcm1hdCI6MCwiSXNWaXNpYmxlIjpmYWxzZSwiTGFzdEtub3duVmlzaWJpbGl0eVN0YXRlIjpmYWxzZX0sIklzVmlzaWJsZSI6ZmFsc2UsIlBhcmVudFN0eWxlIjpudWxsfSwiSW5kZXgiOjAsIlNtYXJ0RHVyYXRpb25BY3RpdmF0ZWQiOmZhbHNlLCJEYXRlRm9ybWF0Ijp7IiRyZWYiOiI0NjEifSwiV2Vla051bWJlcmluZyI6eyIkaWQiOiI0NjMiLCJGb3JtYXQiOjAsIklzVmlzaWJsZSI6ZmFsc2UsIkxhc3RLbm93blZpc2liaWxpdHlTdGF0ZSI6ZmFsc2V9LCJJZCI6IjNiNWNkOTI2LWQyZjgtNGFiMi1iMTliLTVjMDEzZWNhYTY0MyIsIkltcG9ydElkIjoiOTkxIiwiVGl0bGUiOiJBbmFseXNpcyBvZiBJbmZpbml0eSBWZXJzaW9ucyAoMjAuMDcgdnMuIDIxLjA0KSIsIk5vdGUiOm51bGwsIkh5cGVybGluayI6eyIkaWQiOiI0NjQiLCJBZGRyZXNzIjpudWxsLCJTdWJBZGRyZXNzIjpudWxsfSwiSXNDaGFuZ2VkIjpmYWxzZSwiSXNOZXciOmZhbHNlfSx7IiRpZCI6IjQ2NSIsIkdyb3VwTmFtZSI6bnVsbCwiU3RhcnREYXRlIjoiMjAyMi0wNC0yNVQwODowMDowMFoiLCJFbmREYXRlIjoiMjAyMi0wNS0xM1QxNzowMDowMFoiLCJQZXJjZW50YWdlQ29tcGxldGUiOjAuMCwiU3R5bGUiOnsiJGlkIjoiNDY2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Q3MSIsIkxpbmVDb2xvciI6bnVsbCwiTGluZVdlaWdodCI6MC4wLCJMaW5lVHlwZSI6MCwiUGFyZW50U3R5bGUiOm51bGx9LCJQYXJlbnRTdHlsZSI6bnVsbH0sIkR1cmF0aW9uU3R5bGUiOnsiJGlkIjoiNDcyIiwiRm9udFNldHRpbmdzIjp7IiRpZCI6IjQ3MyIsIkZvbnRTaXplIjoxMCwiRm9udE5hbWUiOiJDYWxpYnJpIiwiSXNCb2xkIjpmYWxzZSwiSXNJdGFsaWMiOmZhbHNlLCJJc1VuZGVybGluZWQiOmZhbHNlLCJQYXJlbnRTdHlsZSI6bnVsbH0sIkF1dG9TaXplIjowLCJGb3JlZ3JvdW5kIjp7IiRpZCI6IjQ3NCIsIkNvbG9yIjp7IiRpZCI6IjQ3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mZhbHNlLCJXaWR0aCI6MC4wLCJIZWlnaHQiOjAuMCwiQm9yZGVyU3R5bGUiOnsiJGlkIjoiNDc2IiwiTGluZUNvbG9yIjpudWxsLCJMaW5lV2VpZ2h0IjowLjAsIkxpbmVUeXBlIjowLCJQYXJlbnRTdHlsZSI6bnVsbH0sIlBhcmVudFN0eWxlIjpudWxsfSwiSG9yaXpvbnRhbENvbm5lY3RvclN0eWxlIjp7IiRpZCI6IjQ3NyIsIkxpbmVDb2xvciI6eyIkcmVmIjoiOTkifSwiTGluZVdlaWdodCI6MS4wLCJMaW5lVHlwZSI6MCwiUGFyZW50U3R5bGUiOm51bGx9LCJWZXJ0aWNhbENvbm5lY3RvclN0eWxlIjp7IiRpZCI6IjQ3OC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NDc5IiwiTWFyZ2luIjp7IiRyZWYiOiIxMDUifSwiUGFkZGluZyI6eyIkcmVmIjoiMTA2In0sIkJhY2tncm91bmQiOnsiJGlkIjoiNDgwIiwiQ29sb3IiOnsiJGlkIjoiNDgxIiwiQSI6MjU1LCJSIjowLCJHIjo1OSwiQiI6OTJ9fSwiSXNWaXNpYmxlIjp0cnVlLCJXaWR0aCI6NDYuMCwiSGVpZ2h0IjoxMC4wLCJCb3JkZXJTdHlsZSI6eyIkaWQiOiI0ODIiLCJMaW5lQ29sb3IiOnsiJGlkIjoiNDgzIiwiJHR5cGUiOiJOTFJFLkNvbW1vbi5Eb20uU29saWRDb2xvckJydXNoLCBOTFJFLkNvbW1vbiIsIkNvbG9yIjp7IiRpZCI6IjQ4NCIsIkEiOjI1NSwiUiI6MCwiRyI6MTEwLCJCIjoxMjN9fSwiTGluZVdlaWdodCI6MC4wLCJMaW5lVHlwZSI6MCwiUGFyZW50U3R5bGUiOm51bGx9LCJQYXJlbnRTdHlsZSI6bnVsbH0sIlRpdGxlU3R5bGUiOnsiJGlkIjoiNDg1IiwiRm9udFNldHRpbmdzIjp7IiRpZCI6IjQ4NiIsIkZvbnRTaXplIjoxMSwiRm9udE5hbWUiOiJDYWxpYnJpIiwiSXNCb2xkIjp0cnVlLCJJc0l0YWxpYyI6ZmFsc2UsIklzVW5kZXJsaW5lZCI6ZmFsc2UsIlBhcmVudFN0eWxlIjpudWxsfSwiQXV0b1NpemUiOjAsIkZvcmVncm91bmQiOnsiJGlkIjoiNDg3IiwiQ29sb3IiOnsiJGlkIjoiNDg4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0ODkiLCJMaW5lQ29sb3IiOm51bGwsIkxpbmVXZWlnaHQiOjAuMCwiTGluZVR5cGUiOjAsIlBhcmVudFN0eWxlIjpudWxsfSwiUGFyZW50U3R5bGUiOm51bGx9LCJEYXRlU3R5bGUiOnsiJGlkIjoiNDkwIiwiRm9udFNldHRpbmdzIjp7IiRpZCI6IjQ5MSIsIkZvbnRTaXplIjoxMCwiRm9udE5hbWUiOiJDYWxpYnJpIiwiSXNCb2xkIjpmYWxzZSwiSXNJdGFsaWMiOmZhbHNlLCJJc1VuZGVybGluZWQiOmZhbHNlLCJQYXJlbnRTdHlsZSI6bnVsbH0sIkF1dG9TaXplIjoyLCJGb3JlZ3JvdW5kIjp7IiRpZCI6IjQ5MiIsIkNvbG9yIjp7IiRpZCI6IjQ5MyIsIkEiOjI1NSwiUiI6NjgsIkciOjg0LCJCIjoxMDZ9fSwiTWF4V2lkdGgiOjY3LjAsIk1heEhlaWdodCI6IkluZmluaXR5IiwiU21hcnRGb3JlZ3JvdW5kSXNBY3RpdmUiOmZhbHNlLCJIb3Jpem9udGFsQWxpZ25tZW50Ijoy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NDk0IiwiTGluZUNvbG9yIjpudWxsLCJMaW5lV2VpZ2h0IjowLjAsIkxpbmVUeXBlIjowLCJQYXJlbnRTdHlsZSI6bnVsbH0sIlBhcmVudFN0eWxlIjpudWxsfSwiRGF0ZUZvcm1hdCI6eyIkcmVmIjoiMTI2In0sIldlZWtOdW1iZXJpbmciOnsiJGlkIjoiNDk1IiwiRm9ybWF0IjowLCJJc1Zpc2libGUiOmZhbHNlLCJMYXN0S25vd25WaXNpYmlsaXR5U3RhdGUiOmZhbHNlfSwiSXNWaXNpYmxlIjp0cnVlLCJQYXJlbnRTdHlsZSI6bnVsbH0sIkluZGV4IjowLCJTbWFydER1cmF0aW9uQWN0aXZhdGVkIjpmYWxzZSwiRGF0ZUZvcm1hdCI6eyIkcmVmIjoiMTI2In0sIldlZWtOdW1iZXJpbmciOnsiJGlkIjoiNDk2IiwiRm9ybWF0IjowLCJJc1Zpc2libGUiOmZhbHNlLCJMYXN0S25vd25WaXNpYmlsaXR5U3RhdGUiOmZhbHNlfSwiSWQiOiI1NGYxMTZjNS0xYTBkLTQ4Y2YtYWMwMi1jZTk1OWQyZDFkZjciLCJJbXBvcnRJZCI6bnVsbCwiVGl0bGUiOiJWaXN1YWxpemVyIFVwZ3JhZGUgdG8gUjEuMSAoOS4yLjMxKSIsIk5vdGUiOm51bGwsIkh5cGVybGluayI6eyIkaWQiOiI0OTciLCJBZGRyZXNzIjpudWxsLCJTdWJBZGRyZXNzIjpudWxsfSwiSXNDaGFuZ2VkIjpmYWxzZSwiSXNOZXciOmZhbHNlfSx7IiRpZCI6IjQ5OCIsIkdyb3VwTmFtZSI6bnVsbCwiU3RhcnREYXRlIjoiMjAyMi0wNS0yM1QwODowMDowMCIsIkVuZERhdGUiOiIyMDIyLTA3LTAxVDE3OjAwOjAwWiIsIlBlcmNlbnRhZ2VDb21wbGV0ZSI6MC4wLCJTdHlsZSI6eyIkaWQiOiI0OTkiLCJTaGFwZSI6MSwiU2hhcGVUaGlja25lc3MiOjAsIkR1cmF0aW9uRm9ybWF0IjowLCJJbmNsdWRlTm9uV29ya2luZ0RheXNJbkR1cmF0aW9uIjpmYWxzZSwiUGVyY2VudGFnZUNvbXBsZXRlU3R5bGUiOnsiJGlkIjoiNTAwIiwiRm9udFNldHRpbmdzIjp7IiRpZCI6IjUwMSIsIkZvbnRTaXplIjoxMCwiRm9udE5hbWUiOiJDYWxpYnJpIiwiSXNCb2xkIjpmYWxzZSwiSXNJdGFsaWMiOmZhbHNlLCJJc1VuZGVybGluZWQiOmZhbHNlLCJQYXJlbnRTdHlsZSI6bnVsbH0sIkF1dG9TaXplIjowLCJGb3JlZ3JvdW5kIjp7IiRpZCI6IjUwMiIsIkNvbG9yIjp7IiRpZCI6IjUwMy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NTA0IiwiTGluZUNvbG9yIjpudWxsLCJMaW5lV2VpZ2h0IjowLjAsIkxpbmVUeXBlIjowLCJQYXJlbnRTdHlsZSI6bnVsbH0sIlBhcmVudFN0eWxlIjpudWxsfSwiRHVyYXRpb25TdHlsZSI6eyIkaWQiOiI1MDUiLCJGb250U2V0dGluZ3MiOnsiJGlkIjoiNTA2IiwiRm9udFNpemUiOjEwLCJGb250TmFtZSI6IkNhbGlicmkiLCJJc0JvbGQiOmZhbHNlLCJJc0l0YWxpYyI6ZmFsc2UsIklzVW5kZXJsaW5lZCI6ZmFsc2UsIlBhcmVudFN0eWxlIjpudWxsfSwiQXV0b1NpemUiOjAsIkZvcmVncm91bmQiOnsiJGlkIjoiNTA3IiwiQ29sb3IiOnsiJGlkIjoiNTA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ZmFsc2UsIldpZHRoIjowLjAsIkhlaWdodCI6MC4wLCJCb3JkZXJTdHlsZSI6eyIkaWQiOiI1MDkiLCJMaW5lQ29sb3IiOm51bGwsIkxpbmVXZWlnaHQiOjAuMCwiTGluZVR5cGUiOjAsIlBhcmVudFN0eWxlIjpudWxsfSwiUGFyZW50U3R5bGUiOm51bGx9LCJIb3Jpem9udGFsQ29ubmVjdG9yU3R5bGUiOnsiJGlkIjoiNTEwIiwiTGluZUNvbG9yIjp7IiRyZWYiOiI5OSJ9LCJMaW5lV2VpZ2h0IjoxLjAsIkxpbmVUeXBlIjowLCJQYXJlbnRTdHlsZSI6bnVsbH0sIlZlcnRpY2FsQ29ubmVjdG9yU3R5bGUiOnsiJGlkIjoiNTExIiwiTGluZUNvbG9yIjp7IiRyZWYiOiIxMDI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1MTIiLCJNYXJnaW4iOnsiJHJlZiI6IjEwNSJ9LCJQYWRkaW5nIjp7IiRyZWYiOiIxMDYifSwiQmFja2dyb3VuZCI6eyIkaWQiOiI1MTMiLCJDb2xvciI6eyIkaWQiOiI1MTQiLCJBIjoyNTUsIlIiOjAsIkciOjU5LCJCIjo5Mn19LCJJc1Zpc2libGUiOnRydWUsIldpZHRoIjo1MC4wLCJIZWlnaHQiOjEwLjAsIkJvcmRlclN0eWxlIjp7IiRpZCI6IjUxNSIsIkxpbmVDb2xvciI6eyIkaWQiOiI1MTYiLCIkdHlwZSI6Ik5MUkUuQ29tbW9uLkRvbS5Tb2xpZENvbG9yQnJ1c2gsIE5MUkUuQ29tbW9uIiwiQ29sb3IiOnsiJGlkIjoiNTE3IiwiQSI6MjU1LCJSIjowLCJHIjoxMTAsIkIiOjEyM319LCJMaW5lV2VpZ2h0IjowLjAsIkxpbmVUeXBlIjowLCJQYXJlbnRTdHlsZSI6bnVsbH0sIlBhcmVudFN0eWxlIjpudWxsfSwiVGl0bGVTdHlsZSI6eyIkaWQiOiI1MTgiLCJGb250U2V0dGluZ3MiOnsiJGlkIjoiNTE5IiwiRm9udFNpemUiOjExLCJGb250TmFtZSI6IkNhbGlicmkiLCJJc0JvbGQiOnRydWUsIklzSXRhbGljIjpmYWxzZSwiSXNVbmRlcmxpbmVkIjpmYWxzZSwiUGFyZW50U3R5bGUiOm51bGx9LCJBdXRvU2l6ZSI6MiwiRm9yZWdyb3VuZCI6eyIkaWQiOiI1MjAiLCJDb2xvciI6eyIkaWQiOiI1MjEiLCJBIjoyNTUsIlIiOjAsIkciOjAsIkIiOjB9fSwiTWF4V2lkdGgiOjk4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NTIyIiwiTGluZUNvbG9yIjpudWxsLCJMaW5lV2VpZ2h0IjowLjAsIkxpbmVUeXBlIjowLCJQYXJlbnRTdHlsZSI6bnVsbH0sIlBhcmVudFN0eWxlIjpudWxsfSwiRGF0ZVN0eWxlIjp7IiRpZCI6IjUyMyIsIkZvbnRTZXR0aW5ncyI6eyIkaWQiOiI1MjQiLCJGb250U2l6ZSI6MTAsIkZvbnROYW1lIjoiQ2FsaWJyaSIsIklzQm9sZCI6ZmFsc2UsIklzSXRhbGljIjpmYWxzZSwiSXNVbmRlcmxpbmVkIjpmYWxzZSwiUGFyZW50U3R5bGUiOm51bGx9LCJBdXRvU2l6ZSI6MiwiRm9yZWdyb3VuZCI6eyIkaWQiOiI1MjUiLCJDb2xvciI6eyIkaWQiOiI1MjYiLCJBIjoyNTUsIlIiOjY4LCJHIjo4NCwiQiI6MTA2fX0sIk1heFdpZHRoIjo3Mi40NDM3MDI2OTc3NTM5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UyNyIsIkxpbmVDb2xvciI6bnVsbCwiTGluZVdlaWdodCI6MC4wLCJMaW5lVHlwZSI6MCwiUGFyZW50U3R5bGUiOm51bGx9LCJQYXJlbnRTdHlsZSI6bnVsbH0sIkRhdGVGb3JtYXQiOnsiJHJlZiI6IjEyNiJ9LCJXZWVrTnVtYmVyaW5nIjp7IiRpZCI6IjUyOCIsIkZvcm1hdCI6MCwiSXNWaXNpYmxlIjpmYWxzZSwiTGFzdEtub3duVmlzaWJpbGl0eVN0YXRlIjpmYWxzZX0sIklzVmlzaWJsZSI6dHJ1ZSwiUGFyZW50U3R5bGUiOm51bGx9LCJJbmRleCI6MCwiU21hcnREdXJhdGlvbkFjdGl2YXRlZCI6ZmFsc2UsIkRhdGVGb3JtYXQiOnsiJHJlZiI6IjEyNiJ9LCJXZWVrTnVtYmVyaW5nIjp7IiRpZCI6IjUyOSIsIkZvcm1hdCI6MCwiSXNWaXNpYmxlIjpmYWxzZSwiTGFzdEtub3duVmlzaWJpbGl0eVN0YXRlIjpmYWxzZX0sIklkIjoiZWNkNjVhMzMtYjg5Mi00NzFmLTkwYzMtYjFkZWUwYzJiMTNkIiwiSW1wb3J0SWQiOm51bGwsIlRpdGxlIjoiVkNPTyBNZXJnZSB3LyBSMS4xIiwiTm90ZSI6bnVsbCwiSHlwZXJsaW5rIjp7IiRpZCI6IjUzMCIsIkFkZHJlc3MiOm51bGwsIlN1YkFkZHJlc3MiOm51bGx9LCJJc0NoYW5nZWQiOmZhbHNlLCJJc05ldyI6ZmFsc2V9LHsiJGlkIjoiNTMxIiwiR3JvdXBOYW1lIjpudWxsLCJTdGFydERhdGUiOiIyMDIyLTA3LTIwVDA4OjAwOjAwWiIsIkVuZERhdGUiOiIyMDIyLTA4LTIyVDE3OjAwOjAwWiIsIlBlcmNlbnRhZ2VDb21wbGV0ZSI6MC4wLCJTdHlsZSI6eyIkaWQiOiI1MzIiLCJTaGFwZSI6MSwiU2hhcGVUaGlja25lc3MiOjAsIkR1cmF0aW9uRm9ybWF0IjowLCJJbmNsdWRlTm9uV29ya2luZ0RheXNJbkR1cmF0aW9uIjpmYWxzZSwiUGVyY2VudGFnZUNvbXBsZXRlU3R5bGUiOnsiJGlkIjoiNTMzIiwiRm9udFNldHRpbmdzIjp7IiRpZCI6IjUzNCIsIkZvbnRTaXplIjoxMCwiRm9udE5hbWUiOiJDYWxpYnJpIiwiSXNCb2xkIjpmYWxzZSwiSXNJdGFsaWMiOmZhbHNlLCJJc1VuZGVybGluZWQiOmZhbHNlLCJQYXJlbnRTdHlsZSI6bnVsbH0sIkF1dG9TaXplIjowLCJGb3JlZ3JvdW5kIjp7IiRpZCI6IjUzNSIsIkNvbG9yIjp7IiRpZCI6IjUz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zNyIsIlRvcCI6MCwiTGVmdCI6MCwiUmlnaHQiOjAsIkJvdHRvbSI6MH0sIlBhZGRpbmciOnsiJGlkIjoiNTM4IiwiVG9wIjowLCJMZWZ0IjowLCJSaWdodCI6MCwiQm90dG9tIjowfSwiQmFja2dyb3VuZCI6eyIkaWQiOiI1MzkiLCJDb2xvciI6eyIkaWQiOiI1NDAiLCJBIjo4OSwiUiI6MCwiRyI6MCwiQiI6MH19LCJJc1Zpc2libGUiOnRydWUsIldpZHRoIjowLjAsIkhlaWdodCI6MC4wLCJCb3JkZXJTdHlsZSI6eyIkaWQiOiI1NDEiLCJMaW5lQ29sb3IiOm51bGwsIkxpbmVXZWlnaHQiOjAuMCwiTGluZVR5cGUiOjAsIlBhcmVudFN0eWxlIjpudWxsfSwiUGFyZW50U3R5bGUiOm51bGx9LCJEdXJhdGlvblN0eWxlIjp7IiRpZCI6IjU0MiIsIkZvbnRTZXR0aW5ncyI6eyIkaWQiOiI1NDMiLCJGb250U2l6ZSI6MTAsIkZvbnROYW1lIjoiQ2FsaWJyaSIsIklzQm9sZCI6ZmFsc2UsIklzSXRhbGljIjpmYWxzZSwiSXNVbmRlcmxpbmVkIjpmYWxzZSwiUGFyZW50U3R5bGUiOm51bGx9LCJBdXRvU2l6ZSI6MCwiRm9yZWdyb3VuZCI6eyIkaWQiOiI1NDQiLCJDb2xvciI6eyIkaWQiOiI1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NDYiLCJUb3AiOjAsIkxlZnQiOjAsIlJpZ2h0IjowLCJCb3R0b20iOjB9LCJQYWRkaW5nIjp7IiRpZCI6IjU0NyIsIlRvcCI6MCwiTGVmdCI6MCwiUmlnaHQiOjAsIkJvdHRvbSI6MH0sIkJhY2tncm91bmQiOnsiJGlkIjoiNTQ4IiwiQ29sb3IiOnsiJHJlZiI6IjU0MCJ9fSwiSXNWaXNpYmxlIjpmYWxzZSwiV2lkdGgiOjAuMCwiSGVpZ2h0IjowLjAsIkJvcmRlclN0eWxlIjp7IiRpZCI6IjU0OSIsIkxpbmVDb2xvciI6bnVsbCwiTGluZVdlaWdodCI6MC4wLCJMaW5lVHlwZSI6MCwiUGFyZW50U3R5bGUiOm51bGx9LCJQYXJlbnRTdHlsZSI6bnVsbH0sIkhvcml6b250YWxDb25uZWN0b3JTdHlsZSI6eyIkaWQiOiI1NTAiLCJMaW5lQ29sb3IiOnsiJGlkIjoiNTUxIiwiJHR5cGUiOiJOTFJFLkNvbW1vbi5Eb20uU29saWRDb2xvckJydXNoLCBOTFJFLkNvbW1vbiIsIkNvbG9yIjp7IiRpZCI6IjU1MiIsIkEiOjI1NSwiUiI6MjA0LCJHIjoyMDQsIkIiOjIwNH19LCJMaW5lV2VpZ2h0IjoxLjAsIkxpbmVUeXBlIjowLCJQYXJlbnRTdHlsZSI6bnVsbH0sIlZlcnRpY2FsQ29ubmVjdG9yU3R5bGUiOnsiJGlkIjoiNTUzIiwiTGluZUNvbG9yIjp7IiRpZCI6IjU1NCIsIiR0eXBlIjoiTkxSRS5Db21tb24uRG9tLlNvbGlkQ29sb3JCcnVzaCwgTkxSRS5Db21tb24iLCJDb2xvciI6eyIkaWQiOiI1NTU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1NTYiLCJNYXJnaW4iOnsiJGlkIjoiNTU3IiwiVG9wIjowLCJMZWZ0Ijo0LCJSaWdodCI6NCwiQm90dG9tIjowfSwiUGFkZGluZyI6eyIkaWQiOiI1NTgiLCJUb3AiOjAsIkxlZnQiOjAsIlJpZ2h0IjowLCJCb3R0b20iOjB9LCJCYWNrZ3JvdW5kIjp7IiRpZCI6IjU1OSIsIkNvbG9yIjp7IiRpZCI6IjU2MCIsIkEiOjI1NSwiUiI6MTE5LCJHIjoxMTksIkIiOjExOX19LCJJc1Zpc2libGUiOnRydWUsIldpZHRoIjo0Ni4wLCJIZWlnaHQiOjEwLjAsIkJvcmRlclN0eWxlIjp7IiRpZCI6IjU2MSIsIkxpbmVDb2xvciI6eyIkaWQiOiI1NjIiLCIkdHlwZSI6Ik5MUkUuQ29tbW9uLkRvbS5Tb2xpZENvbG9yQnJ1c2gsIE5MUkUuQ29tbW9uIiwiQ29sb3IiOnsiJGlkIjoiNTYzIiwiQSI6MjU1LCJSIjowLCJHIjoxNTEsIkIiOjE2OX19LCJMaW5lV2VpZ2h0IjoyLjg1MTQ0MzUzLCJMaW5lVHlwZSI6MCwiUGFyZW50U3R5bGUiOm51bGx9LCJQYXJlbnRTdHlsZSI6bnVsbH0sIlRpdGxlU3R5bGUiOnsiJGlkIjoiNTY0IiwiRm9udFNldHRpbmdzIjp7IiRpZCI6IjU2NSIsIkZvbnRTaXplIjoxMSwiRm9udE5hbWUiOiJDYWxpYnJpIiwiSXNCb2xkIjp0cnVlLCJJc0l0YWxpYyI6ZmFsc2UsIklzVW5kZXJsaW5lZCI6ZmFsc2UsIlBhcmVudFN0eWxlIjpudWxsfSwiQXV0b1NpemUiOjAsIkZvcmVncm91bmQiOnsiJGlkIjoiNTY2IiwiQ29sb3IiOnsiJGlkIjoiNTY3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U2OCIsIlRvcCI6MCwiTGVmdCI6MCwiUmlnaHQiOjAsIkJvdHRvbSI6MH0sIlBhZGRpbmciOnsiJGlkIjoiNTY5IiwiVG9wIjowLCJMZWZ0IjowLCJSaWdodCI6MCwiQm90dG9tIjowfSwiQmFja2dyb3VuZCI6eyIkaWQiOiI1NzAiLCJDb2xvciI6eyIkaWQiOiI1NzEiLCJBIjowLCJSIjoyNTUsIkciOjI1NSwiQiI6MjU1fX0sIklzVmlzaWJsZSI6dHJ1ZSwiV2lkdGgiOjAuMCwiSGVpZ2h0IjowLjAsIkJvcmRlclN0eWxlIjp7IiRpZCI6IjU3MiIsIkxpbmVDb2xvciI6bnVsbCwiTGluZVdlaWdodCI6MC4wLCJMaW5lVHlwZSI6MCwiUGFyZW50U3R5bGUiOm51bGx9LCJQYXJlbnRTdHlsZSI6bnVsbH0sIkRhdGVTdHlsZSI6eyIkaWQiOiI1NzMiLCJGb250U2V0dGluZ3MiOnsiJGlkIjoiNTc0IiwiRm9udFNpemUiOjEwLCJGb250TmFtZSI6IkNhbGlicmkiLCJJc0JvbGQiOmZhbHNlLCJJc0l0YWxpYyI6ZmFsc2UsIklzVW5kZXJsaW5lZCI6ZmFsc2UsIlBhcmVudFN0eWxlIjpudWxsfSwiQXV0b1NpemUiOjAsIkZvcmVncm91bmQiOnsiJGlkIjoiNTc1IiwiQ29sb3IiOnsiJGlkIjoiNTc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zciLCJUb3AiOjAsIkxlZnQiOjAsIlJpZ2h0IjowLCJCb3R0b20iOjB9LCJQYWRkaW5nIjp7IiRpZCI6IjU3OCIsIlRvcCI6MCwiTGVmdCI6MCwiUmlnaHQiOjAsIkJvdHRvbSI6MH0sIkJhY2tncm91bmQiOnsiJGlkIjoiNTc5IiwiQ29sb3IiOnsiJGlkIjoiNTgwIiwiQSI6MCwiUiI6MjU1LCJHIjoyNTUsIkIiOjI1NX19LCJJc1Zpc2libGUiOnRydWUsIldpZHRoIjowLjAsIkhlaWdodCI6MC4wLCJCb3JkZXJTdHlsZSI6eyIkaWQiOiI1ODEiLCJMaW5lQ29sb3IiOm51bGwsIkxpbmVXZWlnaHQiOjAuMCwiTGluZVR5cGUiOjAsIlBhcmVudFN0eWxlIjpudWxsfSwiUGFyZW50U3R5bGUiOm51bGx9LCJEYXRlRm9ybWF0Ijp7IiRpZCI6IjU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DMiLCJGb3JtYXQiOjAsIklzVmlzaWJsZSI6ZmFsc2UsIkxhc3RLbm93blZpc2liaWxpdHlTdGF0ZSI6ZmFsc2V9LCJJc1Zpc2libGUiOnRydWUsIlBhcmVudFN0eWxlIjpudWxsfSwiSW5kZXgiOjEsIlNtYXJ0RHVyYXRpb25BY3RpdmF0ZWQiOmZhbHNlLCJEYXRlRm9ybWF0Ijp7IiRyZWYiOiI1ODIifSwiV2Vla051bWJlcmluZyI6eyIkaWQiOiI1ODQiLCJGb3JtYXQiOjAsIklzVmlzaWJsZSI6ZmFsc2UsIkxhc3RLbm93blZpc2liaWxpdHlTdGF0ZSI6ZmFsc2V9LCJJZCI6IjhiNWVhMmQxLWNiMTAtNDJiMC05MmQyLWVjNzg1NjBiNjYwOCIsIkltcG9ydElkIjoiOTg3IiwiVGl0bGUiOiJWaXogUmVncmVzc2lvbiBUZXN0aW5nIiwiTm90ZSI6bnVsbCwiSHlwZXJsaW5rIjp7IiRpZCI6IjU4NSIsIkFkZHJlc3MiOm51bGwsIlN1YkFkZHJlc3MiOm51bGx9LCJJc0NoYW5nZWQiOmZhbHNlLCJJc05ldyI6ZmFsc2V9LHsiJGlkIjoiNTg2IiwiR3JvdXBOYW1lIjpudWxsLCJTdGFydERhdGUiOiIyMDIyLTA4LTEyVDA4OjAwOjAwWiIsIkVuZERhdGUiOiIyMDIyLTA4LTE4VDE3OjAwOjAwWiIsIlBlcmNlbnRhZ2VDb21wbGV0ZSI6MC4wLCJTdHlsZSI6eyIkaWQiOiI1ODciLCJTaGFwZSI6MSwiU2hhcGVUaGlja25lc3MiOjAsIkR1cmF0aW9uRm9ybWF0IjowLCJJbmNsdWRlTm9uV29ya2luZ0RheXNJbkR1cmF0aW9uIjpmYWxzZSwiUGVyY2VudGFnZUNvbXBsZXRlU3R5bGUiOnsiJGlkIjoiNTg4IiwiRm9udFNldHRpbmdzIjp7IiRpZCI6IjU4OSIsIkZvbnRTaXplIjoxMCwiRm9udE5hbWUiOiJDYWxpYnJpIiwiSXNCb2xkIjpmYWxzZSwiSXNJdGFsaWMiOmZhbHNlLCJJc1VuZGVybGluZWQiOmZhbHNlLCJQYXJlbnRTdHlsZSI6bnVsbH0sIkF1dG9TaXplIjowLCJGb3JlZ3JvdW5kIjp7IiRpZCI6IjU5MCIsIkNvbG9yIjp7IiRpZCI6IjU5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5MiIsIlRvcCI6MCwiTGVmdCI6MCwiUmlnaHQiOjAsIkJvdHRvbSI6MH0sIlBhZGRpbmciOnsiJGlkIjoiNTkzIiwiVG9wIjowLCJMZWZ0IjowLCJSaWdodCI6MCwiQm90dG9tIjowfSwiQmFja2dyb3VuZCI6eyIkaWQiOiI1OTQiLCJDb2xvciI6eyIkaWQiOiI1OTUiLCJBIjo4OSwiUiI6MCwiRyI6MCwiQiI6MH19LCJJc1Zpc2libGUiOnRydWUsIldpZHRoIjowLjAsIkhlaWdodCI6MC4wLCJCb3JkZXJTdHlsZSI6eyIkaWQiOiI1OTYiLCJMaW5lQ29sb3IiOm51bGwsIkxpbmVXZWlnaHQiOjAuMCwiTGluZVR5cGUiOjAsIlBhcmVudFN0eWxlIjpudWxsfSwiUGFyZW50U3R5bGUiOm51bGx9LCJEdXJhdGlvblN0eWxlIjp7IiRpZCI6IjU5NyIsIkZvbnRTZXR0aW5ncyI6eyIkaWQiOiI1OTgiLCJGb250U2l6ZSI6MTAsIkZvbnROYW1lIjoiQ2FsaWJyaSIsIklzQm9sZCI6ZmFsc2UsIklzSXRhbGljIjpmYWxzZSwiSXNVbmRlcmxpbmVkIjpmYWxzZSwiUGFyZW50U3R5bGUiOm51bGx9LCJBdXRvU2l6ZSI6MCwiRm9yZWdyb3VuZCI6eyIkaWQiOiI1OTkiLCJDb2xvciI6eyIkaWQiOiI2MD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MDEiLCJUb3AiOjAsIkxlZnQiOjAsIlJpZ2h0IjowLCJCb3R0b20iOjB9LCJQYWRkaW5nIjp7IiRpZCI6IjYwMiIsIlRvcCI6MCwiTGVmdCI6MCwiUmlnaHQiOjAsIkJvdHRvbSI6MH0sIkJhY2tncm91bmQiOnsiJGlkIjoiNjAzIiwiQ29sb3IiOnsiJHJlZiI6IjU5NSJ9fSwiSXNWaXNpYmxlIjpmYWxzZSwiV2lkdGgiOjAuMCwiSGVpZ2h0IjowLjAsIkJvcmRlclN0eWxlIjp7IiRpZCI6IjYwNCIsIkxpbmVDb2xvciI6bnVsbCwiTGluZVdlaWdodCI6MC4wLCJMaW5lVHlwZSI6MCwiUGFyZW50U3R5bGUiOm51bGx9LCJQYXJlbnRTdHlsZSI6bnVsbH0sIkhvcml6b250YWxDb25uZWN0b3JTdHlsZSI6eyIkaWQiOiI2MDUiLCJMaW5lQ29sb3IiOnsiJGlkIjoiNjA2IiwiJHR5cGUiOiJOTFJFLkNvbW1vbi5Eb20uU29saWRDb2xvckJydXNoLCBOTFJFLkNvbW1vbiIsIkNvbG9yIjp7IiRpZCI6IjYwNyIsIkEiOjI1NSwiUiI6MjA0LCJHIjoyMDQsIkIiOjIwNH19LCJMaW5lV2VpZ2h0IjoxLjAsIkxpbmVUeXBlIjowLCJQYXJlbnRTdHlsZSI6bnVsbH0sIlZlcnRpY2FsQ29ubmVjdG9yU3R5bGUiOnsiJGlkIjoiNjA4IiwiTGluZUNvbG9yIjp7IiRpZCI6IjYwOSIsIiR0eXBlIjoiTkxSRS5Db21tb24uRG9tLlNvbGlkQ29sb3JCcnVzaCwgTkxSRS5Db21tb24iLCJDb2xvciI6eyIkaWQiOiI2MTA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2MTEiLCJNYXJnaW4iOnsiJGlkIjoiNjEyIiwiVG9wIjowLCJMZWZ0Ijo0LCJSaWdodCI6NCwiQm90dG9tIjowfSwiUGFkZGluZyI6eyIkaWQiOiI2MTMiLCJUb3AiOjAsIkxlZnQiOjAsIlJpZ2h0IjowLCJCb3R0b20iOjB9LCJCYWNrZ3JvdW5kIjp7IiRpZCI6IjYxNCIsIkNvbG9yIjp7IiRpZCI6IjYxNSIsIkEiOjI1NSwiUiI6MTE5LCJHIjoxMTksIkIiOjExOX19LCJJc1Zpc2libGUiOnRydWUsIldpZHRoIjo0Ni4wLCJIZWlnaHQiOjEwLjAsIkJvcmRlclN0eWxlIjp7IiRpZCI6IjYxNiIsIkxpbmVDb2xvciI6eyIkaWQiOiI2MTciLCIkdHlwZSI6Ik5MUkUuQ29tbW9uLkRvbS5Tb2xpZENvbG9yQnJ1c2gsIE5MUkUuQ29tbW9uIiwiQ29sb3IiOnsiJGlkIjoiNjE4IiwiQSI6MjU1LCJSIjowLCJHIjoxNTEsIkIiOjE2OX19LCJMaW5lV2VpZ2h0IjoyLjg1MTQ0MzUzLCJMaW5lVHlwZSI6MCwiUGFyZW50U3R5bGUiOm51bGx9LCJQYXJlbnRTdHlsZSI6bnVsbH0sIlRpdGxlU3R5bGUiOnsiJGlkIjoiNjE5IiwiRm9udFNldHRpbmdzIjp7IiRpZCI6IjYyMCIsIkZvbnRTaXplIjoxMSwiRm9udE5hbWUiOiJDYWxpYnJpIiwiSXNCb2xkIjp0cnVlLCJJc0l0YWxpYyI6ZmFsc2UsIklzVW5kZXJsaW5lZCI6ZmFsc2UsIlBhcmVudFN0eWxlIjpudWxsfSwiQXV0b1NpemUiOjAsIkZvcmVncm91bmQiOnsiJGlkIjoiNjIxIiwiQ29sb3IiOnsiJGlkIjoiNjIy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YyMyIsIlRvcCI6MCwiTGVmdCI6MCwiUmlnaHQiOjAsIkJvdHRvbSI6MH0sIlBhZGRpbmciOnsiJGlkIjoiNjI0IiwiVG9wIjowLCJMZWZ0IjowLCJSaWdodCI6MCwiQm90dG9tIjowfSwiQmFja2dyb3VuZCI6eyIkaWQiOiI2MjUiLCJDb2xvciI6eyIkaWQiOiI2MjYiLCJBIjowLCJSIjoyNTUsIkciOjI1NSwiQiI6MjU1fX0sIklzVmlzaWJsZSI6dHJ1ZSwiV2lkdGgiOjAuMCwiSGVpZ2h0IjowLjAsIkJvcmRlclN0eWxlIjp7IiRpZCI6IjYyNyIsIkxpbmVDb2xvciI6bnVsbCwiTGluZVdlaWdodCI6MC4wLCJMaW5lVHlwZSI6MCwiUGFyZW50U3R5bGUiOm51bGx9LCJQYXJlbnRTdHlsZSI6bnVsbH0sIkRhdGVTdHlsZSI6eyIkaWQiOiI2MjgiLCJGb250U2V0dGluZ3MiOnsiJGlkIjoiNjI5IiwiRm9udFNpemUiOjEwLCJGb250TmFtZSI6IkNhbGlicmkiLCJJc0JvbGQiOmZhbHNlLCJJc0l0YWxpYyI6ZmFsc2UsIklzVW5kZXJsaW5lZCI6ZmFsc2UsIlBhcmVudFN0eWxlIjpudWxsfSwiQXV0b1NpemUiOjAsIkZvcmVncm91bmQiOnsiJGlkIjoiNjMwIiwiQ29sb3IiOnsiJGlkIjoiNjM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2MzIiLCJUb3AiOjAsIkxlZnQiOjAsIlJpZ2h0IjowLCJCb3R0b20iOjB9LCJQYWRkaW5nIjp7IiRpZCI6IjYzMyIsIlRvcCI6MCwiTGVmdCI6MCwiUmlnaHQiOjAsIkJvdHRvbSI6MH0sIkJhY2tncm91bmQiOnsiJGlkIjoiNjM0IiwiQ29sb3IiOnsiJGlkIjoiNjM1IiwiQSI6MCwiUiI6MjU1LCJHIjoyNTUsIkIiOjI1NX19LCJJc1Zpc2libGUiOnRydWUsIldpZHRoIjowLjAsIkhlaWdodCI6MC4wLCJCb3JkZXJTdHlsZSI6eyIkaWQiOiI2MzYiLCJMaW5lQ29sb3IiOm51bGwsIkxpbmVXZWlnaHQiOjAuMCwiTGluZVR5cGUiOjAsIlBhcmVudFN0eWxlIjpudWxsfSwiUGFyZW50U3R5bGUiOm51bGx9LCJEYXRlRm9ybWF0Ijp7IiRpZCI6IjYz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zgiLCJGb3JtYXQiOjAsIklzVmlzaWJsZSI6ZmFsc2UsIkxhc3RLbm93blZpc2liaWxpdHlTdGF0ZSI6ZmFsc2V9LCJJc1Zpc2libGUiOnRydWUsIlBhcmVudFN0eWxlIjpudWxsfSwiSW5kZXgiOjIsIlNtYXJ0RHVyYXRpb25BY3RpdmF0ZWQiOmZhbHNlLCJEYXRlRm9ybWF0Ijp7IiRyZWYiOiI2MzcifSwiV2Vla051bWJlcmluZyI6eyIkaWQiOiI2MzkiLCJGb3JtYXQiOjAsIklzVmlzaWJsZSI6ZmFsc2UsIkxhc3RLbm93blZpc2liaWxpdHlTdGF0ZSI6ZmFsc2V9LCJJZCI6IjgwYjkyOTlmLTZjMzgtNGI4OC1iZDNiLWZiMjAwN2Q2NGFhMSIsIkltcG9ydElkIjoiOTg2IiwiVGl0bGUiOiJGdW5jdGlvbmFsIFRlc3RpbmciLCJOb3RlIjpudWxsLCJIeXBlcmxpbmsiOnsiJGlkIjoiNjQwIiwiQWRkcmVzcyI6bnVsbCwiU3ViQWRkcmVzcyI6bnVsbH0sIklzQ2hhbmdlZCI6ZmFsc2UsIklzTmV3IjpmYWxzZX0seyIkaWQiOiI2NDEiLCJHcm91cE5hbWUiOm51bGwsIlN0YXJ0RGF0ZSI6IjIwMjItMDgtMTZUMDg6MDA6MDBaIiwiRW5kRGF0ZSI6IjIwMjItMDgtMTlUMTc6MDA6MDBaIiwiUGVyY2VudGFnZUNvbXBsZXRlIjpudWxsLCJTdHlsZSI6eyIkaWQiOiI2NDIiLCJTaGFwZSI6MSwiU2hhcGVUaGlja25lc3MiOjAsIkR1cmF0aW9uRm9ybWF0IjowLCJJbmNsdWRlTm9uV29ya2luZ0RheXNJbkR1cmF0aW9uIjpmYWxzZSwiUGVyY2VudGFnZUNvbXBsZXRlU3R5bGUiOnsiJGlkIjoiNjQzIiwiRm9udFNldHRpbmdzIjp7IiRpZCI6IjY0NC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xLCJWZXJ0aWNhbEFsaWdubWVudCI6MCwiU21hcnRGb3JlZ3JvdW5kIjpudWxsLCJCYWNrZ3JvdW5kRmlsbFR5cGUiOjAsIk1hcmdpbiI6eyIkcmVmIjoiODgifSwiUGFkZGluZyI6eyIkcmVmIjoiODkifSwiQmFja2dyb3VuZCI6eyIkcmVmIjoiOTAifSwiSXNWaXNpYmxlIjp0cnVlLCJXaWR0aCI6MC4wLCJIZWlnaHQiOjAuMCwiQm9yZGVyU3R5bGUiOnsiJGlkIjoiNjQ1IiwiTGluZUNvbG9yIjpudWxsLCJMaW5lV2VpZ2h0IjowLjAsIkxpbmVUeXBlIjowLCJQYXJlbnRTdHlsZSI6bnVsbH0sIlBhcmVudFN0eWxlIjpudWxsfSwiRHVyYXRpb25TdHlsZSI6eyIkaWQiOiI2NDYiLCJGb250U2V0dGluZ3MiOnsiJGlkIjoiNjQ3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2NDgiLCJMaW5lQ29sb3IiOm51bGwsIkxpbmVXZWlnaHQiOjAuMCwiTGluZVR5cGUiOjAsIlBhcmVudFN0eWxlIjpudWxsfSwiUGFyZW50U3R5bGUiOm51bGx9LCJIb3Jpem9udGFsQ29ubmVjdG9yU3R5bGUiOnsiJGlkIjoiNjQ5IiwiTGluZUNvbG9yIjp7IiRyZWYiOiI5OSJ9LCJMaW5lV2VpZ2h0IjoxLjAsIkxpbmVUeXBlIjowLCJQYXJlbnRTdHlsZSI6bnVsbH0sIlZlcnRpY2FsQ29ubmVjdG9yU3R5bGUiOnsiJGlkIjoiNjUwIiwiTGluZUNvbG9yIjp7IiRyZWYiOiIxMDIifSwiTGluZVdlaWdodCI6MC4wLCJMaW5lVHlwZSI6MCwiUGFyZW50U3R5bGUiOm51bGx9LCJNYXJnaW4iOm51bGwsIlN0YXJ0RGF0ZVBvc2l0aW9uIjozLCJFbmREYXRlUG9zaXRpb24iOjMsIkRhdGVJc1Zpc2libGUiOnRydWUsIlRpdGxlUG9zaXRpb24iOjQsIkR1cmF0aW9uUG9zaXRpb24iOjYsIlBlcmNlbnRhZ2VDb21wbGV0ZWRQb3NpdGlvbiI6MiwiU3BhY2luZyI6MywiSXNCZWxvd1RpbWViYW5kIjpmYWxzZSwiUGVyY2VudGFnZUNvbXBsZXRlU2hhcGVPcGFjaXR5IjozNSwiU2hhcGVTdHlsZSI6eyIkaWQiOiI2NTEiLCJNYXJnaW4iOnsiJHJlZiI6IjEwNSJ9LCJQYWRkaW5nIjp7IiRyZWYiOiIxMDYifSwiQmFja2dyb3VuZCI6eyIkaWQiOiI2NTIiLCJDb2xvciI6eyIkaWQiOiI2NTMiLCJBIjoyNTUsIlIiOjExOSwiRyI6MTE5LCJCIjoxMTl9fSwiSXNWaXNpYmxlIjp0cnVlLCJXaWR0aCI6MC4wLCJIZWlnaHQiOjEwLjAsIkJvcmRlclN0eWxlIjp7IiRpZCI6IjY1NCIsIkxpbmVDb2xvciI6eyIkcmVmIjoiMTEwIn0sIkxpbmVXZWlnaHQiOjAuMCwiTGluZVR5cGUiOjAsIlBhcmVudFN0eWxlIjpudWxsfSwiUGFyZW50U3R5bGUiOm51bGx9LCJUaXRsZVN0eWxlIjp7IiRpZCI6IjY1NSIsIkZvbnRTZXR0aW5ncyI6eyIkaWQiOiI2NTYiLCJGb250U2l6ZSI6MTEsIkZvbnROYW1lIjoiQ2FsaWJyaSIsIklzQm9sZCI6dHJ1ZSwiSXNJdGFsaWMiOmZhbHNlLCJJc1VuZGVybGluZWQiOmZhbHNlLCJQYXJlbnRTdHlsZSI6bnVsbH0sIkF1dG9TaXplIjowLCJGb3JlZ3JvdW5kIjp7IiRyZWYiOiIxMTQi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Y1NyIsIkxpbmVDb2xvciI6bnVsbCwiTGluZVdlaWdodCI6MC4wLCJMaW5lVHlwZSI6MCwiUGFyZW50U3R5bGUiOm51bGx9LCJQYXJlbnRTdHlsZSI6bnVsbH0sIkRhdGVTdHlsZSI6eyIkaWQiOiI2NTgiLCJGb250U2V0dGluZ3MiOnsiJGlkIjoiNjU5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y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NjYwIiwiTGluZUNvbG9yIjpudWxsLCJMaW5lV2VpZ2h0IjowLjAsIkxpbmVUeXBlIjowLCJQYXJlbnRTdHlsZSI6bnVsbH0sIlBhcmVudFN0eWxlIjpudWxsfSwiRGF0ZUZvcm1hdCI6eyIkcmVmIjoiMTI2In0sIldlZWtOdW1iZXJpbmciOnsiJGlkIjoiNjYxIiwiRm9ybWF0IjowLCJJc1Zpc2libGUiOmZhbHNlLCJMYXN0S25vd25WaXNpYmlsaXR5U3RhdGUiOmZhbHNlfSwiSXNWaXNpYmxlIjp0cnVlLCJQYXJlbnRTdHlsZSI6bnVsbH0sIkluZGV4IjozLCJTbWFydER1cmF0aW9uQWN0aXZhdGVkIjpmYWxzZSwiRGF0ZUZvcm1hdCI6eyIkcmVmIjoiMTI2In0sIldlZWtOdW1iZXJpbmciOnsiJGlkIjoiNjYyIiwiRm9ybWF0IjowLCJJc1Zpc2libGUiOmZhbHNlLCJMYXN0S25vd25WaXNpYmlsaXR5U3RhdGUiOmZhbHNlfSwiSWQiOiIxYWU1MGRjZC01ZjNmLTQ0NWMtYmY0OC1mNmI2ZTMxYTZhYTEiLCJJbXBvcnRJZCI6bnVsbCwiVGl0bGUiOiJGdW5jdGlvbmFsIERlZmVjdCBSZS10ZXN0aW5nIiwiTm90ZSI6bnVsbCwiSHlwZXJsaW5rIjp7IiRpZCI6IjY2MyIsIkFkZHJlc3MiOm51bGwsIlN1YkFkZHJlc3MiOm51bGx9LCJJc0NoYW5nZWQiOmZhbHNlLCJJc05ldyI6ZmFsc2V9LHsiJGlkIjoiNjY0IiwiR3JvdXBOYW1lIjpudWxsLCJTdGFydERhdGUiOiIyMDIyLTA4LTE5VDA4OjAwOjAwWiIsIkVuZERhdGUiOiIyMDIyLTA5LTA4VDE3OjAwOjAwWiIsIlBlcmNlbnRhZ2VDb21wbGV0ZSI6bnVsbCwiU3R5bGUiOnsiJGlkIjoiNjY1IiwiU2hhcGUiOjEsIlNoYXBlVGhpY2tuZXNzIjowLCJEdXJhdGlvbkZvcm1hdCI6MCwiSW5jbHVkZU5vbldvcmtpbmdEYXlzSW5EdXJhdGlvbiI6ZmFsc2UsIlBlcmNlbnRhZ2VDb21wbGV0ZVN0eWxlIjp7IiRpZCI6IjY2NiIsIkZvbnRTZXR0aW5ncyI6eyIkaWQiOiI2Njc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SwiVmVydGljYWxBbGlnbm1lbnQiOjAsIlNtYXJ0Rm9yZWdyb3VuZCI6bnVsbCwiQmFja2dyb3VuZEZpbGxUeXBlIjowLCJNYXJnaW4iOnsiJHJlZiI6Ijg4In0sIlBhZGRpbmciOnsiJHJlZiI6Ijg5In0sIkJhY2tncm91bmQiOnsiJHJlZiI6IjkwIn0sIklzVmlzaWJsZSI6dHJ1ZSwiV2lkdGgiOjAuMCwiSGVpZ2h0IjowLjAsIkJvcmRlclN0eWxlIjp7IiRpZCI6IjY2OCIsIkxpbmVDb2xvciI6bnVsbCwiTGluZVdlaWdodCI6MC4wLCJMaW5lVHlwZSI6MCwiUGFyZW50U3R5bGUiOm51bGx9LCJQYXJlbnRTdHlsZSI6bnVsbH0sIkR1cmF0aW9uU3R5bGUiOnsiJGlkIjoiNjY5IiwiRm9udFNldHRpbmdzIjp7IiRpZCI6IjY3MC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NjcxIiwiTGluZUNvbG9yIjpudWxsLCJMaW5lV2VpZ2h0IjowLjAsIkxpbmVUeXBlIjowLCJQYXJlbnRTdHlsZSI6bnVsbH0sIlBhcmVudFN0eWxlIjpudWxsfSwiSG9yaXpvbnRhbENvbm5lY3RvclN0eWxlIjp7IiRpZCI6IjY3MiIsIkxpbmVDb2xvciI6eyIkcmVmIjoiOTkifSwiTGluZVdlaWdodCI6MS4wLCJMaW5lVHlwZSI6MCwiUGFyZW50U3R5bGUiOm51bGx9LCJWZXJ0aWNhbENvbm5lY3RvclN0eWxlIjp7IiRpZCI6IjY3My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IsIlNwYWNpbmciOjMsIklzQmVsb3dUaW1lYmFuZCI6ZmFsc2UsIlBlcmNlbnRhZ2VDb21wbGV0ZVNoYXBlT3BhY2l0eSI6MzUsIlNoYXBlU3R5bGUiOnsiJGlkIjoiNjc0IiwiTWFyZ2luIjp7IiRyZWYiOiIxMDUifSwiUGFkZGluZyI6eyIkcmVmIjoiMTA2In0sIkJhY2tncm91bmQiOnsiJGlkIjoiNjc1IiwiQ29sb3IiOnsiJGlkIjoiNjc2IiwiQSI6MjU1LCJSIjoxMTksIkciOjExOSwiQiI6MTE5fX0sIklzVmlzaWJsZSI6dHJ1ZSwiV2lkdGgiOjAuMCwiSGVpZ2h0IjoxMC4wLCJCb3JkZXJTdHlsZSI6eyIkaWQiOiI2NzciLCJMaW5lQ29sb3IiOnsiJHJlZiI6IjExMCJ9LCJMaW5lV2VpZ2h0IjowLjAsIkxpbmVUeXBlIjowLCJQYXJlbnRTdHlsZSI6bnVsbH0sIlBhcmVudFN0eWxlIjpudWxsfSwiVGl0bGVTdHlsZSI6eyIkaWQiOiI2NzgiLCJGb250U2V0dGluZ3MiOnsiJGlkIjoiNjc5IiwiRm9udFNpemUiOjExLCJGb250TmFtZSI6IkNhbGlicmkiLCJJc0JvbGQiOnRydWUsIklzSXRhbGljIjpmYWxzZSwiSXNVbmRlcmxpbmVkIjpmYWxzZSwiUGFyZW50U3R5bGUiOm51bGx9LCJBdXRvU2l6ZSI6MCwiRm9yZWdyb3VuZCI6eyIkcmVmIjoiMTE0In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2ODAiLCJMaW5lQ29sb3IiOm51bGwsIkxpbmVXZWlnaHQiOjAuMCwiTGluZVR5cGUiOjAsIlBhcmVudFN0eWxlIjpudWxsfSwiUGFyZW50U3R5bGUiOm51bGx9LCJEYXRlU3R5bGUiOnsiJGlkIjoiNjgxIiwiRm9udFNldHRpbmdzIjp7IiRpZCI6IjY4Mi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Y4MyIsIkxpbmVDb2xvciI6bnVsbCwiTGluZVdlaWdodCI6MC4wLCJMaW5lVHlwZSI6MCwiUGFyZW50U3R5bGUiOm51bGx9LCJQYXJlbnRTdHlsZSI6bnVsbH0sIkRhdGVGb3JtYXQiOnsiJHJlZiI6IjEyNiJ9LCJXZWVrTnVtYmVyaW5nIjp7IiRpZCI6IjY4NCIsIkZvcm1hdCI6MCwiSXNWaXNpYmxlIjpmYWxzZSwiTGFzdEtub3duVmlzaWJpbGl0eVN0YXRlIjpmYWxzZX0sIklzVmlzaWJsZSI6dHJ1ZSwiUGFyZW50U3R5bGUiOm51bGx9LCJJbmRleCI6NCwiU21hcnREdXJhdGlvbkFjdGl2YXRlZCI6ZmFsc2UsIkRhdGVGb3JtYXQiOnsiJHJlZiI6IjEyNiJ9LCJXZWVrTnVtYmVyaW5nIjp7IiRpZCI6IjY4NSIsIkZvcm1hdCI6MCwiSXNWaXNpYmxlIjpmYWxzZSwiTGFzdEtub3duVmlzaWJpbGl0eVN0YXRlIjpmYWxzZX0sIklkIjoiMDI2OWFlYmYtOTgwYi00NTliLTlmOWUtYTE3ZDZhMTM5YzA1IiwiSW1wb3J0SWQiOm51bGwsIlRpdGxlIjoiSW5pdGlhbCBwZXJmb3JtYW5jZSBydW4iLCJOb3RlIjpudWxsLCJIeXBlcmxpbmsiOnsiJGlkIjoiNjg2IiwiQWRkcmVzcyI6bnVsbCwiU3ViQWRkcmVzcyI6bnVsbH0sIklzQ2hhbmdlZCI6ZmFsc2UsIklzTmV3IjpmYWxzZX0seyIkaWQiOiI2ODciLCJHcm91cE5hbWUiOm51bGwsIlN0YXJ0RGF0ZSI6IjIwMjItMDgtMjJUMDg6MDA6MDBaIiwiRW5kRGF0ZSI6IjIwMjItMDktMDJUMTc6MDA6MDBaIiwiUGVyY2VudGFnZUNvbXBsZXRlIjowLjAsIlN0eWxlIjp7IiRpZCI6IjY4OCIsIlNoYXBlIjoxLCJTaGFwZVRoaWNrbmVzcyI6MCwiRHVyYXRpb25Gb3JtYXQiOjAsIkluY2x1ZGVOb25Xb3JraW5nRGF5c0luRHVyYXRpb24iOmZhbHNlLCJQZXJjZW50YWdlQ29tcGxldGVTdHlsZSI6eyIkaWQiOiI2ODkiLCJGb250U2V0dGluZ3MiOnsiJGlkIjoiNjkw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2OTEiLCJMaW5lQ29sb3IiOm51bGwsIkxpbmVXZWlnaHQiOjAuMCwiTGluZVR5cGUiOjAsIlBhcmVudFN0eWxlIjpudWxsfSwiUGFyZW50U3R5bGUiOm51bGx9LCJEdXJhdGlvblN0eWxlIjp7IiRpZCI6IjY5MiIsIkZvbnRTZXR0aW5ncyI6eyIkaWQiOiI2OTM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Y5NCIsIkxpbmVDb2xvciI6bnVsbCwiTGluZVdlaWdodCI6MC4wLCJMaW5lVHlwZSI6MCwiUGFyZW50U3R5bGUiOm51bGx9LCJQYXJlbnRTdHlsZSI6bnVsbH0sIkhvcml6b250YWxDb25uZWN0b3JTdHlsZSI6eyIkaWQiOiI2OTUiLCJMaW5lQ29sb3IiOnsiJHJlZiI6Ijk5In0sIkxpbmVXZWlnaHQiOjEuMCwiTGluZVR5cGUiOjAsIlBhcmVudFN0eWxlIjpudWxsfSwiVmVydGljYWxDb25uZWN0b3JTdHlsZSI6eyIkaWQiOiI2OTY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Y5NyIsIk1hcmdpbiI6eyIkcmVmIjoiMTA1In0sIlBhZGRpbmciOnsiJHJlZiI6IjEwNiJ9LCJCYWNrZ3JvdW5kIjp7IiRpZCI6IjY5OCIsIkNvbG9yIjp7IiRpZCI6IjY5OSIsIkEiOjI1NSwiUiI6MTE5LCJHIjoxMTksIkIiOjExOX19LCJJc1Zpc2libGUiOnRydWUsIldpZHRoIjowLjAsIkhlaWdodCI6MTAuMCwiQm9yZGVyU3R5bGUiOnsiJGlkIjoiNzAwIiwiTGluZUNvbG9yIjp7IiRpZCI6IjcwMSIsIiR0eXBlIjoiTkxSRS5Db21tb24uRG9tLlNvbGlkQ29sb3JCcnVzaCwgTkxSRS5Db21tb24iLCJDb2xvciI6eyIkaWQiOiI3MDIiLCJBIjoyNTUsIlIiOjAsIkciOjE1MSwiQiI6MTY5fX0sIkxpbmVXZWlnaHQiOjIuODUxMzk0NDEsIkxpbmVUeXBlIjowLCJQYXJlbnRTdHlsZSI6bnVsbH0sIlBhcmVudFN0eWxlIjpudWxsfSwiVGl0bGVTdHlsZSI6eyIkaWQiOiI3MDMiLCJGb250U2V0dGluZ3MiOnsiJGlkIjoiNzA0IiwiRm9udFNpemUiOjExLCJGb250TmFtZSI6IkNhbGlicmkiLCJJc0JvbGQiOnRydWUsIklzSXRhbGljIjpmYWxzZSwiSXNVbmRlcmxpbmVkIjpmYWxzZSwiUGFyZW50U3R5bGUiOm51bGx9LCJBdXRvU2l6ZSI6MCwiRm9yZWdyb3VuZCI6eyIkcmVmIjoiMTE0In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3MDUiLCJMaW5lQ29sb3IiOm51bGwsIkxpbmVXZWlnaHQiOjAuMCwiTGluZVR5cGUiOjAsIlBhcmVudFN0eWxlIjpudWxsfSwiUGFyZW50U3R5bGUiOm51bGx9LCJEYXRlU3R5bGUiOnsiJGlkIjoiNzA2IiwiRm9udFNldHRpbmdzIjp7IiRpZCI6IjcwNy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cwOCIsIkxpbmVDb2xvciI6bnVsbCwiTGluZVdlaWdodCI6MC4wLCJMaW5lVHlwZSI6MCwiUGFyZW50U3R5bGUiOm51bGx9LCJQYXJlbnRTdHlsZSI6bnVsbH0sIkRhdGVGb3JtYXQiOnsiJHJlZiI6IjEyNiJ9LCJXZWVrTnVtYmVyaW5nIjp7IiRpZCI6IjcwOSIsIkZvcm1hdCI6MCwiSXNWaXNpYmxlIjpmYWxzZSwiTGFzdEtub3duVmlzaWJpbGl0eVN0YXRlIjpmYWxzZX0sIklzVmlzaWJsZSI6dHJ1ZSwiUGFyZW50U3R5bGUiOm51bGx9LCJJbmRleCI6NSwiU21hcnREdXJhdGlvbkFjdGl2YXRlZCI6ZmFsc2UsIkRhdGVGb3JtYXQiOnsiJHJlZiI6IjEyNiJ9LCJXZWVrTnVtYmVyaW5nIjp7IiRpZCI6IjcxMCIsIkZvcm1hdCI6MCwiSXNWaXNpYmxlIjpmYWxzZSwiTGFzdEtub3duVmlzaWJpbGl0eVN0YXRlIjpmYWxzZX0sIklkIjoiMzg3NTczOTMtYjkyZi00OTRhLThmMWUtMDgzNWYwM2I2NzdlIiwiSW1wb3J0SWQiOm51bGwsIlRpdGxlIjoiRTJFIFRlc3RpbmciLCJOb3RlIjpudWxsLCJIeXBlcmxpbmsiOnsiJGlkIjoiNzExIiwiQWRkcmVzcyI6bnVsbCwiU3ViQWRkcmVzcyI6bnVsbH0sIklzQ2hhbmdlZCI6ZmFsc2UsIklzTmV3IjpmYWxzZX0seyIkaWQiOiI3MTIiLCJHcm91cE5hbWUiOm51bGwsIlN0YXJ0RGF0ZSI6IjIwMjItMDktMDVUMDg6MDA6MDBaIiwiRW5kRGF0ZSI6IjIwMjItMDktMTZUMTc6MDA6MDBaIiwiUGVyY2VudGFnZUNvbXBsZXRlIjowLjAsIlN0eWxlIjp7IiRpZCI6IjcxMyIsIlNoYXBlIjoxLCJTaGFwZVRoaWNrbmVzcyI6MCwiRHVyYXRpb25Gb3JtYXQiOjAsIkluY2x1ZGVOb25Xb3JraW5nRGF5c0luRHVyYXRpb24iOmZhbHNlLCJQZXJjZW50YWdlQ29tcGxldGVTdHlsZSI6eyIkaWQiOiI3MTQiLCJGb250U2V0dGluZ3MiOnsiJGlkIjoiNzE1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3MTYiLCJMaW5lQ29sb3IiOm51bGwsIkxpbmVXZWlnaHQiOjAuMCwiTGluZVR5cGUiOjAsIlBhcmVudFN0eWxlIjpudWxsfSwiUGFyZW50U3R5bGUiOm51bGx9LCJEdXJhdGlvblN0eWxlIjp7IiRpZCI6IjcxNyIsIkZvbnRTZXR0aW5ncyI6eyIkaWQiOiI3MTg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cxOSIsIkxpbmVDb2xvciI6bnVsbCwiTGluZVdlaWdodCI6MC4wLCJMaW5lVHlwZSI6MCwiUGFyZW50U3R5bGUiOm51bGx9LCJQYXJlbnRTdHlsZSI6bnVsbH0sIkhvcml6b250YWxDb25uZWN0b3JTdHlsZSI6eyIkaWQiOiI3MjAiLCJMaW5lQ29sb3IiOnsiJHJlZiI6Ijk5In0sIkxpbmVXZWlnaHQiOjEuMCwiTGluZVR5cGUiOjAsIlBhcmVudFN0eWxlIjpudWxsfSwiVmVydGljYWxDb25uZWN0b3JTdHlsZSI6eyIkaWQiOiI3MjE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cyMiIsIk1hcmdpbiI6eyIkcmVmIjoiMTA1In0sIlBhZGRpbmciOnsiJHJlZiI6IjEwNiJ9LCJCYWNrZ3JvdW5kIjp7IiRpZCI6IjcyMyIsIkNvbG9yIjp7IiRpZCI6IjcyNCIsIkEiOjI1NSwiUiI6MTE5LCJHIjoxMTksIkIiOjExOX19LCJJc1Zpc2libGUiOnRydWUsIldpZHRoIjowLjAsIkhlaWdodCI6MTAuMCwiQm9yZGVyU3R5bGUiOnsiJGlkIjoiNzI1IiwiTGluZUNvbG9yIjp7IiRpZCI6IjcyNiIsIiR0eXBlIjoiTkxSRS5Db21tb24uRG9tLlNvbGlkQ29sb3JCcnVzaCwgTkxSRS5Db21tb24iLCJDb2xvciI6eyIkaWQiOiI3MjciLCJBIjoyNTUsIlIiOjAsIkciOjE1MSwiQiI6MTY5fX0sIkxpbmVXZWlnaHQiOjIuODUxMzk0NDEsIkxpbmVUeXBlIjowLCJQYXJlbnRTdHlsZSI6bnVsbH0sIlBhcmVudFN0eWxlIjpudWxsfSwiVGl0bGVTdHlsZSI6eyIkaWQiOiI3MjgiLCJGb250U2V0dGluZ3MiOnsiJGlkIjoiNzI5IiwiRm9udFNpemUiOjExLCJGb250TmFtZSI6IkNhbGlicmkiLCJJc0JvbGQiOnRydWUsIklzSXRhbGljIjpmYWxzZSwiSXNVbmRlcmxpbmVkIjpmYWxzZSwiUGFyZW50U3R5bGUiOm51bGx9LCJBdXRvU2l6ZSI6MCwiRm9yZWdyb3VuZCI6eyIkcmVmIjoiMTE0In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3MzAiLCJMaW5lQ29sb3IiOm51bGwsIkxpbmVXZWlnaHQiOjAuMCwiTGluZVR5cGUiOjAsIlBhcmVudFN0eWxlIjpudWxsfSwiUGFyZW50U3R5bGUiOm51bGx9LCJEYXRlU3R5bGUiOnsiJGlkIjoiNzMxIiwiRm9udFNldHRpbmdzIjp7IiRpZCI6IjczMi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czMyIsIkxpbmVDb2xvciI6bnVsbCwiTGluZVdlaWdodCI6MC4wLCJMaW5lVHlwZSI6MCwiUGFyZW50U3R5bGUiOm51bGx9LCJQYXJlbnRTdHlsZSI6bnVsbH0sIkRhdGVGb3JtYXQiOnsiJHJlZiI6IjEyNiJ9LCJXZWVrTnVtYmVyaW5nIjp7IiRpZCI6IjczNCIsIkZvcm1hdCI6MCwiSXNWaXNpYmxlIjpmYWxzZSwiTGFzdEtub3duVmlzaWJpbGl0eVN0YXRlIjpmYWxzZX0sIklzVmlzaWJsZSI6dHJ1ZSwiUGFyZW50U3R5bGUiOm51bGx9LCJJbmRleCI6NiwiU21hcnREdXJhdGlvbkFjdGl2YXRlZCI6ZmFsc2UsIkRhdGVGb3JtYXQiOnsiJHJlZiI6IjEyNiJ9LCJXZWVrTnVtYmVyaW5nIjp7IiRpZCI6IjczNSIsIkZvcm1hdCI6MCwiSXNWaXNpYmxlIjpmYWxzZSwiTGFzdEtub3duVmlzaWJpbGl0eVN0YXRlIjpmYWxzZX0sIklkIjoiZmZjMmFjZDgtYjU2OC00MDdhLWE0NWYtOGQxZWQ2ZjZkODU0IiwiSW1wb3J0SWQiOm51bGwsIlRpdGxlIjoiVkNPTzogTWVyZ2UgUjEuMS9BbGVydHMvSEYgUmVncmVzc2lvbiIsIk5vdGUiOm51bGwsIkh5cGVybGluayI6eyIkaWQiOiI3MzYiLCJBZGRyZXNzIjpudWxsLCJTdWJBZGRyZXNzIjpudWxsfSwiSXNDaGFuZ2VkIjpmYWxzZSwiSXNOZXciOmZhbHNlfSx7IiRpZCI6IjczNyIsIkdyb3VwTmFtZSI6bnVsbCwiU3RhcnREYXRlIjoiMjAyMS0xMi0wNlQwODowMDowMFoiLCJFbmREYXRlIjoiMjAyMS0xMi0xN1QxNzowMDowMFoiLCJQZXJjZW50YWdlQ29tcGxldGUiOjEwMC4wLCJTdHlsZSI6eyIkaWQiOiI3MzgiLCJTaGFwZSI6MSwiU2hhcGVUaGlja25lc3MiOjAsIkR1cmF0aW9uRm9ybWF0IjowLCJJbmNsdWRlTm9uV29ya2luZ0RheXNJbkR1cmF0aW9uIjpmYWxzZSwiUGVyY2VudGFnZUNvbXBsZXRlU3R5bGUiOnsiJGlkIjoiNzM5IiwiRm9udFNldHRpbmdzIjp7IiRpZCI6Ijc0MCIsIkZvbnRTaXplIjoxMCwiRm9udE5hbWUiOiJDYWxpYnJpIiwiSXNCb2xkIjpmYWxzZSwiSXNJdGFsaWMiOmZhbHNlLCJJc1VuZGVybGluZWQiOmZhbHNlLCJQYXJlbnRTdHlsZSI6bnVsbH0sIkF1dG9TaXplIjowLCJGb3JlZ3JvdW5kIjp7IiRpZCI6Ijc0MSIsIkNvbG9yIjp7IiRpZCI6Ijc0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0MyIsIlRvcCI6MCwiTGVmdCI6MCwiUmlnaHQiOjAsIkJvdHRvbSI6MH0sIlBhZGRpbmciOnsiJGlkIjoiNzQ0IiwiVG9wIjowLCJMZWZ0IjowLCJSaWdodCI6MCwiQm90dG9tIjowfSwiQmFja2dyb3VuZCI6eyIkaWQiOiI3NDUiLCJDb2xvciI6eyIkaWQiOiI3NDYiLCJBIjo4OSwiUiI6MCwiRyI6MCwiQiI6MH19LCJJc1Zpc2libGUiOnRydWUsIldpZHRoIjowLjAsIkhlaWdodCI6MC4wLCJCb3JkZXJTdHlsZSI6eyIkaWQiOiI3NDciLCJMaW5lQ29sb3IiOm51bGwsIkxpbmVXZWlnaHQiOjAuMCwiTGluZVR5cGUiOjAsIlBhcmVudFN0eWxlIjpudWxsfSwiUGFyZW50U3R5bGUiOm51bGx9LCJEdXJhdGlvblN0eWxlIjp7IiRpZCI6Ijc0OCIsIkZvbnRTZXR0aW5ncyI6eyIkaWQiOiI3NDkiLCJGb250U2l6ZSI6MTAsIkZvbnROYW1lIjoiQ2FsaWJyaSIsIklzQm9sZCI6ZmFsc2UsIklzSXRhbGljIjpmYWxzZSwiSXNVbmRlcmxpbmVkIjpmYWxzZSwiUGFyZW50U3R5bGUiOm51bGx9LCJBdXRvU2l6ZSI6MCwiRm9yZWdyb3VuZCI6eyIkaWQiOiI3NTAiLCJDb2xvciI6eyIkaWQiOiI3N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NTIiLCJUb3AiOjAsIkxlZnQiOjAsIlJpZ2h0IjowLCJCb3R0b20iOjB9LCJQYWRkaW5nIjp7IiRpZCI6Ijc1MyIsIlRvcCI6MCwiTGVmdCI6MCwiUmlnaHQiOjAsIkJvdHRvbSI6MH0sIkJhY2tncm91bmQiOnsiJGlkIjoiNzU0IiwiQ29sb3IiOnsiJHJlZiI6Ijc0NiJ9fSwiSXNWaXNpYmxlIjpmYWxzZSwiV2lkdGgiOjAuMCwiSGVpZ2h0IjowLjAsIkJvcmRlclN0eWxlIjp7IiRpZCI6Ijc1NSIsIkxpbmVDb2xvciI6bnVsbCwiTGluZVdlaWdodCI6MC4wLCJMaW5lVHlwZSI6MCwiUGFyZW50U3R5bGUiOm51bGx9LCJQYXJlbnRTdHlsZSI6bnVsbH0sIkhvcml6b250YWxDb25uZWN0b3JTdHlsZSI6eyIkaWQiOiI3NTYiLCJMaW5lQ29sb3IiOnsiJGlkIjoiNzU3IiwiJHR5cGUiOiJOTFJFLkNvbW1vbi5Eb20uU29saWRDb2xvckJydXNoLCBOTFJFLkNvbW1vbiIsIkNvbG9yIjp7IiRpZCI6Ijc1OCIsIkEiOjI1NSwiUiI6MjA0LCJHIjoyMDQsIkIiOjIwNH19LCJMaW5lV2VpZ2h0IjoxLjAsIkxpbmVUeXBlIjowLCJQYXJlbnRTdHlsZSI6bnVsbH0sIlZlcnRpY2FsQ29ubmVjdG9yU3R5bGUiOnsiJGlkIjoiNzU5IiwiTGluZUNvbG9yIjp7IiRpZCI6Ijc2MCIsIiR0eXBlIjoiTkxSRS5Db21tb24uRG9tLlNvbGlkQ29sb3JCcnVzaCwgTkxSRS5Db21tb24iLCJDb2xvciI6eyIkaWQiOiI3NjE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3NjIiLCJNYXJnaW4iOnsiJGlkIjoiNzYzIiwiVG9wIjowLCJMZWZ0Ijo0LCJSaWdodCI6NCwiQm90dG9tIjowfSwiUGFkZGluZyI6eyIkaWQiOiI3NjQiLCJUb3AiOjAsIkxlZnQiOjAsIlJpZ2h0IjowLCJCb3R0b20iOjB9LCJCYWNrZ3JvdW5kIjp7IiRpZCI6Ijc2NSIsIkNvbG9yIjp7IiRpZCI6Ijc2NiIsIkEiOjI1NSwiUiI6MCwiRyI6NTksIkIiOjkyfX0sIklzVmlzaWJsZSI6dHJ1ZSwiV2lkdGgiOjM5LjAsIkhlaWdodCI6MTAuMCwiQm9yZGVyU3R5bGUiOnsiJGlkIjoiNzY3IiwiTGluZUNvbG9yIjp7IiRpZCI6Ijc2OCIsIiR0eXBlIjoiTkxSRS5Db21tb24uRG9tLlNvbGlkQ29sb3JCcnVzaCwgTkxSRS5Db21tb24iLCJDb2xvciI6eyIkaWQiOiI3NjkiLCJBIjoyNTUsIlIiOjI1NSwiRyI6MjU1LCJCIjoyNTV9fSwiTGluZVdlaWdodCI6MC4wLCJMaW5lVHlwZSI6MCwiUGFyZW50U3R5bGUiOm51bGx9LCJQYXJlbnRTdHlsZSI6bnVsbH0sIlRpdGxlU3R5bGUiOnsiJGlkIjoiNzcwIiwiRm9udFNldHRpbmdzIjp7IiRpZCI6Ijc3MSIsIkZvbnRTaXplIjoxMSwiRm9udE5hbWUiOiJDYWxpYnJpIiwiSXNCb2xkIjp0cnVlLCJJc0l0YWxpYyI6ZmFsc2UsIklzVW5kZXJsaW5lZCI6ZmFsc2UsIlBhcmVudFN0eWxlIjpudWxsfSwiQXV0b1NpemUiOjIsIkZvcmVncm91bmQiOnsiJGlkIjoiNzcyIiwiQ29sb3IiOnsiJGlkIjoiNzczIiwiQSI6MjU1LCJSIjowLCJHIjowLCJCIjowfX0sIk1heFdpZHRoIjozMS4wLCJNYXhIZWlnaHQiOiJJbmZpbml0eSIsIlNtYXJ0Rm9yZWdyb3VuZElzQWN0aXZlIjpmYWxzZSwiSG9yaXpvbnRhbEFsaWdubWVudCI6MCwiVmVydGljYWxBbGlnbm1lbnQiOjAsIlNtYXJ0Rm9yZWdyb3VuZCI6bnVsbCwiQmFja2dyb3VuZEZpbGxUeXBlIjowLCJNYXJnaW4iOnsiJGlkIjoiNzc0IiwiVG9wIjowLCJMZWZ0IjowLCJSaWdodCI6MCwiQm90dG9tIjowfSwiUGFkZGluZyI6eyIkaWQiOiI3NzUiLCJUb3AiOjAsIkxlZnQiOjAsIlJpZ2h0IjowLCJCb3R0b20iOjB9LCJCYWNrZ3JvdW5kIjp7IiRpZCI6Ijc3NiIsIkNvbG9yIjp7IiRpZCI6Ijc3NyIsIkEiOjAsIlIiOjI1NSwiRyI6MjU1LCJCIjoyNTV9fSwiSXNWaXNpYmxlIjp0cnVlLCJXaWR0aCI6MC4wLCJIZWlnaHQiOjAuMCwiQm9yZGVyU3R5bGUiOnsiJGlkIjoiNzc4IiwiTGluZUNvbG9yIjpudWxsLCJMaW5lV2VpZ2h0IjowLjAsIkxpbmVUeXBlIjowLCJQYXJlbnRTdHlsZSI6bnVsbH0sIlBhcmVudFN0eWxlIjpudWxsfSwiRGF0ZVN0eWxlIjp7IiRpZCI6Ijc3OSIsIkZvbnRTZXR0aW5ncyI6eyIkaWQiOiI3ODAiLCJGb250U2l6ZSI6MTAsIkZvbnROYW1lIjoiQ2FsaWJyaSIsIklzQm9sZCI6ZmFsc2UsIklzSXRhbGljIjpmYWxzZSwiSXNVbmRlcmxpbmVkIjpmYWxzZSwiUGFyZW50U3R5bGUiOm51bGx9LCJBdXRvU2l6ZSI6MiwiRm9yZWdyb3VuZCI6eyIkaWQiOiI3ODEiLCJDb2xvciI6eyIkaWQiOiI3ODIiLCJBIjoyNTUsIlIiOjY4LCJHIjo4NCwiQiI6MTA2fX0sIk1heFdpZHRoIjo1OS4wLCJNYXhIZWlnaHQiOiJJbmZpbml0eSIsIlNtYXJ0Rm9yZWdyb3VuZElzQWN0aXZlIjpmYWxzZSwiSG9yaXpvbnRhbEFsaWdubWVudCI6MiwiVmVydGljYWxBbGlnbm1lbnQiOjAsIlNtYXJ0Rm9yZWdyb3VuZCI6bnVsbCwiQmFja2dyb3VuZEZpbGxUeXBlIjowLCJNYXJnaW4iOnsiJGlkIjoiNzgzIiwiVG9wIjowLCJMZWZ0IjowLCJSaWdodCI6MCwiQm90dG9tIjowfSwiUGFkZGluZyI6eyIkaWQiOiI3ODQiLCJUb3AiOjAsIkxlZnQiOjAsIlJpZ2h0IjowLCJCb3R0b20iOjB9LCJCYWNrZ3JvdW5kIjp7IiRpZCI6Ijc4NSIsIkNvbG9yIjp7IiRpZCI6Ijc4NiIsIkEiOjAsIlIiOjI1NSwiRyI6MjU1LCJCIjoyNTV9fSwiSXNWaXNpYmxlIjp0cnVlLCJXaWR0aCI6MC4wLCJIZWlnaHQiOjAuMCwiQm9yZGVyU3R5bGUiOnsiJGlkIjoiNzg3IiwiTGluZUNvbG9yIjpudWxsLCJMaW5lV2VpZ2h0IjowLjAsIkxpbmVUeXBlIjowLCJQYXJlbnRTdHlsZSI6bnVsbH0sIlBhcmVudFN0eWxlIjpudWxsfSwiRGF0ZUZvcm1hdCI6eyIkaWQiOiI3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g5IiwiRm9ybWF0IjowLCJJc1Zpc2libGUiOmZhbHNlLCJMYXN0S25vd25WaXNpYmlsaXR5U3RhdGUiOmZhbHNlfSwiSXNWaXNpYmxlIjpmYWxzZSwiUGFyZW50U3R5bGUiOm51bGx9LCJJbmRleCI6NywiU21hcnREdXJhdGlvbkFjdGl2YXRlZCI6ZmFsc2UsIkRhdGVGb3JtYXQiOnsiJHJlZiI6Ijc4OCJ9LCJXZWVrTnVtYmVyaW5nIjp7IiRpZCI6Ijc5MCIsIkZvcm1hdCI6MCwiSXNWaXNpYmxlIjpmYWxzZSwiTGFzdEtub3duVmlzaWJpbGl0eVN0YXRlIjpmYWxzZX0sIklkIjoiZDMzYWYwZTQtZjFlOS00MTE3LWIyN2EtODk0NTcxODY1NGM0IiwiSW1wb3J0SWQiOiI5OTIiLCJUaXRsZSI6IkRlc2lnbiIsIk5vdGUiOm51bGwsIkh5cGVybGluayI6eyIkaWQiOiI3OTEiLCJBZGRyZXNzIjpudWxsLCJTdWJBZGRyZXNzIjpudWxsfSwiSXNDaGFuZ2VkIjpmYWxzZSwiSXNOZXciOmZhbHNlfSx7IiRpZCI6Ijc5MiIsIkdyb3VwTmFtZSI6bnVsbCwiU3RhcnREYXRlIjoiMjAyMi0wOS0xOVQwODowMDowMFoiLCJFbmREYXRlIjoiMjAyMi0wOS0yM1QxNzowMDowMFoiLCJQZXJjZW50YWdlQ29tcGxldGUiOjAuMCwiU3R5bGUiOnsiJGlkIjoiNzkzIiwiU2hhcGUiOjEsIlNoYXBlVGhpY2tuZXNzIjowLCJEdXJhdGlvbkZvcm1hdCI6MCwiSW5jbHVkZU5vbldvcmtpbmdEYXlzSW5EdXJhdGlvbiI6ZmFsc2UsIlBlcmNlbnRhZ2VDb21wbGV0ZVN0eWxlIjp7IiRpZCI6Ijc5NCIsIkZvbnRTZXR0aW5ncyI6eyIkaWQiOiI3OTUiLCJGb250U2l6ZSI6MTAsIkZvbnROYW1lIjoiQ2FsaWJyaSIsIklzQm9sZCI6ZmFsc2UsIklzSXRhbGljIjpmYWxzZSwiSXNVbmRlcmxpbmVkIjpmYWxzZSwiUGFyZW50U3R5bGUiOm51bGx9LCJBdXRvU2l6ZSI6MCwiRm9yZWdyb3VuZCI6eyIkaWQiOiI3OTYiLCJDb2xvciI6eyIkaWQiOiI3OT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OTgiLCJUb3AiOjAsIkxlZnQiOjAsIlJpZ2h0IjowLCJCb3R0b20iOjB9LCJQYWRkaW5nIjp7IiRpZCI6Ijc5OSIsIlRvcCI6MCwiTGVmdCI6MCwiUmlnaHQiOjAsIkJvdHRvbSI6MH0sIkJhY2tncm91bmQiOnsiJGlkIjoiODAwIiwiQ29sb3IiOnsiJGlkIjoiODAxIiwiQSI6ODksIlIiOjAsIkciOjAsIkIiOjB9fSwiSXNWaXNpYmxlIjp0cnVlLCJXaWR0aCI6MC4wLCJIZWlnaHQiOjAuMCwiQm9yZGVyU3R5bGUiOnsiJGlkIjoiODAyIiwiTGluZUNvbG9yIjpudWxsLCJMaW5lV2VpZ2h0IjowLjAsIkxpbmVUeXBlIjowLCJQYXJlbnRTdHlsZSI6bnVsbH0sIlBhcmVudFN0eWxlIjpudWxsfSwiRHVyYXRpb25TdHlsZSI6eyIkaWQiOiI4MDMiLCJGb250U2V0dGluZ3MiOnsiJGlkIjoiODA0IiwiRm9udFNpemUiOjEwLCJGb250TmFtZSI6IkNhbGlicmkiLCJJc0JvbGQiOmZhbHNlLCJJc0l0YWxpYyI6ZmFsc2UsIklzVW5kZXJsaW5lZCI6ZmFsc2UsIlBhcmVudFN0eWxlIjpudWxsfSwiQXV0b1NpemUiOjAsIkZvcmVncm91bmQiOnsiJGlkIjoiODA1IiwiQ29sb3IiOnsiJGlkIjoiODA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A3IiwiVG9wIjowLCJMZWZ0IjowLCJSaWdodCI6MCwiQm90dG9tIjowfSwiUGFkZGluZyI6eyIkaWQiOiI4MDgiLCJUb3AiOjAsIkxlZnQiOjAsIlJpZ2h0IjowLCJCb3R0b20iOjB9LCJCYWNrZ3JvdW5kIjp7IiRpZCI6IjgwOSIsIkNvbG9yIjp7IiRyZWYiOiI4MDEifX0sIklzVmlzaWJsZSI6ZmFsc2UsIldpZHRoIjowLjAsIkhlaWdodCI6MC4wLCJCb3JkZXJTdHlsZSI6eyIkaWQiOiI4MTAiLCJMaW5lQ29sb3IiOm51bGwsIkxpbmVXZWlnaHQiOjAuMCwiTGluZVR5cGUiOjAsIlBhcmVudFN0eWxlIjpudWxsfSwiUGFyZW50U3R5bGUiOm51bGx9LCJIb3Jpem9udGFsQ29ubmVjdG9yU3R5bGUiOnsiJGlkIjoiODExIiwiTGluZUNvbG9yIjp7IiRpZCI6IjgxMiIsIiR0eXBlIjoiTkxSRS5Db21tb24uRG9tLlNvbGlkQ29sb3JCcnVzaCwgTkxSRS5Db21tb24iLCJDb2xvciI6eyIkaWQiOiI4MTMiLCJBIjoyNTUsIlIiOjIwNCwiRyI6MjA0LCJCIjoyMDR9fSwiTGluZVdlaWdodCI6MS4wLCJMaW5lVHlwZSI6MCwiUGFyZW50U3R5bGUiOm51bGx9LCJWZXJ0aWNhbENvbm5lY3RvclN0eWxlIjp7IiRpZCI6IjgxNCIsIkxpbmVDb2xvciI6eyIkaWQiOiI4MTUiLCIkdHlwZSI6Ik5MUkUuQ29tbW9uLkRvbS5Tb2xpZENvbG9yQnJ1c2gsIE5MUkUuQ29tbW9uIiwiQ29sb3IiOnsiJGlkIjoiODE2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ODE3IiwiTWFyZ2luIjp7IiRpZCI6IjgxOCIsIlRvcCI6MCwiTGVmdCI6NCwiUmlnaHQiOjQsIkJvdHRvbSI6MH0sIlBhZGRpbmciOnsiJGlkIjoiODE5IiwiVG9wIjowLCJMZWZ0IjowLCJSaWdodCI6MCwiQm90dG9tIjowfSwiQmFja2dyb3VuZCI6eyIkaWQiOiI4MjAiLCJDb2xvciI6eyIkaWQiOiI4MjEiLCJBIjoyNTUsIlIiOjExOSwiRyI6MTE5LCJCIjoxMTl9fSwiSXNWaXNpYmxlIjp0cnVlLCJXaWR0aCI6NDYuMCwiSGVpZ2h0IjoxMC4wLCJCb3JkZXJTdHlsZSI6eyIkaWQiOiI4MjIiLCJMaW5lQ29sb3IiOnsiJGlkIjoiODIzIiwiJHR5cGUiOiJOTFJFLkNvbW1vbi5Eb20uU29saWRDb2xvckJydXNoLCBOTFJFLkNvbW1vbiIsIkNvbG9yIjp7IiRpZCI6IjgyNCIsIkEiOjI1NSwiUiI6MCwiRyI6MTUxLCJCIjoxNjl9fSwiTGluZVdlaWdodCI6Mi44NTE0NDM1MywiTGluZVR5cGUiOjAsIlBhcmVudFN0eWxlIjpudWxsfSwiUGFyZW50U3R5bGUiOm51bGx9LCJUaXRsZVN0eWxlIjp7IiRpZCI6IjgyNSIsIkZvbnRTZXR0aW5ncyI6eyIkaWQiOiI4MjYiLCJGb250U2l6ZSI6MTEsIkZvbnROYW1lIjoiQ2FsaWJyaSIsIklzQm9sZCI6dHJ1ZSwiSXNJdGFsaWMiOmZhbHNlLCJJc1VuZGVybGluZWQiOmZhbHNlLCJQYXJlbnRTdHlsZSI6bnVsbH0sIkF1dG9TaXplIjowLCJGb3JlZ3JvdW5kIjp7IiRpZCI6IjgyNyIsIkNvbG9yIjp7IiRpZCI6IjgyOC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4MjkiLCJUb3AiOjAsIkxlZnQiOjAsIlJpZ2h0IjowLCJCb3R0b20iOjB9LCJQYWRkaW5nIjp7IiRpZCI6IjgzMCIsIlRvcCI6MCwiTGVmdCI6MCwiUmlnaHQiOjAsIkJvdHRvbSI6MH0sIkJhY2tncm91bmQiOnsiJGlkIjoiODMxIiwiQ29sb3IiOnsiJGlkIjoiODMyIiwiQSI6MCwiUiI6MjU1LCJHIjoyNTUsIkIiOjI1NX19LCJJc1Zpc2libGUiOnRydWUsIldpZHRoIjowLjAsIkhlaWdodCI6MC4wLCJCb3JkZXJTdHlsZSI6eyIkaWQiOiI4MzMiLCJMaW5lQ29sb3IiOm51bGwsIkxpbmVXZWlnaHQiOjAuMCwiTGluZVR5cGUiOjAsIlBhcmVudFN0eWxlIjpudWxsfSwiUGFyZW50U3R5bGUiOm51bGx9LCJEYXRlU3R5bGUiOnsiJGlkIjoiODM0IiwiRm9udFNldHRpbmdzIjp7IiRpZCI6IjgzNSIsIkZvbnRTaXplIjoxMCwiRm9udE5hbWUiOiJDYWxpYnJpIiwiSXNCb2xkIjpmYWxzZSwiSXNJdGFsaWMiOmZhbHNlLCJJc1VuZGVybGluZWQiOmZhbHNlLCJQYXJlbnRTdHlsZSI6bnVsbH0sIkF1dG9TaXplIjowLCJGb3JlZ3JvdW5kIjp7IiRpZCI6IjgzNiIsIkNvbG9yIjp7IiRpZCI6Ijgz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DM4IiwiVG9wIjowLCJMZWZ0IjowLCJSaWdodCI6MCwiQm90dG9tIjowfSwiUGFkZGluZyI6eyIkaWQiOiI4MzkiLCJUb3AiOjAsIkxlZnQiOjAsIlJpZ2h0IjowLCJCb3R0b20iOjB9LCJCYWNrZ3JvdW5kIjp7IiRpZCI6Ijg0MCIsIkNvbG9yIjp7IiRpZCI6Ijg0MSIsIkEiOjAsIlIiOjI1NSwiRyI6MjU1LCJCIjoyNTV9fSwiSXNWaXNpYmxlIjp0cnVlLCJXaWR0aCI6MC4wLCJIZWlnaHQiOjAuMCwiQm9yZGVyU3R5bGUiOnsiJGlkIjoiODQyIiwiTGluZUNvbG9yIjpudWxsLCJMaW5lV2VpZ2h0IjowLjAsIkxpbmVUeXBlIjowLCJQYXJlbnRTdHlsZSI6bnVsbH0sIlBhcmVudFN0eWxlIjpudWxsfSwiRGF0ZUZvcm1hdCI6eyIkaWQiOiI4N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Q0IiwiRm9ybWF0IjowLCJJc1Zpc2libGUiOmZhbHNlLCJMYXN0S25vd25WaXNpYmlsaXR5U3RhdGUiOmZhbHNlfSwiSXNWaXNpYmxlIjp0cnVlLCJQYXJlbnRTdHlsZSI6bnVsbH0sIkluZGV4Ijo3LCJTbWFydER1cmF0aW9uQWN0aXZhdGVkIjpmYWxzZSwiRGF0ZUZvcm1hdCI6eyIkcmVmIjoiODQzIn0sIldlZWtOdW1iZXJpbmciOnsiJGlkIjoiODQ1IiwiRm9ybWF0IjowLCJJc1Zpc2libGUiOmZhbHNlLCJMYXN0S25vd25WaXNpYmlsaXR5U3RhdGUiOmZhbHNlfSwiSWQiOiJmMTA0Y2UxYi0wZTIzLTQ1N2UtOWNmNC1mOWVlYTM2ZGZlYTkiLCJJbXBvcnRJZCI6Ijk4OSIsIlRpdGxlIjoiUGVyZm9ybWFuY2UgVGVzdCIsIk5vdGUiOm51bGwsIkh5cGVybGluayI6eyIkaWQiOiI4NDYiLCJBZGRyZXNzIjpudWxsLCJTdWJBZGRyZXNzIjpudWxsfSwiSXNDaGFuZ2VkIjpmYWxzZSwiSXNOZXciOmZhbHNlfSx7IiRpZCI6Ijg0NyIsIkdyb3VwTmFtZSI6bnVsbCwiU3RhcnREYXRlIjoiMjAyMi0wOS0yNlQwODowMDowMFoiLCJFbmREYXRlIjoiMjAyMi0wOS0zMFQxNzowMDowMFoiLCJQZXJjZW50YWdlQ29tcGxldGUiOjAuMCwiU3R5bGUiOnsiJGlkIjoiODQ4IiwiU2hhcGUiOjEsIlNoYXBlVGhpY2tuZXNzIjowLCJEdXJhdGlvbkZvcm1hdCI6MCwiSW5jbHVkZU5vbldvcmtpbmdEYXlzSW5EdXJhdGlvbiI6ZmFsc2UsIlBlcmNlbnRhZ2VDb21wbGV0ZVN0eWxlIjp7IiRpZCI6Ijg0OSIsIkZvbnRTZXR0aW5ncyI6eyIkaWQiOiI4NTA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g1MSIsIkxpbmVDb2xvciI6bnVsbCwiTGluZVdlaWdodCI6MC4wLCJMaW5lVHlwZSI6MCwiUGFyZW50U3R5bGUiOm51bGx9LCJQYXJlbnRTdHlsZSI6bnVsbH0sIkR1cmF0aW9uU3R5bGUiOnsiJGlkIjoiODUyIiwiRm9udFNldHRpbmdzIjp7IiRpZCI6Ijg1My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ODU0IiwiTGluZUNvbG9yIjpudWxsLCJMaW5lV2VpZ2h0IjowLjAsIkxpbmVUeXBlIjowLCJQYXJlbnRTdHlsZSI6bnVsbH0sIlBhcmVudFN0eWxlIjpudWxsfSwiSG9yaXpvbnRhbENvbm5lY3RvclN0eWxlIjp7IiRpZCI6Ijg1NSIsIkxpbmVDb2xvciI6eyIkcmVmIjoiOTkifSwiTGluZVdlaWdodCI6MS4wLCJMaW5lVHlwZSI6MCwiUGFyZW50U3R5bGUiOm51bGx9LCJWZXJ0aWNhbENvbm5lY3RvclN0eWxlIjp7IiRpZCI6Ijg1Ni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ODU3IiwiTWFyZ2luIjp7IiRyZWYiOiIxMDUifSwiUGFkZGluZyI6eyIkcmVmIjoiMTA2In0sIkJhY2tncm91bmQiOnsiJGlkIjoiODU4IiwiQ29sb3IiOnsiJGlkIjoiODU5IiwiQSI6MjU1LCJSIjoxMTksIkciOjExOSwiQiI6MTE5fX0sIklzVmlzaWJsZSI6dHJ1ZSwiV2lkdGgiOjAuMCwiSGVpZ2h0IjoxMC4wLCJCb3JkZXJTdHlsZSI6eyIkaWQiOiI4NjAiLCJMaW5lQ29sb3IiOnsiJGlkIjoiODYxIiwiJHR5cGUiOiJOTFJFLkNvbW1vbi5Eb20uU29saWRDb2xvckJydXNoLCBOTFJFLkNvbW1vbiIsIkNvbG9yIjp7IiRpZCI6Ijg2MiIsIkEiOjI1NSwiUiI6MCwiRyI6MTUxLCJCIjoxNjl9fSwiTGluZVdlaWdodCI6Mi44NTEzOTQ0MSwiTGluZVR5cGUiOjAsIlBhcmVudFN0eWxlIjpudWxsfSwiUGFyZW50U3R5bGUiOm51bGx9LCJUaXRsZVN0eWxlIjp7IiRpZCI6Ijg2MyIsIkZvbnRTZXR0aW5ncyI6eyIkaWQiOiI4NjQiLCJGb250U2l6ZSI6MTEsIkZvbnROYW1lIjoiQ2FsaWJyaSIsIklzQm9sZCI6dHJ1ZSwiSXNJdGFsaWMiOmZhbHNlLCJJc1VuZGVybGluZWQiOmZhbHNlLCJQYXJlbnRTdHlsZSI6bnVsbH0sIkF1dG9TaXplIjowLCJGb3JlZ3JvdW5kIjp7IiRyZWYiOiIxMTQi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g2NSIsIkxpbmVDb2xvciI6bnVsbCwiTGluZVdlaWdodCI6MC4wLCJMaW5lVHlwZSI6MCwiUGFyZW50U3R5bGUiOm51bGx9LCJQYXJlbnRTdHlsZSI6bnVsbH0sIkRhdGVTdHlsZSI6eyIkaWQiOiI4NjYiLCJGb250U2V0dGluZ3MiOnsiJGlkIjoiODY3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y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ODY4IiwiTGluZUNvbG9yIjpudWxsLCJMaW5lV2VpZ2h0IjowLjAsIkxpbmVUeXBlIjowLCJQYXJlbnRTdHlsZSI6bnVsbH0sIlBhcmVudFN0eWxlIjpudWxsfSwiRGF0ZUZvcm1hdCI6eyIkcmVmIjoiMTI2In0sIldlZWtOdW1iZXJpbmciOnsiJGlkIjoiODY5IiwiRm9ybWF0IjowLCJJc1Zpc2libGUiOmZhbHNlLCJMYXN0S25vd25WaXNpYmlsaXR5U3RhdGUiOmZhbHNlfSwiSXNWaXNpYmxlIjp0cnVlLCJQYXJlbnRTdHlsZSI6bnVsbH0sIkluZGV4Ijo3LCJTbWFydER1cmF0aW9uQWN0aXZhdGVkIjpmYWxzZSwiRGF0ZUZvcm1hdCI6eyIkcmVmIjoiMTI2In0sIldlZWtOdW1iZXJpbmciOnsiJGlkIjoiODcwIiwiRm9ybWF0IjowLCJJc1Zpc2libGUiOmZhbHNlLCJMYXN0S25vd25WaXNpYmlsaXR5U3RhdGUiOmZhbHNlfSwiSWQiOiI0ZmRiZjQ1ZC05YmIzLTQwNDEtODE3NS04YTk1Njk2NGU3YWYiLCJJbXBvcnRJZCI6bnVsbCwiVGl0bGUiOiJEZWZlY3QgRml4ICYgUmV0ZXN0IiwiTm90ZSI6bnVsbCwiSHlwZXJsaW5rIjp7IiRpZCI6Ijg3MSIsIkFkZHJlc3MiOm51bGwsIlN1YkFkZHJlc3MiOm51bGx9LCJJc0NoYW5nZWQiOmZhbHNlLCJJc05ldyI6ZmFsc2V9LHsiJGlkIjoiODcyIiwiR3JvdXBOYW1lIjpudWxsLCJTdGFydERhdGUiOiIyMDIyLTEwLTAzVDA4OjAwOjAwWiIsIkVuZERhdGUiOiIyMDIyLTEwLTA3VDE3OjAwOjAwWiIsIlBlcmNlbnRhZ2VDb21wbGV0ZSI6bnVsbCwiU3R5bGUiOnsiJGlkIjoiODczIiwiU2hhcGUiOjEsIlNoYXBlVGhpY2tuZXNzIjowLCJEdXJhdGlvbkZvcm1hdCI6MCwiSW5jbHVkZU5vbldvcmtpbmdEYXlzSW5EdXJhdGlvbiI6ZmFsc2UsIlBlcmNlbnRhZ2VDb21wbGV0ZVN0eWxlIjp7IiRpZCI6Ijg3NCIsIkZvbnRTZXR0aW5ncyI6eyIkaWQiOiI4NzU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SwiVmVydGljYWxBbGlnbm1lbnQiOjAsIlNtYXJ0Rm9yZWdyb3VuZCI6bnVsbCwiQmFja2dyb3VuZEZpbGxUeXBlIjowLCJNYXJnaW4iOnsiJHJlZiI6Ijg4In0sIlBhZGRpbmciOnsiJHJlZiI6Ijg5In0sIkJhY2tncm91bmQiOnsiJHJlZiI6IjkwIn0sIklzVmlzaWJsZSI6dHJ1ZSwiV2lkdGgiOjAuMCwiSGVpZ2h0IjowLjAsIkJvcmRlclN0eWxlIjp7IiRpZCI6Ijg3NiIsIkxpbmVDb2xvciI6bnVsbCwiTGluZVdlaWdodCI6MC4wLCJMaW5lVHlwZSI6MCwiUGFyZW50U3R5bGUiOm51bGx9LCJQYXJlbnRTdHlsZSI6bnVsbH0sIkR1cmF0aW9uU3R5bGUiOnsiJGlkIjoiODc3IiwiRm9udFNldHRpbmdzIjp7IiRpZCI6Ijg3OC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ODc5IiwiTGluZUNvbG9yIjpudWxsLCJMaW5lV2VpZ2h0IjowLjAsIkxpbmVUeXBlIjowLCJQYXJlbnRTdHlsZSI6bnVsbH0sIlBhcmVudFN0eWxlIjpudWxsfSwiSG9yaXpvbnRhbENvbm5lY3RvclN0eWxlIjp7IiRpZCI6Ijg4MCIsIkxpbmVDb2xvciI6eyIkcmVmIjoiOTkifSwiTGluZVdlaWdodCI6MS4wLCJMaW5lVHlwZSI6MCwiUGFyZW50U3R5bGUiOm51bGx9LCJWZXJ0aWNhbENvbm5lY3RvclN0eWxlIjp7IiRpZCI6Ijg4MS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ODgyIiwiTWFyZ2luIjp7IiRyZWYiOiIxMDUifSwiUGFkZGluZyI6eyIkcmVmIjoiMTA2In0sIkJhY2tncm91bmQiOnsiJGlkIjoiODgzIiwiQ29sb3IiOnsiJGlkIjoiODg0IiwiQSI6MjU1LCJSIjoxMTksIkciOjExOSwiQiI6MTE5fX0sIklzVmlzaWJsZSI6dHJ1ZSwiV2lkdGgiOjAuMCwiSGVpZ2h0IjoxMC4wLCJCb3JkZXJTdHlsZSI6eyIkaWQiOiI4ODUiLCJMaW5lQ29sb3IiOnsiJGlkIjoiODg2IiwiJHR5cGUiOiJOTFJFLkNvbW1vbi5Eb20uU29saWRDb2xvckJydXNoLCBOTFJFLkNvbW1vbiIsIkNvbG9yIjp7IiRpZCI6Ijg4NyIsIkEiOjI1NSwiUiI6MCwiRyI6MTUxLCJCIjoxNjl9fSwiTGluZVdlaWdodCI6Mi44NTEzOTQ0MSwiTGluZVR5cGUiOjAsIlBhcmVudFN0eWxlIjpudWxsfSwiUGFyZW50U3R5bGUiOm51bGx9LCJUaXRsZVN0eWxlIjp7IiRpZCI6Ijg4OCIsIkZvbnRTZXR0aW5ncyI6eyIkaWQiOiI4ODkiLCJGb250U2l6ZSI6MTEsIkZvbnROYW1lIjoiQ2FsaWJyaSIsIklzQm9sZCI6dHJ1ZSwiSXNJdGFsaWMiOmZhbHNlLCJJc1VuZGVybGluZWQiOmZhbHNlLCJQYXJlbnRTdHlsZSI6bnVsbH0sIkF1dG9TaXplIjowLCJGb3JlZ3JvdW5kIjp7IiRyZWYiOiIxMTQi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g5MCIsIkxpbmVDb2xvciI6bnVsbCwiTGluZVdlaWdodCI6MC4wLCJMaW5lVHlwZSI6MCwiUGFyZW50U3R5bGUiOm51bGx9LCJQYXJlbnRTdHlsZSI6bnVsbH0sIkRhdGVTdHlsZSI6eyIkaWQiOiI4OTEiLCJGb250U2V0dGluZ3MiOnsiJGlkIjoiODky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y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ODkzIiwiTGluZUNvbG9yIjpudWxsLCJMaW5lV2VpZ2h0IjowLjAsIkxpbmVUeXBlIjowLCJQYXJlbnRTdHlsZSI6bnVsbH0sIlBhcmVudFN0eWxlIjpudWxsfSwiRGF0ZUZvcm1hdCI6eyIkcmVmIjoiMTI2In0sIldlZWtOdW1iZXJpbmciOnsiJGlkIjoiODk0IiwiRm9ybWF0IjowLCJJc1Zpc2libGUiOmZhbHNlLCJMYXN0S25vd25WaXNpYmlsaXR5U3RhdGUiOmZhbHNlfSwiSXNWaXNpYmxlIjp0cnVlLCJQYXJlbnRTdHlsZSI6bnVsbH0sIkluZGV4Ijo4LCJTbWFydER1cmF0aW9uQWN0aXZhdGVkIjpmYWxzZSwiRGF0ZUZvcm1hdCI6eyIkcmVmIjoiMTI2In0sIldlZWtOdW1iZXJpbmciOnsiJGlkIjoiODk1IiwiRm9ybWF0IjowLCJJc1Zpc2libGUiOmZhbHNlLCJMYXN0S25vd25WaXNpYmlsaXR5U3RhdGUiOmZhbHNlfSwiSWQiOiIxODU2NjJlOC01ZjQ2LTQ3M2EtYjUxMy0zYWJmODYxY2Y2MmYiLCJJbXBvcnRJZCI6bnVsbCwiVGl0bGUiOiJQZW4vQkFUIiwiTm90ZSI6bnVsbCwiSHlwZXJsaW5rIjp7IiRpZCI6Ijg5NiIsIkFkZHJlc3MiOm51bGwsIlN1YkFkZHJlc3MiOm51bGx9LCJJc0NoYW5nZWQiOmZhbHNlLCJJc05ldyI6ZmFsc2V9LHsiJGlkIjoiODk3IiwiR3JvdXBOYW1lIjpudWxsLCJTdGFydERhdGUiOiIyMDIyLTEwLTAzVDA4OjAwOjAwWiIsIkVuZERhdGUiOiIyMDIyLTEwLTE0VDE3OjAwOjAwWiIsIlBlcmNlbnRhZ2VDb21wbGV0ZSI6bnVsbCwiU3R5bGUiOnsiJGlkIjoiODk4IiwiU2hhcGUiOjEsIlNoYXBlVGhpY2tuZXNzIjowLCJEdXJhdGlvbkZvcm1hdCI6MCwiSW5jbHVkZU5vbldvcmtpbmdEYXlzSW5EdXJhdGlvbiI6ZmFsc2UsIlBlcmNlbnRhZ2VDb21wbGV0ZVN0eWxlIjp7IiRpZCI6Ijg5OSIsIkZvbnRTZXR0aW5ncyI6eyIkaWQiOiI5MDA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SwiVmVydGljYWxBbGlnbm1lbnQiOjAsIlNtYXJ0Rm9yZWdyb3VuZCI6bnVsbCwiQmFja2dyb3VuZEZpbGxUeXBlIjowLCJNYXJnaW4iOnsiJHJlZiI6Ijg4In0sIlBhZGRpbmciOnsiJHJlZiI6Ijg5In0sIkJhY2tncm91bmQiOnsiJHJlZiI6IjkwIn0sIklzVmlzaWJsZSI6dHJ1ZSwiV2lkdGgiOjAuMCwiSGVpZ2h0IjowLjAsIkJvcmRlclN0eWxlIjp7IiRpZCI6IjkwMSIsIkxpbmVDb2xvciI6bnVsbCwiTGluZVdlaWdodCI6MC4wLCJMaW5lVHlwZSI6MCwiUGFyZW50U3R5bGUiOm51bGx9LCJQYXJlbnRTdHlsZSI6bnVsbH0sIkR1cmF0aW9uU3R5bGUiOnsiJGlkIjoiOTAyIiwiRm9udFNldHRpbmdzIjp7IiRpZCI6IjkwMy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OTA0IiwiTGluZUNvbG9yIjpudWxsLCJMaW5lV2VpZ2h0IjowLjAsIkxpbmVUeXBlIjowLCJQYXJlbnRTdHlsZSI6bnVsbH0sIlBhcmVudFN0eWxlIjpudWxsfSwiSG9yaXpvbnRhbENvbm5lY3RvclN0eWxlIjp7IiRpZCI6IjkwNSIsIkxpbmVDb2xvciI6eyIkcmVmIjoiOTkifSwiTGluZVdlaWdodCI6MS4wLCJMaW5lVHlwZSI6MCwiUGFyZW50U3R5bGUiOm51bGx9LCJWZXJ0aWNhbENvbm5lY3RvclN0eWxlIjp7IiRpZCI6IjkwNi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IsIlNwYWNpbmciOjMsIklzQmVsb3dUaW1lYmFuZCI6ZmFsc2UsIlBlcmNlbnRhZ2VDb21wbGV0ZVNoYXBlT3BhY2l0eSI6MzUsIlNoYXBlU3R5bGUiOnsiJGlkIjoiOTA3IiwiTWFyZ2luIjp7IiRyZWYiOiIxMDUifSwiUGFkZGluZyI6eyIkcmVmIjoiMTA2In0sIkJhY2tncm91bmQiOnsiJGlkIjoiOTA4IiwiQ29sb3IiOnsiJGlkIjoiOTA5IiwiQSI6MjU1LCJSIjoxMTksIkciOjExOSwiQiI6MTE5fX0sIklzVmlzaWJsZSI6dHJ1ZSwiV2lkdGgiOjAuMCwiSGVpZ2h0IjoxMC4wLCJCb3JkZXJTdHlsZSI6eyIkaWQiOiI5MTAiLCJMaW5lQ29sb3IiOnsiJHJlZiI6IjExMCJ9LCJMaW5lV2VpZ2h0IjowLjAsIkxpbmVUeXBlIjowLCJQYXJlbnRTdHlsZSI6bnVsbH0sIlBhcmVudFN0eWxlIjpudWxsfSwiVGl0bGVTdHlsZSI6eyIkaWQiOiI5MTEiLCJGb250U2V0dGluZ3MiOnsiJGlkIjoiOTEyIiwiRm9udFNpemUiOjExLCJGb250TmFtZSI6IkNhbGlicmkiLCJJc0JvbGQiOnRydWUsIklzSXRhbGljIjpmYWxzZSwiSXNVbmRlcmxpbmVkIjpmYWxzZSwiUGFyZW50U3R5bGUiOm51bGx9LCJBdXRvU2l6ZSI6MCwiRm9yZWdyb3VuZCI6eyIkcmVmIjoiMTE0In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5MTMiLCJMaW5lQ29sb3IiOm51bGwsIkxpbmVXZWlnaHQiOjAuMCwiTGluZVR5cGUiOjAsIlBhcmVudFN0eWxlIjpudWxsfSwiUGFyZW50U3R5bGUiOm51bGx9LCJEYXRlU3R5bGUiOnsiJGlkIjoiOTE0IiwiRm9udFNldHRpbmdzIjp7IiRpZCI6IjkxNS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kxNiIsIkxpbmVDb2xvciI6bnVsbCwiTGluZVdlaWdodCI6MC4wLCJMaW5lVHlwZSI6MCwiUGFyZW50U3R5bGUiOm51bGx9LCJQYXJlbnRTdHlsZSI6bnVsbH0sIkRhdGVGb3JtYXQiOnsiJHJlZiI6IjEyNiJ9LCJXZWVrTnVtYmVyaW5nIjp7IiRpZCI6IjkxNyIsIkZvcm1hdCI6MCwiSXNWaXNpYmxlIjpmYWxzZSwiTGFzdEtub3duVmlzaWJpbGl0eVN0YXRlIjpmYWxzZX0sIklzVmlzaWJsZSI6dHJ1ZSwiUGFyZW50U3R5bGUiOm51bGx9LCJJbmRleCI6OSwiU21hcnREdXJhdGlvbkFjdGl2YXRlZCI6ZmFsc2UsIkRhdGVGb3JtYXQiOnsiJHJlZiI6IjEyNiJ9LCJXZWVrTnVtYmVyaW5nIjp7IiRpZCI6IjkxOCIsIkZvcm1hdCI6MCwiSXNWaXNpYmxlIjpmYWxzZSwiTGFzdEtub3duVmlzaWJpbGl0eVN0YXRlIjpmYWxzZX0sIklkIjoiMjczYzk5MTktNjkxMi00NWNmLThlMGQtNWUxYzdjZmM4ZGQ3IiwiSW1wb3J0SWQiOm51bGwsIlRpdGxlIjoiUGVuIFRlc3RpbmcgcmVwb3J0IiwiTm90ZSI6bnVsbCwiSHlwZXJsaW5rIjp7IiRpZCI6IjkxOSIsIkFkZHJlc3MiOm51bGwsIlN1YkFkZHJlc3MiOm51bGx9LCJJc0NoYW5nZWQiOmZhbHNlLCJJc05ldyI6ZmFsc2V9LHsiJGlkIjoiOTIwIiwiR3JvdXBOYW1lIjpudWxsLCJTdGFydERhdGUiOiIyMDIyLTEwLTEwVDA4OjAwOjAwWiIsIkVuZERhdGUiOiIyMDIyLTEwLTE0VDE3OjAwOjAwWiIsIlBlcmNlbnRhZ2VDb21wbGV0ZSI6bnVsbCwiU3R5bGUiOnsiJGlkIjoiOTIxIiwiU2hhcGUiOjEsIlNoYXBlVGhpY2tuZXNzIjowLCJEdXJhdGlvbkZvcm1hdCI6MCwiSW5jbHVkZU5vbldvcmtpbmdEYXlzSW5EdXJhdGlvbiI6ZmFsc2UsIlBlcmNlbnRhZ2VDb21wbGV0ZVN0eWxlIjp7IiRpZCI6IjkyMiIsIkZvbnRTZXR0aW5ncyI6eyIkaWQiOiI5MjM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SwiVmVydGljYWxBbGlnbm1lbnQiOjAsIlNtYXJ0Rm9yZWdyb3VuZCI6bnVsbCwiQmFja2dyb3VuZEZpbGxUeXBlIjowLCJNYXJnaW4iOnsiJHJlZiI6Ijg4In0sIlBhZGRpbmciOnsiJHJlZiI6Ijg5In0sIkJhY2tncm91bmQiOnsiJHJlZiI6IjkwIn0sIklzVmlzaWJsZSI6dHJ1ZSwiV2lkdGgiOjAuMCwiSGVpZ2h0IjowLjAsIkJvcmRlclN0eWxlIjp7IiRpZCI6IjkyNCIsIkxpbmVDb2xvciI6bnVsbCwiTGluZVdlaWdodCI6MC4wLCJMaW5lVHlwZSI6MCwiUGFyZW50U3R5bGUiOm51bGx9LCJQYXJlbnRTdHlsZSI6bnVsbH0sIkR1cmF0aW9uU3R5bGUiOnsiJGlkIjoiOTI1IiwiRm9udFNldHRpbmdzIjp7IiRpZCI6IjkyNi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OTI3IiwiTGluZUNvbG9yIjpudWxsLCJMaW5lV2VpZ2h0IjowLjAsIkxpbmVUeXBlIjowLCJQYXJlbnRTdHlsZSI6bnVsbH0sIlBhcmVudFN0eWxlIjpudWxsfSwiSG9yaXpvbnRhbENvbm5lY3RvclN0eWxlIjp7IiRpZCI6IjkyOCIsIkxpbmVDb2xvciI6eyIkcmVmIjoiOTkifSwiTGluZVdlaWdodCI6MS4wLCJMaW5lVHlwZSI6MCwiUGFyZW50U3R5bGUiOm51bGx9LCJWZXJ0aWNhbENvbm5lY3RvclN0eWxlIjp7IiRpZCI6IjkyOS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IsIlNwYWNpbmciOjMsIklzQmVsb3dUaW1lYmFuZCI6ZmFsc2UsIlBlcmNlbnRhZ2VDb21wbGV0ZVNoYXBlT3BhY2l0eSI6MzUsIlNoYXBlU3R5bGUiOnsiJGlkIjoiOTMwIiwiTWFyZ2luIjp7IiRyZWYiOiIxMDUifSwiUGFkZGluZyI6eyIkcmVmIjoiMTA2In0sIkJhY2tncm91bmQiOnsiJGlkIjoiOTMxIiwiQ29sb3IiOnsiJGlkIjoiOTMyIiwiQSI6MjU1LCJSIjoxMTksIkciOjExOSwiQiI6MTE5fX0sIklzVmlzaWJsZSI6dHJ1ZSwiV2lkdGgiOjAuMCwiSGVpZ2h0IjoxMC4wLCJCb3JkZXJTdHlsZSI6eyIkaWQiOiI5MzMiLCJMaW5lQ29sb3IiOnsiJHJlZiI6IjExMCJ9LCJMaW5lV2VpZ2h0IjowLjAsIkxpbmVUeXBlIjowLCJQYXJlbnRTdHlsZSI6bnVsbH0sIlBhcmVudFN0eWxlIjpudWxsfSwiVGl0bGVTdHlsZSI6eyIkaWQiOiI5MzQiLCJGb250U2V0dGluZ3MiOnsiJGlkIjoiOTM1IiwiRm9udFNpemUiOjExLCJGb250TmFtZSI6IkNhbGlicmkiLCJJc0JvbGQiOnRydWUsIklzSXRhbGljIjpmYWxzZSwiSXNVbmRlcmxpbmVkIjpmYWxzZSwiUGFyZW50U3R5bGUiOm51bGx9LCJBdXRvU2l6ZSI6MCwiRm9yZWdyb3VuZCI6eyIkcmVmIjoiMTE0In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5MzYiLCJMaW5lQ29sb3IiOm51bGwsIkxpbmVXZWlnaHQiOjAuMCwiTGluZVR5cGUiOjAsIlBhcmVudFN0eWxlIjpudWxsfSwiUGFyZW50U3R5bGUiOm51bGx9LCJEYXRlU3R5bGUiOnsiJGlkIjoiOTM3IiwiRm9udFNldHRpbmdzIjp7IiRpZCI6IjkzOC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kzOSIsIkxpbmVDb2xvciI6bnVsbCwiTGluZVdlaWdodCI6MC4wLCJMaW5lVHlwZSI6MCwiUGFyZW50U3R5bGUiOm51bGx9LCJQYXJlbnRTdHlsZSI6bnVsbH0sIkRhdGVGb3JtYXQiOnsiJHJlZiI6IjEyNiJ9LCJXZWVrTnVtYmVyaW5nIjp7IiRpZCI6Ijk0MCIsIkZvcm1hdCI6MCwiSXNWaXNpYmxlIjpmYWxzZSwiTGFzdEtub3duVmlzaWJpbGl0eVN0YXRlIjpmYWxzZX0sIklzVmlzaWJsZSI6dHJ1ZSwiUGFyZW50U3R5bGUiOm51bGx9LCJJbmRleCI6MTAsIlNtYXJ0RHVyYXRpb25BY3RpdmF0ZWQiOmZhbHNlLCJEYXRlRm9ybWF0Ijp7IiRyZWYiOiIxMjYifSwiV2Vla051bWJlcmluZyI6eyIkaWQiOiI5NDEiLCJGb3JtYXQiOjAsIklzVmlzaWJsZSI6ZmFsc2UsIkxhc3RLbm93blZpc2liaWxpdHlTdGF0ZSI6ZmFsc2V9LCJJZCI6IjEwZTMwNDQ2LTBmZGUtNDZmOS1hODM4LTBiZGU4Zjc4M2M1YiIsIkltcG9ydElkIjpudWxsLCJUaXRsZSI6IkZpeGVzIGFuZCBSZXRlc3QgKFBlcmYsIFBlbiwgQkFUKSIsIk5vdGUiOm51bGwsIkh5cGVybGluayI6eyIkaWQiOiI5NDIiLCJBZGRyZXNzIjpudWxsLCJTdWJBZGRyZXNzIjpudWxsfSwiSXNDaGFuZ2VkIjpmYWxzZSwiSXNOZXciOmZhbHNlfSx7IiRpZCI6Ijk0MyIsIkdyb3VwTmFtZSI6bnVsbCwiU3RhcnREYXRlIjoiMjAyMi0xMC0xN1QwODowMDowMFoiLCJFbmREYXRlIjoiMjAyMi0xMC0xOFQxNzowMDowMFoiLCJQZXJjZW50YWdlQ29tcGxldGUiOm51bGwsIlN0eWxlIjp7IiRpZCI6Ijk0NCIsIlNoYXBlIjoxLCJTaGFwZVRoaWNrbmVzcyI6MCwiRHVyYXRpb25Gb3JtYXQiOjAsIkluY2x1ZGVOb25Xb3JraW5nRGF5c0luRHVyYXRpb24iOmZhbHNlLCJQZXJjZW50YWdlQ29tcGxldGVTdHlsZSI6eyIkaWQiOiI5NDUiLCJGb250U2V0dGluZ3MiOnsiJGlkIjoiOTQ2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EsIlZlcnRpY2FsQWxpZ25tZW50IjowLCJTbWFydEZvcmVncm91bmQiOm51bGwsIkJhY2tncm91bmRGaWxsVHlwZSI6MCwiTWFyZ2luIjp7IiRyZWYiOiI4OCJ9LCJQYWRkaW5nIjp7IiRyZWYiOiI4OSJ9LCJCYWNrZ3JvdW5kIjp7IiRyZWYiOiI5MCJ9LCJJc1Zpc2libGUiOnRydWUsIldpZHRoIjowLjAsIkhlaWdodCI6MC4wLCJCb3JkZXJTdHlsZSI6eyIkaWQiOiI5NDciLCJMaW5lQ29sb3IiOm51bGwsIkxpbmVXZWlnaHQiOjAuMCwiTGluZVR5cGUiOjAsIlBhcmVudFN0eWxlIjpudWxsfSwiUGFyZW50U3R5bGUiOm51bGx9LCJEdXJhdGlvblN0eWxlIjp7IiRpZCI6Ijk0OCIsIkZvbnRTZXR0aW5ncyI6eyIkaWQiOiI5NDk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k1MCIsIkxpbmVDb2xvciI6bnVsbCwiTGluZVdlaWdodCI6MC4wLCJMaW5lVHlwZSI6MCwiUGFyZW50U3R5bGUiOm51bGx9LCJQYXJlbnRTdHlsZSI6bnVsbH0sIkhvcml6b250YWxDb25uZWN0b3JTdHlsZSI6eyIkaWQiOiI5NTEiLCJMaW5lQ29sb3IiOnsiJHJlZiI6Ijk5In0sIkxpbmVXZWlnaHQiOjEuMCwiTGluZVR5cGUiOjAsIlBhcmVudFN0eWxlIjpudWxsfSwiVmVydGljYWxDb25uZWN0b3JTdHlsZSI6eyIkaWQiOiI5NTI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yLCJTcGFjaW5nIjozLCJJc0JlbG93VGltZWJhbmQiOmZhbHNlLCJQZXJjZW50YWdlQ29tcGxldGVTaGFwZU9wYWNpdHkiOjM1LCJTaGFwZVN0eWxlIjp7IiRpZCI6Ijk1MyIsIk1hcmdpbiI6eyIkcmVmIjoiMTA1In0sIlBhZGRpbmciOnsiJHJlZiI6IjEwNiJ9LCJCYWNrZ3JvdW5kIjp7IiRpZCI6Ijk1NCIsIkNvbG9yIjp7IiRpZCI6Ijk1NSIsIkEiOjI1NSwiUiI6MTE5LCJHIjoxMTksIkIiOjExOX19LCJJc1Zpc2libGUiOnRydWUsIldpZHRoIjowLjAsIkhlaWdodCI6MTAuMCwiQm9yZGVyU3R5bGUiOnsiJGlkIjoiOTU2IiwiTGluZUNvbG9yIjp7IiRyZWYiOiIxMTAifSwiTGluZVdlaWdodCI6MC4wLCJMaW5lVHlwZSI6MCwiUGFyZW50U3R5bGUiOm51bGx9LCJQYXJlbnRTdHlsZSI6bnVsbH0sIlRpdGxlU3R5bGUiOnsiJGlkIjoiOTU3IiwiRm9udFNldHRpbmdzIjp7IiRpZCI6Ijk1OCIsIkZvbnRTaXplIjoxMSwiRm9udE5hbWUiOiJDYWxpYnJpIiwiSXNCb2xkIjp0cnVlLCJJc0l0YWxpYyI6ZmFsc2UsIklzVW5kZXJsaW5lZCI6ZmFsc2UsIlBhcmVudFN0eWxlIjpudWxsfSwiQXV0b1NpemUiOjAsIkZvcmVncm91bmQiOnsiJHJlZiI6IjExNCJ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OTU5IiwiTGluZUNvbG9yIjpudWxsLCJMaW5lV2VpZ2h0IjowLjAsIkxpbmVUeXBlIjowLCJQYXJlbnRTdHlsZSI6bnVsbH0sIlBhcmVudFN0eWxlIjpudWxsfSwiRGF0ZVN0eWxlIjp7IiRpZCI6Ijk2MCIsIkZvbnRTZXR0aW5ncyI6eyIkaWQiOiI5NjE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5NjIiLCJMaW5lQ29sb3IiOm51bGwsIkxpbmVXZWlnaHQiOjAuMCwiTGluZVR5cGUiOjAsIlBhcmVudFN0eWxlIjpudWxsfSwiUGFyZW50U3R5bGUiOm51bGx9LCJEYXRlRm9ybWF0Ijp7IiRyZWYiOiIxMjYifSwiV2Vla051bWJlcmluZyI6eyIkaWQiOiI5NjMiLCJGb3JtYXQiOjAsIklzVmlzaWJsZSI6ZmFsc2UsIkxhc3RLbm93blZpc2liaWxpdHlTdGF0ZSI6ZmFsc2V9LCJJc1Zpc2libGUiOnRydWUsIlBhcmVudFN0eWxlIjpudWxsfSwiSW5kZXgiOjExLCJTbWFydER1cmF0aW9uQWN0aXZhdGVkIjpmYWxzZSwiRGF0ZUZvcm1hdCI6eyIkcmVmIjoiMTI2In0sIldlZWtOdW1iZXJpbmciOnsiJGlkIjoiOTY0IiwiRm9ybWF0IjowLCJJc1Zpc2libGUiOmZhbHNlLCJMYXN0S25vd25WaXNpYmlsaXR5U3RhdGUiOmZhbHNlfSwiSWQiOiJkN2IzNmY3MS1iOTM2LTQwN2EtODQzOS05NDY5ZTIxNzdjZTgiLCJJbXBvcnRJZCI6bnVsbCwiVGl0bGUiOiJSdW4gQm9vayBEcmVzcyBSZWhlYXJzYWwiLCJOb3RlIjpudWxsLCJIeXBlcmxpbmsiOnsiJGlkIjoiOTY1IiwiQWRkcmVzcyI6bnVsbCwiU3ViQWRkcmVzcyI6bnVsbH0sIklzQ2hhbmdlZCI6ZmFsc2UsIklzTmV3IjpmYWxzZX0seyIkaWQiOiI5NjYiLCJHcm91cE5hbWUiOm51bGwsIlN0YXJ0RGF0ZSI6IjIwMjItMTAtMTdUMDg6MDA6MDBaIiwiRW5kRGF0ZSI6IjIwMjItMTAtMjFUMTc6MDA6MDBaIiwiUGVyY2VudGFnZUNvbXBsZXRlIjowLjAsIlN0eWxlIjp7IiRpZCI6Ijk2NyIsIlNoYXBlIjoxLCJTaGFwZVRoaWNrbmVzcyI6MCwiRHVyYXRpb25Gb3JtYXQiOjAsIkluY2x1ZGVOb25Xb3JraW5nRGF5c0luRHVyYXRpb24iOmZhbHNlLCJQZXJjZW50YWdlQ29tcGxldGVTdHlsZSI6eyIkaWQiOiI5NjgiLCJGb250U2V0dGluZ3MiOnsiJGlkIjoiOTY5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5NzAiLCJMaW5lQ29sb3IiOm51bGwsIkxpbmVXZWlnaHQiOjAuMCwiTGluZVR5cGUiOjAsIlBhcmVudFN0eWxlIjpudWxsfSwiUGFyZW50U3R5bGUiOm51bGx9LCJEdXJhdGlvblN0eWxlIjp7IiRpZCI6Ijk3MSIsIkZvbnRTZXR0aW5ncyI6eyIkaWQiOiI5NzI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k3MyIsIkxpbmVDb2xvciI6bnVsbCwiTGluZVdlaWdodCI6MC4wLCJMaW5lVHlwZSI6MCwiUGFyZW50U3R5bGUiOm51bGx9LCJQYXJlbnRTdHlsZSI6bnVsbH0sIkhvcml6b250YWxDb25uZWN0b3JTdHlsZSI6eyIkaWQiOiI5NzQiLCJMaW5lQ29sb3IiOnsiJHJlZiI6Ijk5In0sIkxpbmVXZWlnaHQiOjEuMCwiTGluZVR5cGUiOjAsIlBhcmVudFN0eWxlIjpudWxsfSwiVmVydGljYWxDb25uZWN0b3JTdHlsZSI6eyIkaWQiOiI5NzU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k3NiIsIk1hcmdpbiI6eyIkcmVmIjoiMTA1In0sIlBhZGRpbmciOnsiJHJlZiI6IjEwNiJ9LCJCYWNrZ3JvdW5kIjp7IiRpZCI6Ijk3NyIsIkNvbG9yIjp7IiRpZCI6Ijk3OCIsIkEiOjI1NSwiUiI6MTE5LCJHIjoxMTksIkIiOjExOX19LCJJc1Zpc2libGUiOnRydWUsIldpZHRoIjoxMi4wLCJIZWlnaHQiOjEwLjAsIkJvcmRlclN0eWxlIjp7IiRpZCI6Ijk3OSIsIkxpbmVDb2xvciI6eyIkaWQiOiI5ODAiLCIkdHlwZSI6Ik5MUkUuQ29tbW9uLkRvbS5Tb2xpZENvbG9yQnJ1c2gsIE5MUkUuQ29tbW9uIiwiQ29sb3IiOnsiJGlkIjoiOTgxIiwiQSI6MjU1LCJSIjowLCJHIjo1OSwiQiI6OTJ9fSwiTGluZVdlaWdodCI6My4wLCJMaW5lVHlwZSI6MCwiUGFyZW50U3R5bGUiOm51bGx9LCJQYXJlbnRTdHlsZSI6bnVsbH0sIlRpdGxlU3R5bGUiOnsiJGlkIjoiOTgyIiwiRm9udFNldHRpbmdzIjp7IiRpZCI6Ijk4MyIsIkZvbnRTaXplIjoxMSwiRm9udE5hbWUiOiJDYWxpYnJpIiwiSXNCb2xkIjp0cnVlLCJJc0l0YWxpYyI6ZmFsc2UsIklzVW5kZXJsaW5lZCI6ZmFsc2UsIlBhcmVudFN0eWxlIjpudWxsfSwiQXV0b1NpemUiOjAsIkZvcmVncm91bmQiOnsiJHJlZiI6IjExNCJ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OTg0IiwiTGluZUNvbG9yIjpudWxsLCJMaW5lV2VpZ2h0IjowLjAsIkxpbmVUeXBlIjowLCJQYXJlbnRTdHlsZSI6bnVsbH0sIlBhcmVudFN0eWxlIjpudWxsfSwiRGF0ZVN0eWxlIjp7IiRpZCI6Ijk4NSIsIkZvbnRTZXR0aW5ncyI6eyIkaWQiOiI5ODY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5ODciLCJMaW5lQ29sb3IiOm51bGwsIkxpbmVXZWlnaHQiOjAuMCwiTGluZVR5cGUiOjAsIlBhcmVudFN0eWxlIjpudWxsfSwiUGFyZW50U3R5bGUiOm51bGx9LCJEYXRlRm9ybWF0Ijp7IiRyZWYiOiIxMjYifSwiV2Vla051bWJlcmluZyI6eyIkaWQiOiI5ODgiLCJGb3JtYXQiOjAsIklzVmlzaWJsZSI6ZmFsc2UsIkxhc3RLbm93blZpc2liaWxpdHlTdGF0ZSI6ZmFsc2V9LCJJc1Zpc2libGUiOnRydWUsIlBhcmVudFN0eWxlIjpudWxsfSwiSW5kZXgiOjEyLCJTbWFydER1cmF0aW9uQWN0aXZhdGVkIjpmYWxzZSwiRGF0ZUZvcm1hdCI6eyIkcmVmIjoiMTI2In0sIldlZWtOdW1iZXJpbmciOnsiJGlkIjoiOTg5IiwiRm9ybWF0IjowLCJJc1Zpc2libGUiOmZhbHNlLCJMYXN0S25vd25WaXNpYmlsaXR5U3RhdGUiOmZhbHNlfSwiSWQiOiJhZDVkOTdhMi0yZmJmLTQ1MDUtYjZiMS1hZTliZDk5ZDQ2YzYiLCJJbXBvcnRJZCI6bnVsbCwiVGl0bGUiOiJDb3RpbmdlbmN5IiwiTm90ZSI6bnVsbCwiSHlwZXJsaW5rIjp7IiRpZCI6Ijk5MCIsIkFkZHJlc3MiOm51bGwsIlN1YkFkZHJlc3MiOm51bGx9LCJJc0NoYW5nZWQiOmZhbHNlLCJJc05ldyI6ZmFsc2V9LHsiJGlkIjoiOTkxIiwiR3JvdXBOYW1lIjpudWxsLCJTdGFydERhdGUiOiIyMDIxLTEyLTA5VDA4OjAwOjAwWiIsIkVuZERhdGUiOiIyMDIyLTA1LTIwVDE3OjAwOjAwWiIsIlBlcmNlbnRhZ2VDb21wbGV0ZSI6MC4wLCJTdHlsZSI6eyIkaWQiOiI5OTIiLCJTaGFwZSI6MSwiU2hhcGVUaGlja25lc3MiOjAsIkR1cmF0aW9uRm9ybWF0IjowLCJJbmNsdWRlTm9uV29ya2luZ0RheXNJbkR1cmF0aW9uIjpmYWxzZSwiUGVyY2VudGFnZUNvbXBsZXRlU3R5bGUiOnsiJGlkIjoiOTkzIiwiRm9udFNldHRpbmdzIjp7IiRpZCI6Ijk5NCIsIkZvbnRTaXplIjoxMCwiRm9udE5hbWUiOiJDYWxpYnJpIiwiSXNCb2xkIjpmYWxzZSwiSXNJdGFsaWMiOmZhbHNlLCJJc1VuZGVybGluZWQiOmZhbHNlLCJQYXJlbnRTdHlsZSI6bnVsbH0sIkF1dG9TaXplIjowLCJGb3JlZ3JvdW5kIjp7IiRpZCI6Ijk5NSIsIkNvbG9yIjp7IiRpZCI6Ijk5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5NyIsIlRvcCI6MCwiTGVmdCI6MCwiUmlnaHQiOjAsIkJvdHRvbSI6MH0sIlBhZGRpbmciOnsiJGlkIjoiOTk4IiwiVG9wIjowLCJMZWZ0IjowLCJSaWdodCI6MCwiQm90dG9tIjowfSwiQmFja2dyb3VuZCI6eyIkaWQiOiI5OTkiLCJDb2xvciI6eyIkaWQiOiIxMDAwIiwiQSI6ODksIlIiOjAsIkciOjAsIkIiOjB9fSwiSXNWaXNpYmxlIjp0cnVlLCJXaWR0aCI6MC4wLCJIZWlnaHQiOjAuMCwiQm9yZGVyU3R5bGUiOnsiJGlkIjoiMTAwMSIsIkxpbmVDb2xvciI6bnVsbCwiTGluZVdlaWdodCI6MC4wLCJMaW5lVHlwZSI6MCwiUGFyZW50U3R5bGUiOm51bGx9LCJQYXJlbnRTdHlsZSI6bnVsbH0sIkR1cmF0aW9uU3R5bGUiOnsiJGlkIjoiMTAwMiIsIkZvbnRTZXR0aW5ncyI6eyIkaWQiOiIxMDAzIiwiRm9udFNpemUiOjEwLCJGb250TmFtZSI6IkNhbGlicmkiLCJJc0JvbGQiOmZhbHNlLCJJc0l0YWxpYyI6ZmFsc2UsIklzVW5kZXJsaW5lZCI6ZmFsc2UsIlBhcmVudFN0eWxlIjpudWxsfSwiQXV0b1NpemUiOjAsIkZvcmVncm91bmQiOnsiJGlkIjoiMTAwNCIsIkNvbG9yIjp7IiRpZCI6IjEwM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DA2IiwiVG9wIjowLCJMZWZ0IjowLCJSaWdodCI6MCwiQm90dG9tIjowfSwiUGFkZGluZyI6eyIkaWQiOiIxMDA3IiwiVG9wIjowLCJMZWZ0IjowLCJSaWdodCI6MCwiQm90dG9tIjowfSwiQmFja2dyb3VuZCI6eyIkaWQiOiIxMDA4IiwiQ29sb3IiOnsiJHJlZiI6IjEwMDAifX0sIklzVmlzaWJsZSI6ZmFsc2UsIldpZHRoIjowLjAsIkhlaWdodCI6MC4wLCJCb3JkZXJTdHlsZSI6eyIkaWQiOiIxMDA5IiwiTGluZUNvbG9yIjpudWxsLCJMaW5lV2VpZ2h0IjowLjAsIkxpbmVUeXBlIjowLCJQYXJlbnRTdHlsZSI6bnVsbH0sIlBhcmVudFN0eWxlIjpudWxsfSwiSG9yaXpvbnRhbENvbm5lY3RvclN0eWxlIjp7IiRpZCI6IjEwMTAiLCJMaW5lQ29sb3IiOnsiJGlkIjoiMTAxMSIsIiR0eXBlIjoiTkxSRS5Db21tb24uRG9tLlNvbGlkQ29sb3JCcnVzaCwgTkxSRS5Db21tb24iLCJDb2xvciI6eyIkaWQiOiIxMDEyIiwiQSI6MjU1LCJSIjoyMDQsIkciOjIwNCwiQiI6MjA0fX0sIkxpbmVXZWlnaHQiOjEuMCwiTGluZVR5cGUiOjAsIlBhcmVudFN0eWxlIjpudWxsfSwiVmVydGljYWxDb25uZWN0b3JTdHlsZSI6eyIkaWQiOiIxMDEzIiwiTGluZUNvbG9yIjp7IiRpZCI6IjEwMTQiLCIkdHlwZSI6Ik5MUkUuQ29tbW9uLkRvbS5Tb2xpZENvbG9yQnJ1c2gsIE5MUkUuQ29tbW9uIiwiQ29sb3IiOnsiJGlkIjoiMTAxN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EwMTYiLCJNYXJnaW4iOnsiJGlkIjoiMTAxNyIsIlRvcCI6MCwiTGVmdCI6NCwiUmlnaHQiOjQsIkJvdHRvbSI6MH0sIlBhZGRpbmciOnsiJGlkIjoiMTAxOCIsIlRvcCI6MCwiTGVmdCI6MCwiUmlnaHQiOjAsIkJvdHRvbSI6MH0sIkJhY2tncm91bmQiOnsiJGlkIjoiMTAxOSIsIkNvbG9yIjp7IiRpZCI6IjEwMjAiLCJBIjoyNTUsIlIiOjAsIkciOjU5LCJCIjo5Mn19LCJJc1Zpc2libGUiOnRydWUsIldpZHRoIjozNjQuMCwiSGVpZ2h0IjoxMC4wLCJCb3JkZXJTdHlsZSI6eyIkaWQiOiIxMDIxIiwiTGluZUNvbG9yIjp7IiRpZCI6IjEwMjIiLCIkdHlwZSI6Ik5MUkUuQ29tbW9uLkRvbS5Tb2xpZENvbG9yQnJ1c2gsIE5MUkUuQ29tbW9uIiwiQ29sb3IiOnsiJGlkIjoiMTAyMyIsIkEiOjI1NSwiUiI6MCwiRyI6NTksIkIiOjkyfX0sIkxpbmVXZWlnaHQiOjIuODUxNDQzNTMsIkxpbmVUeXBlIjowLCJQYXJlbnRTdHlsZSI6bnVsbH0sIlBhcmVudFN0eWxlIjpudWxsfSwiVGl0bGVTdHlsZSI6eyIkaWQiOiIxMDI0IiwiRm9udFNldHRpbmdzIjp7IiRpZCI6IjEwMjUiLCJGb250U2l6ZSI6MTEsIkZvbnROYW1lIjoiQ2FsaWJyaSIsIklzQm9sZCI6dHJ1ZSwiSXNJdGFsaWMiOmZhbHNlLCJJc1VuZGVybGluZWQiOmZhbHNlLCJQYXJlbnRTdHlsZSI6bnVsbH0sIkF1dG9TaXplIjowLCJGb3JlZ3JvdW5kIjp7IiRpZCI6IjEwMjYiLCJDb2xvciI6eyIkaWQiOiIxMDI3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EwMjgiLCJUb3AiOjAsIkxlZnQiOjAsIlJpZ2h0IjowLCJCb3R0b20iOjB9LCJQYWRkaW5nIjp7IiRpZCI6IjEwMjkiLCJUb3AiOjAsIkxlZnQiOjAsIlJpZ2h0IjowLCJCb3R0b20iOjB9LCJCYWNrZ3JvdW5kIjp7IiRpZCI6IjEwMzAiLCJDb2xvciI6eyIkaWQiOiIxMDMxIiwiQSI6MCwiUiI6MjU1LCJHIjoyNTUsIkIiOjI1NX19LCJJc1Zpc2libGUiOnRydWUsIldpZHRoIjowLjAsIkhlaWdodCI6MC4wLCJCb3JkZXJTdHlsZSI6eyIkaWQiOiIxMDMyIiwiTGluZUNvbG9yIjpudWxsLCJMaW5lV2VpZ2h0IjowLjAsIkxpbmVUeXBlIjowLCJQYXJlbnRTdHlsZSI6bnVsbH0sIlBhcmVudFN0eWxlIjpudWxsfSwiRGF0ZVN0eWxlIjp7IiRpZCI6IjEwMzMiLCJGb250U2V0dGluZ3MiOnsiJGlkIjoiMTAzNCIsIkZvbnRTaXplIjoxMCwiRm9udE5hbWUiOiJDYWxpYnJpIiwiSXNCb2xkIjpmYWxzZSwiSXNJdGFsaWMiOmZhbHNlLCJJc1VuZGVybGluZWQiOmZhbHNlLCJQYXJlbnRTdHlsZSI6bnVsbH0sIkF1dG9TaXplIjowLCJGb3JlZ3JvdW5kIjp7IiRpZCI6IjEwMzUiLCJDb2xvciI6eyIkaWQiOiIxMDM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DM3IiwiVG9wIjowLCJMZWZ0IjowLCJSaWdodCI6MCwiQm90dG9tIjowfSwiUGFkZGluZyI6eyIkaWQiOiIxMDM4IiwiVG9wIjowLCJMZWZ0IjowLCJSaWdodCI6MCwiQm90dG9tIjowfSwiQmFja2dyb3VuZCI6eyIkaWQiOiIxMDM5IiwiQ29sb3IiOnsiJGlkIjoiMTA0MCIsIkEiOjAsIlIiOjI1NSwiRyI6MjU1LCJCIjoyNTV9fSwiSXNWaXNpYmxlIjp0cnVlLCJXaWR0aCI6MC4wLCJIZWlnaHQiOjAuMCwiQm9yZGVyU3R5bGUiOnsiJGlkIjoiMTA0MSIsIkxpbmVDb2xvciI6bnVsbCwiTGluZVdlaWdodCI6MC4wLCJMaW5lVHlwZSI6MCwiUGFyZW50U3R5bGUiOm51bGx9LCJQYXJlbnRTdHlsZSI6bnVsbH0sIkRhdGVGb3JtYXQiOnsiJGlkIjoiMTA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QzIiwiRm9ybWF0IjowLCJJc1Zpc2libGUiOmZhbHNlLCJMYXN0S25vd25WaXNpYmlsaXR5U3RhdGUiOmZhbHNlfSwiSXNWaXNpYmxlIjpmYWxzZSwiUGFyZW50U3R5bGUiOm51bGx9LCJJbmRleCI6MTQsIlNtYXJ0RHVyYXRpb25BY3RpdmF0ZWQiOmZhbHNlLCJEYXRlRm9ybWF0Ijp7IiRyZWYiOiIxMDQyIn0sIldlZWtOdW1iZXJpbmciOnsiJGlkIjoiMTA0NCIsIkZvcm1hdCI6MCwiSXNWaXNpYmxlIjpmYWxzZSwiTGFzdEtub3duVmlzaWJpbGl0eVN0YXRlIjpmYWxzZX0sIklkIjoiM2YyZGE5M2EtMmQ1OC00Mzg1LWJhOTItMjAyNmNiYjllNmZmIiwiSW1wb3J0SWQiOiI5ODIiLCJUaXRsZSI6IlByb2R1Y3RpemF0aW9uICg3IFNwcmludHMgKyBTdGFiaWxpemF0aW9uKSIsIk5vdGUiOm51bGwsIkh5cGVybGluayI6eyIkaWQiOiIxMDQ1IiwiQWRkcmVzcyI6bnVsbCwiU3ViQWRkcmVzcyI6bnVsbH0sIklzQ2hhbmdlZCI6ZmFsc2UsIklzTmV3IjpmYWxzZX0seyIkaWQiOiIxMDQ2IiwiR3JvdXBOYW1lIjpudWxsLCJTdGFydERhdGUiOiIyMDIyLTAxLTEwVDA4OjAwOjAwWiIsIkVuZERhdGUiOiIyMDIyLTAyLTI4VDE3OjAwOjAwWiIsIlBlcmNlbnRhZ2VDb21wbGV0ZSI6MC4wLCJTdHlsZSI6eyIkaWQiOiIxMDQ3IiwiU2hhcGUiOjEsIlNoYXBlVGhpY2tuZXNzIjowLCJEdXJhdGlvbkZvcm1hdCI6MCwiSW5jbHVkZU5vbldvcmtpbmdEYXlzSW5EdXJhdGlvbiI6ZmFsc2UsIlBlcmNlbnRhZ2VDb21wbGV0ZVN0eWxlIjp7IiRpZCI6IjEwNDgiLCJGb250U2V0dGluZ3MiOnsiJGlkIjoiMTA0OSIsIkZvbnRTaXplIjoxMCwiRm9udE5hbWUiOiJDYWxpYnJpIiwiSXNCb2xkIjpmYWxzZSwiSXNJdGFsaWMiOmZhbHNlLCJJc1VuZGVybGluZWQiOmZhbHNlLCJQYXJlbnRTdHlsZSI6bnVsbH0sIkF1dG9TaXplIjowLCJGb3JlZ3JvdW5kIjp7IiRpZCI6IjEwNTAiLCJDb2xvciI6eyIkaWQiOiIxMDUx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xMDUyIiwiTGluZUNvbG9yIjpudWxsLCJMaW5lV2VpZ2h0IjowLjAsIkxpbmVUeXBlIjowLCJQYXJlbnRTdHlsZSI6bnVsbH0sIlBhcmVudFN0eWxlIjpudWxsfSwiRHVyYXRpb25TdHlsZSI6eyIkaWQiOiIxMDUzIiwiRm9udFNldHRpbmdzIjp7IiRpZCI6IjEwNTQiLCJGb250U2l6ZSI6MTAsIkZvbnROYW1lIjoiQ2FsaWJyaSIsIklzQm9sZCI6ZmFsc2UsIklzSXRhbGljIjpmYWxzZSwiSXNVbmRlcmxpbmVkIjpmYWxzZSwiUGFyZW50U3R5bGUiOm51bGx9LCJBdXRvU2l6ZSI6MCwiRm9yZWdyb3VuZCI6eyIkaWQiOiIxMDU1IiwiQ29sb3IiOnsiJGlkIjoiMTA1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mZhbHNlLCJXaWR0aCI6MC4wLCJIZWlnaHQiOjAuMCwiQm9yZGVyU3R5bGUiOnsiJGlkIjoiMTA1NyIsIkxpbmVDb2xvciI6bnVsbCwiTGluZVdlaWdodCI6MC4wLCJMaW5lVHlwZSI6MCwiUGFyZW50U3R5bGUiOm51bGx9LCJQYXJlbnRTdHlsZSI6bnVsbH0sIkhvcml6b250YWxDb25uZWN0b3JTdHlsZSI6eyIkaWQiOiIxMDU4IiwiTGluZUNvbG9yIjp7IiRyZWYiOiI5OSJ9LCJMaW5lV2VpZ2h0IjoxLjAsIkxpbmVUeXBlIjowLCJQYXJlbnRTdHlsZSI6bnVsbH0sIlZlcnRpY2FsQ29ubmVjdG9yU3R5bGUiOnsiJGlkIjoiMTA1OSIsIkxpbmVDb2xvciI6eyIkcmVmIjoiMTAy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MTA2MCIsIk1hcmdpbiI6eyIkcmVmIjoiMTA1In0sIlBhZGRpbmciOnsiJHJlZiI6IjEwNiJ9LCJCYWNrZ3JvdW5kIjp7IiRpZCI6IjEwNjEiLCJDb2xvciI6eyIkaWQiOiIxMDYyIiwiQSI6MjU1LCJSIjoxMTksIkciOjExOSwiQiI6MTE5fX0sIklzVmlzaWJsZSI6dHJ1ZSwiV2lkdGgiOjE5NC4wLCJIZWlnaHQiOjEwLjAsIkJvcmRlclN0eWxlIjp7IiRpZCI6IjEwNjMiLCJMaW5lQ29sb3IiOnsiJGlkIjoiMTA2NCIsIiR0eXBlIjoiTkxSRS5Db21tb24uRG9tLlNvbGlkQ29sb3JCcnVzaCwgTkxSRS5Db21tb24iLCJDb2xvciI6eyIkaWQiOiIxMDY1IiwiQSI6MjU1LCJSIjowLCJHIjoxNTEsIkIiOjE2OX19LCJMaW5lV2VpZ2h0IjoyLjg1MTQ0MzUzLCJMaW5lVHlwZSI6MCwiUGFyZW50U3R5bGUiOm51bGx9LCJQYXJlbnRTdHlsZSI6bnVsbH0sIlRpdGxlU3R5bGUiOnsiJGlkIjoiMTA2NiIsIkZvbnRTZXR0aW5ncyI6eyIkaWQiOiIxMDY3IiwiRm9udFNpemUiOjExLCJGb250TmFtZSI6IkNhbGlicmkiLCJJc0JvbGQiOnRydWUsIklzSXRhbGljIjpmYWxzZSwiSXNVbmRlcmxpbmVkIjpmYWxzZSwiUGFyZW50U3R5bGUiOm51bGx9LCJBdXRvU2l6ZSI6MCwiRm9yZWdyb3VuZCI6eyIkaWQiOiIxMDY4IiwiQ29sb3IiOnsiJGlkIjoiMTA2O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TA3MCIsIkxpbmVDb2xvciI6bnVsbCwiTGluZVdlaWdodCI6MC4wLCJMaW5lVHlwZSI6MCwiUGFyZW50U3R5bGUiOm51bGx9LCJQYXJlbnRTdHlsZSI6bnVsbH0sIkRhdGVTdHlsZSI6eyIkaWQiOiIxMDcxIiwiRm9udFNldHRpbmdzIjp7IiRpZCI6IjEwNzIiLCJGb250U2l6ZSI6MTAsIkZvbnROYW1lIjoiQ2FsaWJyaSIsIklzQm9sZCI6ZmFsc2UsIklzSXRhbGljIjpmYWxzZSwiSXNVbmRlcmxpbmVkIjpmYWxzZSwiUGFyZW50U3R5bGUiOm51bGx9LCJBdXRvU2l6ZSI6MiwiRm9yZWdyb3VuZCI6eyIkaWQiOiIxMDczIiwiQ29sb3IiOnsiJGlkIjoiMTA3NCIsIkEiOjI1NSwiUiI6NjgsIkciOjg0LCJCIjoxMDZ9fSwiTWF4V2lkdGgiOjYxLjAsIk1heEhlaWdodCI6IkluZmluaXR5IiwiU21hcnRGb3JlZ3JvdW5kSXNBY3RpdmUiOmZhbHNlLCJIb3Jpem9udGFsQWxpZ25tZW50Ijoy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MTA3NSIsIkxpbmVDb2xvciI6bnVsbCwiTGluZVdlaWdodCI6MC4wLCJMaW5lVHlwZSI6MCwiUGFyZW50U3R5bGUiOm51bGx9LCJQYXJlbnRTdHlsZSI6bnVsbH0sIkRhdGVGb3JtYXQiOnsiJHJlZiI6IjEyNiJ9LCJXZWVrTnVtYmVyaW5nIjp7IiRpZCI6IjEwNzYiLCJGb3JtYXQiOjAsIklzVmlzaWJsZSI6ZmFsc2UsIkxhc3RLbm93blZpc2liaWxpdHlTdGF0ZSI6ZmFsc2V9LCJJc1Zpc2libGUiOmZhbHNlLCJQYXJlbnRTdHlsZSI6bnVsbH0sIkluZGV4IjoxOCwiU21hcnREdXJhdGlvbkFjdGl2YXRlZCI6ZmFsc2UsIkRhdGVGb3JtYXQiOnsiJHJlZiI6IjEyNiJ9LCJXZWVrTnVtYmVyaW5nIjp7IiRpZCI6IjEwNzciLCJGb3JtYXQiOjAsIklzVmlzaWJsZSI6ZmFsc2UsIkxhc3RLbm93blZpc2liaWxpdHlTdGF0ZSI6ZmFsc2V9LCJJZCI6IjAxM2IyODE4LTJjYjYtNDVhMC04YjRiLTMyNjk2NjEzMDNlNyIsIkltcG9ydElkIjpudWxsLCJUaXRsZSI6IkFQSSBEZXZlbG9wbWVudCAoVEJDKSIsIk5vdGUiOm51bGwsIkh5cGVybGluayI6eyIkaWQiOiIxMDc4IiwiQWRkcmVzcyI6IiIsIlN1YkFkZHJlc3MiOiIifSwiSXNDaGFuZ2VkIjpmYWxzZSwiSXNOZXciOmZhbHNlfV0sIlN3aW1sYW5lcyI6W10sIk1zUHJvamVjdEl0ZW1zVHJlZSI6eyIkaWQiOiIxMDc5IiwiUm9vdCI6eyJJbXBvcnRJZCI6bnVsbCwiSXNJbXBvcnRlZCI6ZmFsc2UsIkNoaWxkcmVuIjpbXX19LCJNZXRhZGF0YSI6eyIkaWQiOiIxMDgwIiwiTXNwQ29sdW1uc01hcHBpbmciOiJbe1wiJGlkXCI6XCIxXCIsXCJTZWxlY3RlZE1hcHBpbmdcIjo1LFwiQ29sdW1uSGVhZGVyXCI6XCJQZXJjZW50Q29tcGxldGVcIn0se1wiJGlkXCI6XCIyXCIsXCJTZWxlY3RlZE1hcHBpbmdcIjoyLFwiQ29sdW1uSGVhZGVyXCI6XCJOYW1lXCJ9LHtcIiRpZFwiOlwiM1wiLFwiU2VsZWN0ZWRNYXBwaW5nXCI6MyxcIkNvbHVtbkhlYWRlclwiOlwiU3RhcnRcIn0se1wiJGlkXCI6XCI0XCIsXCJTZWxlY3RlZE1hcHBpbmdcIjo0LFwiQ29sdW1uSGVhZGVyXCI6XCJGaW5pc2hcIn0se1wiJHJlZlwiOlwiMVwifV0iLCJNc3BMYXRlc3RJbXBvcnRJdGVtcyI6IntcIiRpZFwiOlwiMVwiLFwiUm9vdFwiOntcIkltcG9ydElkXCI6bnVsbCxcIklzSW1wb3J0ZWRcIjpmYWxzZSxcIkNoaWxkcmVuXCI6W3tcIiRpZFwiOlwiMlwiLFwiSW1wb3J0SWRcIjpcIjM0OFwiLFwiSXNJbXBvcnRlZFwiOmZhbHNlLFwiQ2hpbGRyZW5cIjpbXX0se1wiJGlkXCI6XCIzXCIsXCJJbXBvcnRJZFwiOlwiMTIyOFwiLFwiSXNJbXBvcnRlZFwiOmZhbHNlLFwiQ2hpbGRyZW5cIjpbe1wiJGlkXCI6XCI0XCIsXCJJbXBvcnRJZFwiOlwiMVwiLFwiSXNJbXBvcnRlZFwiOmZhbHNlLFwiQ2hpbGRyZW5cIjpbe1wiJGlkXCI6XCI1XCIsXCJJbXBvcnRJZFwiOlwiMlwiLFwiSXNJbXBvcnRlZFwiOmZhbHNlLFwiQ2hpbGRyZW5cIjpbe1wiJGlkXCI6XCI2XCIsXCJJbXBvcnRJZFwiOlwiM1wiLFwiSXNJbXBvcnRlZFwiOmZhbHNlLFwiQ2hpbGRyZW5cIjpbe1wiJGlkXCI6XCI3XCIsXCJJbXBvcnRJZFwiOlwiNjBcIixcIklzSW1wb3J0ZWRcIjpmYWxzZSxcIkNoaWxkcmVuXCI6W119LHtcIiRpZFwiOlwiOFwiLFwiSW1wb3J0SWRcIjpcIjYxXCIsXCJJc0ltcG9ydGVkXCI6ZmFsc2UsXCJDaGlsZHJlblwiOltdfSx7XCIkaWRcIjpcIjlcIixcIkltcG9ydElkXCI6XCIxNTZcIixcIklzSW1wb3J0ZWRcIjpmYWxzZSxcIkNoaWxkcmVuXCI6W119LHtcIiRpZFwiOlwiMTBcIixcIkltcG9ydElkXCI6XCI2MlwiLFwiSXNJbXBvcnRlZFwiOmZhbHNlLFwiQ2hpbGRyZW5cIjpbe1wiJGlkXCI6XCIxMVwiLFwiSW1wb3J0SWRcIjpcIjE1N1wiLFwiSXNJbXBvcnRlZFwiOmZhbHNlLFwiQ2hpbGRyZW5cIjpbXX0se1wiJGlkXCI6XCIxMlwiLFwiSW1wb3J0SWRcIjpcIjE1OFwiLFwiSXNJbXBvcnRlZFwiOmZhbHNlLFwiQ2hpbGRyZW5cIjpbXX0se1wiJGlkXCI6XCIxM1wiLFwiSW1wb3J0SWRcIjpcIjE1OVwiLFwiSXNJbXBvcnRlZFwiOmZhbHNlLFwiQ2hpbGRyZW5cIjpbXX1dfV19LHtcIiRpZFwiOlwiMTRcIixcIkltcG9ydElkXCI6XCI0MDZcIixcIklzSW1wb3J0ZWRcIjpmYWxzZSxcIkNoaWxkcmVuXCI6W3tcIiRpZFwiOlwiMTVcIixcIkltcG9ydElkXCI6XCI0MDdcIixcIklzSW1wb3J0ZWRcIjpmYWxzZSxcIkNoaWxkcmVuXCI6W119LHtcIiRpZFwiOlwiMTZcIixcIkltcG9ydElkXCI6XCI0MDhcIixcIklzSW1wb3J0ZWRcIjpmYWxzZSxcIkNoaWxkcmVuXCI6W119LHtcIiRpZFwiOlwiMTdcIixcIkltcG9ydElkXCI6XCI0MDlcIixcIklzSW1wb3J0ZWRcIjpmYWxzZSxcIkNoaWxkcmVuXCI6W119LHtcIiRpZFwiOlwiMThcIixcIkltcG9ydElkXCI6XCI0MTBcIixcIklzSW1wb3J0ZWRcIjpmYWxzZSxcIkNoaWxkcmVuXCI6W3tcIiRpZFwiOlwiMTlcIixcIkltcG9ydElkXCI6XCI0MTFcIixcIklzSW1wb3J0ZWRcIjpmYWxzZSxcIkNoaWxkcmVuXCI6W119LHtcIiRpZFwiOlwiMjBcIixcIkltcG9ydElkXCI6XCI0MTJcIixcIklzSW1wb3J0ZWRcIjpmYWxzZSxcIkNoaWxkcmVuXCI6W119LHtcIiRpZFwiOlwiMjFcIixcIkltcG9ydElkXCI6XCI0MTNcIixcIklzSW1wb3J0ZWRcIjpmYWxzZSxcIkNoaWxkcmVuXCI6W119XX1dfV19XX0se1wiJGlkXCI6XCIyMlwiLFwiSW1wb3J0SWRcIjpcIjRcIixcIklzSW1wb3J0ZWRcIjpmYWxzZSxcIkNoaWxkcmVuXCI6W3tcIiRpZFwiOlwiMjNcIixcIkltcG9ydElkXCI6XCI1XCIsXCJJc0ltcG9ydGVkXCI6ZmFsc2UsXCJDaGlsZHJlblwiOlt7XCIkaWRcIjpcIjI0XCIsXCJJbXBvcnRJZFwiOlwiNlwiLFwiSXNJbXBvcnRlZFwiOmZhbHNlLFwiQ2hpbGRyZW5cIjpbe1wiJGlkXCI6XCIyNVwiLFwiSW1wb3J0SWRcIjpcIjYzXCIsXCJJc0ltcG9ydGVkXCI6ZmFsc2UsXCJDaGlsZHJlblwiOltdfSx7XCIkaWRcIjpcIjI2XCIsXCJJbXBvcnRJZFwiOlwiNjRcIixcIklzSW1wb3J0ZWRcIjpmYWxzZSxcIkNoaWxkcmVuXCI6W119LHtcIiRpZFwiOlwiMjdcIixcIkltcG9ydElkXCI6XCIxNjFcIixcIklzSW1wb3J0ZWRcIjpmYWxzZSxcIkNoaWxkcmVuXCI6W119LHtcIiRpZFwiOlwiMjhcIixcIkltcG9ydElkXCI6XCI2NVwiLFwiSXNJbXBvcnRlZFwiOmZhbHNlLFwiQ2hpbGRyZW5cIjpbe1wiJGlkXCI6XCIyOVwiLFwiSW1wb3J0SWRcIjpcIjE2MlwiLFwiSXNJbXBvcnRlZFwiOmZhbHNlLFwiQ2hpbGRyZW5cIjpbXX0se1wiJGlkXCI6XCIzMFwiLFwiSW1wb3J0SWRcIjpcIjE2M1wiLFwiSXNJbXBvcnRlZFwiOmZhbHNlLFwiQ2hpbGRyZW5cIjpbXX0se1wiJGlkXCI6XCIzMVwiLFwiSW1wb3J0SWRcIjpcIjE2NFwiLFwiSXNJbXBvcnRlZFwiOmZhbHNlLFwiQ2hpbGRyZW5cIjpbXX1dfV19LHtcIiRpZFwiOlwiMzJcIixcIkltcG9ydElkXCI6XCI3XCIsXCJJc0ltcG9ydGVkXCI6ZmFsc2UsXCJDaGlsZHJlblwiOlt7XCIkaWRcIjpcIjMzXCIsXCJJbXBvcnRJZFwiOlwiNjZcIixcIklzSW1wb3J0ZWRcIjpmYWxzZSxcIkNoaWxkcmVuXCI6W119LHtcIiRpZFwiOlwiMzRcIixcIkltcG9ydElkXCI6XCI2N1wiLFwiSXNJbXBvcnRlZFwiOmZhbHNlLFwiQ2hpbGRyZW5cIjpbXX0se1wiJGlkXCI6XCIzNVwiLFwiSW1wb3J0SWRcIjpcIjE2NlwiLFwiSXNJbXBvcnRlZFwiOmZhbHNlLFwiQ2hpbGRyZW5cIjpbXX0se1wiJGlkXCI6XCIzNlwiLFwiSW1wb3J0SWRcIjpcIjY4XCIsXCJJc0ltcG9ydGVkXCI6ZmFsc2UsXCJDaGlsZHJlblwiOlt7XCIkaWRcIjpcIjM3XCIsXCJJbXBvcnRJZFwiOlwiMTY3XCIsXCJJc0ltcG9ydGVkXCI6ZmFsc2UsXCJDaGlsZHJlblwiOltdfSx7XCIkaWRcIjpcIjM4XCIsXCJJbXBvcnRJZFwiOlwiMTY4XCIsXCJJc0ltcG9ydGVkXCI6ZmFsc2UsXCJDaGlsZHJlblwiOltdfSx7XCIkaWRcIjpcIjM5XCIsXCJJbXBvcnRJZFwiOlwiMTY5XCIsXCJJc0ltcG9ydGVkXCI6ZmFsc2UsXCJDaGlsZHJlblwiOltdfSx7XCIkaWRcIjpcIjQwXCIsXCJJbXBvcnRJZFwiOlwiMTcwXCIsXCJJc0ltcG9ydGVkXCI6ZmFsc2UsXCJDaGlsZHJlblwiOltdfV19XX0se1wiJGlkXCI6XCI0MVwiLFwiSW1wb3J0SWRcIjpcIjhcIixcIklzSW1wb3J0ZWRcIjpmYWxzZSxcIkNoaWxkcmVuXCI6W3tcIiRpZFwiOlwiNDJcIixcIkltcG9ydElkXCI6XCI2OVwiLFwiSXNJbXBvcnRlZFwiOmZhbHNlLFwiQ2hpbGRyZW5cIjpbXX0se1wiJGlkXCI6XCI0M1wiLFwiSW1wb3J0SWRcIjpcIjcwXCIsXCJJc0ltcG9ydGVkXCI6ZmFsc2UsXCJDaGlsZHJlblwiOltdfSx7XCIkaWRcIjpcIjQ0XCIsXCJJbXBvcnRJZFwiOlwiMTcyXCIsXCJJc0ltcG9ydGVkXCI6ZmFsc2UsXCJDaGlsZHJlblwiOltdfSx7XCIkaWRcIjpcIjQ1XCIsXCJJbXBvcnRJZFwiOlwiNzFcIixcIklzSW1wb3J0ZWRcIjpmYWxzZSxcIkNoaWxkcmVuXCI6W3tcIiRpZFwiOlwiNDZcIixcIkltcG9ydElkXCI6XCIxNzFcIixcIklzSW1wb3J0ZWRcIjpmYWxzZSxcIkNoaWxkcmVuXCI6W119LHtcIiRpZFwiOlwiNDdcIixcIkltcG9ydElkXCI6XCIxNzNcIixcIklzSW1wb3J0ZWRcIjpmYWxzZSxcIkNoaWxkcmVuXCI6W119LHtcIiRpZFwiOlwiNDhcIixcIkltcG9ydElkXCI6XCIxNzRcIixcIklzSW1wb3J0ZWRcIjpmYWxzZSxcIkNoaWxkcmVuXCI6W119LHtcIiRpZFwiOlwiNDlcIixcIkltcG9ydElkXCI6XCIxNzVcIixcIklzSW1wb3J0ZWRcIjpmYWxzZSxcIkNoaWxkcmVuXCI6W119XX1dfV19XX1dfSx7XCIkaWRcIjpcIjUwXCIsXCJJbXBvcnRJZFwiOlwiMTIyOVwiLFwiSXNJbXBvcnRlZFwiOmZhbHNlLFwiQ2hpbGRyZW5cIjpbe1wiJGlkXCI6XCI1MVwiLFwiSW1wb3J0SWRcIjpcIjE4XCIsXCJJc0ltcG9ydGVkXCI6ZmFsc2UsXCJDaGlsZHJlblwiOlt7XCIkaWRcIjpcIjUyXCIsXCJJbXBvcnRJZFwiOlwiNzJcIixcIklzSW1wb3J0ZWRcIjpmYWxzZSxcIkNoaWxkcmVuXCI6W119LHtcIiRpZFwiOlwiNTNcIixcIkltcG9ydElkXCI6XCI3M1wiLFwiSXNJbXBvcnRlZFwiOmZhbHNlLFwiQ2hpbGRyZW5cIjpbXX0se1wiJGlkXCI6XCI1NFwiLFwiSW1wb3J0SWRcIjpcIjc0XCIsXCJJc0ltcG9ydGVkXCI6ZmFsc2UsXCJDaGlsZHJlblwiOlt7XCIkaWRcIjpcIjU1XCIsXCJJbXBvcnRJZFwiOlwiMTc3XCIsXCJJc0ltcG9ydGVkXCI6ZmFsc2UsXCJDaGlsZHJlblwiOltdfSx7XCIkaWRcIjpcIjU2XCIsXCJJbXBvcnRJZFwiOlwiMTc4XCIsXCJJc0ltcG9ydGVkXCI6ZmFsc2UsXCJDaGlsZHJlblwiOltdfSx7XCIkaWRcIjpcIjU3XCIsXCJJbXBvcnRJZFwiOlwiMTc5XCIsXCJJc0ltcG9ydGVkXCI6ZmFsc2UsXCJDaGlsZHJlblwiOltdfV19XX1dfSx7XCIkaWRcIjpcIjU4XCIsXCJJbXBvcnRJZFwiOlwiMTIzMFwiLFwiSXNJbXBvcnRlZFwiOmZhbHNlLFwiQ2hpbGRyZW5cIjpbe1wiJGlkXCI6XCI1OVwiLFwiSW1wb3J0SWRcIjpcIjE3XCIsXCJJc0ltcG9ydGVkXCI6ZmFsc2UsXCJDaGlsZHJlblwiOlt7XCIkaWRcIjpcIjYwXCIsXCJJbXBvcnRJZFwiOlwiNzVcIixcIklzSW1wb3J0ZWRcIjpmYWxzZSxcIkNoaWxkcmVuXCI6W119LHtcIiRpZFwiOlwiNjFcIixcIkltcG9ydElkXCI6XCI3NlwiLFwiSXNJbXBvcnRlZFwiOmZhbHNlLFwiQ2hpbGRyZW5cIjpbXX0se1wiJGlkXCI6XCI2MlwiLFwiSW1wb3J0SWRcIjpcIjc3XCIsXCJJc0ltcG9ydGVkXCI6ZmFsc2UsXCJDaGlsZHJlblwiOlt7XCIkaWRcIjpcIjYzXCIsXCJJbXBvcnRJZFwiOlwiMTgyXCIsXCJJc0ltcG9ydGVkXCI6ZmFsc2UsXCJDaGlsZHJlblwiOltdfSx7XCIkaWRcIjpcIjY0XCIsXCJJbXBvcnRJZFwiOlwiMTgzXCIsXCJJc0ltcG9ydGVkXCI6ZmFsc2UsXCJDaGlsZHJlblwiOltdfSx7XCIkaWRcIjpcIjY1XCIsXCJJbXBvcnRJZFwiOlwiMTg0XCIsXCJJc0ltcG9ydGVkXCI6ZmFsc2UsXCJDaGlsZHJlblwiOltdfSx7XCIkaWRcIjpcIjY2XCIsXCJJbXBvcnRJZFwiOlwiMTg1XCIsXCJJc0ltcG9ydGVkXCI6ZmFsc2UsXCJDaGlsZHJlblwiOltdfV19LHtcIiRpZFwiOlwiNjdcIixcIkltcG9ydElkXCI6XCIxNFwiLFwiSXNJbXBvcnRlZFwiOmZhbHNlLFwiQ2hpbGRyZW5cIjpbe1wiJGlkXCI6XCI2OFwiLFwiSW1wb3J0SWRcIjpcIjlcIixcIklzSW1wb3J0ZWRcIjpmYWxzZSxcIkNoaWxkcmVuXCI6W3tcIiRpZFwiOlwiNjlcIixcIkltcG9ydElkXCI6XCI3OFwiLFwiSXNJbXBvcnRlZFwiOmZhbHNlLFwiQ2hpbGRyZW5cIjpbXX0se1wiJGlkXCI6XCI3MFwiLFwiSW1wb3J0SWRcIjpcIjc5XCIsXCJJc0ltcG9ydGVkXCI6ZmFsc2UsXCJDaGlsZHJlblwiOltdfSx7XCIkaWRcIjpcIjcxXCIsXCJJbXBvcnRJZFwiOlwiMTg2XCIsXCJJc0ltcG9ydGVkXCI6ZmFsc2UsXCJDaGlsZHJlblwiOltdfSx7XCIkaWRcIjpcIjcyXCIsXCJJbXBvcnRJZFwiOlwiODBcIixcIklzSW1wb3J0ZWRcIjpmYWxzZSxcIkNoaWxkcmVuXCI6W3tcIiRpZFwiOlwiNzNcIixcIkltcG9ydElkXCI6XCIxODhcIixcIklzSW1wb3J0ZWRcIjpmYWxzZSxcIkNoaWxkcmVuXCI6W119LHtcIiRpZFwiOlwiNzRcIixcIkltcG9ydElkXCI6XCIyNjJcIixcIklzSW1wb3J0ZWRcIjpmYWxzZSxcIkNoaWxkcmVuXCI6W119LHtcIiRpZFwiOlwiNzVcIixcIkltcG9ydElkXCI6XCIxOTBcIixcIklzSW1wb3J0ZWRcIjpmYWxzZSxcIkNoaWxkcmVuXCI6W119XX1dfV19LHtcIiRpZFwiOlwiNzZcIixcIkltcG9ydElkXCI6XCIxOVwiLFwiSXNJbXBvcnRlZFwiOmZhbHNlLFwiQ2hpbGRyZW5cIjpbe1wiJGlkXCI6XCI3N1wiLFwiSW1wb3J0SWRcIjpcIjIwXCIsXCJJc0ltcG9ydGVkXCI6ZmFsc2UsXCJDaGlsZHJlblwiOlt7XCIkaWRcIjpcIjc4XCIsXCJJbXBvcnRJZFwiOlwiODFcIixcIklzSW1wb3J0ZWRcIjpmYWxzZSxcIkNoaWxkcmVuXCI6W119LHtcIiRpZFwiOlwiNzlcIixcIkltcG9ydElkXCI6XCI4MlwiLFwiSXNJbXBvcnRlZFwiOmZhbHNlLFwiQ2hpbGRyZW5cIjpbXX0se1wiJGlkXCI6XCI4MFwiLFwiSW1wb3J0SWRcIjpcIjE5MVwiLFwiSXNJbXBvcnRlZFwiOmZhbHNlLFwiQ2hpbGRyZW5cIjpbXX0se1wiJGlkXCI6XCI4MVwiLFwiSW1wb3J0SWRcIjpcIjgzXCIsXCJJc0ltcG9ydGVkXCI6ZmFsc2UsXCJDaGlsZHJlblwiOlt7XCIkaWRcIjpcIjgyXCIsXCJJbXBvcnRJZFwiOlwiMTkyXCIsXCJJc0ltcG9ydGVkXCI6ZmFsc2UsXCJDaGlsZHJlblwiOltdfSx7XCIkaWRcIjpcIjgzXCIsXCJJbXBvcnRJZFwiOlwiMTkzXCIsXCJJc0ltcG9ydGVkXCI6ZmFsc2UsXCJDaGlsZHJlblwiOltdfSx7XCIkaWRcIjpcIjg0XCIsXCJJbXBvcnRJZFwiOlwiMTk0XCIsXCJJc0ltcG9ydGVkXCI6ZmFsc2UsXCJDaGlsZHJlblwiOltdfSx7XCIkaWRcIjpcIjg1XCIsXCJJbXBvcnRJZFwiOlwiMTk1XCIsXCJJc0ltcG9ydGVkXCI6ZmFsc2UsXCJDaGlsZHJlblwiOltdfV19XX1dfV19LHtcIiRpZFwiOlwiODZcIixcIkltcG9ydElkXCI6XCIxM1wiLFwiSXNJbXBvcnRlZFwiOmZhbHNlLFwiQ2hpbGRyZW5cIjpbe1wiJGlkXCI6XCI4N1wiLFwiSW1wb3J0SWRcIjpcIjIyXCIsXCJJc0ltcG9ydGVkXCI6ZmFsc2UsXCJDaGlsZHJlblwiOlt7XCIkaWRcIjpcIjg4XCIsXCJJbXBvcnRJZFwiOlwiMjNcIixcIklzSW1wb3J0ZWRcIjpmYWxzZSxcIkNoaWxkcmVuXCI6W3tcIiRpZFwiOlwiODlcIixcIkltcG9ydElkXCI6XCI4NFwiLFwiSXNJbXBvcnRlZFwiOmZhbHNlLFwiQ2hpbGRyZW5cIjpbXX0se1wiJGlkXCI6XCI5MFwiLFwiSW1wb3J0SWRcIjpcIjg1XCIsXCJJc0ltcG9ydGVkXCI6ZmFsc2UsXCJDaGlsZHJlblwiOltdfSx7XCIkaWRcIjpcIjkxXCIsXCJJbXBvcnRJZFwiOlwiMTk2XCIsXCJJc0ltcG9ydGVkXCI6ZmFsc2UsXCJDaGlsZHJlblwiOltdfSx7XCIkaWRcIjpcIjkyXCIsXCJJbXBvcnRJZFwiOlwiODZcIixcIklzSW1wb3J0ZWRcIjpmYWxzZSxcIkNoaWxkcmVuXCI6W3tcIiRpZFwiOlwiOTNcIixcIkltcG9ydElkXCI6XCIxOThcIixcIklzSW1wb3J0ZWRcIjpmYWxzZSxcIkNoaWxkcmVuXCI6W119LHtcIiRpZFwiOlwiOTRcIixcIkltcG9ydElkXCI6XCIxOTlcIixcIklzSW1wb3J0ZWRcIjpmYWxzZSxcIkNoaWxkcmVuXCI6W119XX1dfV19XX1dfSx7XCIkaWRcIjpcIjk1XCIsXCJJbXBvcnRJZFwiOlwiMTIzOFwiLFwiSXNJbXBvcnRlZFwiOmZhbHNlLFwiQ2hpbGRyZW5cIjpbe1wiJGlkXCI6XCI5NlwiLFwiSW1wb3J0SWRcIjpcIjI0XCIsXCJJc0ltcG9ydGVkXCI6ZmFsc2UsXCJDaGlsZHJlblwiOlt7XCIkaWRcIjpcIjk3XCIsXCJJbXBvcnRJZFwiOlwiODdcIixcIklzSW1wb3J0ZWRcIjpmYWxzZSxcIkNoaWxkcmVuXCI6W119LHtcIiRpZFwiOlwiOThcIixcIkltcG9ydElkXCI6XCI4OFwiLFwiSXNJbXBvcnRlZFwiOmZhbHNlLFwiQ2hpbGRyZW5cIjpbXX0se1wiJGlkXCI6XCI5OVwiLFwiSW1wb3J0SWRcIjpcIjIwMVwiLFwiSXNJbXBvcnRlZFwiOmZhbHNlLFwiQ2hpbGRyZW5cIjpbXX0se1wiJGlkXCI6XCIxMDBcIixcIkltcG9ydElkXCI6XCI4OVwiLFwiSXNJbXBvcnRlZFwiOmZhbHNlLFwiQ2hpbGRyZW5cIjpbe1wiJGlkXCI6XCIxMDFcIixcIkltcG9ydElkXCI6XCIyMDJcIixcIklzSW1wb3J0ZWRcIjpmYWxzZSxcIkNoaWxkcmVuXCI6W119LHtcIiRpZFwiOlwiMTAyXCIsXCJJbXBvcnRJZFwiOlwiMjAzXCIsXCJJc0ltcG9ydGVkXCI6ZmFsc2UsXCJDaGlsZHJlblwiOltdfSx7XCIkaWRcIjpcIjEwM1wiLFwiSW1wb3J0SWRcIjpcIjIwNFwiLFwiSXNJbXBvcnRlZFwiOmZhbHNlLFwiQ2hpbGRyZW5cIjpbXX1dfV19LHtcIiRpZFwiOlwiMTA0XCIsXCJJbXBvcnRJZFwiOlwiMjVcIixcIklzSW1wb3J0ZWRcIjpmYWxzZSxcIkNoaWxkcmVuXCI6W3tcIiRpZFwiOlwiMTA1XCIsXCJJbXBvcnRJZFwiOlwiOTBcIixcIklzSW1wb3J0ZWRcIjpmYWxzZSxcIkNoaWxkcmVuXCI6W119LHtcIiRpZFwiOlwiMTA2XCIsXCJJbXBvcnRJZFwiOlwiOTFcIixcIklzSW1wb3J0ZWRcIjpmYWxzZSxcIkNoaWxkcmVuXCI6W119LHtcIiRpZFwiOlwiMTA3XCIsXCJJbXBvcnRJZFwiOlwiMjA2XCIsXCJJc0ltcG9ydGVkXCI6ZmFsc2UsXCJDaGlsZHJlblwiOltdfSx7XCIkaWRcIjpcIjEwOFwiLFwiSW1wb3J0SWRcIjpcIjkyXCIsXCJJc0ltcG9ydGVkXCI6ZmFsc2UsXCJDaGlsZHJlblwiOlt7XCIkaWRcIjpcIjEwOVwiLFwiSW1wb3J0SWRcIjpcIjIxMVwiLFwiSXNJbXBvcnRlZFwiOmZhbHNlLFwiQ2hpbGRyZW5cIjpbXX0se1wiJGlkXCI6XCIxMTBcIixcIkltcG9ydElkXCI6XCIyMDhcIixcIklzSW1wb3J0ZWRcIjpmYWxzZSxcIkNoaWxkcmVuXCI6W119LHtcIiRpZFwiOlwiMTExXCIsXCJJbXBvcnRJZFwiOlwiMjA5XCIsXCJJc0ltcG9ydGVkXCI6ZmFsc2UsXCJDaGlsZHJlblwiOltdfV19LHtcIiRpZFwiOlwiMTEyXCIsXCJJbXBvcnRJZFwiOlwiMjZcIixcIklzSW1wb3J0ZWRcIjpmYWxzZSxcIkNoaWxkcmVuXCI6W3tcIiRpZFwiOlwiMTEzXCIsXCJJbXBvcnRJZFwiOlwiOTNcIixcIklzSW1wb3J0ZWRcIjpmYWxzZSxcIkNoaWxkcmVuXCI6W119LHtcIiRpZFwiOlwiMTE0XCIsXCJJbXBvcnRJZFwiOlwiOTRcIixcIklzSW1wb3J0ZWRcIjpmYWxzZSxcIkNoaWxkcmVuXCI6W119LHtcIiRpZFwiOlwiMTE1XCIsXCJJbXBvcnRJZFwiOlwiMjEyXCIsXCJJc0ltcG9ydGVkXCI6ZmFsc2UsXCJDaGlsZHJlblwiOltdfSx7XCIkaWRcIjpcIjExNlwiLFwiSW1wb3J0SWRcIjpcIjk1XCIsXCJJc0ltcG9ydGVkXCI6ZmFsc2UsXCJDaGlsZHJlblwiOlt7XCIkaWRcIjpcIjExN1wiLFwiSW1wb3J0SWRcIjpcIjMzN1wiLFwiSXNJbXBvcnRlZFwiOmZhbHNlLFwiQ2hpbGRyZW5cIjpbXX0se1wiJGlkXCI6XCIxMThcIixcIkltcG9ydElkXCI6XCIyMTRcIixcIklzSW1wb3J0ZWRcIjpmYWxzZSxcIkNoaWxkcmVuXCI6W119LHtcIiRpZFwiOlwiMTE5XCIsXCJJbXBvcnRJZFwiOlwiMjE1XCIsXCJJc0ltcG9ydGVkXCI6ZmFsc2UsXCJDaGlsZHJlblwiOltdfV19XX0se1wiJGlkXCI6XCIxMjBcIixcIkltcG9ydElkXCI6XCIyN1wiLFwiSXNJbXBvcnRlZFwiOmZhbHNlLFwiQ2hpbGRyZW5cIjpbe1wiJGlkXCI6XCIxMjFcIixcIkltcG9ydElkXCI6XCI5NlwiLFwiSXNJbXBvcnRlZFwiOmZhbHNlLFwiQ2hpbGRyZW5cIjpbXX0se1wiJGlkXCI6XCIxMjJcIixcIkltcG9ydElkXCI6XCI5N1wiLFwiSXNJbXBvcnRlZFwiOmZhbHNlLFwiQ2hpbGRyZW5cIjpbXX0se1wiJGlkXCI6XCIxMjNcIixcIkltcG9ydElkXCI6XCIyMTdcIixcIklzSW1wb3J0ZWRcIjpmYWxzZSxcIkNoaWxkcmVuXCI6W119LHtcIiRpZFwiOlwiMTI0XCIsXCJJbXBvcnRJZFwiOlwiOThcIixcIklzSW1wb3J0ZWRcIjpmYWxzZSxcIkNoaWxkcmVuXCI6W3tcIiRpZFwiOlwiMTI1XCIsXCJJbXBvcnRJZFwiOlwiMjE4XCIsXCJJc0ltcG9ydGVkXCI6ZmFsc2UsXCJDaGlsZHJlblwiOltdfSx7XCIkaWRcIjpcIjEyNlwiLFwiSW1wb3J0SWRcIjpcIjIxOVwiLFwiSXNJbXBvcnRlZFwiOmZhbHNlLFwiQ2hpbGRyZW5cIjpbXX0se1wiJGlkXCI6XCIxMjdcIixcIkltcG9ydElkXCI6XCIyMjBcIixcIklzSW1wb3J0ZWRcIjpmYWxzZSxcIkNoaWxkcmVuXCI6W119XX1dfV19XX0se1wiJGlkXCI6XCIxMjhcIixcIkltcG9ydElkXCI6XCIxMjMyXCIsXCJJc0ltcG9ydGVkXCI6ZmFsc2UsXCJDaGlsZHJlblwiOlt7XCIkaWRcIjpcIjEyOVwiLFwiSW1wb3J0SWRcIjpcIjI4XCIsXCJJc0ltcG9ydGVkXCI6ZmFsc2UsXCJDaGlsZHJlblwiOlt7XCIkaWRcIjpcIjEzMFwiLFwiSW1wb3J0SWRcIjpcIjI5XCIsXCJJc0ltcG9ydGVkXCI6ZmFsc2UsXCJDaGlsZHJlblwiOlt7XCIkaWRcIjpcIjEzMVwiLFwiSW1wb3J0SWRcIjpcIjMwXCIsXCJJc0ltcG9ydGVkXCI6ZmFsc2UsXCJDaGlsZHJlblwiOlt7XCIkaWRcIjpcIjEzMlwiLFwiSW1wb3J0SWRcIjpcIjk5XCIsXCJJc0ltcG9ydGVkXCI6ZmFsc2UsXCJDaGlsZHJlblwiOltdfSx7XCIkaWRcIjpcIjEzM1wiLFwiSW1wb3J0SWRcIjpcIjEwMFwiLFwiSXNJbXBvcnRlZFwiOmZhbHNlLFwiQ2hpbGRyZW5cIjpbXX0se1wiJGlkXCI6XCIxMzRcIixcIkltcG9ydElkXCI6XCIyMjJcIixcIklzSW1wb3J0ZWRcIjpmYWxzZSxcIkNoaWxkcmVuXCI6W119LHtcIiRpZFwiOlwiMTM1XCIsXCJJbXBvcnRJZFwiOlwiMTAxXCIsXCJJc0ltcG9ydGVkXCI6ZmFsc2UsXCJDaGlsZHJlblwiOlt7XCIkaWRcIjpcIjEzNlwiLFwiSW1wb3J0SWRcIjpcIjIyM1wiLFwiSXNJbXBvcnRlZFwiOmZhbHNlLFwiQ2hpbGRyZW5cIjpbXX0se1wiJGlkXCI6XCIxMzdcIixcIkltcG9ydElkXCI6XCIyMjRcIixcIklzSW1wb3J0ZWRcIjpmYWxzZSxcIkNoaWxkcmVuXCI6W119LHtcIiRpZFwiOlwiMTM4XCIsXCJJbXBvcnRJZFwiOlwiMjI1XCIsXCJJc0ltcG9ydGVkXCI6ZmFsc2UsXCJDaGlsZHJlblwiOltdfV19XX1dfSx7XCIkaWRcIjpcIjEzOVwiLFwiSW1wb3J0SWRcIjpcIjMxXCIsXCJJc0ltcG9ydGVkXCI6ZmFsc2UsXCJDaGlsZHJlblwiOlt7XCIkaWRcIjpcIjE0MFwiLFwiSW1wb3J0SWRcIjpcIjMyXCIsXCJJc0ltcG9ydGVkXCI6ZmFsc2UsXCJDaGlsZHJlblwiOlt7XCIkaWRcIjpcIjE0MVwiLFwiSW1wb3J0SWRcIjpcIjEwMlwiLFwiSXNJbXBvcnRlZFwiOmZhbHNlLFwiQ2hpbGRyZW5cIjpbXX0se1wiJGlkXCI6XCIxNDJcIixcIkltcG9ydElkXCI6XCIxMDNcIixcIklzSW1wb3J0ZWRcIjpmYWxzZSxcIkNoaWxkcmVuXCI6W119LHtcIiRpZFwiOlwiMTQzXCIsXCJJbXBvcnRJZFwiOlwiMTA0XCIsXCJJc0ltcG9ydGVkXCI6ZmFsc2UsXCJDaGlsZHJlblwiOlt7XCIkaWRcIjpcIjE0NFwiLFwiSW1wb3J0SWRcIjpcIjIyOVwiLFwiSXNJbXBvcnRlZFwiOmZhbHNlLFwiQ2hpbGRyZW5cIjpbXX1dfV19LHtcIiRpZFwiOlwiMTQ1XCIsXCJJbXBvcnRJZFwiOlwiMzNcIixcIklzSW1wb3J0ZWRcIjpmYWxzZSxcIkNoaWxkcmVuXCI6W3tcIiRpZFwiOlwiMTQ2XCIsXCJJbXBvcnRJZFwiOlwiMTA1XCIsXCJJc0ltcG9ydGVkXCI6ZmFsc2UsXCJDaGlsZHJlblwiOltdfSx7XCIkaWRcIjpcIjE0N1wiLFwiSW1wb3J0SWRcIjpcIjEwNlwiLFwiSXNJbXBvcnRlZFwiOmZhbHNlLFwiQ2hpbGRyZW5cIjpbXX0se1wiJGlkXCI6XCIxNDhcIixcIkltcG9ydElkXCI6XCIxMDdcIixcIklzSW1wb3J0ZWRcIjpmYWxzZSxcIkNoaWxkcmVuXCI6W3tcIiRpZFwiOlwiMTQ5XCIsXCJJbXBvcnRJZFwiOlwiMjM0XCIsXCJJc0ltcG9ydGVkXCI6ZmFsc2UsXCJDaGlsZHJlblwiOltdfV19XX0se1wiJGlkXCI6XCIxNTBcIixcIkltcG9ydElkXCI6XCIzNFwiLFwiSXNJbXBvcnRlZFwiOmZhbHNlLFwiQ2hpbGRyZW5cIjpbe1wiJGlkXCI6XCIxNTFcIixcIkltcG9ydElkXCI6XCIxMDhcIixcIklzSW1wb3J0ZWRcIjpmYWxzZSxcIkNoaWxkcmVuXCI6W119LHtcIiRpZFwiOlwiMTUyXCIsXCJJbXBvcnRJZFwiOlwiMTEwXCIsXCJJc0ltcG9ydGVkXCI6ZmFsc2UsXCJDaGlsZHJlblwiOlt7XCIkaWRcIjpcIjE1M1wiLFwiSW1wb3J0SWRcIjpcIjIzOVwiLFwiSXNJbXBvcnRlZFwiOmZhbHNlLFwiQ2hpbGRyZW5cIjpbXX1dfV19LHtcIiRpZFwiOlwiMTU0XCIsXCJJbXBvcnRJZFwiOlwiMzVcIixcIklzSW1wb3J0ZWRcIjpmYWxzZSxcIkNoaWxkcmVuXCI6W3tcIiRpZFwiOlwiMTU1XCIsXCJJbXBvcnRJZFwiOlwiMTExXCIsXCJJc0ltcG9ydGVkXCI6ZmFsc2UsXCJDaGlsZHJlblwiOltdfSx7XCIkaWRcIjpcIjE1NlwiLFwiSW1wb3J0SWRcIjpcIjExMlwiLFwiSXNJbXBvcnRlZFwiOmZhbHNlLFwiQ2hpbGRyZW5cIjpbXX0se1wiJGlkXCI6XCIxNTdcIixcIkltcG9ydElkXCI6XCIxMTNcIixcIklzSW1wb3J0ZWRcIjpmYWxzZSxcIkNoaWxkcmVuXCI6W3tcIiRpZFwiOlwiMTU4XCIsXCJJbXBvcnRJZFwiOlwiMjQzXCIsXCJJc0ltcG9ydGVkXCI6ZmFsc2UsXCJDaGlsZHJlblwiOltdfV19XX0se1wiJGlkXCI6XCIxNTlcIixcIkltcG9ydElkXCI6XCIzNlwiLFwiSXNJbXBvcnRlZFwiOmZhbHNlLFwiQ2hpbGRyZW5cIjpbe1wiJGlkXCI6XCIxNjBcIixcIkltcG9ydElkXCI6XCIxMTRcIixcIklzSW1wb3J0ZWRcIjpmYWxzZSxcIkNoaWxkcmVuXCI6W119LHtcIiRpZFwiOlwiMTYxXCIsXCJJbXBvcnRJZFwiOlwiMTE2XCIsXCJJc0ltcG9ydGVkXCI6ZmFsc2UsXCJDaGlsZHJlblwiOlt7XCIkaWRcIjpcIjE2MlwiLFwiSW1wb3J0SWRcIjpcIjI1NFwiLFwiSXNJbXBvcnRlZFwiOmZhbHNlLFwiQ2hpbGRyZW5cIjpbXX1dfV19LHtcIiRpZFwiOlwiMTYzXCIsXCJJbXBvcnRJZFwiOlwiMzdcIixcIklzSW1wb3J0ZWRcIjpmYWxzZSxcIkNoaWxkcmVuXCI6W3tcIiRpZFwiOlwiMTY0XCIsXCJJbXBvcnRJZFwiOlwiMTE3XCIsXCJJc0ltcG9ydGVkXCI6ZmFsc2UsXCJDaGlsZHJlblwiOltdfSx7XCIkaWRcIjpcIjE2NVwiLFwiSW1wb3J0SWRcIjpcIjExOFwiLFwiSXNJbXBvcnRlZFwiOmZhbHNlLFwiQ2hpbGRyZW5cIjpbXX0se1wiJGlkXCI6XCIxNjZcIixcIkltcG9ydElkXCI6XCIyNTdcIixcIklzSW1wb3J0ZWRcIjpmYWxzZSxcIkNoaWxkcmVuXCI6W119LHtcIiRpZFwiOlwiMTY3XCIsXCJJbXBvcnRJZFwiOlwiMTE5XCIsXCJJc0ltcG9ydGVkXCI6ZmFsc2UsXCJDaGlsZHJlblwiOlt7XCIkaWRcIjpcIjE2OFwiLFwiSW1wb3J0SWRcIjpcIjI2M1wiLFwiSXNJbXBvcnRlZFwiOmZhbHNlLFwiQ2hpbGRyZW5cIjpbXX1dfV19LHtcIiRpZFwiOlwiMTY5XCIsXCJJbXBvcnRJZFwiOlwiMzhcIixcIklzSW1wb3J0ZWRcIjpmYWxzZSxcIkNoaWxkcmVuXCI6W3tcIiRpZFwiOlwiMTcwXCIsXCJJbXBvcnRJZFwiOlwiMTIwXCIsXCJJc0ltcG9ydGVkXCI6ZmFsc2UsXCJDaGlsZHJlblwiOltdfSx7XCIkaWRcIjpcIjE3MVwiLFwiSW1wb3J0SWRcIjpcIjEyMVwiLFwiSXNJbXBvcnRlZFwiOmZhbHNlLFwiQ2hpbGRyZW5cIjpbXX0se1wiJGlkXCI6XCIxNzJcIixcIkltcG9ydElkXCI6XCIyNjRcIixcIklzSW1wb3J0ZWRcIjpmYWxzZSxcIkNoaWxkcmVuXCI6W119LHtcIiRpZFwiOlwiMTczXCIsXCJJbXBvcnRJZFwiOlwiMTIyXCIsXCJJc0ltcG9ydGVkXCI6ZmFsc2UsXCJDaGlsZHJlblwiOlt7XCIkaWRcIjpcIjE3NFwiLFwiSW1wb3J0SWRcIjpcIjI2NVwiLFwiSXNJbXBvcnRlZFwiOmZhbHNlLFwiQ2hpbGRyZW5cIjpbXX0se1wiJGlkXCI6XCIxNzVcIixcIkltcG9ydElkXCI6XCIyNjZcIixcIklzSW1wb3J0ZWRcIjpmYWxzZSxcIkNoaWxkcmVuXCI6W119LHtcIiRpZFwiOlwiMTc2XCIsXCJJbXBvcnRJZFwiOlwiMjY3XCIsXCJJc0ltcG9ydGVkXCI6ZmFsc2UsXCJDaGlsZHJlblwiOltdfV19XX0se1wiJGlkXCI6XCIxNzdcIixcIkltcG9ydElkXCI6XCIzOVwiLFwiSXNJbXBvcnRlZFwiOmZhbHNlLFwiQ2hpbGRyZW5cIjpbe1wiJGlkXCI6XCIxNzhcIixcIkltcG9ydElkXCI6XCIxMjNcIixcIklzSW1wb3J0ZWRcIjpmYWxzZSxcIkNoaWxkcmVuXCI6W119LHtcIiRpZFwiOlwiMTc5XCIsXCJJbXBvcnRJZFwiOlwiMTI0XCIsXCJJc0ltcG9ydGVkXCI6ZmFsc2UsXCJDaGlsZHJlblwiOltdfSx7XCIkaWRcIjpcIjE4MFwiLFwiSW1wb3J0SWRcIjpcIjEyNVwiLFwiSXNJbXBvcnRlZFwiOmZhbHNlLFwiQ2hpbGRyZW5cIjpbe1wiJGlkXCI6XCIxODFcIixcIkltcG9ydElkXCI6XCIyNzFcIixcIklzSW1wb3J0ZWRcIjpmYWxzZSxcIkNoaWxkcmVuXCI6W119XX1dfV19XX1dfSx7XCIkaWRcIjpcIjE4MlwiLFwiSW1wb3J0SWRcIjpcIjEyMzNcIixcIklzSW1wb3J0ZWRcIjpmYWxzZSxcIkNoaWxkcmVuXCI6W3tcIiRpZFwiOlwiMTgzXCIsXCJJbXBvcnRJZFwiOlwiNDBcIixcIklzSW1wb3J0ZWRcIjpmYWxzZSxcIkNoaWxkcmVuXCI6W3tcIiRpZFwiOlwiMTg0XCIsXCJJbXBvcnRJZFwiOlwiNDFcIixcIklzSW1wb3J0ZWRcIjpmYWxzZSxcIkNoaWxkcmVuXCI6W3tcIiRpZFwiOlwiMTg1XCIsXCJJbXBvcnRJZFwiOlwiMTI2XCIsXCJJc0ltcG9ydGVkXCI6ZmFsc2UsXCJDaGlsZHJlblwiOltdfSx7XCIkaWRcIjpcIjE4NlwiLFwiSW1wb3J0SWRcIjpcIjEyN1wiLFwiSXNJbXBvcnRlZFwiOmZhbHNlLFwiQ2hpbGRyZW5cIjpbXX0se1wiJGlkXCI6XCIxODdcIixcIkltcG9ydElkXCI6XCIyNzRcIixcIklzSW1wb3J0ZWRcIjpmYWxzZSxcIkNoaWxkcmVuXCI6W119LHtcIiRpZFwiOlwiMTg4XCIsXCJJbXBvcnRJZFwiOlwiMTI4XCIsXCJJc0ltcG9ydGVkXCI6ZmFsc2UsXCJDaGlsZHJlblwiOlt7XCIkaWRcIjpcIjE4OVwiLFwiSW1wb3J0SWRcIjpcIjI3NlwiLFwiSXNJbXBvcnRlZFwiOmZhbHNlLFwiQ2hpbGRyZW5cIjpbXX0se1wiJGlkXCI6XCIxOTBcIixcIkltcG9ydElkXCI6XCIyNzdcIixcIklzSW1wb3J0ZWRcIjpmYWxzZSxcIkNoaWxkcmVuXCI6W119LHtcIiRpZFwiOlwiMTkxXCIsXCJJbXBvcnRJZFwiOlwiMjc4XCIsXCJJc0ltcG9ydGVkXCI6ZmFsc2UsXCJDaGlsZHJlblwiOltdfSx7XCIkaWRcIjpcIjE5MlwiLFwiSW1wb3J0SWRcIjpcIjI4NFwiLFwiSXNJbXBvcnRlZFwiOmZhbHNlLFwiQ2hpbGRyZW5cIjpbXX1dfV19XX0se1wiJGlkXCI6XCIxOTNcIixcIkltcG9ydElkXCI6XCI0MlwiLFwiSXNJbXBvcnRlZFwiOmZhbHNlLFwiQ2hpbGRyZW5cIjpbe1wiJGlkXCI6XCIxOTRcIixcIkltcG9ydElkXCI6XCI0M1wiLFwiSXNJbXBvcnRlZFwiOmZhbHNlLFwiQ2hpbGRyZW5cIjpbe1wiJGlkXCI6XCIxOTVcIixcIkltcG9ydElkXCI6XCI0NFwiLFwiSXNJbXBvcnRlZFwiOmZhbHNlLFwiQ2hpbGRyZW5cIjpbe1wiJGlkXCI6XCIxOTZcIixcIkltcG9ydElkXCI6XCIxMjlcIixcIklzSW1wb3J0ZWRcIjpmYWxzZSxcIkNoaWxkcmVuXCI6W119LHtcIiRpZFwiOlwiMTk3XCIsXCJJbXBvcnRJZFwiOlwiMTMwXCIsXCJJc0ltcG9ydGVkXCI6ZmFsc2UsXCJDaGlsZHJlblwiOltdfSx7XCIkaWRcIjpcIjE5OFwiLFwiSW1wb3J0SWRcIjpcIjI3OVwiLFwiSXNJbXBvcnRlZFwiOmZhbHNlLFwiQ2hpbGRyZW5cIjpbXX0se1wiJGlkXCI6XCIxOTlcIixcIkltcG9ydElkXCI6XCIxMzFcIixcIklzSW1wb3J0ZWRcIjpmYWxzZSxcIkNoaWxkcmVuXCI6W3tcIiRpZFwiOlwiMjAwXCIsXCJJbXBvcnRJZFwiOlwiMjgxXCIsXCJJc0ltcG9ydGVkXCI6ZmFsc2UsXCJDaGlsZHJlblwiOltdfSx7XCIkaWRcIjpcIjIwMVwiLFwiSW1wb3J0SWRcIjpcIjI4MlwiLFwiSXNJbXBvcnRlZFwiOmZhbHNlLFwiQ2hpbGRyZW5cIjpbXX1dfV19LHtcIiRpZFwiOlwiMjAyXCIsXCJJbXBvcnRJZFwiOlwiNDVcIixcIklzSW1wb3J0ZWRcIjpmYWxzZSxcIkNoaWxkcmVuXCI6W3tcIiRpZFwiOlwiMjAzXCIsXCJJbXBvcnRJZFwiOlwiMTMyXCIsXCJJc0ltcG9ydGVkXCI6ZmFsc2UsXCJDaGlsZHJlblwiOltdfSx7XCIkaWRcIjpcIjIwNFwiLFwiSW1wb3J0SWRcIjpcIjEzM1wiLFwiSXNJbXBvcnRlZFwiOmZhbHNlLFwiQ2hpbGRyZW5cIjpbXX0se1wiJGlkXCI6XCIyMDVcIixcIkltcG9ydElkXCI6XCIyODVcIixcIklzSW1wb3J0ZWRcIjpmYWxzZSxcIkNoaWxkcmVuXCI6W119LHtcIiRpZFwiOlwiMjA2XCIsXCJJbXBvcnRJZFwiOlwiMTM0XCIsXCJJc0ltcG9ydGVkXCI6ZmFsc2UsXCJDaGlsZHJlblwiOlt7XCIkaWRcIjpcIjIwN1wiLFwiSW1wb3J0SWRcIjpcIjI4N1wiLFwiSXNJbXBvcnRlZFwiOmZhbHNlLFwiQ2hpbGRyZW5cIjpbXX0se1wiJGlkXCI6XCIyMDhcIixcIkltcG9ydElkXCI6XCIyOTBcIixcIklzSW1wb3J0ZWRcIjpmYWxzZSxcIkNoaWxkcmVuXCI6W119LHtcIiRpZFwiOlwiMjA5XCIsXCJJbXBvcnRJZFwiOlwiMjkxXCIsXCJJc0ltcG9ydGVkXCI6ZmFsc2UsXCJDaGlsZHJlblwiOltdfV19XX0se1wiJGlkXCI6XCIyMTBcIixcIkltcG9ydElkXCI6XCI0NlwiLFwiSXNJbXBvcnRlZFwiOmZhbHNlLFwiQ2hpbGRyZW5cIjpbe1wiJGlkXCI6XCIyMTFcIixcIkltcG9ydElkXCI6XCIxMzVcIixcIklzSW1wb3J0ZWRcIjpmYWxzZSxcIkNoaWxkcmVuXCI6W119LHtcIiRpZFwiOlwiMjEyXCIsXCJJbXBvcnRJZFwiOlwiMTM2XCIsXCJJc0ltcG9ydGVkXCI6ZmFsc2UsXCJDaGlsZHJlblwiOltdfSx7XCIkaWRcIjpcIjIxM1wiLFwiSW1wb3J0SWRcIjpcIjI5MlwiLFwiSXNJbXBvcnRlZFwiOmZhbHNlLFwiQ2hpbGRyZW5cIjpbXX0se1wiJGlkXCI6XCIyMTRcIixcIkltcG9ydElkXCI6XCIxMzdcIixcIklzSW1wb3J0ZWRcIjpmYWxzZSxcIkNoaWxkcmVuXCI6W3tcIiRpZFwiOlwiMjE1XCIsXCJJbXBvcnRJZFwiOlwiMjk0XCIsXCJJc0ltcG9ydGVkXCI6ZmFsc2UsXCJDaGlsZHJlblwiOltdfSx7XCIkaWRcIjpcIjIxNlwiLFwiSW1wb3J0SWRcIjpcIjI5NVwiLFwiSXNJbXBvcnRlZFwiOmZhbHNlLFwiQ2hpbGRyZW5cIjpbXX0se1wiJGlkXCI6XCIyMTdcIixcIkltcG9ydElkXCI6XCIyOTZcIixcIklzSW1wb3J0ZWRcIjpmYWxzZSxcIkNoaWxkcmVuXCI6W119LHtcIiRpZFwiOlwiMjE4XCIsXCJJbXBvcnRJZFwiOlwiMjk3XCIsXCJJc0ltcG9ydGVkXCI6ZmFsc2UsXCJDaGlsZHJlblwiOltdfV19XX1dfV19XX0se1wiJGlkXCI6XCIyMTlcIixcIkltcG9ydElkXCI6XCIxMjM0XCIsXCJJc0ltcG9ydGVkXCI6ZmFsc2UsXCJDaGlsZHJlblwiOlt7XCIkaWRcIjpcIjIyMFwiLFwiSW1wb3J0SWRcIjpcIjQ3XCIsXCJJc0ltcG9ydGVkXCI6ZmFsc2UsXCJDaGlsZHJlblwiOlt7XCIkaWRcIjpcIjIyMVwiLFwiSW1wb3J0SWRcIjpcIjQ4XCIsXCJJc0ltcG9ydGVkXCI6ZmFsc2UsXCJDaGlsZHJlblwiOlt7XCIkaWRcIjpcIjIyMlwiLFwiSW1wb3J0SWRcIjpcIjEzOFwiLFwiSXNJbXBvcnRlZFwiOmZhbHNlLFwiQ2hpbGRyZW5cIjpbXX0se1wiJGlkXCI6XCIyMjNcIixcIkltcG9ydElkXCI6XCIxMzlcIixcIklzSW1wb3J0ZWRcIjpmYWxzZSxcIkNoaWxkcmVuXCI6W119LHtcIiRpZFwiOlwiMjI0XCIsXCJJbXBvcnRJZFwiOlwiMjk4XCIsXCJJc0ltcG9ydGVkXCI6ZmFsc2UsXCJDaGlsZHJlblwiOltdfSx7XCIkaWRcIjpcIjIyNVwiLFwiSW1wb3J0SWRcIjpcIjE0MFwiLFwiSXNJbXBvcnRlZFwiOmZhbHNlLFwiQ2hpbGRyZW5cIjpbe1wiJGlkXCI6XCIyMjZcIixcIkltcG9ydElkXCI6XCIzMDBcIixcIklzSW1wb3J0ZWRcIjpmYWxzZSxcIkNoaWxkcmVuXCI6W119LHtcIiRpZFwiOlwiMjI3XCIsXCJJbXBvcnRJZFwiOlwiMzAxXCIsXCJJc0ltcG9ydGVkXCI6ZmFsc2UsXCJDaGlsZHJlblwiOltdfV19XX1dfV19LHtcIiRpZFwiOlwiMjI4XCIsXCJJbXBvcnRJZFwiOlwiMTIzNVwiLFwiSXNJbXBvcnRlZFwiOmZhbHNlLFwiQ2hpbGRyZW5cIjpbe1wiJGlkXCI6XCIyMjlcIixcIkltcG9ydElkXCI6XCI0MzNcIixcIklzSW1wb3J0ZWRcIjpmYWxzZSxcIkNoaWxkcmVuXCI6W3tcIiRpZFwiOlwiMjMwXCIsXCJJbXBvcnRJZFwiOlwiNDM0XCIsXCJJc0ltcG9ydGVkXCI6ZmFsc2UsXCJDaGlsZHJlblwiOltdfSx7XCIkaWRcIjpcIjIzMVwiLFwiSW1wb3J0SWRcIjpcIjQzNVwiLFwiSXNJbXBvcnRlZFwiOmZhbHNlLFwiQ2hpbGRyZW5cIjpbXX0se1wiJGlkXCI6XCIyMzJcIixcIkltcG9ydElkXCI6XCI0MzZcIixcIklzSW1wb3J0ZWRcIjpmYWxzZSxcIkNoaWxkcmVuXCI6W119LHtcIiRpZFwiOlwiMjMzXCIsXCJJbXBvcnRJZFwiOlwiNDM3XCIsXCJJc0ltcG9ydGVkXCI6ZmFsc2UsXCJDaGlsZHJlblwiOlt7XCIkaWRcIjpcIjIzNFwiLFwiSW1wb3J0SWRcIjpcIjQzOFwiLFwiSXNJbXBvcnRlZFwiOmZhbHNlLFwiQ2hpbGRyZW5cIjpbXX0se1wiJGlkXCI6XCIyMzVcIixcIkltcG9ydElkXCI6XCI0MzlcIixcIklzSW1wb3J0ZWRcIjpmYWxzZSxcIkNoaWxkcmVuXCI6W119LHtcIiRpZFwiOlwiMjM2XCIsXCJJbXBvcnRJZFwiOlwiNDQwXCIsXCJJc0ltcG9ydGVkXCI6ZmFsc2UsXCJDaGlsZHJlblwiOltdfV19LHtcIiRpZFwiOlwiMjM3XCIsXCJJbXBvcnRJZFwiOlwiNDlcIixcIklzSW1wb3J0ZWRcIjpmYWxzZSxcIkNoaWxkcmVuXCI6W3tcIiRpZFwiOlwiMjM4XCIsXCJJbXBvcnRJZFwiOlwiNTBcIixcIklzSW1wb3J0ZWRcIjpmYWxzZSxcIkNoaWxkcmVuXCI6W3tcIiRpZFwiOlwiMjM5XCIsXCJJbXBvcnRJZFwiOlwiMTQxXCIsXCJJc0ltcG9ydGVkXCI6ZmFsc2UsXCJDaGlsZHJlblwiOltdfSx7XCIkaWRcIjpcIjI0MFwiLFwiSW1wb3J0SWRcIjpcIjE0MlwiLFwiSXNJbXBvcnRlZFwiOmZhbHNlLFwiQ2hpbGRyZW5cIjpbXX0se1wiJGlkXCI6XCIyNDFcIixcIkltcG9ydElkXCI6XCIzMDNcIixcIklzSW1wb3J0ZWRcIjpmYWxzZSxcIkNoaWxkcmVuXCI6W119LHtcIiRpZFwiOlwiMjQyXCIsXCJJbXBvcnRJZFwiOlwiMTQzXCIsXCJJc0ltcG9ydGVkXCI6ZmFsc2UsXCJDaGlsZHJlblwiOlt7XCIkaWRcIjpcIjI0M1wiLFwiSW1wb3J0SWRcIjpcIjMwNFwiLFwiSXNJbXBvcnRlZFwiOmZhbHNlLFwiQ2hpbGRyZW5cIjpbXX0se1wiJGlkXCI6XCIyNDRcIixcIkltcG9ydElkXCI6XCIzMDVcIixcIklzSW1wb3J0ZWRcIjpmYWxzZSxcIkNoaWxkcmVuXCI6W119LHtcIiRpZFwiOlwiMjQ1XCIsXCJJbXBvcnRJZFwiOlwiMzA2XCIsXCJJc0ltcG9ydGVkXCI6ZmFsc2UsXCJDaGlsZHJlblwiOltdfSx7XCIkaWRcIjpcIjI0NlwiLFwiSW1wb3J0SWRcIjpcIjMwN1wiLFwiSXNJbXBvcnRlZFwiOmZhbHNlLFwiQ2hpbGRyZW5cIjpbXX1dfV19XX0se1wiJGlkXCI6XCIyNDdcIixcIkltcG9ydElkXCI6XCI0MjRcIixcIklzSW1wb3J0ZWRcIjpmYWxzZSxcIkNoaWxkcmVuXCI6W3tcIiRpZFwiOlwiMjQ4XCIsXCJJbXBvcnRJZFwiOlwiNDI1XCIsXCJJc0ltcG9ydGVkXCI6ZmFsc2UsXCJDaGlsZHJlblwiOltdfSx7XCIkaWRcIjpcIjI0OVwiLFwiSW1wb3J0SWRcIjpcIjQyNlwiLFwiSXNJbXBvcnRlZFwiOmZhbHNlLFwiQ2hpbGRyZW5cIjpbXX0se1wiJGlkXCI6XCIyNTBcIixcIkltcG9ydElkXCI6XCI0MjdcIixcIklzSW1wb3J0ZWRcIjpmYWxzZSxcIkNoaWxkcmVuXCI6W119LHtcIiRpZFwiOlwiMjUxXCIsXCJJbXBvcnRJZFwiOlwiNDI4XCIsXCJJc0ltcG9ydGVkXCI6ZmFsc2UsXCJDaGlsZHJlblwiOlt7XCIkaWRcIjpcIjI1MlwiLFwiSW1wb3J0SWRcIjpcIjQyOVwiLFwiSXNJbXBvcnRlZFwiOmZhbHNlLFwiQ2hpbGRyZW5cIjpbXX0se1wiJGlkXCI6XCIyNTNcIixcIkltcG9ydElkXCI6XCI0MzBcIixcIklzSW1wb3J0ZWRcIjpmYWxzZSxcIkNoaWxkcmVuXCI6W119LHtcIiRpZFwiOlwiMjU0XCIsXCJJbXBvcnRJZFwiOlwiNDMxXCIsXCJJc0ltcG9ydGVkXCI6ZmFsc2UsXCJDaGlsZHJlblwiOltdfV19XX1dfSx7XCIkaWRcIjpcIjI1NVwiLFwiSW1wb3J0SWRcIjpcIjUxXCIsXCJJc0ltcG9ydGVkXCI6ZmFsc2UsXCJDaGlsZHJlblwiOlt7XCIkaWRcIjpcIjI1NlwiLFwiSW1wb3J0SWRcIjpcIjUyXCIsXCJJc0ltcG9ydGVkXCI6ZmFsc2UsXCJDaGlsZHJlblwiOlt7XCIkaWRcIjpcIjI1N1wiLFwiSW1wb3J0SWRcIjpcIjUzXCIsXCJJc0ltcG9ydGVkXCI6ZmFsc2UsXCJDaGlsZHJlblwiOlt7XCIkaWRcIjpcIjI1OFwiLFwiSW1wb3J0SWRcIjpcIjE0NFwiLFwiSXNJbXBvcnRlZFwiOmZhbHNlLFwiQ2hpbGRyZW5cIjpbXX0se1wiJGlkXCI6XCIyNTlcIixcIkltcG9ydElkXCI6XCIxNDVcIixcIklzSW1wb3J0ZWRcIjpmYWxzZSxcIkNoaWxkcmVuXCI6W119LHtcIiRpZFwiOlwiMjYwXCIsXCJJbXBvcnRJZFwiOlwiMzA4XCIsXCJJc0ltcG9ydGVkXCI6ZmFsc2UsXCJDaGlsZHJlblwiOltdfSx7XCIkaWRcIjpcIjI2MVwiLFwiSW1wb3J0SWRcIjpcIjE0NlwiLFwiSXNJbXBvcnRlZFwiOmZhbHNlLFwiQ2hpbGRyZW5cIjpbe1wiJGlkXCI6XCIyNjJcIixcIkltcG9ydElkXCI6XCIzMDlcIixcIklzSW1wb3J0ZWRcIjpmYWxzZSxcIkNoaWxkcmVuXCI6W119LHtcIiRpZFwiOlwiMjYzXCIsXCJJbXBvcnRJZFwiOlwiMzEwXCIsXCJJc0ltcG9ydGVkXCI6ZmFsc2UsXCJDaGlsZHJlblwiOltdfSx7XCIkaWRcIjpcIjI2NFwiLFwiSW1wb3J0SWRcIjpcIjMxMVwiLFwiSXNJbXBvcnRlZFwiOmZhbHNlLFwiQ2hpbGRyZW5cIjpbXX0se1wiJGlkXCI6XCIyNjVcIixcIkltcG9ydElkXCI6XCIzMTJcIixcIklzSW1wb3J0ZWRcIjpmYWxzZSxcIkNoaWxkcmVuXCI6W119LHtcIiRpZFwiOlwiMjY2XCIsXCJJbXBvcnRJZFwiOlwiMzEzXCIsXCJJc0ltcG9ydGVkXCI6ZmFsc2UsXCJDaGlsZHJlblwiOltdfSx7XCIkaWRcIjpcIjI2N1wiLFwiSW1wb3J0SWRcIjpcIjMxNFwiLFwiSXNJbXBvcnRlZFwiOmZhbHNlLFwiQ2hpbGRyZW5cIjpbXX0se1wiJGlkXCI6XCIyNjhcIixcIkltcG9ydElkXCI6XCIzMTVcIixcIklzSW1wb3J0ZWRcIjpmYWxzZSxcIkNoaWxkcmVuXCI6W119XX1dfV19XX1dfSx7XCIkaWRcIjpcIjI2OVwiLFwiSW1wb3J0SWRcIjpcIjEyMzZcIixcIklzSW1wb3J0ZWRcIjpmYWxzZSxcIkNoaWxkcmVuXCI6W3tcIiRpZFwiOlwiMjcwXCIsXCJJbXBvcnRJZFwiOlwiNTRcIixcIklzSW1wb3J0ZWRcIjpmYWxzZSxcIkNoaWxkcmVuXCI6W3tcIiRpZFwiOlwiMjcxXCIsXCJJbXBvcnRJZFwiOlwiNTVcIixcIklzSW1wb3J0ZWRcIjpmYWxzZSxcIkNoaWxkcmVuXCI6W3tcIiRpZFwiOlwiMjcyXCIsXCJJbXBvcnRJZFwiOlwiNTZcIixcIklzSW1wb3J0ZWRcIjpmYWxzZSxcIkNoaWxkcmVuXCI6W3tcIiRpZFwiOlwiMjczXCIsXCJJbXBvcnRJZFwiOlwiMTQ3XCIsXCJJc0ltcG9ydGVkXCI6ZmFsc2UsXCJDaGlsZHJlblwiOltdfSx7XCIkaWRcIjpcIjI3NFwiLFwiSW1wb3J0SWRcIjpcIjE0OFwiLFwiSXNJbXBvcnRlZFwiOmZhbHNlLFwiQ2hpbGRyZW5cIjpbXX0se1wiJGlkXCI6XCIyNzVcIixcIkltcG9ydElkXCI6XCIzMTZcIixcIklzSW1wb3J0ZWRcIjpmYWxzZSxcIkNoaWxkcmVuXCI6W119LHtcIiRpZFwiOlwiMjc2XCIsXCJJbXBvcnRJZFwiOlwiMTQ5XCIsXCJJc0ltcG9ydGVkXCI6ZmFsc2UsXCJDaGlsZHJlblwiOlt7XCIkaWRcIjpcIjI3N1wiLFwiSW1wb3J0SWRcIjpcIjMxN1wiLFwiSXNJbXBvcnRlZFwiOmZhbHNlLFwiQ2hpbGRyZW5cIjpbXX0se1wiJGlkXCI6XCIyNzhcIixcIkltcG9ydElkXCI6XCIzMThcIixcIklzSW1wb3J0ZWRcIjpmYWxzZSxcIkNoaWxkcmVuXCI6W119LHtcIiRpZFwiOlwiMjc5XCIsXCJJbXBvcnRJZFwiOlwiMzE5XCIsXCJJc0ltcG9ydGVkXCI6ZmFsc2UsXCJDaGlsZHJlblwiOltdfSx7XCIkaWRcIjpcIjI4MFwiLFwiSW1wb3J0SWRcIjpcIjMyMFwiLFwiSXNJbXBvcnRlZFwiOmZhbHNlLFwiQ2hpbGRyZW5cIjpbXX1dfV19XX1dfSx7XCIkaWRcIjpcIjI4MVwiLFwiSW1wb3J0SWRcIjpcIjU3XCIsXCJJc0ltcG9ydGVkXCI6ZmFsc2UsXCJDaGlsZHJlblwiOlt7XCIkaWRcIjpcIjI4MlwiLFwiSW1wb3J0SWRcIjpcIjU4XCIsXCJJc0ltcG9ydGVkXCI6ZmFsc2UsXCJDaGlsZHJlblwiOlt7XCIkaWRcIjpcIjI4M1wiLFwiSW1wb3J0SWRcIjpcIjU5XCIsXCJJc0ltcG9ydGVkXCI6ZmFsc2UsXCJDaGlsZHJlblwiOlt7XCIkaWRcIjpcIjI4NFwiLFwiSW1wb3J0SWRcIjpcIjE1M1wiLFwiSXNJbXBvcnRlZFwiOmZhbHNlLFwiQ2hpbGRyZW5cIjpbXX0se1wiJGlkXCI6XCIyODVcIixcIkltcG9ydElkXCI6XCIxNTRcIixcIklzSW1wb3J0ZWRcIjpmYWxzZSxcIkNoaWxkcmVuXCI6W119LHtcIiRpZFwiOlwiMjg2XCIsXCJJbXBvcnRJZFwiOlwiMzIyXCIsXCJJc0ltcG9ydGVkXCI6ZmFsc2UsXCJDaGlsZHJlblwiOltdfSx7XCIkaWRcIjpcIjI4N1wiLFwiSW1wb3J0SWRcIjpcIjE1NVwiLFwiSXNJbXBvcnRlZFwiOmZhbHNlLFwiQ2hpbGRyZW5cIjpbe1wiJGlkXCI6XCIyODhcIixcIkltcG9ydElkXCI6XCIzMjRcIixcIklzSW1wb3J0ZWRcIjpmYWxzZSxcIkNoaWxkcmVuXCI6W119LHtcIiRpZFwiOlwiMjg5XCIsXCJJbXBvcnRJZFwiOlwiMzI1XCIsXCJJc0ltcG9ydGVkXCI6ZmFsc2UsXCJDaGlsZHJlblwiOltdfSx7XCIkaWRcIjpcIjI5MFwiLFwiSW1wb3J0SWRcIjpcIjMzNlwiLFwiSXNJbXBvcnRlZFwiOmZhbHNlLFwiQ2hpbGRyZW5cIjpbXX1dfV19XX1dfV19LHtcIiRpZFwiOlwiMjkxXCIsXCJJbXBvcnRJZFwiOlwiMTIzN1wiLFwiSXNJbXBvcnRlZFwiOmZhbHNlLFwiQ2hpbGRyZW5cIjpbe1wiJGlkXCI6XCIyOTJcIixcIkltcG9ydElkXCI6XCIzMjdcIixcIklzSW1wb3J0ZWRcIjpmYWxzZSxcIkNoaWxkcmVuXCI6W3tcIiRpZFwiOlwiMjkzXCIsXCJJbXBvcnRJZFwiOlwiMzI4XCIsXCJJc0ltcG9ydGVkXCI6ZmFsc2UsXCJDaGlsZHJlblwiOltdfSx7XCIkaWRcIjpcIjI5NFwiLFwiSW1wb3J0SWRcIjpcIjMyOVwiLFwiSXNJbXBvcnRlZFwiOmZhbHNlLFwiQ2hpbGRyZW5cIjpbXX0se1wiJGlkXCI6XCIyOTVcIixcIkltcG9ydElkXCI6XCIzMzBcIixcIklzSW1wb3J0ZWRcIjpmYWxzZSxcIkNoaWxkcmVuXCI6W119LHtcIiRpZFwiOlwiMjk2XCIsXCJJbXBvcnRJZFwiOlwiMzMxXCIsXCJJc0ltcG9ydGVkXCI6ZmFsc2UsXCJDaGlsZHJlblwiOlt7XCIkaWRcIjpcIjI5N1wiLFwiSW1wb3J0SWRcIjpcIjMzMlwiLFwiSXNJbXBvcnRlZFwiOmZhbHNlLFwiQ2hpbGRyZW5cIjpbXX0se1wiJGlkXCI6XCIyOThcIixcIkltcG9ydElkXCI6XCIzMzNcIixcIklzSW1wb3J0ZWRcIjpmYWxzZSxcIkNoaWxkcmVuXCI6W119LHtcIiRpZFwiOlwiMjk5XCIsXCJJbXBvcnRJZFwiOlwiMzM0XCIsXCJJc0ltcG9ydGVkXCI6ZmFsc2UsXCJDaGlsZHJlblwiOltdfSx7XCIkaWRcIjpcIjMwMFwiLFwiSW1wb3J0SWRcIjpcIjMzNVwiLFwiSXNJbXBvcnRlZFwiOmZhbHNlLFwiQ2hpbGRyZW5cIjpbXX1dfSx7XCIkaWRcIjpcIjMwMVwiLFwiSW1wb3J0SWRcIjpcIjMzOFwiLFwiSXNJbXBvcnRlZFwiOmZhbHNlLFwiQ2hpbGRyZW5cIjpbe1wiJGlkXCI6XCIzMDJcIixcIkltcG9ydElkXCI6XCIzMzlcIixcIklzSW1wb3J0ZWRcIjpmYWxzZSxcIkNoaWxkcmVuXCI6W3tcIiRpZFwiOlwiMzAzXCIsXCJJbXBvcnRJZFwiOlwiMzQwXCIsXCJJc0ltcG9ydGVkXCI6ZmFsc2UsXCJDaGlsZHJlblwiOltdfSx7XCIkaWRcIjpcIjMwNFwiLFwiSW1wb3J0SWRcIjpcIjM0MVwiLFwiSXNJbXBvcnRlZFwiOmZhbHNlLFwiQ2hpbGRyZW5cIjpbXX0se1wiJGlkXCI6XCIzMDVcIixcIkltcG9ydElkXCI6XCIzNDNcIixcIklzSW1wb3J0ZWRcIjpmYWxzZSxcIkNoaWxkcmVuXCI6W3tcIiRpZFwiOlwiMzA2XCIsXCJJbXBvcnRJZFwiOlwiMzQ1XCIsXCJJc0ltcG9ydGVkXCI6ZmFsc2UsXCJDaGlsZHJlblwiOltdfV19XX1dfV19LHtcIiRpZFwiOlwiMzA3XCIsXCJJbXBvcnRJZFwiOlwiNDUwXCIsXCJJc0ltcG9ydGVkXCI6ZmFsc2UsXCJDaGlsZHJlblwiOlt7XCIkaWRcIjpcIjMwOFwiLFwiSW1wb3J0SWRcIjpcIjQ1NlwiLFwiSXNJbXBvcnRlZFwiOmZhbHNlLFwiQ2hpbGRyZW5cIjpbXX1dfV19LHtcIiRpZFwiOlwiMzA5XCIsXCJJbXBvcnRJZFwiOlwiNDAyXCIsXCJJc0ltcG9ydGVkXCI6ZmFsc2UsXCJDaGlsZHJlblwiOlt7XCIkaWRcIjpcIjMxMFwiLFwiSW1wb3J0SWRcIjpcIjQwM1wiLFwiSXNJbXBvcnRlZFwiOmZhbHNlLFwiQ2hpbGRyZW5cIjpbXX0se1wiJGlkXCI6XCIzMTFcIixcIkltcG9ydElkXCI6XCI0MDRcIixcIklzSW1wb3J0ZWRcIjpmYWxzZSxcIkNoaWxkcmVuXCI6W119LHtcIiRpZFwiOlwiMzEyXCIsXCJJbXBvcnRJZFwiOlwiNDA1XCIsXCJJc0ltcG9ydGVkXCI6ZmFsc2UsXCJDaGlsZHJlblwiOltdfV19LHtcIiRpZFwiOlwiMzEzXCIsXCJJbXBvcnRJZFwiOlwiMzcwXCIsXCJJc0ltcG9ydGVkXCI6ZmFsc2UsXCJDaGlsZHJlblwiOlt7XCIkaWRcIjpcIjMxNFwiLFwiSW1wb3J0SWRcIjpcIjM3MVwiLFwiSXNJbXBvcnRlZFwiOmZhbHNlLFwiQ2hpbGRyZW5cIjpbe1wiJGlkXCI6XCIzMTVcIixcIkltcG9ydElkXCI6XCIzNzJcIixcIklzSW1wb3J0ZWRcIjpmYWxzZSxcIkNoaWxkcmVuXCI6W119LHtcIiRpZFwiOlwiMzE2XCIsXCJJbXBvcnRJZFwiOlwiMzczXCIsXCJJc0ltcG9ydGVkXCI6ZmFsc2UsXCJDaGlsZHJlblwiOltdfSx7XCIkaWRcIjpcIjMxN1wiLFwiSW1wb3J0SWRcIjpcIjM3NFwiLFwiSXNJbXBvcnRlZFwiOmZhbHNlLFwiQ2hpbGRyZW5cIjpbXX0se1wiJGlkXCI6XCIzMThcIixcIkltcG9ydElkXCI6XCIzNzVcIixcIklzSW1wb3J0ZWRcIjpmYWxzZSxcIkNoaWxkcmVuXCI6W119LHtcIiRpZFwiOlwiMzE5XCIsXCJJbXBvcnRJZFwiOlwiMzc2XCIsXCJJc0ltcG9ydGVkXCI6ZmFsc2UsXCJDaGlsZHJlblwiOltdfV19LHtcIiRpZFwiOlwiMzIwXCIsXCJJbXBvcnRJZFwiOlwiOTk3XCIsXCJJc0ltcG9ydGVkXCI6ZmFsc2UsXCJDaGlsZHJlblwiOlt7XCIkaWRcIjpcIjMyMVwiLFwiSW1wb3J0SWRcIjpcIjEwMDFcIixcIklzSW1wb3J0ZWRcIjpmYWxzZSxcIkNoaWxkcmVuXCI6W119LHtcIiRpZFwiOlwiMzIyXCIsXCJJbXBvcnRJZFwiOlwiOTk5XCIsXCJJc0ltcG9ydGVkXCI6ZmFsc2UsXCJDaGlsZHJlblwiOltdfSx7XCIkaWRcIjpcIjMyM1wiLFwiSW1wb3J0SWRcIjpcIjEwMDhcIixcIklzSW1wb3J0ZWRcIjpmYWxzZSxcIkNoaWxkcmVuXCI6W119LHtcIiRpZFwiOlwiMzI0XCIsXCJJbXBvcnRJZFwiOlwiMTAwNlwiLFwiSXNJbXBvcnRlZFwiOmZhbHNlLFwiQ2hpbGRyZW5cIjpbXX0se1wiJGlkXCI6XCIzMjVcIixcIkltcG9ydElkXCI6XCIxMDA1XCIsXCJJc0ltcG9ydGVkXCI6ZmFsc2UsXCJDaGlsZHJlblwiOltdfV19LHtcIiRpZFwiOlwiMzI2XCIsXCJJbXBvcnRJZFwiOlwiMzc3XCIsXCJJc0ltcG9ydGVkXCI6ZmFsc2UsXCJDaGlsZHJlblwiOltdfSx7XCIkaWRcIjpcIjMyN1wiLFwiSW1wb3J0SWRcIjpcIjM3OFwiLFwiSXNJbXBvcnRlZFwiOmZhbHNlLFwiQ2hpbGRyZW5cIjpbXX0se1wiJGlkXCI6XCIzMjhcIixcIkltcG9ydElkXCI6XCIzNzlcIixcIklzSW1wb3J0ZWRcIjpmYWxzZSxcIkNoaWxkcmVuXCI6W119LHtcIiRpZFwiOlwiMzI5XCIsXCJJbXBvcnRJZFwiOlwiMzgwXCIsXCJJc0ltcG9ydGVkXCI6ZmFsc2UsXCJDaGlsZHJlblwiOltdfSx7XCIkaWRcIjpcIjMzMFwiLFwiSW1wb3J0SWRcIjpcIjc2MFwiLFwiSXNJbXBvcnRlZFwiOmZhbHNlLFwiQ2hpbGRyZW5cIjpbXX0se1wiJGlkXCI6XCIzMzFcIixcIkltcG9ydElkXCI6XCI3NTlcIixcIklzSW1wb3J0ZWRcIjpmYWxzZSxcIkNoaWxkcmVuXCI6W119LHtcIiRpZFwiOlwiMzMyXCIsXCJJbXBvcnRJZFwiOlwiMzk1XCIsXCJJc0ltcG9ydGVkXCI6ZmFsc2UsXCJDaGlsZHJlblwiOltdfSx7XCIkaWRcIjpcIjMzM1wiLFwiSW1wb3J0SWRcIjpcIjEwMzVcIixcIklzSW1wb3J0ZWRcIjpmYWxzZSxcIkNoaWxkcmVuXCI6W3tcIiRpZFwiOlwiMzM0XCIsXCJJbXBvcnRJZFwiOlwiMTAzNlwiLFwiSXNJbXBvcnRlZFwiOmZhbHNlLFwiQ2hpbGRyZW5cIjpbXX1dfV19LHtcIiRpZFwiOlwiMzM1XCIsXCJJbXBvcnRJZFwiOlwiMzg3XCIsXCJJc0ltcG9ydGVkXCI6ZmFsc2UsXCJDaGlsZHJlblwiOlt7XCIkaWRcIjpcIjMzNlwiLFwiSW1wb3J0SWRcIjpcIjM4OFwiLFwiSXNJbXBvcnRlZFwiOmZhbHNlLFwiQ2hpbGRyZW5cIjpbXX0se1wiJGlkXCI6XCIzMzdcIixcIkltcG9ydElkXCI6XCIzODlcIixcIklzSW1wb3J0ZWRcIjpmYWxzZSxcIkNoaWxkcmVuXCI6W119LHtcIiRpZFwiOlwiMzM4XCIsXCJJbXBvcnRJZFwiOlwiMzk0XCIsXCJJc0ltcG9ydGVkXCI6ZmFsc2UsXCJDaGlsZHJlblwiOltdfSx7XCIkaWRcIjpcIjMzOVwiLFwiSW1wb3J0SWRcIjpcIjQwMVwiLFwiSXNJbXBvcnRlZFwiOmZhbHNlLFwiQ2hpbGRyZW5cIjpbXX0se1wiJGlkXCI6XCIzNDBcIixcIkltcG9ydElkXCI6XCIzOTBcIixcIklzSW1wb3J0ZWRcIjpmYWxzZSxcIkNoaWxkcmVuXCI6W119XX0se1wiJGlkXCI6XCIzNDFcIixcIkltcG9ydElkXCI6XCIzOTNcIixcIklzSW1wb3J0ZWRcIjpmYWxzZSxcIkNoaWxkcmVuXCI6W119LHtcIiRpZFwiOlwiMzQyXCIsXCJJbXBvcnRJZFwiOlwiNDYwXCIsXCJJc0ltcG9ydGVkXCI6ZmFsc2UsXCJDaGlsZHJlblwiOlt7XCIkaWRcIjpcIjM0M1wiLFwiSW1wb3J0SWRcIjpcIjQ2MVwiLFwiSXNJbXBvcnRlZFwiOmZhbHNlLFwiQ2hpbGRyZW5cIjpbe1wiJGlkXCI6XCIzNDRcIixcIkltcG9ydElkXCI6XCI0NjJcIixcIklzSW1wb3J0ZWRcIjpmYWxzZSxcIkNoaWxkcmVuXCI6W3tcIiRpZFwiOlwiMzQ1XCIsXCJJbXBvcnRJZFwiOlwiNDYzXCIsXCJJc0ltcG9ydGVkXCI6ZmFsc2UsXCJDaGlsZHJlblwiOltdfSx7XCIkaWRcIjpcIjM0NlwiLFwiSW1wb3J0SWRcIjpcIjQ2NFwiLFwiSXNJbXBvcnRlZFwiOmZhbHNlLFwiQ2hpbGRyZW5cIjpbXX0se1wiJGlkXCI6XCIzNDdcIixcIkltcG9ydElkXCI6XCI0NjVcIixcIklzSW1wb3J0ZWRcIjpmYWxzZSxcIkNoaWxkcmVuXCI6W119XX0se1wiJGlkXCI6XCIzNDhcIixcIkltcG9ydElkXCI6XCI0NjZcIixcIklzSW1wb3J0ZWRcIjpmYWxzZSxcIkNoaWxkcmVuXCI6W3tcIiRpZFwiOlwiMzQ5XCIsXCJJbXBvcnRJZFwiOlwiNDY3XCIsXCJJc0ltcG9ydGVkXCI6ZmFsc2UsXCJDaGlsZHJlblwiOltdfSx7XCIkaWRcIjpcIjM1MFwiLFwiSW1wb3J0SWRcIjpcIjQ2OFwiLFwiSXNJbXBvcnRlZFwiOmZhbHNlLFwiQ2hpbGRyZW5cIjpbXX1dfSx7XCIkaWRcIjpcIjM1MVwiLFwiSW1wb3J0SWRcIjpcIjQ2OVwiLFwiSXNJbXBvcnRlZFwiOmZhbHNlLFwiQ2hpbGRyZW5cIjpbe1wiJGlkXCI6XCIzNTJcIixcIkltcG9ydElkXCI6XCI0NzBcIixcIklzSW1wb3J0ZWRcIjpmYWxzZSxcIkNoaWxkcmVuXCI6W3tcIiRpZFwiOlwiMzUzXCIsXCJJbXBvcnRJZFwiOlwiNDcxXCIsXCJJc0ltcG9ydGVkXCI6ZmFsc2UsXCJDaGlsZHJlblwiOltdfSx7XCIkaWRcIjpcIjM1NFwiLFwiSW1wb3J0SWRcIjpcIjQ3MlwiLFwiSXNJbXBvcnRlZFwiOmZhbHNlLFwiQ2hpbGRyZW5cIjpbXX1dfSx7XCIkaWRcIjpcIjM1NVwiLFwiSW1wb3J0SWRcIjpcIjQ3M1wiLFwiSXNJbXBvcnRlZFwiOmZhbHNlLFwiQ2hpbGRyZW5cIjpbe1wiJGlkXCI6XCIzNTZcIixcIkltcG9ydElkXCI6XCI0NzRcIixcIklzSW1wb3J0ZWRcIjpmYWxzZSxcIkNoaWxkcmVuXCI6W3tcIiRpZFwiOlwiMzU3XCIsXCJJbXBvcnRJZFwiOlwiNDc1XCIsXCJJc0ltcG9ydGVkXCI6ZmFsc2UsXCJDaGlsZHJlblwiOltdfSx7XCIkaWRcIjpcIjM1OFwiLFwiSW1wb3J0SWRcIjpcIjQ3NlwiLFwiSXNJbXBvcnRlZFwiOmZhbHNlLFwiQ2hpbGRyZW5cIjpbe1wiJGlkXCI6XCIzNTlcIixcIkltcG9ydElkXCI6XCI0NzdcIixcIklzSW1wb3J0ZWRcIjpmYWxzZSxcIkNoaWxkcmVuXCI6W119LHtcIiRpZFwiOlwiMzYwXCIsXCJJbXBvcnRJZFwiOlwiNDc4XCIsXCJJc0ltcG9ydGVkXCI6ZmFsc2UsXCJDaGlsZHJlblwiOltdfV19LHtcIiRpZFwiOlwiMzYxXCIsXCJJbXBvcnRJZFwiOlwiNDc5XCIsXCJJc0ltcG9ydGVkXCI6ZmFsc2UsXCJDaGlsZHJlblwiOltdfSx7XCIkaWRcIjpcIjM2MlwiLFwiSW1wb3J0SWRcIjpcIjQ4MFwiLFwiSXNJbXBvcnRlZFwiOmZhbHNlLFwiQ2hpbGRyZW5cIjpbXX0se1wiJGlkXCI6XCIzNjNcIixcIkltcG9ydElkXCI6XCI0ODFcIixcIklzSW1wb3J0ZWRcIjpmYWxzZSxcIkNoaWxkcmVuXCI6W119XX1dfSx7XCIkaWRcIjpcIjM2NFwiLFwiSW1wb3J0SWRcIjpcIjQ4MlwiLFwiSXNJbXBvcnRlZFwiOmZhbHNlLFwiQ2hpbGRyZW5cIjpbe1wiJGlkXCI6XCIzNjVcIixcIkltcG9ydElkXCI6XCI0ODNcIixcIklzSW1wb3J0ZWRcIjpmYWxzZSxcIkNoaWxkcmVuXCI6W3tcIiRpZFwiOlwiMzY2XCIsXCJJbXBvcnRJZFwiOlwiNDg0XCIsXCJJc0ltcG9ydGVkXCI6ZmFsc2UsXCJDaGlsZHJlblwiOltdfSx7XCIkaWRcIjpcIjM2N1wiLFwiSW1wb3J0SWRcIjpcIjQ4NVwiLFwiSXNJbXBvcnRlZFwiOmZhbHNlLFwiQ2hpbGRyZW5cIjpbXX0se1wiJGlkXCI6XCIzNjhcIixcIkltcG9ydElkXCI6XCI0ODZcIixcIklzSW1wb3J0ZWRcIjpmYWxzZSxcIkNoaWxkcmVuXCI6W119XX0se1wiJGlkXCI6XCIzNjlcIixcIkltcG9ydElkXCI6XCI0ODdcIixcIklzSW1wb3J0ZWRcIjpmYWxzZSxcIkNoaWxkcmVuXCI6W3tcIiRpZFwiOlwiMzcwXCIsXCJJbXBvcnRJZFwiOlwiNDg4XCIsXCJJc0ltcG9ydGVkXCI6ZmFsc2UsXCJDaGlsZHJlblwiOltdfV19LHtcIiRpZFwiOlwiMzcxXCIsXCJJbXBvcnRJZFwiOlwiNDg5XCIsXCJJc0ltcG9ydGVkXCI6ZmFsc2UsXCJDaGlsZHJlblwiOlt7XCIkaWRcIjpcIjM3MlwiLFwiSW1wb3J0SWRcIjpcIjQ5MFwiLFwiSXNJbXBvcnRlZFwiOmZhbHNlLFwiQ2hpbGRyZW5cIjpbXX1dfSx7XCIkaWRcIjpcIjM3M1wiLFwiSW1wb3J0SWRcIjpcIjQ5MVwiLFwiSXNJbXBvcnRlZFwiOmZhbHNlLFwiQ2hpbGRyZW5cIjpbe1wiJGlkXCI6XCIzNzRcIixcIkltcG9ydElkXCI6XCI0OTJcIixcIklzSW1wb3J0ZWRcIjpmYWxzZSxcIkNoaWxkcmVuXCI6W119XX0se1wiJGlkXCI6XCIzNzVcIixcIkltcG9ydElkXCI6XCI0OTNcIixcIklzSW1wb3J0ZWRcIjpmYWxzZSxcIkNoaWxkcmVuXCI6W3tcIiRpZFwiOlwiMzc2XCIsXCJJbXBvcnRJZFwiOlwiNDk0XCIsXCJJc0ltcG9ydGVkXCI6ZmFsc2UsXCJDaGlsZHJlblwiOltdfSx7XCIkaWRcIjpcIjM3N1wiLFwiSW1wb3J0SWRcIjpcIjQ5NVwiLFwiSXNJbXBvcnRlZFwiOmZhbHNlLFwiQ2hpbGRyZW5cIjpbXX0se1wiJGlkXCI6XCIzNzhcIixcIkltcG9ydElkXCI6XCI0OTZcIixcIklzSW1wb3J0ZWRcIjpmYWxzZSxcIkNoaWxkcmVuXCI6W119LHtcIiRpZFwiOlwiMzc5XCIsXCJJbXBvcnRJZFwiOlwiNDk3XCIsXCJJc0ltcG9ydGVkXCI6ZmFsc2UsXCJDaGlsZHJlblwiOltdfSx7XCIkaWRcIjpcIjM4MFwiLFwiSW1wb3J0SWRcIjpcIjQ5OFwiLFwiSXNJbXBvcnRlZFwiOmZhbHNlLFwiQ2hpbGRyZW5cIjpbXX0se1wiJGlkXCI6XCIzODFcIixcIkltcG9ydElkXCI6XCI0OTlcIixcIklzSW1wb3J0ZWRcIjpmYWxzZSxcIkNoaWxkcmVuXCI6W119XX1dfV19XX0se1wiJGlkXCI6XCIzODJcIixcIkltcG9ydElkXCI6XCI1MDBcIixcIklzSW1wb3J0ZWRcIjpmYWxzZSxcIkNoaWxkcmVuXCI6W3tcIiRpZFwiOlwiMzgzXCIsXCJJbXBvcnRJZFwiOlwiNTAxXCIsXCJJc0ltcG9ydGVkXCI6ZmFsc2UsXCJDaGlsZHJlblwiOltdfV19LHtcIiRpZFwiOlwiMzg0XCIsXCJJbXBvcnRJZFwiOlwiNTAyXCIsXCJJc0ltcG9ydGVkXCI6ZmFsc2UsXCJDaGlsZHJlblwiOlt7XCIkaWRcIjpcIjM4NVwiLFwiSW1wb3J0SWRcIjpcIjUwM1wiLFwiSXNJbXBvcnRlZFwiOmZhbHNlLFwiQ2hpbGRyZW5cIjpbXX0se1wiJGlkXCI6XCIzODZcIixcIkltcG9ydElkXCI6XCI1MDRcIixcIklzSW1wb3J0ZWRcIjpmYWxzZSxcIkNoaWxkcmVuXCI6W119LHtcIiRpZFwiOlwiMzg3XCIsXCJJbXBvcnRJZFwiOlwiNTA1XCIsXCJJc0ltcG9ydGVkXCI6ZmFsc2UsXCJDaGlsZHJlblwiOltdfSx7XCIkaWRcIjpcIjM4OFwiLFwiSW1wb3J0SWRcIjpcIjUwNlwiLFwiSXNJbXBvcnRlZFwiOmZhbHNlLFwiQ2hpbGRyZW5cIjpbe1wiJGlkXCI6XCIzODlcIixcIkltcG9ydElkXCI6XCI1MDdcIixcIklzSW1wb3J0ZWRcIjpmYWxzZSxcIkNoaWxkcmVuXCI6W3tcIiRpZFwiOlwiMzkwXCIsXCJJbXBvcnRJZFwiOlwiNTA4XCIsXCJJc0ltcG9ydGVkXCI6ZmFsc2UsXCJDaGlsZHJlblwiOltdfSx7XCIkaWRcIjpcIjM5MVwiLFwiSW1wb3J0SWRcIjpcIjUwOVwiLFwiSXNJbXBvcnRlZFwiOmZhbHNlLFwiQ2hpbGRyZW5cIjpbXX1dfSx7XCIkaWRcIjpcIjM5MlwiLFwiSW1wb3J0SWRcIjpcIjUxMFwiLFwiSXNJbXBvcnRlZFwiOmZhbHNlLFwiQ2hpbGRyZW5cIjpbe1wiJGlkXCI6XCIzOTNcIixcIkltcG9ydElkXCI6XCI1MTFcIixcIklzSW1wb3J0ZWRcIjpmYWxzZSxcIkNoaWxkcmVuXCI6W119LHtcIiRpZFwiOlwiMzk0XCIsXCJJbXBvcnRJZFwiOlwiNTEyXCIsXCJJc0ltcG9ydGVkXCI6ZmFsc2UsXCJDaGlsZHJlblwiOltdfSx7XCIkaWRcIjpcIjM5NVwiLFwiSW1wb3J0SWRcIjpcIjUxM1wiLFwiSXNJbXBvcnRlZFwiOmZhbHNlLFwiQ2hpbGRyZW5cIjpbXX0se1wiJGlkXCI6XCIzOTZcIixcIkltcG9ydElkXCI6XCI1MTRcIixcIklzSW1wb3J0ZWRcIjpmYWxzZSxcIkNoaWxkcmVuXCI6W119XX0se1wiJGlkXCI6XCIzOTdcIixcIkltcG9ydElkXCI6XCI1MTVcIixcIklzSW1wb3J0ZWRcIjpmYWxzZSxcIkNoaWxkcmVuXCI6W119XX0se1wiJGlkXCI6XCIzOThcIixcIkltcG9ydElkXCI6XCI1MTZcIixcIklzSW1wb3J0ZWRcIjpmYWxzZSxcIkNoaWxkcmVuXCI6W119LHtcIiRpZFwiOlwiMzk5XCIsXCJJbXBvcnRJZFwiOlwiNTE3XCIsXCJJc0ltcG9ydGVkXCI6ZmFsc2UsXCJDaGlsZHJlblwiOltdfSx7XCIkaWRcIjpcIjQwMFwiLFwiSW1wb3J0SWRcIjpcIjUxOFwiLFwiSXNJbXBvcnRlZFwiOmZhbHNlLFwiQ2hpbGRyZW5cIjpbe1wiJGlkXCI6XCI0MDFcIixcIkltcG9ydElkXCI6XCI1MTlcIixcIklzSW1wb3J0ZWRcIjpmYWxzZSxcIkNoaWxkcmVuXCI6W119XX0se1wiJGlkXCI6XCI0MDJcIixcIkltcG9ydElkXCI6XCI1MjBcIixcIklzSW1wb3J0ZWRcIjpmYWxzZSxcIkNoaWxkcmVuXCI6W119LHtcIiRpZFwiOlwiNDAzXCIsXCJJbXBvcnRJZFwiOlwiNTIxXCIsXCJJc0ltcG9ydGVkXCI6ZmFsc2UsXCJDaGlsZHJlblwiOlt7XCIkaWRcIjpcIjQwNFwiLFwiSW1wb3J0SWRcIjpcIjUyMlwiLFwiSXNJbXBvcnRlZFwiOmZhbHNlLFwiQ2hpbGRyZW5cIjpbe1wiJGlkXCI6XCI0MDVcIixcIkltcG9ydElkXCI6XCI1MjNcIixcIklzSW1wb3J0ZWRcIjpmYWxzZSxcIkNoaWxkcmVuXCI6W119LHtcIiRpZFwiOlwiNDA2XCIsXCJJbXBvcnRJZFwiOlwiNTI0XCIsXCJJc0ltcG9ydGVkXCI6ZmFsc2UsXCJDaGlsZHJlblwiOltdfSx7XCIkaWRcIjpcIjQwN1wiLFwiSW1wb3J0SWRcIjpcIjUyNVwiLFwiSXNJbXBvcnRlZFwiOmZhbHNlLFwiQ2hpbGRyZW5cIjpbXX0se1wiJGlkXCI6XCI0MDhcIixcIkltcG9ydElkXCI6XCI1MjZcIixcIklzSW1wb3J0ZWRcIjpmYWxzZSxcIkNoaWxkcmVuXCI6W119XX0se1wiJGlkXCI6XCI0MDlcIixcIkltcG9ydElkXCI6XCI1MjdcIixcIklzSW1wb3J0ZWRcIjpmYWxzZSxcIkNoaWxkcmVuXCI6W3tcIiRpZFwiOlwiNDEwXCIsXCJJbXBvcnRJZFwiOlwiNTI4XCIsXCJJc0ltcG9ydGVkXCI6ZmFsc2UsXCJDaGlsZHJlblwiOltdfSx7XCIkaWRcIjpcIjQxMVwiLFwiSW1wb3J0SWRcIjpcIjUyOVwiLFwiSXNJbXBvcnRlZFwiOmZhbHNlLFwiQ2hpbGRyZW5cIjpbXX0se1wiJGlkXCI6XCI0MTJcIixcIkltcG9ydElkXCI6XCI1MzBcIixcIklzSW1wb3J0ZWRcIjpmYWxzZSxcIkNoaWxkcmVuXCI6W119LHtcIiRpZFwiOlwiNDEzXCIsXCJJbXBvcnRJZFwiOlwiNTMxXCIsXCJJc0ltcG9ydGVkXCI6ZmFsc2UsXCJDaGlsZHJlblwiOltdfV19LHtcIiRpZFwiOlwiNDE0XCIsXCJJbXBvcnRJZFwiOlwiNTMyXCIsXCJJc0ltcG9ydGVkXCI6ZmFsc2UsXCJDaGlsZHJlblwiOlt7XCIkaWRcIjpcIjQxNVwiLFwiSW1wb3J0SWRcIjpcIjUzM1wiLFwiSXNJbXBvcnRlZFwiOmZhbHNlLFwiQ2hpbGRyZW5cIjpbXX0se1wiJGlkXCI6XCI0MTZcIixcIkltcG9ydElkXCI6XCI1MzRcIixcIklzSW1wb3J0ZWRcIjpmYWxzZSxcIkNoaWxkcmVuXCI6W119LHtcIiRpZFwiOlwiNDE3XCIsXCJJbXBvcnRJZFwiOlwiNTM1XCIsXCJJc0ltcG9ydGVkXCI6ZmFsc2UsXCJDaGlsZHJlblwiOltdfSx7XCIkaWRcIjpcIjQxOFwiLFwiSW1wb3J0SWRcIjpcIjUzNlwiLFwiSXNJbXBvcnRlZFwiOmZhbHNlLFwiQ2hpbGRyZW5cIjpbXX1dfSx7XCIkaWRcIjpcIjQxOVwiLFwiSW1wb3J0SWRcIjpcIjUzN1wiLFwiSXNJbXBvcnRlZFwiOmZhbHNlLFwiQ2hpbGRyZW5cIjpbXX1dfSx7XCIkaWRcIjpcIjQyMFwiLFwiSW1wb3J0SWRcIjpcIjUzOFwiLFwiSXNJbXBvcnRlZFwiOmZhbHNlLFwiQ2hpbGRyZW5cIjpbXX0se1wiJGlkXCI6XCI0MjFcIixcIkltcG9ydElkXCI6XCI1MzlcIixcIklzSW1wb3J0ZWRcIjpmYWxzZSxcIkNoaWxkcmVuXCI6W119LHtcIiRpZFwiOlwiNDIyXCIsXCJJbXBvcnRJZFwiOlwiNTQwXCIsXCJJc0ltcG9ydGVkXCI6ZmFsc2UsXCJDaGlsZHJlblwiOlt7XCIkaWRcIjpcIjQyM1wiLFwiSW1wb3J0SWRcIjpcIjU0MVwiLFwiSXNJbXBvcnRlZFwiOmZhbHNlLFwiQ2hpbGRyZW5cIjpbXX1dfSx7XCIkaWRcIjpcIjQyNFwiLFwiSW1wb3J0SWRcIjpcIjU0MlwiLFwiSXNJbXBvcnRlZFwiOmZhbHNlLFwiQ2hpbGRyZW5cIjpbXX0se1wiJGlkXCI6XCI0MjVcIixcIkltcG9ydElkXCI6XCI1NDNcIixcIklzSW1wb3J0ZWRcIjpmYWxzZSxcIkNoaWxkcmVuXCI6W3tcIiRpZFwiOlwiNDI2XCIsXCJJbXBvcnRJZFwiOlwiNTQ0XCIsXCJJc0ltcG9ydGVkXCI6ZmFsc2UsXCJDaGlsZHJlblwiOlt7XCIkaWRcIjpcIjQyN1wiLFwiSW1wb3J0SWRcIjpcIjU0NVwiLFwiSXNJbXBvcnRlZFwiOmZhbHNlLFwiQ2hpbGRyZW5cIjpbXX0se1wiJGlkXCI6XCI0MjhcIixcIkltcG9ydElkXCI6XCI1NDZcIixcIklzSW1wb3J0ZWRcIjpmYWxzZSxcIkNoaWxkcmVuXCI6W119LHtcIiRpZFwiOlwiNDI5XCIsXCJJbXBvcnRJZFwiOlwiNTQ3XCIsXCJJc0ltcG9ydGVkXCI6ZmFsc2UsXCJDaGlsZHJlblwiOltdfSx7XCIkaWRcIjpcIjQzMFwiLFwiSW1wb3J0SWRcIjpcIjU0OFwiLFwiSXNJbXBvcnRlZFwiOmZhbHNlLFwiQ2hpbGRyZW5cIjpbXX1dfSx7XCIkaWRcIjpcIjQzMVwiLFwiSW1wb3J0SWRcIjpcIjU0OVwiLFwiSXNJbXBvcnRlZFwiOmZhbHNlLFwiQ2hpbGRyZW5cIjpbe1wiJGlkXCI6XCI0MzJcIixcIkltcG9ydElkXCI6XCI1NTBcIixcIklzSW1wb3J0ZWRcIjpmYWxzZSxcIkNoaWxkcmVuXCI6W119LHtcIiRpZFwiOlwiNDMzXCIsXCJJbXBvcnRJZFwiOlwiNTUxXCIsXCJJc0ltcG9ydGVkXCI6ZmFsc2UsXCJDaGlsZHJlblwiOltdfSx7XCIkaWRcIjpcIjQzNFwiLFwiSW1wb3J0SWRcIjpcIjU1MlwiLFwiSXNJbXBvcnRlZFwiOmZhbHNlLFwiQ2hpbGRyZW5cIjpbXX0se1wiJGlkXCI6XCI0MzVcIixcIkltcG9ydElkXCI6XCI1NTNcIixcIklzSW1wb3J0ZWRcIjpmYWxzZSxcIkNoaWxkcmVuXCI6W119XX0se1wiJGlkXCI6XCI0MzZcIixcIkltcG9ydElkXCI6XCI1NTRcIixcIklzSW1wb3J0ZWRcIjpmYWxzZSxcIkNoaWxkcmVuXCI6W3tcIiRpZFwiOlwiNDM3XCIsXCJJbXBvcnRJZFwiOlwiNTU1XCIsXCJJc0ltcG9ydGVkXCI6ZmFsc2UsXCJDaGlsZHJlblwiOltdfSx7XCIkaWRcIjpcIjQzOFwiLFwiSW1wb3J0SWRcIjpcIjU1NlwiLFwiSXNJbXBvcnRlZFwiOmZhbHNlLFwiQ2hpbGRyZW5cIjpbXX0se1wiJGlkXCI6XCI0MzlcIixcIkltcG9ydElkXCI6XCI1NTdcIixcIklzSW1wb3J0ZWRcIjpmYWxzZSxcIkNoaWxkcmVuXCI6W119LHtcIiRpZFwiOlwiNDQwXCIsXCJJbXBvcnRJZFwiOlwiNTU4XCIsXCJJc0ltcG9ydGVkXCI6ZmFsc2UsXCJDaGlsZHJlblwiOltdfV19LHtcIiRpZFwiOlwiNDQxXCIsXCJJbXBvcnRJZFwiOlwiNTU5XCIsXCJJc0ltcG9ydGVkXCI6ZmFsc2UsXCJDaGlsZHJlblwiOltdfV19LHtcIiRpZFwiOlwiNDQyXCIsXCJJbXBvcnRJZFwiOlwiNTYwXCIsXCJJc0ltcG9ydGVkXCI6ZmFsc2UsXCJDaGlsZHJlblwiOltdfSx7XCIkaWRcIjpcIjQ0M1wiLFwiSW1wb3J0SWRcIjpcIjU2MVwiLFwiSXNJbXBvcnRlZFwiOmZhbHNlLFwiQ2hpbGRyZW5cIjpbXX0se1wiJGlkXCI6XCI0NDRcIixcIkltcG9ydElkXCI6XCI1NjJcIixcIklzSW1wb3J0ZWRcIjpmYWxzZSxcIkNoaWxkcmVuXCI6W3tcIiRpZFwiOlwiNDQ1XCIsXCJJbXBvcnRJZFwiOlwiNTYzXCIsXCJJc0ltcG9ydGVkXCI6ZmFsc2UsXCJDaGlsZHJlblwiOltdfV19LHtcIiRpZFwiOlwiNDQ2XCIsXCJJbXBvcnRJZFwiOlwiNTY0XCIsXCJJc0ltcG9ydGVkXCI6ZmFsc2UsXCJDaGlsZHJlblwiOltdfSx7XCIkaWRcIjpcIjQ0N1wiLFwiSW1wb3J0SWRcIjpcIjU2NVwiLFwiSXNJbXBvcnRlZFwiOmZhbHNlLFwiQ2hpbGRyZW5cIjpbe1wiJGlkXCI6XCI0NDhcIixcIkltcG9ydElkXCI6XCI1NjZcIixcIklzSW1wb3J0ZWRcIjpmYWxzZSxcIkNoaWxkcmVuXCI6W3tcIiRpZFwiOlwiNDQ5XCIsXCJJbXBvcnRJZFwiOlwiNTY3XCIsXCJJc0ltcG9ydGVkXCI6ZmFsc2UsXCJDaGlsZHJlblwiOltdfSx7XCIkaWRcIjpcIjQ1MFwiLFwiSW1wb3J0SWRcIjpcIjU2OFwiLFwiSXNJbXBvcnRlZFwiOmZhbHNlLFwiQ2hpbGRyZW5cIjpbXX0se1wiJGlkXCI6XCI0NTFcIixcIkltcG9ydElkXCI6XCI1NjlcIixcIklzSW1wb3J0ZWRcIjpmYWxzZSxcIkNoaWxkcmVuXCI6W119LHtcIiRpZFwiOlwiNDUyXCIsXCJJbXBvcnRJZFwiOlwiNTcwXCIsXCJJc0ltcG9ydGVkXCI6ZmFsc2UsXCJDaGlsZHJlblwiOltdfV19LHtcIiRpZFwiOlwiNDUzXCIsXCJJbXBvcnRJZFwiOlwiNTcxXCIsXCJJc0ltcG9ydGVkXCI6ZmFsc2UsXCJDaGlsZHJlblwiOlt7XCIkaWRcIjpcIjQ1NFwiLFwiSW1wb3J0SWRcIjpcIjU3MlwiLFwiSXNJbXBvcnRlZFwiOmZhbHNlLFwiQ2hpbGRyZW5cIjpbXX0se1wiJGlkXCI6XCI0NTVcIixcIkltcG9ydElkXCI6XCI1NzNcIixcIklzSW1wb3J0ZWRcIjpmYWxzZSxcIkNoaWxkcmVuXCI6W119LHtcIiRpZFwiOlwiNDU2XCIsXCJJbXBvcnRJZFwiOlwiNTc0XCIsXCJJc0ltcG9ydGVkXCI6ZmFsc2UsXCJDaGlsZHJlblwiOltdfSx7XCIkaWRcIjpcIjQ1N1wiLFwiSW1wb3J0SWRcIjpcIjU3NVwiLFwiSXNJbXBvcnRlZFwiOmZhbHNlLFwiQ2hpbGRyZW5cIjpbXX1dfSx7XCIkaWRcIjpcIjQ1OFwiLFwiSW1wb3J0SWRcIjpcIjU3NlwiLFwiSXNJbXBvcnRlZFwiOmZhbHNlLFwiQ2hpbGRyZW5cIjpbXX1dfSx7XCIkaWRcIjpcIjQ1OVwiLFwiSW1wb3J0SWRcIjpcIjU3N1wiLFwiSXNJbXBvcnRlZFwiOmZhbHNlLFwiQ2hpbGRyZW5cIjpbXX0se1wiJGlkXCI6XCI0NjBcIixcIkltcG9ydElkXCI6XCI1NzhcIixcIklzSW1wb3J0ZWRcIjpmYWxzZSxcIkNoaWxkcmVuXCI6W119LHtcIiRpZFwiOlwiNDYxXCIsXCJJbXBvcnRJZFwiOlwiNTc5XCIsXCJJc0ltcG9ydGVkXCI6ZmFsc2UsXCJDaGlsZHJlblwiOlt7XCIkaWRcIjpcIjQ2MlwiLFwiSW1wb3J0SWRcIjpcIjU4MFwiLFwiSXNJbXBvcnRlZFwiOmZhbHNlLFwiQ2hpbGRyZW5cIjpbXX1dfSx7XCIkaWRcIjpcIjQ2M1wiLFwiSW1wb3J0SWRcIjpcIjU4MVwiLFwiSXNJbXBvcnRlZFwiOmZhbHNlLFwiQ2hpbGRyZW5cIjpbXX0se1wiJGlkXCI6XCI0NjRcIixcIkltcG9ydElkXCI6XCI1ODJcIixcIklzSW1wb3J0ZWRcIjpmYWxzZSxcIkNoaWxkcmVuXCI6W3tcIiRpZFwiOlwiNDY1XCIsXCJJbXBvcnRJZFwiOlwiNTgzXCIsXCJJc0ltcG9ydGVkXCI6ZmFsc2UsXCJDaGlsZHJlblwiOlt7XCIkaWRcIjpcIjQ2NlwiLFwiSW1wb3J0SWRcIjpcIjU4NFwiLFwiSXNJbXBvcnRlZFwiOmZhbHNlLFwiQ2hpbGRyZW5cIjpbXX0se1wiJGlkXCI6XCI0NjdcIixcIkltcG9ydElkXCI6XCI1ODVcIixcIklzSW1wb3J0ZWRcIjpmYWxzZSxcIkNoaWxkcmVuXCI6W119LHtcIiRpZFwiOlwiNDY4XCIsXCJJbXBvcnRJZFwiOlwiNTg2XCIsXCJJc0ltcG9ydGVkXCI6ZmFsc2UsXCJDaGlsZHJlblwiOltdfSx7XCIkaWRcIjpcIjQ2OVwiLFwiSW1wb3J0SWRcIjpcIjU4N1wiLFwiSXNJbXBvcnRlZFwiOmZhbHNlLFwiQ2hpbGRyZW5cIjpbXX1dfSx7XCIkaWRcIjpcIjQ3MFwiLFwiSW1wb3J0SWRcIjpcIjU4OFwiLFwiSXNJbXBvcnRlZFwiOmZhbHNlLFwiQ2hpbGRyZW5cIjpbXX1dfSx7XCIkaWRcIjpcIjQ3MVwiLFwiSW1wb3J0SWRcIjpcIjU4OVwiLFwiSXNJbXBvcnRlZFwiOmZhbHNlLFwiQ2hpbGRyZW5cIjpbXX0se1wiJGlkXCI6XCI0NzJcIixcIkltcG9ydElkXCI6XCI1OTBcIixcIklzSW1wb3J0ZWRcIjpmYWxzZSxcIkNoaWxkcmVuXCI6W119LHtcIiRpZFwiOlwiNDczXCIsXCJJbXBvcnRJZFwiOlwiNTkxXCIsXCJJc0ltcG9ydGVkXCI6ZmFsc2UsXCJDaGlsZHJlblwiOlt7XCIkaWRcIjpcIjQ3NFwiLFwiSW1wb3J0SWRcIjpcIjU5MlwiLFwiSXNJbXBvcnRlZFwiOmZhbHNlLFwiQ2hpbGRyZW5cIjpbXX1dfSx7XCIkaWRcIjpcIjQ3NVwiLFwiSW1wb3J0SWRcIjpcIjU5M1wiLFwiSXNJbXBvcnRlZFwiOmZhbHNlLFwiQ2hpbGRyZW5cIjpbXX0se1wiJGlkXCI6XCI0NzZcIixcIkltcG9ydElkXCI6XCI1OTRcIixcIklzSW1wb3J0ZWRcIjpmYWxzZSxcIkNoaWxkcmVuXCI6W3tcIiRpZFwiOlwiNDc3XCIsXCJJbXBvcnRJZFwiOlwiNTk1XCIsXCJJc0ltcG9ydGVkXCI6ZmFsc2UsXCJDaGlsZHJlblwiOlt7XCIkaWRcIjpcIjQ3OFwiLFwiSW1wb3J0SWRcIjpcIjU5NlwiLFwiSXNJbXBvcnRlZFwiOmZhbHNlLFwiQ2hpbGRyZW5cIjpbXX0se1wiJGlkXCI6XCI0NzlcIixcIkltcG9ydElkXCI6XCI1OTdcIixcIklzSW1wb3J0ZWRcIjpmYWxzZSxcIkNoaWxkcmVuXCI6W119LHtcIiRpZFwiOlwiNDgwXCIsXCJJbXBvcnRJZFwiOlwiNTk4XCIsXCJJc0ltcG9ydGVkXCI6ZmFsc2UsXCJDaGlsZHJlblwiOltdfSx7XCIkaWRcIjpcIjQ4MVwiLFwiSW1wb3J0SWRcIjpcIjU5OVwiLFwiSXNJbXBvcnRlZFwiOmZhbHNlLFwiQ2hpbGRyZW5cIjpbXX1dfSx7XCIkaWRcIjpcIjQ4MlwiLFwiSW1wb3J0SWRcIjpcIjYwMFwiLFwiSXNJbXBvcnRlZFwiOmZhbHNlLFwiQ2hpbGRyZW5cIjpbe1wiJGlkXCI6XCI0ODNcIixcIkltcG9ydElkXCI6XCI2MDFcIixcIklzSW1wb3J0ZWRcIjpmYWxzZSxcIkNoaWxkcmVuXCI6W119LHtcIiRpZFwiOlwiNDg0XCIsXCJJbXBvcnRJZFwiOlwiNjAyXCIsXCJJc0ltcG9ydGVkXCI6ZmFsc2UsXCJDaGlsZHJlblwiOltdfSx7XCIkaWRcIjpcIjQ4NVwiLFwiSW1wb3J0SWRcIjpcIjYwM1wiLFwiSXNJbXBvcnRlZFwiOmZhbHNlLFwiQ2hpbGRyZW5cIjpbXX0se1wiJGlkXCI6XCI0ODZcIixcIkltcG9ydElkXCI6XCI2MDRcIixcIklzSW1wb3J0ZWRcIjpmYWxzZSxcIkNoaWxkcmVuXCI6W119XX0se1wiJGlkXCI6XCI0ODdcIixcIkltcG9ydElkXCI6XCI2MDVcIixcIklzSW1wb3J0ZWRcIjpmYWxzZSxcIkNoaWxkcmVuXCI6W3tcIiRpZFwiOlwiNDg4XCIsXCJJbXBvcnRJZFwiOlwiNjA2XCIsXCJJc0ltcG9ydGVkXCI6ZmFsc2UsXCJDaGlsZHJlblwiOltdfSx7XCIkaWRcIjpcIjQ4OVwiLFwiSW1wb3J0SWRcIjpcIjYwN1wiLFwiSXNJbXBvcnRlZFwiOmZhbHNlLFwiQ2hpbGRyZW5cIjpbXX0se1wiJGlkXCI6XCI0OTBcIixcIkltcG9ydElkXCI6XCI2MDhcIixcIklzSW1wb3J0ZWRcIjpmYWxzZSxcIkNoaWxkcmVuXCI6W119LHtcIiRpZFwiOlwiNDkxXCIsXCJJbXBvcnRJZFwiOlwiNjA5XCIsXCJJc0ltcG9ydGVkXCI6ZmFsc2UsXCJDaGlsZHJlblwiOltdfV19LHtcIiRpZFwiOlwiNDkyXCIsXCJJbXBvcnRJZFwiOlwiNjEwXCIsXCJJc0ltcG9ydGVkXCI6ZmFsc2UsXCJDaGlsZHJlblwiOltdfV19LHtcIiRpZFwiOlwiNDkzXCIsXCJJbXBvcnRJZFwiOlwiNjExXCIsXCJJc0ltcG9ydGVkXCI6ZmFsc2UsXCJDaGlsZHJlblwiOltdfSx7XCIkaWRcIjpcIjQ5NFwiLFwiSW1wb3J0SWRcIjpcIjYxMlwiLFwiSXNJbXBvcnRlZFwiOmZhbHNlLFwiQ2hpbGRyZW5cIjpbXX0se1wiJGlkXCI6XCI0OTVcIixcIkltcG9ydElkXCI6XCI2MTNcIixcIklzSW1wb3J0ZWRcIjpmYWxzZSxcIkNoaWxkcmVuXCI6W3tcIiRpZFwiOlwiNDk2XCIsXCJJbXBvcnRJZFwiOlwiNjE0XCIsXCJJc0ltcG9ydGVkXCI6ZmFsc2UsXCJDaGlsZHJlblwiOltdfSx7XCIkaWRcIjpcIjQ5N1wiLFwiSW1wb3J0SWRcIjpcIjYzMFwiLFwiSXNJbXBvcnRlZFwiOmZhbHNlLFwiQ2hpbGRyZW5cIjpbXX0se1wiJGlkXCI6XCI0OThcIixcIkltcG9ydElkXCI6XCI2NDVcIixcIklzSW1wb3J0ZWRcIjpmYWxzZSxcIkNoaWxkcmVuXCI6W119LHtcIiRpZFwiOlwiNDk5XCIsXCJJbXBvcnRJZFwiOlwiNjQ2XCIsXCJJc0ltcG9ydGVkXCI6ZmFsc2UsXCJDaGlsZHJlblwiOltdfSx7XCIkaWRcIjpcIjUwMFwiLFwiSW1wb3J0SWRcIjpcIjY0N1wiLFwiSXNJbXBvcnRlZFwiOmZhbHNlLFwiQ2hpbGRyZW5cIjpbXX0se1wiJGlkXCI6XCI1MDFcIixcIkltcG9ydElkXCI6XCI2NDhcIixcIklzSW1wb3J0ZWRcIjpmYWxzZSxcIkNoaWxkcmVuXCI6W119LHtcIiRpZFwiOlwiNTAyXCIsXCJJbXBvcnRJZFwiOlwiNjQ5XCIsXCJJc0ltcG9ydGVkXCI6ZmFsc2UsXCJDaGlsZHJlblwiOltdfSx7XCIkaWRcIjpcIjUwM1wiLFwiSW1wb3J0SWRcIjpcIjY1MFwiLFwiSXNJbXBvcnRlZFwiOmZhbHNlLFwiQ2hpbGRyZW5cIjpbXX0se1wiJGlkXCI6XCI1MDRcIixcIkltcG9ydElkXCI6XCI2NThcIixcIklzSW1wb3J0ZWRcIjpmYWxzZSxcIkNoaWxkcmVuXCI6W119LHtcIiRpZFwiOlwiNTA1XCIsXCJJbXBvcnRJZFwiOlwiNjMxXCIsXCJJc0ltcG9ydGVkXCI6ZmFsc2UsXCJDaGlsZHJlblwiOltdfSx7XCIkaWRcIjpcIjUwNlwiLFwiSW1wb3J0SWRcIjpcIjYzMlwiLFwiSXNJbXBvcnRlZFwiOmZhbHNlLFwiQ2hpbGRyZW5cIjpbXX1dfV19LHtcIiRpZFwiOlwiNTA3XCIsXCJJbXBvcnRJZFwiOlwiNjIyXCIsXCJJc0ltcG9ydGVkXCI6ZmFsc2UsXCJDaGlsZHJlblwiOlt7XCIkaWRcIjpcIjUwOFwiLFwiSW1wb3J0SWRcIjpcIjYyM1wiLFwiSXNJbXBvcnRlZFwiOmZhbHNlLFwiQ2hpbGRyZW5cIjpbXX0se1wiJGlkXCI6XCI1MDlcIixcIkltcG9ydElkXCI6XCIxMDEzXCIsXCJJc0ltcG9ydGVkXCI6ZmFsc2UsXCJDaGlsZHJlblwiOlt7XCIkaWRcIjpcIjUxMFwiLFwiSW1wb3J0SWRcIjpcIjEwMTRcIixcIklzSW1wb3J0ZWRcIjpmYWxzZSxcIkNoaWxkcmVuXCI6W119LHtcIiRpZFwiOlwiNTExXCIsXCJJbXBvcnRJZFwiOlwiMTAxNVwiLFwiSXNJbXBvcnRlZFwiOmZhbHNlLFwiQ2hpbGRyZW5cIjpbXX0se1wiJGlkXCI6XCI1MTJcIixcIkltcG9ydElkXCI6XCIxMDE2XCIsXCJJc0ltcG9ydGVkXCI6ZmFsc2UsXCJDaGlsZHJlblwiOltdfSx7XCIkaWRcIjpcIjUxM1wiLFwiSW1wb3J0SWRcIjpcIjEwMTdcIixcIklzSW1wb3J0ZWRcIjpmYWxzZSxcIkNoaWxkcmVuXCI6W119LHtcIiRpZFwiOlwiNTE0XCIsXCJJbXBvcnRJZFwiOlwiMTAxOFwiLFwiSXNJbXBvcnRlZFwiOmZhbHNlLFwiQ2hpbGRyZW5cIjpbXX0se1wiJGlkXCI6XCI1MTVcIixcIkltcG9ydElkXCI6XCIxMDE5XCIsXCJJc0ltcG9ydGVkXCI6ZmFsc2UsXCJDaGlsZHJlblwiOltdfSx7XCIkaWRcIjpcIjUxNlwiLFwiSW1wb3J0SWRcIjpcIjEwMjBcIixcIklzSW1wb3J0ZWRcIjpmYWxzZSxcIkNoaWxkcmVuXCI6W119LHtcIiRpZFwiOlwiNTE3XCIsXCJJbXBvcnRJZFwiOlwiMTAyMVwiLFwiSXNJbXBvcnRlZFwiOmZhbHNlLFwiQ2hpbGRyZW5cIjpbXX0se1wiJGlkXCI6XCI1MThcIixcIkltcG9ydElkXCI6XCIxMDIyXCIsXCJJc0ltcG9ydGVkXCI6ZmFsc2UsXCJDaGlsZHJlblwiOltdfSx7XCIkaWRcIjpcIjUxOVwiLFwiSW1wb3J0SWRcIjpcIjEwMjNcIixcIklzSW1wb3J0ZWRcIjpmYWxzZSxcIkNoaWxkcmVuXCI6W119LHtcIiRpZFwiOlwiNTIwXCIsXCJJbXBvcnRJZFwiOlwiMTAyNFwiLFwiSXNJbXBvcnRlZFwiOmZhbHNlLFwiQ2hpbGRyZW5cIjpbXX0se1wiJGlkXCI6XCI1MjFcIixcIkltcG9ydElkXCI6XCIxMDI1XCIsXCJJc0ltcG9ydGVkXCI6ZmFsc2UsXCJDaGlsZHJlblwiOltdfSx7XCIkaWRcIjpcIjUyMlwiLFwiSW1wb3J0SWRcIjpcIjEwMjZcIixcIklzSW1wb3J0ZWRcIjpmYWxzZSxcIkNoaWxkcmVuXCI6W119XX0se1wiJGlkXCI6XCI1MjNcIixcIkltcG9ydElkXCI6XCIxMDI3XCIsXCJJc0ltcG9ydGVkXCI6ZmFsc2UsXCJDaGlsZHJlblwiOlt7XCIkaWRcIjpcIjUyNFwiLFwiSW1wb3J0SWRcIjpcIjEwMjhcIixcIklzSW1wb3J0ZWRcIjpmYWxzZSxcIkNoaWxkcmVuXCI6W119XX1dfSx7XCIkaWRcIjpcIjUyNVwiLFwiSW1wb3J0SWRcIjpcIjYyNFwiLFwiSXNJbXBvcnRlZFwiOmZhbHNlLFwiQ2hpbGRyZW5cIjpbe1wiJGlkXCI6XCI1MjZcIixcIkltcG9ydElkXCI6XCI2MjVcIixcIklzSW1wb3J0ZWRcIjpmYWxzZSxcIkNoaWxkcmVuXCI6W119XX0se1wiJGlkXCI6XCI1MjdcIixcIkltcG9ydElkXCI6XCI2MjdcIixcIklzSW1wb3J0ZWRcIjpmYWxzZSxcIkNoaWxkcmVuXCI6W3tcIiRpZFwiOlwiNTI4XCIsXCJJbXBvcnRJZFwiOlwiNjI4XCIsXCJJc0ltcG9ydGVkXCI6ZmFsc2UsXCJDaGlsZHJlblwiOltdfSx7XCIkaWRcIjpcIjUyOVwiLFwiSW1wb3J0SWRcIjpcIjYyNlwiLFwiSXNJbXBvcnRlZFwiOmZhbHNlLFwiQ2hpbGRyZW5cIjpbXX0se1wiJGlkXCI6XCI1MzBcIixcIkltcG9ydElkXCI6XCI2MzZcIixcIklzSW1wb3J0ZWRcIjpmYWxzZSxcIkNoaWxkcmVuXCI6W3tcIiRpZFwiOlwiNTMxXCIsXCJJbXBvcnRJZFwiOlwiNjM3XCIsXCJJc0ltcG9ydGVkXCI6ZmFsc2UsXCJDaGlsZHJlblwiOltdfSx7XCIkaWRcIjpcIjUzMlwiLFwiSW1wb3J0SWRcIjpcIjcxOVwiLFwiSXNJbXBvcnRlZFwiOmZhbHNlLFwiQ2hpbGRyZW5cIjpbe1wiJGlkXCI6XCI1MzNcIixcIkltcG9ydElkXCI6XCI2NDBcIixcIklzSW1wb3J0ZWRcIjpmYWxzZSxcIkNoaWxkcmVuXCI6W119LHtcIiRpZFwiOlwiNTM0XCIsXCJJbXBvcnRJZFwiOlwiNjY3XCIsXCJJc0ltcG9ydGVkXCI6ZmFsc2UsXCJDaGlsZHJlblwiOltdfSx7XCIkaWRcIjpcIjUzNVwiLFwiSW1wb3J0SWRcIjpcIjY2OFwiLFwiSXNJbXBvcnRlZFwiOmZhbHNlLFwiQ2hpbGRyZW5cIjpbXX0se1wiJGlkXCI6XCI1MzZcIixcIkltcG9ydElkXCI6XCI2NjlcIixcIklzSW1wb3J0ZWRcIjpmYWxzZSxcIkNoaWxkcmVuXCI6W119LHtcIiRpZFwiOlwiNTM3XCIsXCJJbXBvcnRJZFwiOlwiNjcwXCIsXCJJc0ltcG9ydGVkXCI6ZmFsc2UsXCJDaGlsZHJlblwiOltdfSx7XCIkaWRcIjpcIjUzOFwiLFwiSW1wb3J0SWRcIjpcIjY3MVwiLFwiSXNJbXBvcnRlZFwiOmZhbHNlLFwiQ2hpbGRyZW5cIjpbXX0se1wiJGlkXCI6XCI1MzlcIixcIkltcG9ydElkXCI6XCI2NzJcIixcIklzSW1wb3J0ZWRcIjpmYWxzZSxcIkNoaWxkcmVuXCI6W119LHtcIiRpZFwiOlwiNTQwXCIsXCJJbXBvcnRJZFwiOlwiNjczXCIsXCJJc0ltcG9ydGVkXCI6ZmFsc2UsXCJDaGlsZHJlblwiOltdfSx7XCIkaWRcIjpcIjU0MVwiLFwiSW1wb3J0SWRcIjpcIjY3NFwiLFwiSXNJbXBvcnRlZFwiOmZhbHNlLFwiQ2hpbGRyZW5cIjpbXX0se1wiJGlkXCI6XCI1NDJcIixcIkltcG9ydElkXCI6XCI2NzVcIixcIklzSW1wb3J0ZWRcIjpmYWxzZSxcIkNoaWxkcmVuXCI6W119LHtcIiRpZFwiOlwiNTQzXCIsXCJJbXBvcnRJZFwiOlwiNjc2XCIsXCJJc0ltcG9ydGVkXCI6ZmFsc2UsXCJDaGlsZHJlblwiOltdfSx7XCIkaWRcIjpcIjU0NFwiLFwiSW1wb3J0SWRcIjpcIjY3N1wiLFwiSXNJbXBvcnRlZFwiOmZhbHNlLFwiQ2hpbGRyZW5cIjpbXX0se1wiJGlkXCI6XCI1NDVcIixcIkltcG9ydElkXCI6XCI2NzhcIixcIklzSW1wb3J0ZWRcIjpmYWxzZSxcIkNoaWxkcmVuXCI6W119LHtcIiRpZFwiOlwiNTQ2XCIsXCJJbXBvcnRJZFwiOlwiNjc5XCIsXCJJc0ltcG9ydGVkXCI6ZmFsc2UsXCJDaGlsZHJlblwiOltdfSx7XCIkaWRcIjpcIjU0N1wiLFwiSW1wb3J0SWRcIjpcIjY4MFwiLFwiSXNJbXBvcnRlZFwiOmZhbHNlLFwiQ2hpbGRyZW5cIjpbXX0se1wiJGlkXCI6XCI1NDhcIixcIkltcG9ydElkXCI6XCI2ODFcIixcIklzSW1wb3J0ZWRcIjpmYWxzZSxcIkNoaWxkcmVuXCI6W119LHtcIiRpZFwiOlwiNTQ5XCIsXCJJbXBvcnRJZFwiOlwiNjgyXCIsXCJJc0ltcG9ydGVkXCI6ZmFsc2UsXCJDaGlsZHJlblwiOltdfSx7XCIkaWRcIjpcIjU1MFwiLFwiSW1wb3J0SWRcIjpcIjY4M1wiLFwiSXNJbXBvcnRlZFwiOmZhbHNlLFwiQ2hpbGRyZW5cIjpbXX0se1wiJGlkXCI6XCI1NTFcIixcIkltcG9ydElkXCI6XCI2ODRcIixcIklzSW1wb3J0ZWRcIjpmYWxzZSxcIkNoaWxkcmVuXCI6W119LHtcIiRpZFwiOlwiNTUyXCIsXCJJbXBvcnRJZFwiOlwiNjg1XCIsXCJJc0ltcG9ydGVkXCI6ZmFsc2UsXCJDaGlsZHJlblwiOltdfSx7XCIkaWRcIjpcIjU1M1wiLFwiSW1wb3J0SWRcIjpcIjY4NlwiLFwiSXNJbXBvcnRlZFwiOmZhbHNlLFwiQ2hpbGRyZW5cIjpbXX0se1wiJGlkXCI6XCI1NTRcIixcIkltcG9ydElkXCI6XCI2ODdcIixcIklzSW1wb3J0ZWRcIjpmYWxzZSxcIkNoaWxkcmVuXCI6W119LHtcIiRpZFwiOlwiNTU1XCIsXCJJbXBvcnRJZFwiOlwiNjg4XCIsXCJJc0ltcG9ydGVkXCI6ZmFsc2UsXCJDaGlsZHJlblwiOltdfSx7XCIkaWRcIjpcIjU1NlwiLFwiSW1wb3J0SWRcIjpcIjY4OVwiLFwiSXNJbXBvcnRlZFwiOmZhbHNlLFwiQ2hpbGRyZW5cIjpbXX0se1wiJGlkXCI6XCI1NTdcIixcIkltcG9ydElkXCI6XCI2OTBcIixcIklzSW1wb3J0ZWRcIjpmYWxzZSxcIkNoaWxkcmVuXCI6W119LHtcIiRpZFwiOlwiNTU4XCIsXCJJbXBvcnRJZFwiOlwiNjkxXCIsXCJJc0ltcG9ydGVkXCI6ZmFsc2UsXCJDaGlsZHJlblwiOltdfSx7XCIkaWRcIjpcIjU1OVwiLFwiSW1wb3J0SWRcIjpcIjY5MlwiLFwiSXNJbXBvcnRlZFwiOmZhbHNlLFwiQ2hpbGRyZW5cIjpbXX0se1wiJGlkXCI6XCI1NjBcIixcIkltcG9ydElkXCI6XCI2OTNcIixcIklzSW1wb3J0ZWRcIjpmYWxzZSxcIkNoaWxkcmVuXCI6W119LHtcIiRpZFwiOlwiNTYxXCIsXCJJbXBvcnRJZFwiOlwiNjk0XCIsXCJJc0ltcG9ydGVkXCI6ZmFsc2UsXCJDaGlsZHJlblwiOltdfSx7XCIkaWRcIjpcIjU2MlwiLFwiSW1wb3J0SWRcIjpcIjY5NVwiLFwiSXNJbXBvcnRlZFwiOmZhbHNlLFwiQ2hpbGRyZW5cIjpbXX0se1wiJGlkXCI6XCI1NjNcIixcIkltcG9ydElkXCI6XCI2OTZcIixcIklzSW1wb3J0ZWRcIjpmYWxzZSxcIkNoaWxkcmVuXCI6W119XX0se1wiJGlkXCI6XCI1NjRcIixcIkltcG9ydElkXCI6XCI2NDFcIixcIklzSW1wb3J0ZWRcIjpmYWxzZSxcIkNoaWxkcmVuXCI6W119XX0se1wiJGlkXCI6XCI1NjVcIixcIkltcG9ydElkXCI6XCI3MDZcIixcIklzSW1wb3J0ZWRcIjpmYWxzZSxcIkNoaWxkcmVuXCI6W3tcIiRpZFwiOlwiNTY2XCIsXCJJbXBvcnRJZFwiOlwiNzA3XCIsXCJJc0ltcG9ydGVkXCI6ZmFsc2UsXCJDaGlsZHJlblwiOltdfSx7XCIkaWRcIjpcIjU2N1wiLFwiSW1wb3J0SWRcIjpcIjcwOVwiLFwiSXNJbXBvcnRlZFwiOmZhbHNlLFwiQ2hpbGRyZW5cIjpbXX0se1wiJGlkXCI6XCI1NjhcIixcIkltcG9ydElkXCI6XCI3MTBcIixcIklzSW1wb3J0ZWRcIjpmYWxzZSxcIkNoaWxkcmVuXCI6W119LHtcIiRpZFwiOlwiNTY5XCIsXCJJbXBvcnRJZFwiOlwiNzExXCIsXCJJc0ltcG9ydGVkXCI6ZmFsc2UsXCJDaGlsZHJlblwiOltdfSx7XCIkaWRcIjpcIjU3MFwiLFwiSW1wb3J0SWRcIjpcIjcxMlwiLFwiSXNJbXBvcnRlZFwiOmZhbHNlLFwiQ2hpbGRyZW5cIjpbXX0se1wiJGlkXCI6XCI1NzFcIixcIkltcG9ydElkXCI6XCI3MTNcIixcIklzSW1wb3J0ZWRcIjpmYWxzZSxcIkNoaWxkcmVuXCI6W119LHtcIiRpZFwiOlwiNTcyXCIsXCJJbXBvcnRJZFwiOlwiNzE0XCIsXCJJc0ltcG9ydGVkXCI6ZmFsc2UsXCJDaGlsZHJlblwiOltdfSx7XCIkaWRcIjpcIjU3M1wiLFwiSW1wb3J0SWRcIjpcIjcxNVwiLFwiSXNJbXBvcnRlZFwiOmZhbHNlLFwiQ2hpbGRyZW5cIjpbXX0se1wiJGlkXCI6XCI1NzRcIixcIkltcG9ydElkXCI6XCI3MTZcIixcIklzSW1wb3J0ZWRcIjpmYWxzZSxcIkNoaWxkcmVuXCI6W119LHtcIiRpZFwiOlwiNTc1XCIsXCJJbXBvcnRJZFwiOlwiNzE3XCIsXCJJc0ltcG9ydGVkXCI6ZmFsc2UsXCJDaGlsZHJlblwiOltdfSx7XCIkaWRcIjpcIjU3NlwiLFwiSW1wb3J0SWRcIjpcIjcxOFwiLFwiSXNJbXBvcnRlZFwiOmZhbHNlLFwiQ2hpbGRyZW5cIjpbXX1dfSx7XCIkaWRcIjpcIjU3N1wiLFwiSW1wb3J0SWRcIjpcIjc4MlwiLFwiSXNJbXBvcnRlZFwiOmZhbHNlLFwiQ2hpbGRyZW5cIjpbe1wiJGlkXCI6XCI1NzhcIixcIkltcG9ydElkXCI6XCI3OTVcIixcIklzSW1wb3J0ZWRcIjpmYWxzZSxcIkNoaWxkcmVuXCI6W119LHtcIiRpZFwiOlwiNTc5XCIsXCJJbXBvcnRJZFwiOlwiNzk2XCIsXCJJc0ltcG9ydGVkXCI6ZmFsc2UsXCJDaGlsZHJlblwiOltdfSx7XCIkaWRcIjpcIjU4MFwiLFwiSW1wb3J0SWRcIjpcIjc5NFwiLFwiSXNJbXBvcnRlZFwiOmZhbHNlLFwiQ2hpbGRyZW5cIjpbXX0se1wiJGlkXCI6XCI1ODFcIixcIkltcG9ydElkXCI6XCI3OTNcIixcIklzSW1wb3J0ZWRcIjpmYWxzZSxcIkNoaWxkcmVuXCI6W119LHtcIiRpZFwiOlwiNTgyXCIsXCJJbXBvcnRJZFwiOlwiNzkyXCIsXCJJc0ltcG9ydGVkXCI6ZmFsc2UsXCJDaGlsZHJlblwiOlt7XCIkaWRcIjpcIjU4M1wiLFwiSW1wb3J0SWRcIjpcIjc5MVwiLFwiSXNJbXBvcnRlZFwiOmZhbHNlLFwiQ2hpbGRyZW5cIjpbXX0se1wiJGlkXCI6XCI1ODRcIixcIkltcG9ydElkXCI6XCI3OTBcIixcIklzSW1wb3J0ZWRcIjpmYWxzZSxcIkNoaWxkcmVuXCI6W119LHtcIiRpZFwiOlwiNTg1XCIsXCJJbXBvcnRJZFwiOlwiNzg5XCIsXCJJc0ltcG9ydGVkXCI6ZmFsc2UsXCJDaGlsZHJlblwiOltdfSx7XCIkaWRcIjpcIjU4NlwiLFwiSW1wb3J0SWRcIjpcIjc4OFwiLFwiSXNJbXBvcnRlZFwiOmZhbHNlLFwiQ2hpbGRyZW5cIjpbXX0se1wiJGlkXCI6XCI1ODdcIixcIkltcG9ydElkXCI6XCI3ODdcIixcIklzSW1wb3J0ZWRcIjpmYWxzZSxcIkNoaWxkcmVuXCI6W119XX0se1wiJGlkXCI6XCI1ODhcIixcIkltcG9ydElkXCI6XCI3ODVcIixcIklzSW1wb3J0ZWRcIjpmYWxzZSxcIkNoaWxkcmVuXCI6W3tcIiRpZFwiOlwiNTg5XCIsXCJJbXBvcnRJZFwiOlwiMTAxMlwiLFwiSXNJbXBvcnRlZFwiOmZhbHNlLFwiQ2hpbGRyZW5cIjpbXX0se1wiJGlkXCI6XCI1OTBcIixcIkltcG9ydElkXCI6XCI3ODRcIixcIklzSW1wb3J0ZWRcIjpmYWxzZSxcIkNoaWxkcmVuXCI6W119LHtcIiRpZFwiOlwiNTkxXCIsXCJJbXBvcnRJZFwiOlwiNzgxXCIsXCJJc0ltcG9ydGVkXCI6ZmFsc2UsXCJDaGlsZHJlblwiOltdfSx7XCIkaWRcIjpcIjU5MlwiLFwiSW1wb3J0SWRcIjpcIjc5OVwiLFwiSXNJbXBvcnRlZFwiOmZhbHNlLFwiQ2hpbGRyZW5cIjpbXX1dfSx7XCIkaWRcIjpcIjU5M1wiLFwiSW1wb3J0SWRcIjpcIjEwMTFcIixcIklzSW1wb3J0ZWRcIjpmYWxzZSxcIkNoaWxkcmVuXCI6W119LHtcIiRpZFwiOlwiNTk0XCIsXCJJbXBvcnRJZFwiOlwiNzk4XCIsXCJJc0ltcG9ydGVkXCI6ZmFsc2UsXCJDaGlsZHJlblwiOltdfV19XX1dfSx7XCIkaWRcIjpcIjU5NVwiLFwiSW1wb3J0SWRcIjpcIjczOVwiLFwiSXNJbXBvcnRlZFwiOmZhbHNlLFwiQ2hpbGRyZW5cIjpbe1wiJGlkXCI6XCI1OTZcIixcIkltcG9ydElkXCI6XCI3NDBcIixcIklzSW1wb3J0ZWRcIjpmYWxzZSxcIkNoaWxkcmVuXCI6W3tcIiRpZFwiOlwiNTk3XCIsXCJJbXBvcnRJZFwiOlwiNzQxXCIsXCJJc0ltcG9ydGVkXCI6ZmFsc2UsXCJDaGlsZHJlblwiOltdfSx7XCIkaWRcIjpcIjU5OFwiLFwiSW1wb3J0SWRcIjpcIjc1OFwiLFwiSXNJbXBvcnRlZFwiOmZhbHNlLFwiQ2hpbGRyZW5cIjpbXX0se1wiJGlkXCI6XCI1OTlcIixcIkltcG9ydElkXCI6XCI3NDNcIixcIklzSW1wb3J0ZWRcIjpmYWxzZSxcIkNoaWxkcmVuXCI6W119XX0se1wiJGlkXCI6XCI2MDBcIixcIkltcG9ydElkXCI6XCI3NDVcIixcIklzSW1wb3J0ZWRcIjpmYWxzZSxcIkNoaWxkcmVuXCI6W3tcIiRpZFwiOlwiNjAxXCIsXCJJbXBvcnRJZFwiOlwiNzYzXCIsXCJJc0ltcG9ydGVkXCI6ZmFsc2UsXCJDaGlsZHJlblwiOlt7XCIkaWRcIjpcIjYwMlwiLFwiSW1wb3J0SWRcIjpcIjExOTdcIixcIklzSW1wb3J0ZWRcIjpmYWxzZSxcIkNoaWxkcmVuXCI6W119LHtcIiRpZFwiOlwiNjAzXCIsXCJJbXBvcnRJZFwiOlwiNzQ2XCIsXCJJc0ltcG9ydGVkXCI6ZmFsc2UsXCJDaGlsZHJlblwiOltdfSx7XCIkaWRcIjpcIjYwNFwiLFwiSW1wb3J0SWRcIjpcIjc2MlwiLFwiSXNJbXBvcnRlZFwiOmZhbHNlLFwiQ2hpbGRyZW5cIjpbXX0se1wiJGlkXCI6XCI2MDVcIixcIkltcG9ydElkXCI6XCI3NDdcIixcIklzSW1wb3J0ZWRcIjpmYWxzZSxcIkNoaWxkcmVuXCI6W119XX0se1wiJGlkXCI6XCI2MDZcIixcIkltcG9ydElkXCI6XCIxMjAwXCIsXCJJc0ltcG9ydGVkXCI6ZmFsc2UsXCJDaGlsZHJlblwiOlt7XCIkaWRcIjpcIjYwN1wiLFwiSW1wb3J0SWRcIjpcIjc3OVwiLFwiSXNJbXBvcnRlZFwiOmZhbHNlLFwiQ2hpbGRyZW5cIjpbXX0se1wiJGlkXCI6XCI2MDhcIixcIkltcG9ydElkXCI6XCIxMTk4XCIsXCJJc0ltcG9ydGVkXCI6ZmFsc2UsXCJDaGlsZHJlblwiOltdfSx7XCIkaWRcIjpcIjYwOVwiLFwiSW1wb3J0SWRcIjpcIjExOTlcIixcIklzSW1wb3J0ZWRcIjpmYWxzZSxcIkNoaWxkcmVuXCI6W119LHtcIiRpZFwiOlwiNjEwXCIsXCJJbXBvcnRJZFwiOlwiMTIwMVwiLFwiSXNJbXBvcnRlZFwiOmZhbHNlLFwiQ2hpbGRyZW5cIjpbXX1dfSx7XCIkaWRcIjpcIjYxMVwiLFwiSW1wb3J0SWRcIjpcIjEyMDJcIixcIklzSW1wb3J0ZWRcIjpmYWxzZSxcIkNoaWxkcmVuXCI6W3tcIiRpZFwiOlwiNjEyXCIsXCJJbXBvcnRJZFwiOlwiNzQ4XCIsXCJJc0ltcG9ydGVkXCI6ZmFsc2UsXCJDaGlsZHJlblwiOltdfSx7XCIkaWRcIjpcIjYxM1wiLFwiSW1wb3J0SWRcIjpcIjEyMDNcIixcIklzSW1wb3J0ZWRcIjpmYWxzZSxcIkNoaWxkcmVuXCI6W119XX1dfSx7XCIkaWRcIjpcIjYxNFwiLFwiSW1wb3J0SWRcIjpcIjc0OVwiLFwiSXNJbXBvcnRlZFwiOmZhbHNlLFwiQ2hpbGRyZW5cIjpbe1wiJGlkXCI6XCI2MTVcIixcIkltcG9ydElkXCI6XCI3NTBcIixcIklzSW1wb3J0ZWRcIjpmYWxzZSxcIkNoaWxkcmVuXCI6W119LHtcIiRpZFwiOlwiNjE2XCIsXCJJbXBvcnRJZFwiOlwiNzUxXCIsXCJJc0ltcG9ydGVkXCI6ZmFsc2UsXCJDaGlsZHJlblwiOltdfSx7XCIkaWRcIjpcIjYxN1wiLFwiSW1wb3J0SWRcIjpcIjc1MlwiLFwiSXNJbXBvcnRlZFwiOmZhbHNlLFwiQ2hpbGRyZW5cIjpbXX0se1wiJGlkXCI6XCI2MThcIixcIkltcG9ydElkXCI6XCI3NTRcIixcIklzSW1wb3J0ZWRcIjpmYWxzZSxcIkNoaWxkcmVuXCI6W119LHtcIiRpZFwiOlwiNjE5XCIsXCJJbXBvcnRJZFwiOlwiMTIwNFwiLFwiSXNJbXBvcnRlZFwiOmZhbHNlLFwiQ2hpbGRyZW5cIjpbXX0se1wiJGlkXCI6XCI2MjBcIixcIkltcG9ydElkXCI6XCIxMjA1XCIsXCJJc0ltcG9ydGVkXCI6ZmFsc2UsXCJDaGlsZHJlblwiOltdfSx7XCIkaWRcIjpcIjYyMVwiLFwiSW1wb3J0SWRcIjpcIjc1NVwiLFwiSXNJbXBvcnRlZFwiOmZhbHNlLFwiQ2hpbGRyZW5cIjpbXX0se1wiJGlkXCI6XCI2MjJcIixcIkltcG9ydElkXCI6XCIxMjA2XCIsXCJJc0ltcG9ydGVkXCI6ZmFsc2UsXCJDaGlsZHJlblwiOltdfSx7XCIkaWRcIjpcIjYyM1wiLFwiSW1wb3J0SWRcIjpcIjgwM1wiLFwiSXNJbXBvcnRlZFwiOmZhbHNlLFwiQ2hpbGRyZW5cIjpbXX1dfV19LHtcIiRpZFwiOlwiNjI0XCIsXCJJbXBvcnRJZFwiOlwiODA0XCIsXCJJc0ltcG9ydGVkXCI6ZmFsc2UsXCJDaGlsZHJlblwiOlt7XCIkaWRcIjpcIjYyNVwiLFwiSW1wb3J0SWRcIjpcIjk5MVwiLFwiSXNJbXBvcnRlZFwiOmZhbHNlLFwiQ2hpbGRyZW5cIjpbXX0se1wiJGlkXCI6XCI2MjZcIixcIkltcG9ydElkXCI6XCI5OTJcIixcIklzSW1wb3J0ZWRcIjpmYWxzZSxcIkNoaWxkcmVuXCI6W119LHtcIiRpZFwiOlwiNjI3XCIsXCJJbXBvcnRJZFwiOlwiOTkzXCIsXCJJc0ltcG9ydGVkXCI6ZmFsc2UsXCJDaGlsZHJlblwiOlt7XCIkaWRcIjpcIjYyOFwiLFwiSW1wb3J0SWRcIjpcIjgxN1wiLFwiSXNJbXBvcnRlZFwiOmZhbHNlLFwiQ2hpbGRyZW5cIjpbXX0se1wiJGlkXCI6XCI2MjlcIixcIkltcG9ydElkXCI6XCI4MThcIixcIklzSW1wb3J0ZWRcIjpmYWxzZSxcIkNoaWxkcmVuXCI6W119LHtcIiRpZFwiOlwiNjMwXCIsXCJJbXBvcnRJZFwiOlwiODE5XCIsXCJJc0ltcG9ydGVkXCI6ZmFsc2UsXCJDaGlsZHJlblwiOltdfSx7XCIkaWRcIjpcIjYzMVwiLFwiSW1wb3J0SWRcIjpcIjgyMFwiLFwiSXNJbXBvcnRlZFwiOmZhbHNlLFwiQ2hpbGRyZW5cIjpbXX0se1wiJGlkXCI6XCI2MzJcIixcIkltcG9ydElkXCI6XCI4MjFcIixcIklzSW1wb3J0ZWRcIjpmYWxzZSxcIkNoaWxkcmVuXCI6W119LHtcIiRpZFwiOlwiNjMzXCIsXCJJbXBvcnRJZFwiOlwiODIyXCIsXCJJc0ltcG9ydGVkXCI6ZmFsc2UsXCJDaGlsZHJlblwiOltdfSx7XCIkaWRcIjpcIjYzNFwiLFwiSW1wb3J0SWRcIjpcIjgyM1wiLFwiSXNJbXBvcnRlZFwiOmZhbHNlLFwiQ2hpbGRyZW5cIjpbXX0se1wiJGlkXCI6XCI2MzVcIixcIkltcG9ydElkXCI6XCI4MjRcIixcIklzSW1wb3J0ZWRcIjpmYWxzZSxcIkNoaWxkcmVuXCI6W119LHtcIiRpZFwiOlwiNjM2XCIsXCJJbXBvcnRJZFwiOlwiODI1XCIsXCJJc0ltcG9ydGVkXCI6ZmFsc2UsXCJDaGlsZHJlblwiOltdfSx7XCIkaWRcIjpcIjYzN1wiLFwiSW1wb3J0SWRcIjpcIjgyNlwiLFwiSXNJbXBvcnRlZFwiOmZhbHNlLFwiQ2hpbGRyZW5cIjpbXX0se1wiJGlkXCI6XCI2MzhcIixcIkltcG9ydElkXCI6XCI4MjdcIixcIklzSW1wb3J0ZWRcIjpmYWxzZSxcIkNoaWxkcmVuXCI6W119LHtcIiRpZFwiOlwiNjM5XCIsXCJJbXBvcnRJZFwiOlwiODI4XCIsXCJJc0ltcG9ydGVkXCI6ZmFsc2UsXCJDaGlsZHJlblwiOltdfV19LHtcIiRpZFwiOlwiNjQwXCIsXCJJbXBvcnRJZFwiOlwiOTg0XCIsXCJJc0ltcG9ydGVkXCI6ZmFsc2UsXCJDaGlsZHJlblwiOlt7XCIkaWRcIjpcIjY0MVwiLFwiSW1wb3J0SWRcIjpcIjk4M1wiLFwiSXNJbXBvcnRlZFwiOmZhbHNlLFwiQ2hpbGRyZW5cIjpbXX1dfSx7XCIkaWRcIjpcIjY0MlwiLFwiSW1wb3J0SWRcIjpcIjk4MFwiLFwiSXNJbXBvcnRlZFwiOmZhbHNlLFwiQ2hpbGRyZW5cIjpbe1wiJGlkXCI6XCI2NDNcIixcIkltcG9ydElkXCI6XCI5NzlcIixcIklzSW1wb3J0ZWRcIjpmYWxzZSxcIkNoaWxkcmVuXCI6W119XX0se1wiJGlkXCI6XCI2NDRcIixcIkltcG9ydElkXCI6XCI5ODFcIixcIklzSW1wb3J0ZWRcIjpmYWxzZSxcIkNoaWxkcmVuXCI6W3tcIiRpZFwiOlwiNjQ1XCIsXCJJbXBvcnRJZFwiOlwiOTgyXCIsXCJJc0ltcG9ydGVkXCI6ZmFsc2UsXCJDaGlsZHJlblwiOltdfV19LHtcIiRpZFwiOlwiNjQ2XCIsXCJJbXBvcnRJZFwiOlwiOTg1XCIsXCJJc0ltcG9ydGVkXCI6ZmFsc2UsXCJDaGlsZHJlblwiOlt7XCIkaWRcIjpcIjY0N1wiLFwiSW1wb3J0SWRcIjpcIjk4NlwiLFwiSXNJbXBvcnRlZFwiOmZhbHNlLFwiQ2hpbGRyZW5cIjpbXX0se1wiJGlkXCI6XCI2NDhcIixcIkltcG9ydElkXCI6XCI5ODlcIixcIklzSW1wb3J0ZWRcIjpmYWxzZSxcIkNoaWxkcmVuXCI6W119LHtcIiRpZFwiOlwiNjQ5XCIsXCJJbXBvcnRJZFwiOlwiOTg3XCIsXCJJc0ltcG9ydGVkXCI6ZmFsc2UsXCJDaGlsZHJlblwiOltdfV19LHtcIiRpZFwiOlwiNjUwXCIsXCJJbXBvcnRJZFwiOlwiOTg4XCIsXCJJc0ltcG9ydGVkXCI6ZmFsc2UsXCJDaGlsZHJlblwiOltdfSx7XCIkaWRcIjpcIjY1MVwiLFwiSW1wb3J0SWRcIjpcIjgyOVwiLFwiSXNJbXBvcnRlZFwiOmZhbHNlLFwiQ2hpbGRyZW5cIjpbXX1dfSx7XCIkaWRcIjpcIjY1MlwiLFwiSW1wb3J0SWRcIjpcIjgzMFwiLFwiSXNJbXBvcnRlZFwiOmZhbHNlLFwiQ2hpbGRyZW5cIjpbe1wiJGlkXCI6XCI2NTNcIixcIkltcG9ydElkXCI6XCI4MzFcIixcIklzSW1wb3J0ZWRcIjpmYWxzZSxcIkNoaWxkcmVuXCI6W119LHtcIiRpZFwiOlwiNjU0XCIsXCJJbXBvcnRJZFwiOlwiODMyXCIsXCJJc0ltcG9ydGVkXCI6ZmFsc2UsXCJDaGlsZHJlblwiOltdfSx7XCIkaWRcIjpcIjY1NVwiLFwiSW1wb3J0SWRcIjpcIjgzNVwiLFwiSXNJbXBvcnRlZFwiOmZhbHNlLFwiQ2hpbGRyZW5cIjpbe1wiJGlkXCI6XCI2NTZcIixcIkltcG9ydElkXCI6XCI4MzZcIixcIklzSW1wb3J0ZWRcIjpmYWxzZSxcIkNoaWxkcmVuXCI6W119LHtcIiRpZFwiOlwiNjU3XCIsXCJJbXBvcnRJZFwiOlwiODM3XCIsXCJJc0ltcG9ydGVkXCI6ZmFsc2UsXCJDaGlsZHJlblwiOltdfSx7XCIkaWRcIjpcIjY1OFwiLFwiSW1wb3J0SWRcIjpcIjgzOFwiLFwiSXNJbXBvcnRlZFwiOmZhbHNlLFwiQ2hpbGRyZW5cIjpbXX0se1wiJGlkXCI6XCI2NTlcIixcIkltcG9ydElkXCI6XCI4MzlcIixcIklzSW1wb3J0ZWRcIjpmYWxzZSxcIkNoaWxkcmVuXCI6W119LHtcIiRpZFwiOlwiNjYwXCIsXCJJbXBvcnRJZFwiOlwiODQwXCIsXCJJc0ltcG9ydGVkXCI6ZmFsc2UsXCJDaGlsZHJlblwiOltdfSx7XCIkaWRcIjpcIjY2MVwiLFwiSW1wb3J0SWRcIjpcIjExOTJcIixcIklzSW1wb3J0ZWRcIjpmYWxzZSxcIkNoaWxkcmVuXCI6W3tcIiRpZFwiOlwiNjYyXCIsXCJJbXBvcnRJZFwiOlwiMTE5M1wiLFwiSXNJbXBvcnRlZFwiOmZhbHNlLFwiQ2hpbGRyZW5cIjpbXX0se1wiJGlkXCI6XCI2NjNcIixcIkltcG9ydElkXCI6XCIxMTk0XCIsXCJJc0ltcG9ydGVkXCI6ZmFsc2UsXCJDaGlsZHJlblwiOltdfSx7XCIkaWRcIjpcIjY2NFwiLFwiSW1wb3J0SWRcIjpcIjExOTVcIixcIklzSW1wb3J0ZWRcIjpmYWxzZSxcIkNoaWxkcmVuXCI6W119XX1dfSx7XCIkaWRcIjpcIjY2NVwiLFwiSW1wb3J0SWRcIjpcIjExOTZcIixcIklzSW1wb3J0ZWRcIjpmYWxzZSxcIkNoaWxkcmVuXCI6W3tcIiRpZFwiOlwiNjY2XCIsXCJJbXBvcnRJZFwiOlwiODQxXCIsXCJJc0ltcG9ydGVkXCI6ZmFsc2UsXCJDaGlsZHJlblwiOlt7XCIkaWRcIjpcIjY2N1wiLFwiSW1wb3J0SWRcIjpcIjg0MlwiLFwiSXNJbXBvcnRlZFwiOmZhbHNlLFwiQ2hpbGRyZW5cIjpbe1wiJGlkXCI6XCI2NjhcIixcIkltcG9ydElkXCI6XCI4NDNcIixcIklzSW1wb3J0ZWRcIjpmYWxzZSxcIkNoaWxkcmVuXCI6W119LHtcIiRpZFwiOlwiNjY5XCIsXCJJbXBvcnRJZFwiOlwiODQ0XCIsXCJJc0ltcG9ydGVkXCI6ZmFsc2UsXCJDaGlsZHJlblwiOltdfSx7XCIkaWRcIjpcIjY3MFwiLFwiSW1wb3J0SWRcIjpcIjg0NVwiLFwiSXNJbXBvcnRlZFwiOmZhbHNlLFwiQ2hpbGRyZW5cIjpbXX0se1wiJGlkXCI6XCI2NzFcIixcIkltcG9ydElkXCI6XCI4NDZcIixcIklzSW1wb3J0ZWRcIjpmYWxzZSxcIkNoaWxkcmVuXCI6W3tcIiRpZFwiOlwiNjcyXCIsXCJJbXBvcnRJZFwiOlwiODQ3XCIsXCJJc0ltcG9ydGVkXCI6ZmFsc2UsXCJDaGlsZHJlblwiOltdfSx7XCIkaWRcIjpcIjY3M1wiLFwiSW1wb3J0SWRcIjpcIjg0OFwiLFwiSXNJbXBvcnRlZFwiOmZhbHNlLFwiQ2hpbGRyZW5cIjpbXX0se1wiJGlkXCI6XCI2NzRcIixcIkltcG9ydElkXCI6XCI4NDlcIixcIklzSW1wb3J0ZWRcIjpmYWxzZSxcIkNoaWxkcmVuXCI6W119LHtcIiRpZFwiOlwiNjc1XCIsXCJJbXBvcnRJZFwiOlwiODUwXCIsXCJJc0ltcG9ydGVkXCI6ZmFsc2UsXCJDaGlsZHJlblwiOltdfV19XX0se1wiJGlkXCI6XCI2NzZcIixcIkltcG9ydElkXCI6XCI4NTFcIixcIklzSW1wb3J0ZWRcIjpmYWxzZSxcIkNoaWxkcmVuXCI6W119XX0se1wiJGlkXCI6XCI2NzdcIixcIkltcG9ydElkXCI6XCI4NTJcIixcIklzSW1wb3J0ZWRcIjpmYWxzZSxcIkNoaWxkcmVuXCI6W119LHtcIiRpZFwiOlwiNjc4XCIsXCJJbXBvcnRJZFwiOlwiODUzXCIsXCJJc0ltcG9ydGVkXCI6ZmFsc2UsXCJDaGlsZHJlblwiOltdfSx7XCIkaWRcIjpcIjY3OVwiLFwiSW1wb3J0SWRcIjpcIjg1NFwiLFwiSXNJbXBvcnRlZFwiOmZhbHNlLFwiQ2hpbGRyZW5cIjpbe1wiJGlkXCI6XCI2ODBcIixcIkltcG9ydElkXCI6XCI4NTVcIixcIklzSW1wb3J0ZWRcIjpmYWxzZSxcIkNoaWxkcmVuXCI6W119XX0se1wiJGlkXCI6XCI2ODFcIixcIkltcG9ydElkXCI6XCI4NTZcIixcIklzSW1wb3J0ZWRcIjpmYWxzZSxcIkNoaWxkcmVuXCI6W3tcIiRpZFwiOlwiNjgyXCIsXCJJbXBvcnRJZFwiOlwiODU3XCIsXCJJc0ltcG9ydGVkXCI6ZmFsc2UsXCJDaGlsZHJlblwiOlt7XCIkaWRcIjpcIjY4M1wiLFwiSW1wb3J0SWRcIjpcIjg1OFwiLFwiSXNJbXBvcnRlZFwiOmZhbHNlLFwiQ2hpbGRyZW5cIjpbXX0se1wiJGlkXCI6XCI2ODRcIixcIkltcG9ydElkXCI6XCI4NTlcIixcIklzSW1wb3J0ZWRcIjpmYWxzZSxcIkNoaWxkcmVuXCI6W119LHtcIiRpZFwiOlwiNjg1XCIsXCJJbXBvcnRJZFwiOlwiODYwXCIsXCJJc0ltcG9ydGVkXCI6ZmFsc2UsXCJDaGlsZHJlblwiOlt7XCIkaWRcIjpcIjY4NlwiLFwiSW1wb3J0SWRcIjpcIjg2MVwiLFwiSXNJbXBvcnRlZFwiOmZhbHNlLFwiQ2hpbGRyZW5cIjpbXX0se1wiJGlkXCI6XCI2ODdcIixcIkltcG9ydElkXCI6XCI4NjJcIixcIklzSW1wb3J0ZWRcIjpmYWxzZSxcIkNoaWxkcmVuXCI6W119LHtcIiRpZFwiOlwiNjg4XCIsXCJJbXBvcnRJZFwiOlwiODYzXCIsXCJJc0ltcG9ydGVkXCI6ZmFsc2UsXCJDaGlsZHJlblwiOltdfSx7XCIkaWRcIjpcIjY4OVwiLFwiSW1wb3J0SWRcIjpcIjg2NFwiLFwiSXNJbXBvcnRlZFwiOmZhbHNlLFwiQ2hpbGRyZW5cIjpbXX1dfV19LHtcIiRpZFwiOlwiNjkwXCIsXCJJbXBvcnRJZFwiOlwiODY1XCIsXCJJc0ltcG9ydGVkXCI6ZmFsc2UsXCJDaGlsZHJlblwiOltdfV19LHtcIiRpZFwiOlwiNjkxXCIsXCJJbXBvcnRJZFwiOlwiODY2XCIsXCJJc0ltcG9ydGVkXCI6ZmFsc2UsXCJDaGlsZHJlblwiOltdfSx7XCIkaWRcIjpcIjY5MlwiLFwiSW1wb3J0SWRcIjpcIjg2N1wiLFwiSXNJbXBvcnRlZFwiOmZhbHNlLFwiQ2hpbGRyZW5cIjpbXX0se1wiJGlkXCI6XCI2OTNcIixcIkltcG9ydElkXCI6XCI4NjhcIixcIklzSW1wb3J0ZWRcIjpmYWxzZSxcIkNoaWxkcmVuXCI6W3tcIiRpZFwiOlwiNjk0XCIsXCJJbXBvcnRJZFwiOlwiODY5XCIsXCJJc0ltcG9ydGVkXCI6ZmFsc2UsXCJDaGlsZHJlblwiOltdfSx7XCIkaWRcIjpcIjY5NVwiLFwiSW1wb3J0SWRcIjpcIjg3MFwiLFwiSXNJbXBvcnRlZFwiOmZhbHNlLFwiQ2hpbGRyZW5cIjpbe1wiJGlkXCI6XCI2OTZcIixcIkltcG9ydElkXCI6XCI4NzFcIixcIklzSW1wb3J0ZWRcIjpmYWxzZSxcIkNoaWxkcmVuXCI6W3tcIiRpZFwiOlwiNjk3XCIsXCJJbXBvcnRJZFwiOlwiODcyXCIsXCJJc0ltcG9ydGVkXCI6ZmFsc2UsXCJDaGlsZHJlblwiOltdfSx7XCIkaWRcIjpcIjY5OFwiLFwiSW1wb3J0SWRcIjpcIjg3M1wiLFwiSXNJbXBvcnRlZFwiOmZhbHNlLFwiQ2hpbGRyZW5cIjpbXX0se1wiJGlkXCI6XCI2OTlcIixcIkltcG9ydElkXCI6XCI4NzRcIixcIklzSW1wb3J0ZWRcIjpmYWxzZSxcIkNoaWxkcmVuXCI6W119LHtcIiRpZFwiOlwiNzAwXCIsXCJJbXBvcnRJZFwiOlwiODc1XCIsXCJJc0ltcG9ydGVkXCI6ZmFsc2UsXCJDaGlsZHJlblwiOlt7XCIkaWRcIjpcIjcwMVwiLFwiSW1wb3J0SWRcIjpcIjg3NlwiLFwiSXNJbXBvcnRlZFwiOmZhbHNlLFwiQ2hpbGRyZW5cIjpbXX0se1wiJGlkXCI6XCI3MDJcIixcIkltcG9ydElkXCI6XCI4NzdcIixcIklzSW1wb3J0ZWRcIjpmYWxzZSxcIkNoaWxkcmVuXCI6W119LHtcIiRpZFwiOlwiNzAzXCIsXCJJbXBvcnRJZFwiOlwiODc4XCIsXCJJc0ltcG9ydGVkXCI6ZmFsc2UsXCJDaGlsZHJlblwiOltdfSx7XCIkaWRcIjpcIjcwNFwiLFwiSW1wb3J0SWRcIjpcIjg3OVwiLFwiSXNJbXBvcnRlZFwiOmZhbHNlLFwiQ2hpbGRyZW5cIjpbXX1dfV19LHtcIiRpZFwiOlwiNzA1XCIsXCJJbXBvcnRJZFwiOlwiODgwXCIsXCJJc0ltcG9ydGVkXCI6ZmFsc2UsXCJDaGlsZHJlblwiOltdfSx7XCIkaWRcIjpcIjcwNlwiLFwiSW1wb3J0SWRcIjpcIjg4MVwiLFwiSXNJbXBvcnRlZFwiOmZhbHNlLFwiQ2hpbGRyZW5cIjpbXX0se1wiJGlkXCI6XCI3MDdcIixcIkltcG9ydElkXCI6XCI4ODJcIixcIklzSW1wb3J0ZWRcIjpmYWxzZSxcIkNoaWxkcmVuXCI6W119LHtcIiRpZFwiOlwiNzA4XCIsXCJJbXBvcnRJZFwiOlwiODgzXCIsXCJJc0ltcG9ydGVkXCI6ZmFsc2UsXCJDaGlsZHJlblwiOlt7XCIkaWRcIjpcIjcwOVwiLFwiSW1wb3J0SWRcIjpcIjg4NFwiLFwiSXNJbXBvcnRlZFwiOmZhbHNlLFwiQ2hpbGRyZW5cIjpbXX1dfSx7XCIkaWRcIjpcIjcxMFwiLFwiSW1wb3J0SWRcIjpcIjg4NVwiLFwiSXNJbXBvcnRlZFwiOmZhbHNlLFwiQ2hpbGRyZW5cIjpbe1wiJGlkXCI6XCI3MTFcIixcIkltcG9ydElkXCI6XCI4ODZcIixcIklzSW1wb3J0ZWRcIjpmYWxzZSxcIkNoaWxkcmVuXCI6W3tcIiRpZFwiOlwiNzEyXCIsXCJJbXBvcnRJZFwiOlwiODg3XCIsXCJJc0ltcG9ydGVkXCI6ZmFsc2UsXCJDaGlsZHJlblwiOltdfSx7XCIkaWRcIjpcIjcxM1wiLFwiSW1wb3J0SWRcIjpcIjg4OFwiLFwiSXNJbXBvcnRlZFwiOmZhbHNlLFwiQ2hpbGRyZW5cIjpbXX0se1wiJGlkXCI6XCI3MTRcIixcIkltcG9ydElkXCI6XCI4ODlcIixcIklzSW1wb3J0ZWRcIjpmYWxzZSxcIkNoaWxkcmVuXCI6W119LHtcIiRpZFwiOlwiNzE1XCIsXCJJbXBvcnRJZFwiOlwiODkwXCIsXCJJc0ltcG9ydGVkXCI6ZmFsc2UsXCJDaGlsZHJlblwiOltdfSx7XCIkaWRcIjpcIjcxNlwiLFwiSW1wb3J0SWRcIjpcIjg5MVwiLFwiSXNJbXBvcnRlZFwiOmZhbHNlLFwiQ2hpbGRyZW5cIjpbXX0se1wiJGlkXCI6XCI3MTdcIixcIkltcG9ydElkXCI6XCI4OTJcIixcIklzSW1wb3J0ZWRcIjpmYWxzZSxcIkNoaWxkcmVuXCI6W3tcIiRpZFwiOlwiNzE4XCIsXCJJbXBvcnRJZFwiOlwiODkzXCIsXCJJc0ltcG9ydGVkXCI6ZmFsc2UsXCJDaGlsZHJlblwiOltdfSx7XCIkaWRcIjpcIjcxOVwiLFwiSW1wb3J0SWRcIjpcIjg5NFwiLFwiSXNJbXBvcnRlZFwiOmZhbHNlLFwiQ2hpbGRyZW5cIjpbXX0se1wiJGlkXCI6XCI3MjBcIixcIkltcG9ydElkXCI6XCI4OTVcIixcIklzSW1wb3J0ZWRcIjpmYWxzZSxcIkNoaWxkcmVuXCI6W119LHtcIiRpZFwiOlwiNzIxXCIsXCJJbXBvcnRJZFwiOlwiODk2XCIsXCJJc0ltcG9ydGVkXCI6ZmFsc2UsXCJDaGlsZHJlblwiOltdfV19XX0se1wiJGlkXCI6XCI3MjJcIixcIkltcG9ydElkXCI6XCI4OTdcIixcIklzSW1wb3J0ZWRcIjpmYWxzZSxcIkNoaWxkcmVuXCI6W119LHtcIiRpZFwiOlwiNzIzXCIsXCJJbXBvcnRJZFwiOlwiODk4XCIsXCJJc0ltcG9ydGVkXCI6ZmFsc2UsXCJDaGlsZHJlblwiOltdfSx7XCIkaWRcIjpcIjcyNFwiLFwiSW1wb3J0SWRcIjpcIjg5OVwiLFwiSXNJbXBvcnRlZFwiOmZhbHNlLFwiQ2hpbGRyZW5cIjpbXX0se1wiJGlkXCI6XCI3MjVcIixcIkltcG9ydElkXCI6XCI5MDBcIixcIklzSW1wb3J0ZWRcIjpmYWxzZSxcIkNoaWxkcmVuXCI6W3tcIiRpZFwiOlwiNzI2XCIsXCJJbXBvcnRJZFwiOlwiOTAxXCIsXCJJc0ltcG9ydGVkXCI6ZmFsc2UsXCJDaGlsZHJlblwiOltdfV19XX1dfV19XX0se1wiJGlkXCI6XCI3MjdcIixcIkltcG9ydElkXCI6XCI5MDJcIixcIklzSW1wb3J0ZWRcIjpmYWxzZSxcIkNoaWxkcmVuXCI6W3tcIiRpZFwiOlwiNzI4XCIsXCJJbXBvcnRJZFwiOlwiMTE4OVwiLFwiSXNJbXBvcnRlZFwiOmZhbHNlLFwiQ2hpbGRyZW5cIjpbe1wiJGlkXCI6XCI3MjlcIixcIkltcG9ydElkXCI6XCIxMTkwXCIsXCJJc0ltcG9ydGVkXCI6ZmFsc2UsXCJDaGlsZHJlblwiOltdfSx7XCIkaWRcIjpcIjczMFwiLFwiSW1wb3J0SWRcIjpcIjExOTFcIixcIklzSW1wb3J0ZWRcIjpmYWxzZSxcIkNoaWxkcmVuXCI6W119XX0se1wiJGlkXCI6XCI3MzFcIixcIkltcG9ydElkXCI6XCI5MDNcIixcIklzSW1wb3J0ZWRcIjpmYWxzZSxcIkNoaWxkcmVuXCI6W3tcIiRpZFwiOlwiNzMyXCIsXCJJbXBvcnRJZFwiOlwiOTA0XCIsXCJJc0ltcG9ydGVkXCI6ZmFsc2UsXCJDaGlsZHJlblwiOltdfSx7XCIkaWRcIjpcIjczM1wiLFwiSW1wb3J0SWRcIjpcIjkwNVwiLFwiSXNJbXBvcnRlZFwiOmZhbHNlLFwiQ2hpbGRyZW5cIjpbXX0se1wiJGlkXCI6XCI3MzRcIixcIkltcG9ydElkXCI6XCI5MDZcIixcIklzSW1wb3J0ZWRcIjpmYWxzZSxcIkNoaWxkcmVuXCI6W119LHtcIiRpZFwiOlwiNzM1XCIsXCJJbXBvcnRJZFwiOlwiOTA3XCIsXCJJc0ltcG9ydGVkXCI6ZmFsc2UsXCJDaGlsZHJlblwiOltdfSx7XCIkaWRcIjpcIjczNlwiLFwiSW1wb3J0SWRcIjpcIjkwOFwiLFwiSXNJbXBvcnRlZFwiOmZhbHNlLFwiQ2hpbGRyZW5cIjpbXX0se1wiJGlkXCI6XCI3MzdcIixcIkltcG9ydElkXCI6XCI5MDlcIixcIklzSW1wb3J0ZWRcIjpmYWxzZSxcIkNoaWxkcmVuXCI6W3tcIiRpZFwiOlwiNzM4XCIsXCJJbXBvcnRJZFwiOlwiOTEwXCIsXCJJc0ltcG9ydGVkXCI6ZmFsc2UsXCJDaGlsZHJlblwiOltdfSx7XCIkaWRcIjpcIjczOVwiLFwiSW1wb3J0SWRcIjpcIjkxMVwiLFwiSXNJbXBvcnRlZFwiOmZhbHNlLFwiQ2hpbGRyZW5cIjpbXX0se1wiJGlkXCI6XCI3NDBcIixcIkltcG9ydElkXCI6XCI5MTJcIixcIklzSW1wb3J0ZWRcIjpmYWxzZSxcIkNoaWxkcmVuXCI6W119LHtcIiRpZFwiOlwiNzQxXCIsXCJJbXBvcnRJZFwiOlwiOTEzXCIsXCJJc0ltcG9ydGVkXCI6ZmFsc2UsXCJDaGlsZHJlblwiOltdfSx7XCIkaWRcIjpcIjc0MlwiLFwiSW1wb3J0SWRcIjpcIjkxNFwiLFwiSXNJbXBvcnRlZFwiOmZhbHNlLFwiQ2hpbGRyZW5cIjpbXX0se1wiJGlkXCI6XCI3NDNcIixcIkltcG9ydElkXCI6XCI5MTVcIixcIklzSW1wb3J0ZWRcIjpmYWxzZSxcIkNoaWxkcmVuXCI6W119LHtcIiRpZFwiOlwiNzQ0XCIsXCJJbXBvcnRJZFwiOlwiOTE2XCIsXCJJc0ltcG9ydGVkXCI6ZmFsc2UsXCJDaGlsZHJlblwiOltdfSx7XCIkaWRcIjpcIjc0NVwiLFwiSW1wb3J0SWRcIjpcIjkxN1wiLFwiSXNJbXBvcnRlZFwiOmZhbHNlLFwiQ2hpbGRyZW5cIjpbXX0se1wiJGlkXCI6XCI3NDZcIixcIkltcG9ydElkXCI6XCI5MThcIixcIklzSW1wb3J0ZWRcIjpmYWxzZSxcIkNoaWxkcmVuXCI6W119LHtcIiRpZFwiOlwiNzQ3XCIsXCJJbXBvcnRJZFwiOlwiOTE5XCIsXCJJc0ltcG9ydGVkXCI6ZmFsc2UsXCJDaGlsZHJlblwiOltdfSx7XCIkaWRcIjpcIjc0OFwiLFwiSW1wb3J0SWRcIjpcIjkyMFwiLFwiSXNJbXBvcnRlZFwiOmZhbHNlLFwiQ2hpbGRyZW5cIjpbXX0se1wiJGlkXCI6XCI3NDlcIixcIkltcG9ydElkXCI6XCI5MjFcIixcIklzSW1wb3J0ZWRcIjpmYWxzZSxcIkNoaWxkcmVuXCI6W119LHtcIiRpZFwiOlwiNzUwXCIsXCJJbXBvcnRJZFwiOlwiOTIyXCIsXCJJc0ltcG9ydGVkXCI6ZmFsc2UsXCJDaGlsZHJlblwiOltdfSx7XCIkaWRcIjpcIjc1MVwiLFwiSW1wb3J0SWRcIjpcIjkyM1wiLFwiSXNJbXBvcnRlZFwiOmZhbHNlLFwiQ2hpbGRyZW5cIjpbXX0se1wiJGlkXCI6XCI3NTJcIixcIkltcG9ydElkXCI6XCI5MjRcIixcIklzSW1wb3J0ZWRcIjpmYWxzZSxcIkNoaWxkcmVuXCI6W119LHtcIiRpZFwiOlwiNzUzXCIsXCJJbXBvcnRJZFwiOlwiOTI1XCIsXCJJc0ltcG9ydGVkXCI6ZmFsc2UsXCJDaGlsZHJlblwiOltdfSx7XCIkaWRcIjpcIjc1NFwiLFwiSW1wb3J0SWRcIjpcIjkyNlwiLFwiSXNJbXBvcnRlZFwiOmZhbHNlLFwiQ2hpbGRyZW5cIjpbXX1dfSx7XCIkaWRcIjpcIjc1NVwiLFwiSW1wb3J0SWRcIjpcIjkyN1wiLFwiSXNJbXBvcnRlZFwiOmZhbHNlLFwiQ2hpbGRyZW5cIjpbXX0se1wiJGlkXCI6XCI3NTZcIixcIkltcG9ydElkXCI6XCI5MjhcIixcIklzSW1wb3J0ZWRcIjpmYWxzZSxcIkNoaWxkcmVuXCI6W3tcIiRpZFwiOlwiNzU3XCIsXCJJbXBvcnRJZFwiOlwiOTMyXCIsXCJJc0ltcG9ydGVkXCI6ZmFsc2UsXCJDaGlsZHJlblwiOltdfV19XX0se1wiJGlkXCI6XCI3NThcIixcIkltcG9ydElkXCI6XCI5MzNcIixcIklzSW1wb3J0ZWRcIjpmYWxzZSxcIkNoaWxkcmVuXCI6W119LHtcIiRpZFwiOlwiNzU5XCIsXCJJbXBvcnRJZFwiOlwiOTM1XCIsXCJJc0ltcG9ydGVkXCI6ZmFsc2UsXCJDaGlsZHJlblwiOltdfSx7XCIkaWRcIjpcIjc2MFwiLFwiSW1wb3J0SWRcIjpcIjkzNlwiLFwiSXNJbXBvcnRlZFwiOmZhbHNlLFwiQ2hpbGRyZW5cIjpbXX1dfSx7XCIkaWRcIjpcIjc2MVwiLFwiSW1wb3J0SWRcIjpcIjkzN1wiLFwiSXNJbXBvcnRlZFwiOmZhbHNlLFwiQ2hpbGRyZW5cIjpbe1wiJGlkXCI6XCI3NjJcIixcIkltcG9ydElkXCI6XCI5MzhcIixcIklzSW1wb3J0ZWRcIjpmYWxzZSxcIkNoaWxkcmVuXCI6W3tcIiRpZFwiOlwiNzYzXCIsXCJJbXBvcnRJZFwiOlwiOTM5XCIsXCJJc0ltcG9ydGVkXCI6ZmFsc2UsXCJDaGlsZHJlblwiOltdfSx7XCIkaWRcIjpcIjc2NFwiLFwiSW1wb3J0SWRcIjpcIjk0MFwiLFwiSXNJbXBvcnRlZFwiOmZhbHNlLFwiQ2hpbGRyZW5cIjpbXX0se1wiJGlkXCI6XCI3NjVcIixcIkltcG9ydElkXCI6XCI5NDFcIixcIklzSW1wb3J0ZWRcIjpmYWxzZSxcIkNoaWxkcmVuXCI6W119LHtcIiRpZFwiOlwiNzY2XCIsXCJJbXBvcnRJZFwiOlwiOTQyXCIsXCJJc0ltcG9ydGVkXCI6ZmFsc2UsXCJDaGlsZHJlblwiOltdfSx7XCIkaWRcIjpcIjc2N1wiLFwiSW1wb3J0SWRcIjpcIjk0M1wiLFwiSXNJbXBvcnRlZFwiOmZhbHNlLFwiQ2hpbGRyZW5cIjpbXX1dfSx7XCIkaWRcIjpcIjc2OFwiLFwiSW1wb3J0SWRcIjpcIjk0NFwiLFwiSXNJbXBvcnRlZFwiOmZhbHNlLFwiQ2hpbGRyZW5cIjpbe1wiJGlkXCI6XCI3NjlcIixcIkltcG9ydElkXCI6XCI5NDVcIixcIklzSW1wb3J0ZWRcIjpmYWxzZSxcIkNoaWxkcmVuXCI6W119LHtcIiRpZFwiOlwiNzcwXCIsXCJJbXBvcnRJZFwiOlwiOTQ2XCIsXCJJc0ltcG9ydGVkXCI6ZmFsc2UsXCJDaGlsZHJlblwiOltdfSx7XCIkaWRcIjpcIjc3MVwiLFwiSW1wb3J0SWRcIjpcIjk0N1wiLFwiSXNJbXBvcnRlZFwiOmZhbHNlLFwiQ2hpbGRyZW5cIjpbXX0se1wiJGlkXCI6XCI3NzJcIixcIkltcG9ydElkXCI6XCI5NDhcIixcIklzSW1wb3J0ZWRcIjpmYWxzZSxcIkNoaWxkcmVuXCI6W119LHtcIiRpZFwiOlwiNzczXCIsXCJJbXBvcnRJZFwiOlwiOTQ5XCIsXCJJc0ltcG9ydGVkXCI6ZmFsc2UsXCJDaGlsZHJlblwiOltdfV19LHtcIiRpZFwiOlwiNzc0XCIsXCJJbXBvcnRJZFwiOlwiOTUwXCIsXCJJc0ltcG9ydGVkXCI6ZmFsc2UsXCJDaGlsZHJlblwiOltdfSx7XCIkaWRcIjpcIjc3NVwiLFwiSW1wb3J0SWRcIjpcIjk1MVwiLFwiSXNJbXBvcnRlZFwiOmZhbHNlLFwiQ2hpbGRyZW5cIjpbe1wiJGlkXCI6XCI3NzZcIixcIkltcG9ydElkXCI6XCI5NTJcIixcIklzSW1wb3J0ZWRcIjpmYWxzZSxcIkNoaWxkcmVuXCI6W119LHtcIiRpZFwiOlwiNzc3XCIsXCJJbXBvcnRJZFwiOlwiOTUzXCIsXCJJc0ltcG9ydGVkXCI6ZmFsc2UsXCJDaGlsZHJlblwiOltdfSx7XCIkaWRcIjpcIjc3OFwiLFwiSW1wb3J0SWRcIjpcIjk1NFwiLFwiSXNJbXBvcnRlZFwiOmZhbHNlLFwiQ2hpbGRyZW5cIjpbXX0se1wiJGlkXCI6XCI3NzlcIixcIkltcG9ydElkXCI6XCI5NTVcIixcIklzSW1wb3J0ZWRcIjpmYWxzZSxcIkNoaWxkcmVuXCI6W119XX1dfSx7XCIkaWRcIjpcIjc4MFwiLFwiSW1wb3J0SWRcIjpcIjk1NlwiLFwiSXNJbXBvcnRlZFwiOmZhbHNlLFwiQ2hpbGRyZW5cIjpbe1wiJGlkXCI6XCI3ODFcIixcIkltcG9ydElkXCI6XCI5NTdcIixcIklzSW1wb3J0ZWRcIjpmYWxzZSxcIkNoaWxkcmVuXCI6W119XX1dfSx7XCIkaWRcIjpcIjc4MlwiLFwiSW1wb3J0SWRcIjpcIjk2MFwiLFwiSXNJbXBvcnRlZFwiOmZhbHNlLFwiQ2hpbGRyZW5cIjpbe1wiJGlkXCI6XCI3ODNcIixcIkltcG9ydElkXCI6XCI5NjFcIixcIklzSW1wb3J0ZWRcIjpmYWxzZSxcIkNoaWxkcmVuXCI6W3tcIiRpZFwiOlwiNzg0XCIsXCJJbXBvcnRJZFwiOlwiMTA0N1wiLFwiSXNJbXBvcnRlZFwiOmZhbHNlLFwiQ2hpbGRyZW5cIjpbXX0se1wiJGlkXCI6XCI3ODVcIixcIkltcG9ydElkXCI6XCI5NzJcIixcIklzSW1wb3J0ZWRcIjpmYWxzZSxcIkNoaWxkcmVuXCI6W3tcIiRpZFwiOlwiNzg2XCIsXCJJbXBvcnRJZFwiOlwiMTAzN1wiLFwiSXNJbXBvcnRlZFwiOmZhbHNlLFwiQ2hpbGRyZW5cIjpbXX1dfV19LHtcIiRpZFwiOlwiNzg3XCIsXCJJbXBvcnRJZFwiOlwiMTE1OVwiLFwiSXNJbXBvcnRlZFwiOmZhbHNlLFwiQ2hpbGRyZW5cIjpbe1wiJGlkXCI6XCI3ODhcIixcIkltcG9ydElkXCI6XCIxMTgwXCIsXCJJc0ltcG9ydGVkXCI6ZmFsc2UsXCJDaGlsZHJlblwiOltdfSx7XCIkaWRcIjpcIjc4OVwiLFwiSW1wb3J0SWRcIjpcIjExNzJcIixcIklzSW1wb3J0ZWRcIjpmYWxzZSxcIkNoaWxkcmVuXCI6W119LHtcIiRpZFwiOlwiNzkwXCIsXCJJbXBvcnRJZFwiOlwiMTE3M1wiLFwiSXNJbXBvcnRlZFwiOmZhbHNlLFwiQ2hpbGRyZW5cIjpbXX1dfSx7XCIkaWRcIjpcIjc5MVwiLFwiSW1wb3J0SWRcIjpcIjEwMzhcIixcIklzSW1wb3J0ZWRcIjpmYWxzZSxcIkNoaWxkcmVuXCI6W3tcIiRpZFwiOlwiNzkyXCIsXCJJbXBvcnRJZFwiOlwiMTA0OFwiLFwiSXNJbXBvcnRlZFwiOmZhbHNlLFwiQ2hpbGRyZW5cIjpbe1wiJGlkXCI6XCI3OTNcIixcIkltcG9ydElkXCI6XCIxMDQ5XCIsXCJJc0ltcG9ydGVkXCI6ZmFsc2UsXCJDaGlsZHJlblwiOltdfSx7XCIkaWRcIjpcIjc5NFwiLFwiSW1wb3J0SWRcIjpcIjEwNTBcIixcIklzSW1wb3J0ZWRcIjpmYWxzZSxcIkNoaWxkcmVuXCI6W119XX0se1wiJGlkXCI6XCI3OTVcIixcIkltcG9ydElkXCI6XCIxMDUxXCIsXCJJc0ltcG9ydGVkXCI6ZmFsc2UsXCJDaGlsZHJlblwiOltdfSx7XCIkaWRcIjpcIjc5NlwiLFwiSW1wb3J0SWRcIjpcIjEwNTJcIixcIklzSW1wb3J0ZWRcIjpmYWxzZSxcIkNoaWxkcmVuXCI6W119LHtcIiRpZFwiOlwiNzk3XCIsXCJJbXBvcnRJZFwiOlwiMTA1M1wiLFwiSXNJbXBvcnRlZFwiOmZhbHNlLFwiQ2hpbGRyZW5cIjpbe1wiJGlkXCI6XCI3OThcIixcIkltcG9ydElkXCI6XCIxMDU0XCIsXCJJc0ltcG9ydGVkXCI6ZmFsc2UsXCJDaGlsZHJlblwiOltdfSx7XCIkaWRcIjpcIjc5OVwiLFwiSW1wb3J0SWRcIjpcIjEwNTVcIixcIklzSW1wb3J0ZWRcIjpmYWxzZSxcIkNoaWxkcmVuXCI6W119XX0se1wiJGlkXCI6XCI4MDBcIixcIkltcG9ydElkXCI6XCIxMDU2XCIsXCJJc0ltcG9ydGVkXCI6ZmFsc2UsXCJDaGlsZHJlblwiOltdfSx7XCIkaWRcIjpcIjgwMVwiLFwiSW1wb3J0SWRcIjpcIjEwNTdcIixcIklzSW1wb3J0ZWRcIjpmYWxzZSxcIkNoaWxkcmVuXCI6W119LHtcIiRpZFwiOlwiODAyXCIsXCJJbXBvcnRJZFwiOlwiMTA1OFwiLFwiSXNJbXBvcnRlZFwiOmZhbHNlLFwiQ2hpbGRyZW5cIjpbe1wiJGlkXCI6XCI4MDNcIixcIkltcG9ydElkXCI6XCIxMDU5XCIsXCJJc0ltcG9ydGVkXCI6ZmFsc2UsXCJDaGlsZHJlblwiOltdfSx7XCIkaWRcIjpcIjgwNFwiLFwiSW1wb3J0SWRcIjpcIjEwNjBcIixcIklzSW1wb3J0ZWRcIjpmYWxzZSxcIkNoaWxkcmVuXCI6W119XX0se1wiJGlkXCI6XCI4MDVcIixcIkltcG9ydElkXCI6XCIxMDYxXCIsXCJJc0ltcG9ydGVkXCI6ZmFsc2UsXCJDaGlsZHJlblwiOltdfSx7XCIkaWRcIjpcIjgwNlwiLFwiSW1wb3J0SWRcIjpcIjEwNjJcIixcIklzSW1wb3J0ZWRcIjpmYWxzZSxcIkNoaWxkcmVuXCI6W119LHtcIiRpZFwiOlwiODA3XCIsXCJJbXBvcnRJZFwiOlwiOTczXCIsXCJJc0ltcG9ydGVkXCI6ZmFsc2UsXCJDaGlsZHJlblwiOlt7XCIkaWRcIjpcIjgwOFwiLFwiSW1wb3J0SWRcIjpcIjExODFcIixcIklzSW1wb3J0ZWRcIjpmYWxzZSxcIkNoaWxkcmVuXCI6W3tcIiRpZFwiOlwiODA5XCIsXCJJbXBvcnRJZFwiOlwiMTE4NVwiLFwiSXNJbXBvcnRlZFwiOmZhbHNlLFwiQ2hpbGRyZW5cIjpbXX0se1wiJGlkXCI6XCI4MTBcIixcIkltcG9ydElkXCI6XCIxMTg2XCIsXCJJc0ltcG9ydGVkXCI6ZmFsc2UsXCJDaGlsZHJlblwiOltdfV19LHtcIiRpZFwiOlwiODExXCIsXCJJbXBvcnRJZFwiOlwiMTA0MVwiLFwiSXNJbXBvcnRlZFwiOmZhbHNlLFwiQ2hpbGRyZW5cIjpbe1wiJGlkXCI6XCI4MTJcIixcIkltcG9ydElkXCI6XCIxMDQyXCIsXCJJc0ltcG9ydGVkXCI6ZmFsc2UsXCJDaGlsZHJlblwiOltdfSx7XCIkaWRcIjpcIjgxM1wiLFwiSW1wb3J0SWRcIjpcIjEwNDNcIixcIklzSW1wb3J0ZWRcIjpmYWxzZSxcIkNoaWxkcmVuXCI6W119LHtcIiRpZFwiOlwiODE0XCIsXCJJbXBvcnRJZFwiOlwiMTA0NFwiLFwiSXNJbXBvcnRlZFwiOmZhbHNlLFwiQ2hpbGRyZW5cIjpbXX0se1wiJGlkXCI6XCI4MTVcIixcIkltcG9ydElkXCI6XCIxMDQ1XCIsXCJJc0ltcG9ydGVkXCI6ZmFsc2UsXCJDaGlsZHJlblwiOltdfSx7XCIkaWRcIjpcIjgxNlwiLFwiSW1wb3J0SWRcIjpcIjEwNDZcIixcIklzSW1wb3J0ZWRcIjpmYWxzZSxcIkNoaWxkcmVuXCI6W119LHtcIiRpZFwiOlwiODE3XCIsXCJJbXBvcnRJZFwiOlwiMTA4MFwiLFwiSXNJbXBvcnRlZFwiOmZhbHNlLFwiQ2hpbGRyZW5cIjpbe1wiJGlkXCI6XCI4MThcIixcIkltcG9ydElkXCI6XCIxMTMyXCIsXCJJc0ltcG9ydGVkXCI6ZmFsc2UsXCJDaGlsZHJlblwiOltdfSx7XCIkaWRcIjpcIjgxOVwiLFwiSW1wb3J0SWRcIjpcIjExMzNcIixcIklzSW1wb3J0ZWRcIjpmYWxzZSxcIkNoaWxkcmVuXCI6W119LHtcIiRpZFwiOlwiODIwXCIsXCJJbXBvcnRJZFwiOlwiMTEzNFwiLFwiSXNJbXBvcnRlZFwiOmZhbHNlLFwiQ2hpbGRyZW5cIjpbXX0se1wiJGlkXCI6XCI4MjFcIixcIkltcG9ydElkXCI6XCIxMTM1XCIsXCJJc0ltcG9ydGVkXCI6ZmFsc2UsXCJDaGlsZHJlblwiOltdfSx7XCIkaWRcIjpcIjgyMlwiLFwiSW1wb3J0SWRcIjpcIjExMzZcIixcIklzSW1wb3J0ZWRcIjpmYWxzZSxcIkNoaWxkcmVuXCI6W119LHtcIiRpZFwiOlwiODIzXCIsXCJJbXBvcnRJZFwiOlwiMTEzN1wiLFwiSXNJbXBvcnRlZFwiOmZhbHNlLFwiQ2hpbGRyZW5cIjpbXX0se1wiJGlkXCI6XCI4MjRcIixcIkltcG9ydElkXCI6XCIxMTM4XCIsXCJJc0ltcG9ydGVkXCI6ZmFsc2UsXCJDaGlsZHJlblwiOltdfSx7XCIkaWRcIjpcIjgyNVwiLFwiSW1wb3J0SWRcIjpcIjExMzlcIixcIklzSW1wb3J0ZWRcIjpmYWxzZSxcIkNoaWxkcmVuXCI6W119LHtcIiRpZFwiOlwiODI2XCIsXCJJbXBvcnRJZFwiOlwiMTE0MFwiLFwiSXNJbXBvcnRlZFwiOmZhbHNlLFwiQ2hpbGRyZW5cIjpbXX0se1wiJGlkXCI6XCI4MjdcIixcIkltcG9ydElkXCI6XCIxMTQxXCIsXCJJc0ltcG9ydGVkXCI6ZmFsc2UsXCJDaGlsZHJlblwiOltdfSx7XCIkaWRcIjpcIjgyOFwiLFwiSW1wb3J0SWRcIjpcIjExNDJcIixcIklzSW1wb3J0ZWRcIjpmYWxzZSxcIkNoaWxkcmVuXCI6W119LHtcIiRpZFwiOlwiODI5XCIsXCJJbXBvcnRJZFwiOlwiMTE0M1wiLFwiSXNJbXBvcnRlZFwiOmZhbHNlLFwiQ2hpbGRyZW5cIjpbXX0se1wiJGlkXCI6XCI4MzBcIixcIkltcG9ydElkXCI6XCIxMTQ0XCIsXCJJc0ltcG9ydGVkXCI6ZmFsc2UsXCJDaGlsZHJlblwiOltdfSx7XCIkaWRcIjpcIjgzMVwiLFwiSW1wb3J0SWRcIjpcIjExNDVcIixcIklzSW1wb3J0ZWRcIjpmYWxzZSxcIkNoaWxkcmVuXCI6W119LHtcIiRpZFwiOlwiODMyXCIsXCJJbXBvcnRJZFwiOlwiMTE0NlwiLFwiSXNJbXBvcnRlZFwiOmZhbHNlLFwiQ2hpbGRyZW5cIjpbXX1dfSx7XCIkaWRcIjpcIjgzM1wiLFwiSW1wb3J0SWRcIjpcIjEwODFcIixcIklzSW1wb3J0ZWRcIjpmYWxzZSxcIkNoaWxkcmVuXCI6W119LHtcIiRpZFwiOlwiODM0XCIsXCJJbXBvcnRJZFwiOlwiMTA4MlwiLFwiSXNJbXBvcnRlZFwiOmZhbHNlLFwiQ2hpbGRyZW5cIjpbe1wiJGlkXCI6XCI4MzVcIixcIkltcG9ydElkXCI6XCIxMDgzXCIsXCJJc0ltcG9ydGVkXCI6ZmFsc2UsXCJDaGlsZHJlblwiOltdfV19XX0se1wiJGlkXCI6XCI4MzZcIixcIkltcG9ydElkXCI6XCIxMDg0XCIsXCJJc0ltcG9ydGVkXCI6ZmFsc2UsXCJDaGlsZHJlblwiOltdfSx7XCIkaWRcIjpcIjgzN1wiLFwiSW1wb3J0SWRcIjpcIjEwODVcIixcIklzSW1wb3J0ZWRcIjpmYWxzZSxcIkNoaWxkcmVuXCI6W119LHtcIiRpZFwiOlwiODM4XCIsXCJJbXBvcnRJZFwiOlwiMTA4NlwiLFwiSXNJbXBvcnRlZFwiOmZhbHNlLFwiQ2hpbGRyZW5cIjpbXX0se1wiJGlkXCI6XCI4MzlcIixcIkltcG9ydElkXCI6XCIxMDg3XCIsXCJJc0ltcG9ydGVkXCI6ZmFsc2UsXCJDaGlsZHJlblwiOlt7XCIkaWRcIjpcIjg0MFwiLFwiSW1wb3J0SWRcIjpcIjEwODhcIixcIklzSW1wb3J0ZWRcIjpmYWxzZSxcIkNoaWxkcmVuXCI6W3tcIiRpZFwiOlwiODQxXCIsXCJJbXBvcnRJZFwiOlwiMTA4OVwiLFwiSXNJbXBvcnRlZFwiOmZhbHNlLFwiQ2hpbGRyZW5cIjpbXX0se1wiJGlkXCI6XCI4NDJcIixcIkltcG9ydElkXCI6XCIxMDkwXCIsXCJJc0ltcG9ydGVkXCI6ZmFsc2UsXCJDaGlsZHJlblwiOltdfSx7XCIkaWRcIjpcIjg0M1wiLFwiSW1wb3J0SWRcIjpcIjEwOTFcIixcIklzSW1wb3J0ZWRcIjpmYWxzZSxcIkNoaWxkcmVuXCI6W119LHtcIiRpZFwiOlwiODQ0XCIsXCJJbXBvcnRJZFwiOlwiMTA5MlwiLFwiSXNJbXBvcnRlZFwiOmZhbHNlLFwiQ2hpbGRyZW5cIjpbXX0se1wiJGlkXCI6XCI4NDVcIixcIkltcG9ydElkXCI6XCIxMDkzXCIsXCJJc0ltcG9ydGVkXCI6ZmFsc2UsXCJDaGlsZHJlblwiOltdfV19LHtcIiRpZFwiOlwiODQ2XCIsXCJJbXBvcnRJZFwiOlwiMTA5NFwiLFwiSXNJbXBvcnRlZFwiOmZhbHNlLFwiQ2hpbGRyZW5cIjpbe1wiJGlkXCI6XCI4NDdcIixcIkltcG9ydElkXCI6XCIxMDk1XCIsXCJJc0ltcG9ydGVkXCI6ZmFsc2UsXCJDaGlsZHJlblwiOltdfSx7XCIkaWRcIjpcIjg0OFwiLFwiSW1wb3J0SWRcIjpcIjEwOTZcIixcIklzSW1wb3J0ZWRcIjpmYWxzZSxcIkNoaWxkcmVuXCI6W119LHtcIiRpZFwiOlwiODQ5XCIsXCJJbXBvcnRJZFwiOlwiMTA5N1wiLFwiSXNJbXBvcnRlZFwiOmZhbHNlLFwiQ2hpbGRyZW5cIjpbXX0se1wiJGlkXCI6XCI4NTBcIixcIkltcG9ydElkXCI6XCIxMDk4XCIsXCJJc0ltcG9ydGVkXCI6ZmFsc2UsXCJDaGlsZHJlblwiOltdfSx7XCIkaWRcIjpcIjg1MVwiLFwiSW1wb3J0SWRcIjpcIjEwOTlcIixcIklzSW1wb3J0ZWRcIjpmYWxzZSxcIkNoaWxkcmVuXCI6W119XX1dfSx7XCIkaWRcIjpcIjg1MlwiLFwiSW1wb3J0SWRcIjpcIjExMDBcIixcIklzSW1wb3J0ZWRcIjpmYWxzZSxcIkNoaWxkcmVuXCI6W119LHtcIiRpZFwiOlwiODUzXCIsXCJJbXBvcnRJZFwiOlwiMTEwMVwiLFwiSXNJbXBvcnRlZFwiOmZhbHNlLFwiQ2hpbGRyZW5cIjpbe1wiJGlkXCI6XCI4NTRcIixcIkltcG9ydElkXCI6XCIxMTAyXCIsXCJJc0ltcG9ydGVkXCI6ZmFsc2UsXCJDaGlsZHJlblwiOltdfSx7XCIkaWRcIjpcIjg1NVwiLFwiSW1wb3J0SWRcIjpcIjExMDNcIixcIklzSW1wb3J0ZWRcIjpmYWxzZSxcIkNoaWxkcmVuXCI6W119LHtcIiRpZFwiOlwiODU2XCIsXCJJbXBvcnRJZFwiOlwiMTEwNFwiLFwiSXNJbXBvcnRlZFwiOmZhbHNlLFwiQ2hpbGRyZW5cIjpbXX0se1wiJGlkXCI6XCI4NTdcIixcIkltcG9ydElkXCI6XCIxMTA1XCIsXCJJc0ltcG9ydGVkXCI6ZmFsc2UsXCJDaGlsZHJlblwiOltdfV19LHtcIiRpZFwiOlwiODU4XCIsXCJJbXBvcnRJZFwiOlwiMTEwNlwiLFwiSXNJbXBvcnRlZFwiOmZhbHNlLFwiQ2hpbGRyZW5cIjpbe1wiJGlkXCI6XCI4NTlcIixcIkltcG9ydElkXCI6XCIxMTA3XCIsXCJJc0ltcG9ydGVkXCI6ZmFsc2UsXCJDaGlsZHJlblwiOltdfV19XX1dfV19LHtcIiRpZFwiOlwiODYwXCIsXCJJbXBvcnRJZFwiOlwiMTIwOVwiLFwiSXNJbXBvcnRlZFwiOmZhbHNlLFwiQ2hpbGRyZW5cIjpbe1wiJGlkXCI6XCI4NjFcIixcIkltcG9ydElkXCI6XCIxMjI1XCIsXCJJc0ltcG9ydGVkXCI6ZmFsc2UsXCJDaGlsZHJlblwiOlt7XCIkaWRcIjpcIjg2MlwiLFwiSW1wb3J0SWRcIjpcIjEyMTBcIixcIklzSW1wb3J0ZWRcIjpmYWxzZSxcIkNoaWxkcmVuXCI6W119LHtcIiRpZFwiOlwiODYzXCIsXCJJbXBvcnRJZFwiOlwiMTIxMVwiLFwiSXNJbXBvcnRlZFwiOmZhbHNlLFwiQ2hpbGRyZW5cIjpbXX0se1wiJGlkXCI6XCI4NjRcIixcIkltcG9ydElkXCI6XCIxMjEyXCIsXCJJc0ltcG9ydGVkXCI6ZmFsc2UsXCJDaGlsZHJlblwiOltdfSx7XCIkaWRcIjpcIjg2NVwiLFwiSW1wb3J0SWRcIjpcIjEyMTNcIixcIklzSW1wb3J0ZWRcIjpmYWxzZSxcIkNoaWxkcmVuXCI6W119LHtcIiRpZFwiOlwiODY2XCIsXCJJbXBvcnRJZFwiOlwiMTIxNFwiLFwiSXNJbXBvcnRlZFwiOmZhbHNlLFwiQ2hpbGRyZW5cIjpbXX0se1wiJGlkXCI6XCI4NjdcIixcIkltcG9ydElkXCI6XCIxMjE1XCIsXCJJc0ltcG9ydGVkXCI6ZmFsc2UsXCJDaGlsZHJlblwiOltdfSx7XCIkaWRcIjpcIjg2OFwiLFwiSW1wb3J0SWRcIjpcIjEyMTZcIixcIklzSW1wb3J0ZWRcIjpmYWxzZSxcIkNoaWxkcmVuXCI6W119LHtcIiRpZFwiOlwiODY5XCIsXCJJbXBvcnRJZFwiOlwiMTIxN1wiLFwiSXNJbXBvcnRlZFwiOmZhbHNlLFwiQ2hpbGRyZW5cIjpbXX0se1wiJGlkXCI6XCI4NzBcIixcIkltcG9ydElkXCI6XCIxMjE4XCIsXCJJc0ltcG9ydGVkXCI6ZmFsc2UsXCJDaGlsZHJlblwiOltdfV19LHtcIiRpZFwiOlwiODcxXCIsXCJJbXBvcnRJZFwiOlwiMTIyNlwiLFwiSXNJbXBvcnRlZFwiOmZhbHNlLFwiQ2hpbGRyZW5cIjpbe1wiJGlkXCI6XCI4NzJcIixcIkltcG9ydElkXCI6XCIxMjE5XCIsXCJJc0ltcG9ydGVkXCI6ZmFsc2UsXCJDaGlsZHJlblwiOltdfSx7XCIkaWRcIjpcIjg3M1wiLFwiSW1wb3J0SWRcIjpcIjEyMjBcIixcIklzSW1wb3J0ZWRcIjpmYWxzZSxcIkNoaWxkcmVuXCI6W119LHtcIiRpZFwiOlwiODc0XCIsXCJJbXBvcnRJZFwiOlwiMTIyMVwiLFwiSXNJbXBvcnRlZFwiOmZhbHNlLFwiQ2hpbGRyZW5cIjpbXX0se1wiJGlkXCI6XCI4NzVcIixcIkltcG9ydElkXCI6XCIxMjIyXCIsXCJJc0ltcG9ydGVkXCI6ZmFsc2UsXCJDaGlsZHJlblwiOltdfV19LHtcIiRpZFwiOlwiODc2XCIsXCJJbXBvcnRJZFwiOlwiMTIyN1wiLFwiSXNJbXBvcnRlZFwiOmZhbHNlLFwiQ2hpbGRyZW5cIjpbe1wiJGlkXCI6XCI4NzdcIixcIkltcG9ydElkXCI6XCIxMjIzXCIsXCJJc0ltcG9ydGVkXCI6ZmFsc2UsXCJDaGlsZHJlblwiOltdfSx7XCIkaWRcIjpcIjg3OFwiLFwiSW1wb3J0SWRcIjpcIjEyMjRcIixcIklzSW1wb3J0ZWRcIjpmYWxzZSxcIkNoaWxkcmVuXCI6W119XX1dfV19fSIsIk1zcFN5bmNCeVVpZCI6IlRydWUiLCJSZWNlbnRDb2xvcnNDb2xsZWN0aW9uIjoiW1wiI0ZGNzc3Nzc3XCIsXCIjRkYwMDNCNUNcIl0ifSwiU2V0dGluZ3MiOnsiJGlkIjoiMTA4MSIsIkltcGFPcHRpb25zIjp7IiRpZCI6IjEwODI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IsIkZpbGVQYXRoIjoiRjpcXERpZ2l0YWxcXENXQiBSMS4yIFNjaGVkdWxlIC0gRUZUIGFuZCBDb21tZXJjaWFsX3YyLjAubXBwIiwiVGltZUNvbmZpZ3VyYXRpb24iOnsiJGlkIjoiMTA4MyIsIlVzZVRpbWUiOmZhbHNlLCJXb3JrRGF5U3RhcnQiOiIwODowMDowMCIsIldvcmtEYXlFbmQiOiIxNzowMDowMCJ9LCJMYXN0VXNlZFRlbXBsYXRlSWQiOiJjYzI2Zjg2My0yN2NlLTQ4MGUtYTU4OS1iM2YxMmYyZDZlYjAiLCJGaXJzdFdlZWtPZlllYXIiOjB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CULTUREINFO" val="en-US"/>
  <p:tag name="OTLTIMEBANDSCALETYPE" val="Months"/>
  <p:tag name="OTLTIMEBANDSCALEFORMAT" val="MMM"/>
  <p:tag name="OTLTIMEBANDSHAPETYPE" val="RoundedCornerRectangleTimeband"/>
  <p:tag name="OTLTIMEBANDTHREEDEFFECTS" val="Gel"/>
  <p:tag name="OTLTIMEBANDAUTODATERANGE" val="True"/>
  <p:tag name="OTLTIMEBANDSTARTDATE" val="0001-01-01T00:00:00.0000000"/>
  <p:tag name="OTLTIMEBANDWORKINGDAYS" val="Standard"/>
  <p:tag name="OTLTIMEBANDELAPSEDTIMEEXTENSION" val="False"/>
  <p:tag name="OTLTIMEBANDUSETIME" val="False"/>
  <p:tag name="OTLTIMEBANDTIMECONFIGWORKDAYSTART" val="08:00:00"/>
  <p:tag name="OTLTIMEBANDTIMECONFIGWORKDAYEND" val="17:00:00"/>
  <p:tag name="OTLTIMEBANDAPPENDYEARONYEARCHANGE" val="False"/>
  <p:tag name="OTLTIMEBANDSCALEMARKING" val="Years"/>
  <p:tag name="OTLRIGHTENDCAPSMARGINRIGHT" val="20"/>
  <p:tag name="OTLLEFTENDCAPSMARGINLEFT" val="20"/>
  <p:tag name="OTLTIMEBANDSHAPEPADDINGTOP" val="3"/>
  <p:tag name="OTLTIMEBANDFYSTARTMONTH" val="January"/>
  <p:tag name="OTLTIMEBANDSHOWFYLABEL" val="True"/>
  <p:tag name="OTLTIMEBANDUSESTARTINGOFTHEYEARFORFYNUMBERING" val="True"/>
  <p:tag name="OTLTIMEBANDENDDATE" val="2023-03-17T17:00:00.0000000Z"/>
  <p:tag name="OTLMARKERSHAPE" val="OTL"/>
  <p:tag name="OTLTIMEBANDQUICKPOSITION" val="Custo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Hide"/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ODAYPOSITION" val="Hide"/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MARKERSHAPE" val="OTL"/>
  <p:tag name="OTLSTARTDATE" val="2022-08-12T08:00:00.0000000Z"/>
  <p:tag name="OTLENDDATE" val="2022-08-18T17:00:00.0000000Z"/>
  <p:tag name="OTLSPACING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MARKERSHAPE" val="OTL"/>
  <p:tag name="OTLSTARTDATE" val="2022-09-19T08:00:00.0000000Z"/>
  <p:tag name="OTLENDDATE" val="2022-09-23T17:00:00.0000000Z"/>
  <p:tag name="OTLSPACING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MARKERSHAPE" val="OTL"/>
  <p:tag name="OTLSTARTDATE" val="2022-07-20T08:00:00.0000000Z"/>
  <p:tag name="OTLENDDATE" val="2022-08-22T17:00:00.0000000Z"/>
  <p:tag name="OTLSPACING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MARKERSHAPE" val="OTL"/>
  <p:tag name="OTLSTARTDATE" val="2022-04-25T08:00:00.0000000Z"/>
  <p:tag name="OTLENDDATE" val="2022-05-13T17:00:00.0000000Z"/>
  <p:tag name="OTLSPACING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MARKERSHAPE" val="OTL"/>
  <p:tag name="OTLSTARTDATE" val="2022-05-23T08:00:00.0000000"/>
  <p:tag name="OTLENDDATE" val="2022-07-01T17:00:00.0000000Z"/>
  <p:tag name="OTLSPACING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STARTDATE" val="2022-09-05T08:00:00.0000000Z"/>
  <p:tag name="OTLENDDATE" val="2022-09-16T17:00:00.0000000Z"/>
  <p:tag name="OTLSPACING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STARTDATE" val="2022-10-17T08:00:00.0000000Z"/>
  <p:tag name="OTLENDDATE" val="2022-10-21T17:00:00.0000000Z"/>
  <p:tag name="OTLSPACING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STARTDATE" val="2022-08-22T08:00:00.0000000Z"/>
  <p:tag name="OTLENDDATE" val="2022-09-02T17:00:00.0000000Z"/>
  <p:tag name="OTLSPACING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HAPETHICKNESSTYPE" val="Thin"/>
  <p:tag name="OTLSTARTDATE" val="2022-09-26T08:00:00.0000000Z"/>
  <p:tag name="OTLENDDATE" val="2022-09-30T17:00:00.0000000Z"/>
  <p:tag name="OTLSPACING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8-16T08:00:00.0000000Z"/>
  <p:tag name="OTLENDDATE" val="2022-08-19T17:00:00.0000000Z"/>
  <p:tag name="OTLDURATIONFORMAT" val="day"/>
  <p:tag name="OTLSHAPETHICKNESSTYPE" val="Thin"/>
  <p:tag name="OTLSPACING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8-19T08:00:00.0000000Z"/>
  <p:tag name="OTLENDDATE" val="2022-09-08T17:00:00.0000000Z"/>
  <p:tag name="OTLDURATIONFORMAT" val="day"/>
  <p:tag name="OTLSHAPETHICKNESSTYPE" val="Thin"/>
  <p:tag name="OTLSPACING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10-03T08:00:00.0000000Z"/>
  <p:tag name="OTLENDDATE" val="2022-10-07T17:00:00.0000000Z"/>
  <p:tag name="OTLDURATIONFORMAT" val="day"/>
  <p:tag name="OTLSHAPETHICKNESSTYPE" val="Thin"/>
  <p:tag name="OTLSPACING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10-03T08:00:00.0000000Z"/>
  <p:tag name="OTLENDDATE" val="2022-10-14T17:00:00.0000000Z"/>
  <p:tag name="OTLDURATIONFORMAT" val="day"/>
  <p:tag name="OTLSHAPETHICKNESSTYPE" val="Thin"/>
  <p:tag name="OTLSPACING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10-10T08:00:00.0000000Z"/>
  <p:tag name="OTLENDDATE" val="2022-10-14T17:00:00.0000000Z"/>
  <p:tag name="OTLDURATIONFORMAT" val="day"/>
  <p:tag name="OTLSHAPETHICKNESSTYPE" val="Thin"/>
  <p:tag name="OTLSPACING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10-17T08:00:00.0000000Z"/>
  <p:tag name="OTLENDDATE" val="2022-10-18T17:00:00.0000000Z"/>
  <p:tag name="OTLDURATIONFORMAT" val="day"/>
  <p:tag name="OTLSHAPETHICKNESSTYPE" val="Thin"/>
  <p:tag name="OTLSPACING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TITLE" val="VCOO Go-Live (TBC)"/>
  <p:tag name="OTLMARKERSHAPE" val="OTL"/>
  <p:tag name="OTLDATE" val="2022-10-24T17:00:00.000000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R1.1 Go-Live"/>
  <p:tag name="OTLPOSITIONONTASK" val="None"/>
  <p:tag name="OTLRELATEDTASKID" val="00000000-0000-0000-0000-000000000000"/>
  <p:tag name="OTLMARKERSHAPE" val="OTL"/>
  <p:tag name="OTLDATE" val="2022-07-28T17:00:00.000000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HF Build 1"/>
  <p:tag name="OTLDATE" val="2022-07-01T17:00:00.0000000"/>
  <p:tag name="OTLPOSITIONONTASK" val="None"/>
  <p:tag name="OTLRELATEDTASKID" val="00000000-0000-0000-0000-00000000000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HF Build 2"/>
  <p:tag name="OTLDATE" val="2022-07-08T17:00:00.0000000"/>
  <p:tag name="OTLPOSITIONONTASK" val="None"/>
  <p:tag name="OTLRELATEDTASKID" val="00000000-0000-0000-0000-00000000000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ATE" val="2022-07-15T17:00:00.0000000"/>
  <p:tag name="OTLPOSITIONONTASK" val="None"/>
  <p:tag name="OTLRELATEDTASKID" val="00000000-0000-0000-0000-000000000000"/>
  <p:tag name="OTLMTITLE" val="HF Build 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Go No Go Decision"/>
  <p:tag name="OTLDATE" val="2022-10-17T17:00:00.0000000"/>
  <p:tag name="OTLPOSITIONONTASK" val="None"/>
  <p:tag name="OTLRELATEDTASKID" val="00000000-0000-0000-0000-00000000000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COO/Hotfix Build"/>
  <p:tag name="OTLDATE" val="2022-08-02T17:00:00.0000000"/>
  <p:tag name="OTLPOSITIONONTASK" val="None"/>
  <p:tag name="OTLRELATEDTASKID" val="00000000-0000-0000-0000-00000000000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COO/Hotfix Build"/>
  <p:tag name="OTLDATE" val="2022-08-11T17:00:00.0000000"/>
  <p:tag name="OTLPOSITIONONTASK" val="None"/>
  <p:tag name="OTLRELATEDTASKID" val="00000000-0000-0000-0000-00000000000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COO/Hotfix Build"/>
  <p:tag name="OTLDATE" val="2022-08-18T17:00:00.0000000"/>
  <p:tag name="OTLPOSITIONONTASK" val="None"/>
  <p:tag name="OTLRELATEDTASKID" val="00000000-0000-0000-0000-00000000000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COO Demo"/>
  <p:tag name="OTLDATE" val="2022-08-09T17:00:00.0000000"/>
  <p:tag name="OTLPOSITIONONTASK" val="None"/>
  <p:tag name="OTLRELATEDTASKID" val="00000000-0000-0000-0000-00000000000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COO/Hotfix Build (TBC)"/>
  <p:tag name="OTLPOSITIONONTASK" val="None"/>
  <p:tag name="OTLRELATEDTASKID" val="00000000-0000-0000-0000-000000000000"/>
  <p:tag name="OTLDATE" val="2022-08-25T17:00:00.000000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MuMiIsIk9yaWdpbmFsQXNzZW1ibHlWZXJzaW9uIjpudWxsLCJFZGl0aW9uIjoiUHJvIiwiSXNQbHVzRWRpdGlvbiI6dHJ1ZSwiSXNQcm9FZGl0aW9uIjp0cnVlfSwiRWZmZWN0IjoxLCJTdHlsZSI6eyIkaWQiOiIzIiwiVGltZWJhbmRTdHlsZSI6eyIkaWQiOiI0IiwiU2NhbGVNYXJraW5nIjoxLCJTaGFwZSI6MTAsIlNoYXBlU3R5bGUiOnsiJGlkIjoiNSIsIk1hcmdpbiI6eyIkaWQiOiI2IiwiVG9wIjowLCJMZWZ0IjoxMCwiUmlnaHQiOjEwLCJCb3R0b20iOjB9LCJQYWRkaW5nIjp7IiRpZCI6IjciLCJUb3AiOjMsIkxlZnQiOjAsIlJpZ2h0IjowLCJCb3R0b20iOjN9LCJCYWNrZ3JvdW5kIjp7IiRpZCI6IjgiLCJDb2xvciI6eyIkaWQiOiI5IiwiQSI6MjU1LCJSIjo2OCwiRyI6ODQsIkIiOjEwNn19LCJJc1Zpc2libGUiOnRydWUsIldpZHRoIjo4NTguMCwiSGVpZ2h0Ijoy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g5LCJSIjowLCJHIjowLCJCIjowfX0sIklzVmlzaWJsZSI6dHJ1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1IiwiVG9wIjowLCJMZWZ0IjoyMCwiUmlnaHQiOjAsIkJvdHRvbSI6MH0sIlBhZGRpbmciOnsiJGlkIjoiMjYiLCJUb3AiOjAsIkxlZnQiOjAsIlJpZ2h0IjowLCJCb3R0b20iOjB9LCJCYWNrZ3JvdW5kIjp7IiRpZCI6IjI3IiwiQ29sb3IiOnsiJHJlZiI6IjIwIn19LCJJc1Zpc2libGUiOmZhbHNlLCJXaWR0aCI6MC4wLCJIZWlnaHQiOjAuMCwiQm9yZGVyU3R5bGUiOm51bGwsIlBhcmVudFN0eWxlIjpudWxsfSwiVG9kYXlUZXh0U3R5bGUiOnsiJGlkIjoiMjgiLCJGb250U2V0dGluZ3MiOnsiJGlkIjoiMjkiLCJGb250U2l6ZSI6MTI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yIiwiVG9wIjowLCJMZWZ0IjowLCJSaWdodCI6MCwiQm90dG9tIjowfSwiUGFkZGluZyI6eyIkaWQiOiIzMyIsIlRvcCI6MCwiTGVmdCI6MCwiUmlnaHQiOjAsIkJvdHRvbSI6MH0sIkJhY2tncm91bmQiOnsiJGlkIjoiMzQiLCJDb2xvciI6eyIkcmVmIjoiMjAifX0sIklzVmlzaWJsZSI6ZmFsc2UsIldpZHRoIjowLjAsIkhlaWdodCI6MC4wLCJCb3JkZXJTdHlsZSI6bnVsbCwiUGFyZW50U3R5bGUiOm51bGx9LCJUb2RheU1hcmtlclN0eWxlIjp7IiRpZCI6IjM1IiwiTWFyZ2luIjp7IiRpZCI6IjM2IiwiVG9wIjowLCJMZWZ0IjowLCJSaWdodCI6MCwiQm90dG9tIjowfSwiUGFkZGluZyI6eyIkaWQiOiIzNyIsIlRvcCI6MCwiTGVmdCI6MCwiUmlnaHQiOjAsIkJvdHRvbSI6MH0sIkJhY2tncm91bmQiOnsiJGlkIjoiMzgiLCJDb2xvciI6eyIkaWQiOiIzOSIsIkEiOjI1NSwiUiI6MjU1LCJHIjowLCJCIjowfX0sIklzVmlzaWJsZSI6dHJ1ZSwiV2lkdGgiOjAuMCwiSGVpZ2h0IjowLjAsIkJvcmRlclN0eWxlIjpudWxsLCJQYXJlbnRTdHlsZSI6bnVsbH0sIlNjYWxlU3R5bGUiOnsiJGlkIjoiNDAiLCJTaG93U2VnbWVudFNlcGFyYXRvcnMiOmZhbHN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iLCJUb3AiOjAsIkxlZnQiOjUsIlJpZ2h0IjowLCJCb3R0b20iOjB9LCJQYWRkaW5nIjp7IiRpZCI6IjQ1IiwiVG9wIjowLCJMZWZ0IjowLCJSaWdodCI6MCwiQm90dG9tIjowfSwiQmFja2dyb3VuZCI6eyIkaWQiOiI0NiIsIkNvbG9yIjp7IiRyZWYiOiIyMCJ9fSwiSXNWaXNpYmxlIjp0cnVlLCJXaWR0aCI6MC4wLCJIZWlnaHQiOjAuMCwiQm9yZGVyU3R5bGUiOm51bGwsIlBhcmVudFN0eWxlIjpudWxsfSwiRWxhcHNlZFRpbWVCYWNrZ3JvdW5kIjp7IiRpZCI6IjQ3IiwiQ29sb3IiOnsiJGlkIjoiNDgiLCJBIjoxOTEsIlIiOjI1NSwiRyI6MCwiQiI6MH19LCJBcHBlbmRZZWFyT25ZZWFyQ2hhbmdlIjpmYWxzZSwiRWxhcHNlZFRpbWVGb3JtYXQiOjAsIlRvZGF5TWFya2VyUG9zaXRpb24iOjAsIlF1aWNrUG9zaXRpb24iOjMsIkFic29sdXRlUG9zaXRpb24iOjQ5OS4wLCJNYXJnaW4iOnsiJGlkIjoiNDkiLCJUb3AiOjAsIkxlZnQiOjEwLCJSaWdodCI6MTAsIkJvdHRvbSI6MH0sIlBhZGRpbmciOnsiJGlkIjoiNTAiLCJUb3AiOjAsIkxlZnQiOjAsIlJpZ2h0IjowLCJCb3R0b20iOjB9LCJCYWNrZ3JvdW5kIjp7IiRpZCI6IjUxIiwiQ29sb3IiOnsiJGlkIjoiNTIiLCJBIjoyNTUsIlIiOjQ3LCJHIjo1NCwiQiI6MTUzfX0sIklzVmlzaWJsZSI6dHJ1ZSwiV2lkdGgiOjAuMCwiSGVpZ2h0IjowLjAsIkJvcmRlclN0eWxlIjpudWxsLCJQYXJlbnRTdHlsZSI6bnVsbH0sIkRlZmF1bHRNaWxlc3RvbmVTdHlsZSI6eyIkaWQiOiI1MyIsIlNoYXBlIjoyLCJDb25uZWN0b3JNYXJnaW4iOnsiJGlkIjoiNTQiLCJUb3AiOjAsIkxlZnQiOjIsIlJpZ2h0IjoyLCJCb3R0b20iOjB9LCJDb25uZWN0b3JTdHlsZSI6eyIkaWQiOiI1NSIsIkxpbmVDb2xvciI6eyIkaWQiOiI1NiIsIiR0eXBlIjoiTkxSRS5Db21tb24uRG9tLlNvbGlkQ29sb3JCcnVzaCwgTkxSRS5Db21tb24iLCJDb2xvciI6eyIkaWQiOiI1NyIsIkEiOjEyNywiUiI6NzksIkciOjEyOSwiQiI6MTg5fX0sIkxpbmVXZWlnaHQiOjEuMCwiTGluZVR5cGUiOjAsIlBhcmVudFN0eWxlIjpudWxsfSwiSXNCZWxvd1RpbWViYW5kIjpmYWxzZSwiUG9zaXRpb25PblRhc2siOjAsIkhpZGVEYXRlIjpmYWxzZSwiU2hhcGVTaXplIjoxLCJTcGFjaW5nIjoy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CwiRyI6MTE0LCJCIjoxODh9fSwiSXNWaXNpYmxlIjp0cnVlLCJXaWR0aCI6MTMuMCwiSGVpZ2h0IjoxMy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dHJ1ZSwiV2lkdGgiOjAuMCwiSGVpZ2h0IjowLjAsIkJvcmRlclN0eWxlIjpudWxsLCJQYXJlbnRTdHlsZSI6bnVsbH0sIkRhdGVGb3JtYXQiOnsiJGlkIjoi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IiLCJGb3JtYXQiOjAsIklzVmlzaWJsZSI6ZmFsc2UsIkxhc3RLbm93blZpc2liaWxpdHlTdGF0ZSI6ZmFsc2V9LCJJc1Zpc2libGUiOnRydWUsIlBhcmVudFN0eWxlIjpudWxsfSwiRGVmYXVsdFRhc2tTdHlsZSI6eyIkaWQiOiI4MyIsIlNoYXBlIjoxLCJTaGFwZVRoaWNrbmVzcyI6MCwiRHVyYXRpb25Gb3JtYXQiOjAsIkluY2x1ZGVOb25Xb3JraW5nRGF5c0luRHVyYXRpb24iOmZhbHNlLCJQZXJjZW50YWdlQ29tcGxl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M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w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yLCJTcGFjaW5nIjozLCJJc0JlbG93VGltZWJhbmQiOmZhbHNlLCJQZXJjZW50YWdlQ29tcGxldGVTaGFwZU9wYWNpdHkiOjM1LCJTaGFwZVN0eWxlIjp7IiRpZCI6IjEwNCIsIk1hcmdpbiI6eyIkaWQiOiIxMDUiLCJUb3AiOjAsIkxlZnQiOjQsIlJpZ2h0Ijo0LCJCb3R0b20iOjB9LCJQYWRkaW5nIjp7IiRpZCI6IjEwNiIsIlRvcCI6MCwiTGVmdCI6MCwiUmlnaHQiOjAsIkJvdHRvbSI6MH0sIkJhY2tncm91bmQiOnsiJGlkIjoiMTA3IiwiQ29sb3IiOnsiJGlkIjoiMTA4IiwiQSI6MjU1LCJSIjowLCJHIjoxMTQsIkIiOjE4OH19LCJJc1Zpc2libGUiOnRydWUsIldpZHRoIjowLjAsIkhlaWdodCI6MTAuMCwiQm9yZGVyU3R5bGUiOnsiJGlkIjoiMTA5IiwiTGluZUNvbG9yIjp7IiRpZCI6IjExMCIsIiR0eXBlIjoiTkxSRS5Db21tb24uRG9tLlNvbGlkQ29sb3JCcnVzaCwgTkxSRS5Db21tb24iLCJDb2xvciI6eyIkaWQiOiIxMTEiLCJBIjoyNTUsIlIiOjI1NSwiRyI6MCwiQiI6MH19LCJMaW5lV2VpZ2h0IjowLjAsIkxpbmVUeXBlIjowLCJQYXJlbnRTdHlsZSI6bnVsbH0sIlBhcmVudFN0eWxlIjpudWxsfSwiVGl0bGVTdHlsZSI6eyIkaWQiOiIxMTIiLCJGb250U2V0dGluZ3MiOnsiJGlkIjoiMTEzIiwiRm9udFNpemUiOjExLCJGb250TmFtZSI6IkNhbGlicmkiLCJJc0JvbGQiOnRydWUsIklzSXRhbGljIjpmYWxzZSwiSXNVbmRlcmxpbmVkIjpmYWxzZSwiUGFyZW50U3R5bGUiOm51bGx9LCJBdXRvU2l6ZSI6MCwiRm9yZWdyb3VuZCI6eyIkaWQiOiIxMTQiLCJDb2xvciI6eyIkaWQiOiIxMTU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2IiwiVG9wIjowLCJMZWZ0IjowLCJSaWdodCI6MCwiQm90dG9tIjowfSwiUGFkZGluZyI6eyIkaWQiOiIxMTciLCJUb3AiOjAsIkxlZnQiOjAsIlJpZ2h0IjowLCJCb3R0b20iOjB9LCJCYWNrZ3JvdW5kIjp7IiRpZCI6IjExOCIsIkNvbG9yIjp7IiRyZWYiOiIyMCJ9fSwiSXNWaXNpYmxlIjp0cnVlLCJXaWR0aCI6MC4wLCJIZWlnaHQiOjAuMCwiQm9yZGVyU3R5bGUiOm51bGwsIlBhcmVudFN0eWxlIjpudWxsfSwiRGF0ZVN0eWxlIjp7IiRpZCI6IjExOSIsIkZvbnRTZXR0aW5ncyI6eyIkaWQiOiIxMjAiLCJGb250U2l6ZSI6MTAsIkZvbnROYW1lIjoiQ2FsaWJyaSIsIklzQm9sZCI6ZmFsc2UsIklzSXRhbGljIjpmYWxzZSwiSXNVbmRlcmxpbmVkIjpmYWxzZSwiUGFyZW50U3R5bGUiOm51bGx9LCJBdXRvU2l6ZSI6MCwiRm9yZWdyb3VuZCI6eyIkaWQiOiIxMjEiLCJDb2xvciI6eyIkaWQiOiIxMj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yMyIsIlRvcCI6MCwiTGVmdCI6MCwiUmlnaHQiOjAsIkJvdHRvbSI6MH0sIlBhZGRpbmciOnsiJGlkIjoiMTI0IiwiVG9wIjowLCJMZWZ0IjowLCJSaWdodCI6MCwiQm90dG9tIjowfSwiQmFja2dyb3VuZCI6eyIkaWQiOiIxMjUiLCJDb2xvciI6eyIkcmVmIjoiMjAifX0sIklzVmlzaWJsZSI6dHJ1ZSwiV2lkdGgiOjAuMCwiSGVpZ2h0IjowLjAsIkJvcmRlclN0eWxlIjpudWxsLCJQYXJlbnRTdHlsZSI6bnVsbH0sIkRhdGVGb3JtYXQiOnsiJGlkIjoiMTI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yIsIkZvcm1hdCI6MCwiSXNWaXNpYmxlIjpmYWxzZSwiTGFzdEtub3duVmlzaWJpbGl0eVN0YXRlIjpmYWxzZX0sIklzVmlzaWJsZSI6dHJ1ZSwiUGFyZW50U3R5bGUiOm51bGwsIl9leHBsaWNpdGx5U2V0Ijp7IiRpZCI6IjEyO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MTI5IiwiR3JpZGxpbmVTdHlsZSI6eyIkaWQiOiIxMzAiLCJMaW5lQ29sb3IiOnsiJGlkIjoiMTMxIiwiJHR5cGUiOiJOTFJFLkNvbW1vbi5Eb20uU29saWRDb2xvckJydXNoLCBOTFJFLkNvbW1vbiIsIkNvbG9yIjp7IiRpZCI6IjEzMiIsIkEiOjM4LCJSIjo5MSwiRyI6MTU1LCJCIjoyMTN9fSwiTGluZVdlaWdodCI6MS4wLCJMaW5lVHlwZSI6MCwiUGFyZW50U3R5bGUiOm51bGx9LCJNYXJnaW4iOnsiJGlkIjoiMTMzIiwiVG9wIjowLCJMZWZ0IjowLCJSaWdodCI6MCwiQm90dG9tIjowfSwiUGFkZGluZyI6eyIkaWQiOiIxMzQiLCJUb3AiOjAsIkxlZnQiOjAsIlJpZ2h0IjowLCJCb3R0b20iOjB9LCJCYWNrZ3JvdW5kIjpudWxsLCJJc1Zpc2libGUiOnRydWUsIldpZHRoIjowLjAsIkhlaWdodCI6MC4wLCJCb3JkZXJTdHlsZSI6eyIkaWQiOiIxMzUiLCJMaW5lQ29sb3IiOm51bGwsIkxpbmVXZWlnaHQiOjAuMCwiTGluZVR5cGUiOjAsIlBhcmVudFN0eWxlIjpudWxsfSwiUGFyZW50U3R5bGUiOm51bGx9LCJTaG93RWxhcHNlZFRpbWVHcmFkaWVudFN0eWxlIjpmYWxzZSwiRGVmYXVsdFN3aW1sYW5lU3R5bGUiOnsiJGlkIjoiMTM2IiwiSGVhZGVyU3R5bGUiOnsiJGlkIjoiMTM3IiwiVGV4dFN0eWxlIjp7IiRpZCI6IjEzOCIsIkZvbnRTZXR0aW5ncyI6eyIkaWQiOiIxMzkiLCJGb250U2l6ZSI6MTIsIkZvbnROYW1lIjoiQ2FsaWJyaSIsIklzQm9sZCI6ZmFsc2UsIklzSXRhbGljIjpmYWxzZSwiSXNVbmRlcmxpbmVkIjpmYWxzZSwiUGFyZW50U3R5bGUiOm51bGx9LCJBdXRvU2l6ZSI6MCwiRm9yZWdyb3VuZCI6eyIkaWQiOiIxNDAiLCJDb2xvciI6eyIkaWQiOiIxNDEiLCJBIjoyNTUsIlIiOjMyLCJHIjo1NiwiQiI6MTAwfX0sIk1heFdpZHRoIjowLjAsIk1heEhlaWdodCI6MC4wLCJTbWFydEZvcmVncm91bmRJc0FjdGl2ZSI6ZmFsc2UsIkhvcml6b250YWxBbGlnbm1lbnQiOjAsIlZlcnRpY2FsQWxpZ25tZW50IjowLCJTbWFydEZvcmVncm91bmQiOm51bGwsIkJhY2tncm91bmRGaWxsVHlwZSI6MCwiTWFyZ2luIjp7IiRpZCI6IjE0MiIsIlRvcCI6MCwiTGVmdCI6MCwiUmlnaHQiOjAsIkJvdHRvbSI6MH0sIlBhZGRpbmciOnsiJGlkIjoiMTQzIiwiVG9wIjowLCJMZWZ0IjowLCJSaWdodCI6MCwiQm90dG9tIjowfSwiQmFja2dyb3VuZCI6bnVsbCwiSXNWaXNpYmxlIjpmYWxzZSwiV2lkdGgiOjAuMCwiSGVpZ2h0IjowLjAsIkJvcmRlclN0eWxlIjpudWxsLCJQYXJlbnRTdHlsZSI6bnVsbH0sIlJlY3RhbmdsZVN0eWxlIjp7IiRpZCI6IjE0NCIsIk1hcmdpbiI6eyIkaWQiOiIxNDUiLCJUb3AiOjAsIkxlZnQiOjAsIlJpZ2h0IjowLCJCb3R0b20iOjB9LCJQYWRkaW5nIjp7IiRpZCI6IjE0NiIsIlRvcCI6MCwiTGVmdCI6MCwiUmlnaHQiOjAsIkJvdHRvbSI6MH0sIkJhY2tncm91bmQiOnsiJGlkIjoiMTQ3IiwiQ29sb3IiOnsiJGlkIjoiMTQ4IiwiQSI6MTI3LCJSIjo5MSwiRyI6MTU1LCJCIjoyMTN9fSwiSXNWaXNpYmxlIjpmYWxzZSwiV2lkdGgiOjAuMCwiSGVpZ2h0IjowLjAsIkJvcmRlclN0eWxlIjp7IiRpZCI6IjE0OSIsIkxpbmVDb2xvciI6eyIkaWQiOiIxNTAiLCIkdHlwZSI6Ik5MUkUuQ29tbW9uLkRvbS5Tb2xpZENvbG9yQnJ1c2gsIE5MUkUuQ29tbW9uIiwiQ29sb3IiOnsiJGlkIjoiMTUxIiwiQSI6MjU1LCJSIjoyNTUsIkciOjAsIkIiOjB9fSwiTGluZVdlaWdodCI6MC4wLCJMaW5lVHlwZSI6MCwiUGFyZW50U3R5bGUiOm51bGx9LCJQYXJlbnRTdHlsZSI6bnVsbH0sIk1hcmdpbiI6eyIkaWQiOiIxNTIiLCJUb3AiOjAsIkxlZnQiOjAsIlJpZ2h0IjowLCJCb3R0b20iOjB9LCJQYWRkaW5nIjp7IiRpZCI6IjE1MyIsIlRvcCI6MCwiTGVmdCI6MCwiUmlnaHQiOjAsIkJvdHRvbSI6MH0sIkJhY2tncm91bmQiOm51bGwsIklzVmlzaWJsZSI6dHJ1ZSwiV2lkdGgiOjAuMCwiSGVpZ2h0IjowLjAsIkJvcmRlclN0eWxlIjpudWxsLCJQYXJlbnRTdHlsZSI6bnVsbH0sIkJhY2tncm91bmRTdHlsZSI6eyIkaWQiOiIxNTQiLCJNYXJnaW4iOnsiJGlkIjoiMTU1IiwiVG9wIjowLCJMZWZ0IjowLCJSaWdodCI6MCwiQm90dG9tIjowfSwiUGFkZGluZyI6eyIkaWQiOiIxNTYiLCJUb3AiOjAsIkxlZnQiOjAsIlJpZ2h0IjowLCJCb3R0b20iOjB9LCJCYWNrZ3JvdW5kIjp7IiRpZCI6IjE1NyIsIkNvbG9yIjp7IiRpZCI6IjE1OCIsIkEiOjM4LCJSIjo5MSwiRyI6MTU1LCJCIjoyMTN9fSwiSXNWaXNpYmxlIjp0cnVlLCJXaWR0aCI6MC4wLCJIZWlnaHQiOjAuMCwiQm9yZGVyU3R5bGUiOnsiJGlkIjoiMTU5IiwiTGluZUNvbG9yIjp7IiRpZCI6IjE2MCIsIiR0eXBlIjoiTkxSRS5Db21tb24uRG9tLlNvbGlkQ29sb3JCcnVzaCwgTkxSRS5Db21tb24iLCJDb2xvciI6eyIkaWQiOiIxNjEiLCJBIjoyNTUsIlIiOjI1NSwiRyI6MCwiQiI6MH19LCJMaW5lV2VpZ2h0IjowLjAsIkxpbmVUeXBlIjowLCJQYXJlbnRTdHlsZSI6bnVsbH0sIlBhcmVudFN0eWxlIjpudWxsfSwiSXNBYm92ZVRpbWViYW5kIjpmYWxzZSwiTWFyZ2luIjp7IiRpZCI6IjE2MiIsIlRvcCI6MCwiTGVmdCI6MCwiUmlnaHQiOjAsIkJvdHRvbSI6MH0sIlBhZGRpbmciOnsiJGlkIjoiMTYzIiwiVG9wIjowLCJMZWZ0IjowLCJSaWdodCI6MCwiQm90dG9tIjowfSwiSXNWaXNpYmxlIjp0cnVlLCJXaWR0aCI6MC4wLCJIZWlnaHQiOjAuMCwiQm9yZGVyU3R5bGUiOm51bGwsIlBhcmVudFN0eWxlIjpudWxsfX0sIlNjYWxlIjp7IiRpZCI6IjE2NCIsIlN0YXJ0RGF0ZSI6IjAwMDEtMDEtMDFUMDA6MDA6MDAiLCJFbmREYXRlIjoiMjAyMi0xMi0wOVQxNzowMDowMCIsIkZvcm1hdCI6Ik1NTSIsIlR5cGUiOjIsIkF1dG9EYXRlUmFuZ2UiOnRydWUsIldvcmtpbmdEYXlzIjozMSwiRmlzY2FsWWVhciI6eyIkaWQiOiIxNjUiLCJTdGFydE1vbnRoIjoxLCJVc2VTdGFydGluZ1llYXJGb3JOdW1iZXJpbmciOnRydWUsIlNob3dGaXNjYWxZZWFyTGFiZWwiOnRydWV9LCJUb2RheU1hcmtlclRleHQiOiJUb2RheSIsIkF1dG9TY2FsZVR5cGUiOnRydWV9LCJNaWxlc3RvbmVzIjpbeyIkaWQiOiIxNjYiLCJEYXRlIjoiMjAyMi0wNS0yNFQwODowMDowMCIsIlN0eWxlIjp7IiRpZCI6IjE2NyIsIlNoYXBlIjoyLCJDb25uZWN0b3JNYXJnaW4iOnsiJHJlZiI6IjU0In0sIkNvbm5lY3RvclN0eWxlIjp7IiRpZCI6IjE2OCIsIkxpbmVDb2xvciI6eyIkcmVmIjoiNTYifSwiTGluZVdlaWdodCI6MS4wLCJMaW5lVHlwZSI6MCwiUGFyZW50U3R5bGUiOm51bGx9LCJJc0JlbG93VGltZWJhbmQiOmZhbHNlLCJQb3NpdGlvbk9uVGFzayI6MCwiSGlkZURhdGUiOmZhbHNlLCJTaGFwZVNpemUiOjEsIlNwYWNpbmciOjIuMCwiUGFkZGluZyI6eyIkcmVmIjoiNTgifSwiU2hhcGVTdHlsZSI6eyIkaWQiOiIxNjkiLCJNYXJnaW4iOnsiJHJlZiI6IjYwIn0sIlBhZGRpbmciOnsiJHJlZiI6IjYxIn0sIkJhY2tncm91bmQiOnsiJGlkIjoiMTcwIiwiQ29sb3IiOnsiJGlkIjoiMTcxIiwiQSI6MjU1LCJSIjoxMTksIkciOjExOSwiQiI6MTE5fX0sIklzVmlzaWJsZSI6dHJ1ZSwiV2lkdGgiOjEzLjAsIkhlaWdodCI6MTMuMCwiQm9yZGVyU3R5bGUiOnsiJGlkIjoiMTcyIiwiTGluZUNvbG9yIjp7IiRyZWYiOiI2NSJ9LCJMaW5lV2VpZ2h0IjowLjAsIkxpbmVUeXBlIjowLCJQYXJlbnRTdHlsZSI6bnVsbH0sIlBhcmVudFN0eWxlIjpudWxsfSwiVGl0bGVTdHlsZSI6eyIkaWQiOiIxNzMiLCJGb250U2V0dGluZ3MiOnsiJGlkIjoiMTc0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CwiVmVydGljYWxBbGlnbm1lbnQiOjAsIlNtYXJ0Rm9yZWdyb3VuZCI6bnVsbCwiQmFja2dyb3VuZEZpbGxUeXBlIjowLCJNYXJnaW4iOnsiJHJlZiI6IjcxIn0sIlBhZGRpbmciOnsiJHJlZiI6IjcyIn0sIkJhY2tncm91bmQiOnsiJHJlZiI6IjczIn0sIklzVmlzaWJsZSI6dHJ1ZSwiV2lkdGgiOjAuMCwiSGVpZ2h0IjowLjAsIkJvcmRlclN0eWxlIjp7IiRpZCI6IjE3NSIsIkxpbmVDb2xvciI6bnVsbCwiTGluZVdlaWdodCI6MC4wLCJMaW5lVHlwZSI6MCwiUGFyZW50U3R5bGUiOm51bGx9LCJQYXJlbnRTdHlsZSI6bnVsbH0sIkRhdGVTdHlsZSI6eyIkaWQiOiIxNzYiLCJGb250U2V0dGluZ3MiOnsiJGlkIjoiMTc3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xNzgiLCJMaW5lQ29sb3IiOm51bGwsIkxpbmVXZWlnaHQiOjAuMCwiTGluZVR5cGUiOjAsIlBhcmVudFN0eWxlIjpudWxsfSwiUGFyZW50U3R5bGUiOm51bGx9LCJEYXRlRm9ybWF0Ijp7IiRyZWYiOiI4MSJ9LCJXZWVrTnVtYmVyaW5nIjp7IiRpZCI6IjE3OSIsIkZvcm1hdCI6MCwiSXNWaXNpYmxlIjpmYWxzZSwiTGFzdEtub3duVmlzaWJpbGl0eVN0YXRlIjpmYWxzZX0sIklzVmlzaWJsZSI6dHJ1ZSwiUGFyZW50U3R5bGUiOm51bGx9LCJJbmRleCI6MiwiUGVyY2VudGFnZUNvbXBsZXRlIjpudWxsLCJQb3NpdGlvbiI6eyJSYXRpbyI6MC4wLCJJc0N1c3RvbSI6ZmFsc2V9LCJEYXRlRm9ybWF0Ijp7IiRyZWYiOiI4MSJ9LCJXZWVrTnVtYmVyaW5nIjp7IiRpZCI6IjE4MCIsIkZvcm1hdCI6MCwiSXNWaXNpYmxlIjpmYWxzZSwiTGFzdEtub3duVmlzaWJpbGl0eVN0YXRlIjpmYWxzZX0sIlJlbGF0ZWRUYXNrSWQiOiIwMDAwMDAwMC0wMDAwLTAwMDAtMDAwMC0wMDAwMDAwMDAwMDAiLCJJZCI6ImU4MzdhYThiLWQyZmQtNDU4OC04NzAwLTJlZTRkYmQ1NDdmMyIsIkltcG9ydElkIjpudWxsLCJUaXRsZSI6IlIxLjEgTWVyZ2VkIHdpdGggQWxlcnRzIiwiTm90ZSI6bnVsbCwiSHlwZXJsaW5rIjp7IiRpZCI6IjE4MSIsIkFkZHJlc3MiOiIiLCJTdWJBZGRyZXNzIjoiIn0sIklzQ2hhbmdlZCI6ZmFsc2UsIklzTmV3IjpmYWxzZX0seyIkaWQiOiIxODIiLCJEYXRlIjoiMjAyMi0wNy0xNVQwODowMDowMCIsIlN0eWxlIjp7IiRpZCI6IjE4MyIsIlNoYXBlIjoyLCJDb25uZWN0b3JNYXJnaW4iOnsiJHJlZiI6IjU0In0sIkNvbm5lY3RvclN0eWxlIjp7IiRpZCI6IjE4NCIsIkxpbmVDb2xvciI6eyIkcmVmIjoiNTYifSwiTGluZVdlaWdodCI6MS4wLCJMaW5lVHlwZSI6MCwiUGFyZW50U3R5bGUiOm51bGx9LCJJc0JlbG93VGltZWJhbmQiOmZhbHNlLCJQb3NpdGlvbk9uVGFzayI6MCwiSGlkZURhdGUiOmZhbHNlLCJTaGFwZVNpemUiOjEsIlNwYWNpbmciOjIuMCwiUGFkZGluZyI6eyIkcmVmIjoiNTgifSwiU2hhcGVTdHlsZSI6eyIkaWQiOiIxODUiLCJNYXJnaW4iOnsiJHJlZiI6IjYwIn0sIlBhZGRpbmciOnsiJHJlZiI6IjYxIn0sIkJhY2tncm91bmQiOnsiJGlkIjoiMTg2IiwiQ29sb3IiOnsiJGlkIjoiMTg3IiwiQSI6MjU1LCJSIjoxMTksIkciOjExOSwiQiI6MTE5fX0sIklzVmlzaWJsZSI6dHJ1ZSwiV2lkdGgiOjEzLjAsIkhlaWdodCI6MTMuMCwiQm9yZGVyU3R5bGUiOnsiJGlkIjoiMTg4IiwiTGluZUNvbG9yIjp7IiRyZWYiOiI2NSJ9LCJMaW5lV2VpZ2h0IjowLjAsIkxpbmVUeXBlIjowLCJQYXJlbnRTdHlsZSI6bnVsbH0sIlBhcmVudFN0eWxlIjpudWxsfSwiVGl0bGVTdHlsZSI6eyIkaWQiOiIxODkiLCJGb250U2V0dGluZ3MiOnsiJGlkIjoiMTkw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CwiVmVydGljYWxBbGlnbm1lbnQiOjAsIlNtYXJ0Rm9yZWdyb3VuZCI6bnVsbCwiQmFja2dyb3VuZEZpbGxUeXBlIjowLCJNYXJnaW4iOnsiJHJlZiI6IjcxIn0sIlBhZGRpbmciOnsiJHJlZiI6IjcyIn0sIkJhY2tncm91bmQiOnsiJHJlZiI6IjczIn0sIklzVmlzaWJsZSI6dHJ1ZSwiV2lkdGgiOjAuMCwiSGVpZ2h0IjowLjAsIkJvcmRlclN0eWxlIjp7IiRpZCI6IjE5MSIsIkxpbmVDb2xvciI6bnVsbCwiTGluZVdlaWdodCI6MC4wLCJMaW5lVHlwZSI6MCwiUGFyZW50U3R5bGUiOm51bGx9LCJQYXJlbnRTdHlsZSI6bnVsbH0sIkRhdGVTdHlsZSI6eyIkaWQiOiIxOTIiLCJGb250U2V0dGluZ3MiOnsiJGlkIjoiMTkz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xOTQiLCJMaW5lQ29sb3IiOm51bGwsIkxpbmVXZWlnaHQiOjAuMCwiTGluZVR5cGUiOjAsIlBhcmVudFN0eWxlIjpudWxsfSwiUGFyZW50U3R5bGUiOm51bGx9LCJEYXRlRm9ybWF0Ijp7IiRyZWYiOiI4MSJ9LCJXZWVrTnVtYmVyaW5nIjp7IiRpZCI6IjE5NSIsIkZvcm1hdCI6MCwiSXNWaXNpYmxlIjpmYWxzZSwiTGFzdEtub3duVmlzaWJpbGl0eVN0YXRlIjpmYWxzZX0sIklzVmlzaWJsZSI6dHJ1ZSwiUGFyZW50U3R5bGUiOm51bGx9LCJJbmRleCI6NiwiUGVyY2VudGFnZUNvbXBsZXRlIjpudWxsLCJQb3NpdGlvbiI6eyJSYXRpbyI6MC4wLCJJc0N1c3RvbSI6ZmFsc2V9LCJEYXRlRm9ybWF0Ijp7IiRyZWYiOiI4MSJ9LCJXZWVrTnVtYmVyaW5nIjp7IiRpZCI6IjE5NiIsIkZvcm1hdCI6MCwiSXNWaXNpYmxlIjpmYWxzZSwiTGFzdEtub3duVmlzaWJpbGl0eVN0YXRlIjpmYWxzZX0sIlJlbGF0ZWRUYXNrSWQiOiIwMDAwMDAwMC0wMDAwLTAwMDAtMDAwMC0wMDAwMDAwMDAwMDAiLCJJZCI6IjNmNmI3MTZiLTE4ZDYtNGQxMy1iZTdiLTUzNTA3OGNlMjc1NSIsIkltcG9ydElkIjpudWxsLCJUaXRsZSI6IlIxLjEgQWxlcnRzIE1lcmdlZCB3LyBWQ09PL0hvdCBGaXgiLCJOb3RlIjpudWxsLCJIeXBlcmxpbmsiOnsiJGlkIjoiMTk3IiwiQWRkcmVzcyI6IiIsIlN1YkFkZHJlc3MiOiIifSwiSXNDaGFuZ2VkIjpmYWxzZSwiSXNOZXciOmZhbHNlfSx7IiRpZCI6IjE5OCIsIkRhdGUiOiIyMDIyLTA3LTI4VDA4OjAwOjAwIiwiU3R5bGUiOnsiJGlkIjoiMTk5IiwiU2hhcGUiOjIsIkNvbm5lY3Rvck1hcmdpbiI6eyIkaWQiOiIyMDAiLCJUb3AiOjAsIkxlZnQiOjIsIlJpZ2h0IjoyLCJCb3R0b20iOjB9LCJDb25uZWN0b3JTdHlsZSI6eyIkaWQiOiIyMDEiLCJMaW5lQ29sb3IiOnsiJGlkIjoiMjAyIiwiJHR5cGUiOiJOTFJFLkNvbW1vbi5Eb20uU29saWRDb2xvckJydXNoLCBOTFJFLkNvbW1vbiIsIkNvbG9yIjp7IiRpZCI6IjIwMyIsIkEiOjEyNywiUiI6NzksIkciOjEyOSwiQiI6MTg5fX0sIkxpbmVXZWlnaHQiOjEuMCwiTGluZVR5cGUiOjAsIlBhcmVudFN0eWxlIjpudWxsfSwiSXNCZWxvd1RpbWViYW5kIjpmYWxzZSwiUG9zaXRpb25PblRhc2siOjAsIkhpZGVEYXRlIjpmYWxzZSwiU2hhcGVTaXplIjoxLCJTcGFjaW5nIjoyLjAsIlBhZGRpbmciOnsiJGlkIjoiMjA0IiwiVG9wIjo3LCJMZWZ0IjozLCJSaWdodCI6MCwiQm90dG9tIjoyfSwiU2hhcGVTdHlsZSI6eyIkaWQiOiIyMDUiLCJNYXJnaW4iOnsiJGlkIjoiMjA2IiwiVG9wIjowLCJMZWZ0IjowLCJSaWdodCI6MCwiQm90dG9tIjowfSwiUGFkZGluZyI6eyIkaWQiOiIyMDciLCJUb3AiOjAsIkxlZnQiOjAsIlJpZ2h0IjowLCJCb3R0b20iOjB9LCJCYWNrZ3JvdW5kIjp7IiRpZCI6IjIwOCIsIkNvbG9yIjp7IiRpZCI6IjIwOSIsIkEiOjI1NSwiUiI6MTE5LCJHIjoxMTksIkIiOjExOX19LCJJc1Zpc2libGUiOnRydWUsIldpZHRoIjoxMy4wLCJIZWlnaHQiOjEzLjAsIkJvcmRlclN0eWxlIjp7IiRpZCI6IjIxMCIsIkxpbmVDb2xvciI6eyIkaWQiOiIyMTEiLCIkdHlwZSI6Ik5MUkUuQ29tbW9uLkRvbS5Tb2xpZENvbG9yQnJ1c2gsIE5MUkUuQ29tbW9uIiwiQ29sb3IiOnsiJGlkIjoiMjEyIiwiQSI6MjU1LCJSIjowLCJHIjo1OSwiQiI6OTJ9fSwiTGluZVdlaWdodCI6Mi44MDU1NTU1OCwiTGluZVR5cGUiOjAsIlBhcmVudFN0eWxlIjpudWxsfSwiUGFyZW50U3R5bGUiOm51bGx9LCJUaXRsZVN0eWxlIjp7IiRpZCI6IjIxMyIsIkZvbnRTZXR0aW5ncyI6eyIkaWQiOiIyMTQiLCJGb250U2l6ZSI6MTEsIkZvbnROYW1lIjoiQ2FsaWJyaSIsIklzQm9sZCI6dHJ1ZSwiSXNJdGFsaWMiOmZhbHNlLCJJc1VuZGVybGluZWQiOmZhbHNlLCJQYXJlbnRTdHlsZSI6bnVsbH0sIkF1dG9TaXplIjoyLCJGb3JlZ3JvdW5kIjp7IiRpZCI6IjIxNSIsIkNvbG9yIjp7IiRpZCI6IjIxNiIsIkEiOjI1NSwiUiI6MCwiRyI6MCwiQiI6MH19LCJNYXhXaWR0aCI6ODkuNjk3MzE5MDMwNzYxNzE5LCJNYXhIZWlnaHQiOiJJbmZpbml0eSIsIlNtYXJ0Rm9yZWdyb3VuZElzQWN0aXZlIjpmYWxzZSwiSG9yaXpvbnRhbEFsaWdubWVudCI6MCwiVmVydGljYWxBbGlnbm1lbnQiOjAsIlNtYXJ0Rm9yZWdyb3VuZCI6bnVsbCwiQmFja2dyb3VuZEZpbGxUeXBlIjowLCJNYXJnaW4iOnsiJGlkIjoiMjE3IiwiVG9wIjowLCJMZWZ0IjowLCJSaWdodCI6MCwiQm90dG9tIjowfSwiUGFkZGluZyI6eyIkaWQiOiIyMTgiLCJUb3AiOjAsIkxlZnQiOjAsIlJpZ2h0IjowLCJCb3R0b20iOjB9LCJCYWNrZ3JvdW5kIjp7IiRpZCI6IjIxOSIsIkNvbG9yIjp7IiRpZCI6IjIyMCIsIkEiOjAsIlIiOjAsIkciOjAsIkIiOjB9fSwiSXNWaXNpYmxlIjp0cnVlLCJXaWR0aCI6MC4wLCJIZWlnaHQiOjAuMCwiQm9yZGVyU3R5bGUiOnsiJGlkIjoiMjIxIiwiTGluZUNvbG9yIjpudWxsLCJMaW5lV2VpZ2h0IjowLjAsIkxpbmVUeXBlIjowLCJQYXJlbnRTdHlsZSI6bnVsbH0sIlBhcmVudFN0eWxlIjpudWxsfSwiRGF0ZVN0eWxlIjp7IiRpZCI6IjIyMiIsIkZvbnRTZXR0aW5ncyI6eyIkaWQiOiIyMjMiLCJGb250U2l6ZSI6MTAsIkZvbnROYW1lIjoiQ2FsaWJyaSIsIklzQm9sZCI6ZmFsc2UsIklzSXRhbGljIjpmYWxzZSwiSXNVbmRlcmxpbmVkIjpmYWxzZSwiUGFyZW50U3R5bGUiOm51bGx9LCJBdXRvU2l6ZSI6MCwiRm9yZWdyb3VuZCI6eyIkaWQiOiIyMjQiLCJDb2xvciI6eyIkaWQiOiIyM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yNiIsIlRvcCI6MCwiTGVmdCI6MCwiUmlnaHQiOjAsIkJvdHRvbSI6MH0sIlBhZGRpbmciOnsiJGlkIjoiMjI3IiwiVG9wIjowLCJMZWZ0IjowLCJSaWdodCI6MCwiQm90dG9tIjowfSwiQmFja2dyb3VuZCI6eyIkaWQiOiIyMjgiLCJDb2xvciI6eyIkcmVmIjoiMjIwIn19LCJJc1Zpc2libGUiOnRydWUsIldpZHRoIjowLjAsIkhlaWdodCI6MC4wLCJCb3JkZXJTdHlsZSI6eyIkaWQiOiIyMjkiLCJMaW5lQ29sb3IiOm51bGwsIkxpbmVXZWlnaHQiOjAuMCwiTGluZVR5cGUiOjAsIlBhcmVudFN0eWxlIjpudWxsfSwiUGFyZW50U3R5bGUiOm51bGx9LCJEYXRlRm9ybWF0Ijp7IiRpZCI6IjI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EiLCJGb3JtYXQiOjAsIklzVmlzaWJsZSI6ZmFsc2UsIkxhc3RLbm93blZpc2liaWxpdHlTdGF0ZSI6ZmFsc2V9LCJJc1Zpc2libGUiOnRydWUsIlBhcmVudFN0eWxlIjpudWxsfSwiSW5kZXgiOjcsIlBlcmNlbnRhZ2VDb21wbGV0ZSI6bnVsbCwiUG9zaXRpb24iOnsiUmF0aW8iOjAuMDkxODIyOTg0NDgzNTA2OTM5LCJJc0N1c3RvbSI6dHJ1ZX0sIkRhdGVGb3JtYXQiOnsiJHJlZiI6IjIzMCJ9LCJXZWVrTnVtYmVyaW5nIjp7IiRpZCI6IjIzMiIsIkZvcm1hdCI6MCwiSXNWaXNpYmxlIjpmYWxzZSwiTGFzdEtub3duVmlzaWJpbGl0eVN0YXRlIjpmYWxzZX0sIlJlbGF0ZWRUYXNrSWQiOiIwMDAwMDAwMC0wMDAwLTAwMDAtMDAwMC0wMDAwMDAwMDAwMDAiLCJJZCI6IjVkNzE0ZWIxLTQ3MjAtNDJlOC05MjQxLWI4YzU3N2ZiY2JlYSIsIkltcG9ydElkIjoiMTE5NyIsIlRpdGxlIjoiUjEuMS9BbGVydHMgR28tTGl2ZSIsIk5vdGUiOm51bGwsIkh5cGVybGluayI6eyIkaWQiOiIyMzMiLCJBZGRyZXNzIjpudWxsLCJTdWJBZGRyZXNzIjpudWxsfSwiSXNDaGFuZ2VkIjpmYWxzZSwiSXNOZXciOmZhbHNlfSx7IiRpZCI6IjIzNCIsIkRhdGUiOiIyMDIyLTA4LTAxVDE3OjAwOjAwIiwiU3R5bGUiOnsiJGlkIjoiMjM1IiwiU2hhcGUiOjIsIkNvbm5lY3Rvck1hcmdpbiI6eyIkaWQiOiIyMzYiLCJUb3AiOjAsIkxlZnQiOjIsIlJpZ2h0IjoyLCJCb3R0b20iOjB9LCJDb25uZWN0b3JTdHlsZSI6eyIkaWQiOiIyMzciLCJMaW5lQ29sb3IiOnsiJGlkIjoiMjM4IiwiJHR5cGUiOiJOTFJFLkNvbW1vbi5Eb20uU29saWRDb2xvckJydXNoLCBOTFJFLkNvbW1vbiIsIkNvbG9yIjp7IiRpZCI6IjIzOSIsIkEiOjEyNywiUiI6NzksIkciOjEyOSwiQiI6MTg5fX0sIkxpbmVXZWlnaHQiOjEuMCwiTGluZVR5cGUiOjAsIlBhcmVudFN0eWxlIjpudWxsfSwiSXNCZWxvd1RpbWViYW5kIjpmYWxzZSwiUG9zaXRpb25PblRhc2siOjAsIkhpZGVEYXRlIjpmYWxzZSwiU2hhcGVTaXplIjoxLCJTcGFjaW5nIjoyLjAsIlBhZGRpbmciOnsiJGlkIjoiMjQwIiwiVG9wIjo3LCJMZWZ0IjozLCJSaWdodCI6MCwiQm90dG9tIjoyfSwiU2hhcGVTdHlsZSI6eyIkaWQiOiIyNDEiLCJNYXJnaW4iOnsiJGlkIjoiMjQyIiwiVG9wIjowLCJMZWZ0IjowLCJSaWdodCI6MCwiQm90dG9tIjowfSwiUGFkZGluZyI6eyIkaWQiOiIyNDMiLCJUb3AiOjAsIkxlZnQiOjAsIlJpZ2h0IjowLCJCb3R0b20iOjB9LCJCYWNrZ3JvdW5kIjp7IiRpZCI6IjI0NCIsIkNvbG9yIjp7IiRpZCI6IjI0NSIsIkEiOjI1NSwiUiI6MTE5LCJHIjoxMTksIkIiOjExOX19LCJJc1Zpc2libGUiOnRydWUsIldpZHRoIjoxMy4wLCJIZWlnaHQiOjEzLjAsIkJvcmRlclN0eWxlIjp7IiRpZCI6IjI0NiIsIkxpbmVDb2xvciI6eyIkaWQiOiIyNDciLCIkdHlwZSI6Ik5MUkUuQ29tbW9uLkRvbS5Tb2xpZENvbG9yQnJ1c2gsIE5MUkUuQ29tbW9uIiwiQ29sb3IiOnsiJGlkIjoiMjQ4IiwiQSI6MjU1LCJSIjowLCJHIjo1OSwiQiI6OTJ9fSwiTGluZVdlaWdodCI6Mi44MDU1NTU1OCwiTGluZVR5cGUiOjAsIlBhcmVudFN0eWxlIjpudWxsfSwiUGFyZW50U3R5bGUiOm51bGx9LCJUaXRsZVN0eWxlIjp7IiRpZCI6IjI0OSIsIkZvbnRTZXR0aW5ncyI6eyIkaWQiOiIyNTAiLCJGb250U2l6ZSI6MTEsIkZvbnROYW1lIjoiQ2FsaWJyaSIsIklzQm9sZCI6dHJ1ZSwiSXNJdGFsaWMiOmZhbHNlLCJJc1VuZGVybGluZWQiOmZhbHNlLCJQYXJlbnRTdHlsZSI6bnVsbH0sIkF1dG9TaXplIjowLCJGb3JlZ3JvdW5kIjp7IiRpZCI6IjI1MSIsIkNvbG9yIjp7IiRpZCI6IjI1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TMiLCJUb3AiOjAsIkxlZnQiOjAsIlJpZ2h0IjowLCJCb3R0b20iOjB9LCJQYWRkaW5nIjp7IiRpZCI6IjI1NCIsIlRvcCI6MCwiTGVmdCI6MCwiUmlnaHQiOjAsIkJvdHRvbSI6MH0sIkJhY2tncm91bmQiOnsiJGlkIjoiMjU1IiwiQ29sb3IiOnsiJGlkIjoiMjU2IiwiQSI6MCwiUiI6MCwiRyI6MCwiQiI6MH19LCJJc1Zpc2libGUiOnRydWUsIldpZHRoIjowLjAsIkhlaWdodCI6MC4wLCJCb3JkZXJTdHlsZSI6eyIkaWQiOiIyNTciLCJMaW5lQ29sb3IiOm51bGwsIkxpbmVXZWlnaHQiOjAuMCwiTGluZVR5cGUiOjAsIlBhcmVudFN0eWxlIjpudWxsfSwiUGFyZW50U3R5bGUiOm51bGx9LCJEYXRlU3R5bGUiOnsiJGlkIjoiMjU4IiwiRm9udFNldHRpbmdzIjp7IiRpZCI6IjI1OSIsIkZvbnRTaXplIjoxMCwiRm9udE5hbWUiOiJDYWxpYnJpIiwiSXNCb2xkIjpmYWxzZSwiSXNJdGFsaWMiOmZhbHNlLCJJc1VuZGVybGluZWQiOmZhbHNlLCJQYXJlbnRTdHlsZSI6bnVsbH0sIkF1dG9TaXplIjowLCJGb3JlZ3JvdW5kIjp7IiRpZCI6IjI2MCIsIkNvbG9yIjp7IiRpZCI6IjI2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YyIiwiVG9wIjowLCJMZWZ0IjowLCJSaWdodCI6MCwiQm90dG9tIjowfSwiUGFkZGluZyI6eyIkaWQiOiIyNjMiLCJUb3AiOjAsIkxlZnQiOjAsIlJpZ2h0IjowLCJCb3R0b20iOjB9LCJCYWNrZ3JvdW5kIjp7IiRpZCI6IjI2NCIsIkNvbG9yIjp7IiRyZWYiOiIyNTYifX0sIklzVmlzaWJsZSI6dHJ1ZSwiV2lkdGgiOjAuMCwiSGVpZ2h0IjowLjAsIkJvcmRlclN0eWxlIjp7IiRpZCI6IjI2NSIsIkxpbmVDb2xvciI6bnVsbCwiTGluZVdlaWdodCI6MC4wLCJMaW5lVHlwZSI6MCwiUGFyZW50U3R5bGUiOm51bGx9LCJQYXJlbnRTdHlsZSI6bnVsbH0sIkRhdGVGb3JtYXQiOnsiJGlkIjoiMjY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NyIsIkZvcm1hdCI6MCwiSXNWaXNpYmxlIjpmYWxzZSwiTGFzdEtub3duVmlzaWJpbGl0eVN0YXRlIjpmYWxzZX0sIklzVmlzaWJsZSI6dHJ1ZSwiUGFyZW50U3R5bGUiOm51bGx9LCJJbmRleCI6MTAsIlBlcmNlbnRhZ2VDb21wbGV0ZSI6bnVsbCwiUG9zaXRpb24iOnsiUmF0aW8iOjAuMCwiSXNDdXN0b20iOmZhbHNlfSwiRGF0ZUZvcm1hdCI6eyIkcmVmIjoiMjY2In0sIldlZWtOdW1iZXJpbmciOnsiJGlkIjoiMjY4IiwiRm9ybWF0IjowLCJJc1Zpc2libGUiOmZhbHNlLCJMYXN0S25vd25WaXNpYmlsaXR5U3RhdGUiOmZhbHNlfSwiUmVsYXRlZFRhc2tJZCI6IjAwMDAwMDAwLTAwMDAtMDAwMC0wMDAwLTAwMDAwMDAwMDAwMCIsIklkIjoiZGU5NDc2YWEtZGZmYi00MDE5LWJiMzYtOTU3ODM5ZDAxNzUyIiwiSW1wb3J0SWQiOiI3NDciLCJUaXRsZSI6IlIxLjEgTWVyZ2Ugd2l0aCBSMS4yIFN0YXJ0IiwiTm90ZSI6bnVsbCwiSHlwZXJsaW5rIjp7IiRpZCI6IjI2OSIsIkFkZHJlc3MiOm51bGwsIlN1YkFkZHJlc3MiOm51bGx9LCJJc0NoYW5nZWQiOmZhbHNlLCJJc05ldyI6ZmFsc2V9LHsiJGlkIjoiMjcwIiwiRGF0ZSI6IjIwMjItMDgtMjlUMDg6MDA6MDAiLCJTdHlsZSI6eyIkaWQiOiIyNzEiLCJTaGFwZSI6MiwiQ29ubmVjdG9yTWFyZ2luIjp7IiRpZCI6IjI3MiIsIlRvcCI6MCwiTGVmdCI6MiwiUmlnaHQiOjIsIkJvdHRvbSI6MH0sIkNvbm5lY3RvclN0eWxlIjp7IiRpZCI6IjI3MyIsIkxpbmVDb2xvciI6eyIkaWQiOiIyNzQiLCIkdHlwZSI6Ik5MUkUuQ29tbW9uLkRvbS5Tb2xpZENvbG9yQnJ1c2gsIE5MUkUuQ29tbW9uIiwiQ29sb3IiOnsiJGlkIjoiMjc1IiwiQSI6MTI3LCJSIjo3OSwiRyI6MTI5LCJCIjoxODl9fSwiTGluZVdlaWdodCI6MS4wLCJMaW5lVHlwZSI6MCwiUGFyZW50U3R5bGUiOm51bGx9LCJJc0JlbG93VGltZWJhbmQiOmZhbHNlLCJQb3NpdGlvbk9uVGFzayI6MCwiSGlkZURhdGUiOmZhbHNlLCJTaGFwZVNpemUiOjEsIlNwYWNpbmciOjIuMCwiUGFkZGluZyI6eyIkaWQiOiIyNzYiLCJUb3AiOjcsIkxlZnQiOjMsIlJpZ2h0IjowLCJCb3R0b20iOjJ9LCJTaGFwZVN0eWxlIjp7IiRpZCI6IjI3NyIsIk1hcmdpbiI6eyIkaWQiOiIyNzgiLCJUb3AiOjAsIkxlZnQiOjAsIlJpZ2h0IjowLCJCb3R0b20iOjB9LCJQYWRkaW5nIjp7IiRpZCI6IjI3OSIsIlRvcCI6MCwiTGVmdCI6MCwiUmlnaHQiOjAsIkJvdHRvbSI6MH0sIkJhY2tncm91bmQiOnsiJGlkIjoiMjgwIiwiQ29sb3IiOnsiJGlkIjoiMjgxIiwiQSI6MjU1LCJSIjoxMTksIkciOjExOSwiQiI6MTE5fX0sIklzVmlzaWJsZSI6dHJ1ZSwiV2lkdGgiOjEzLjAsIkhlaWdodCI6MTMuMCwiQm9yZGVyU3R5bGUiOnsiJGlkIjoiMjgyIiwiTGluZUNvbG9yIjp7IiRpZCI6IjI4MyIsIiR0eXBlIjoiTkxSRS5Db21tb24uRG9tLlNvbGlkQ29sb3JCcnVzaCwgTkxSRS5Db21tb24iLCJDb2xvciI6eyIkaWQiOiIyODQiLCJBIjoyNTUsIlIiOjAsIkciOjU5LCJCIjo5Mn19LCJMaW5lV2VpZ2h0IjoyLjgwNTU1NTU4LCJMaW5lVHlwZSI6MCwiUGFyZW50U3R5bGUiOm51bGx9LCJQYXJlbnRTdHlsZSI6bnVsbH0sIlRpdGxlU3R5bGUiOnsiJGlkIjoiMjg1IiwiRm9udFNldHRpbmdzIjp7IiRpZCI6IjI4NiIsIkZvbnRTaXplIjoxMSwiRm9udE5hbWUiOiJDYWxpYnJpIiwiSXNCb2xkIjp0cnVlLCJJc0l0YWxpYyI6ZmFsc2UsIklzVW5kZXJsaW5lZCI6ZmFsc2UsIlBhcmVudFN0eWxlIjpudWxsfSwiQXV0b1NpemUiOjAsIkZvcmVncm91bmQiOnsiJGlkIjoiMjg3IiwiQ29sb3IiOnsiJGlkIjoiMjg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4OSIsIlRvcCI6MCwiTGVmdCI6MCwiUmlnaHQiOjAsIkJvdHRvbSI6MH0sIlBhZGRpbmciOnsiJGlkIjoiMjkwIiwiVG9wIjowLCJMZWZ0IjowLCJSaWdodCI6MCwiQm90dG9tIjowfSwiQmFja2dyb3VuZCI6eyIkaWQiOiIyOTEiLCJDb2xvciI6eyIkaWQiOiIyOTIiLCJBIjowLCJSIjowLCJHIjowLCJCIjowfX0sIklzVmlzaWJsZSI6dHJ1ZSwiV2lkdGgiOjAuMCwiSGVpZ2h0IjowLjAsIkJvcmRlclN0eWxlIjp7IiRpZCI6IjI5MyIsIkxpbmVDb2xvciI6bnVsbCwiTGluZVdlaWdodCI6MC4wLCJMaW5lVHlwZSI6MCwiUGFyZW50U3R5bGUiOm51bGx9LCJQYXJlbnRTdHlsZSI6bnVsbH0sIkRhdGVTdHlsZSI6eyIkaWQiOiIyOTQiLCJGb250U2V0dGluZ3MiOnsiJGlkIjoiMjk1IiwiRm9udFNpemUiOjEwLCJGb250TmFtZSI6IkNhbGlicmkiLCJJc0JvbGQiOmZhbHNlLCJJc0l0YWxpYyI6ZmFsc2UsIklzVW5kZXJsaW5lZCI6ZmFsc2UsIlBhcmVudFN0eWxlIjpudWxsfSwiQXV0b1NpemUiOjAsIkZvcmVncm91bmQiOnsiJGlkIjoiMjk2IiwiQ29sb3IiOnsiJGlkIjoiMjk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giLCJUb3AiOjAsIkxlZnQiOjAsIlJpZ2h0IjowLCJCb3R0b20iOjB9LCJQYWRkaW5nIjp7IiRpZCI6IjI5OSIsIlRvcCI6MCwiTGVmdCI6MCwiUmlnaHQiOjAsIkJvdHRvbSI6MH0sIkJhY2tncm91bmQiOnsiJGlkIjoiMzAwIiwiQ29sb3IiOnsiJHJlZiI6IjI5MiJ9fSwiSXNWaXNpYmxlIjp0cnVlLCJXaWR0aCI6MC4wLCJIZWlnaHQiOjAuMCwiQm9yZGVyU3R5bGUiOnsiJGlkIjoiMzAxIiwiTGluZUNvbG9yIjpudWxsLCJMaW5lV2VpZ2h0IjowLjAsIkxpbmVUeXBlIjowLCJQYXJlbnRTdHlsZSI6bnVsbH0sIlBhcmVudFN0eWxlIjpudWxsfSwiRGF0ZUZvcm1hdCI6eyIkaWQiOiIzM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AzIiwiRm9ybWF0IjowLCJJc1Zpc2libGUiOmZhbHNlLCJMYXN0S25vd25WaXNpYmlsaXR5U3RhdGUiOmZhbHNlfSwiSXNWaXNpYmxlIjp0cnVlLCJQYXJlbnRTdHlsZSI6bnVsbH0sIkluZGV4IjoxMSwiUGVyY2VudGFnZUNvbXBsZXRlIjpudWxsLCJQb3NpdGlvbiI6eyJSYXRpbyI6MC4yMzk5MzQyMjg5Njc3MzcyOCwiSXNDdXN0b20iOmZhbHNlfSwiRGF0ZUZvcm1hdCI6eyIkcmVmIjoiMzAyIn0sIldlZWtOdW1iZXJpbmciOnsiJGlkIjoiMzA0IiwiRm9ybWF0IjowLCJJc1Zpc2libGUiOmZhbHNlLCJMYXN0S25vd25WaXNpYmlsaXR5U3RhdGUiOmZhbHNlfSwiUmVsYXRlZFRhc2tJZCI6IjAwMDAwMDAwLTAwMDAtMDAwMC0wMDAwLTAwMDAwMDAwMDAwMCIsIklkIjoiYmQ5MjE3NDktMzU4ZC00Y2ZlLWFlNGMtN2YyZmYwMDhhYjY1IiwiSW1wb3J0SWQiOiIxMjA0IiwiVGl0bGUiOiJSMS4xIFZDT08vSEYgTWVyZ2UgR28tTGl2ZSIsIk5vdGUiOm51bGwsIkh5cGVybGluayI6eyIkaWQiOiIzMDUiLCJBZGRyZXNzIjpudWxsLCJTdWJBZGRyZXNzIjpudWxsfSwiSXNDaGFuZ2VkIjpmYWxzZSwiSXNOZXciOmZhbHNlfSx7IiRpZCI6IjMwNiIsIkRhdGUiOiIyMDIyLTA5LTA5VDE3OjAwOjAwIiwiU3R5bGUiOnsiJGlkIjoiMzA3IiwiU2hhcGUiOjIsIkNvbm5lY3Rvck1hcmdpbiI6eyIkcmVmIjoiNTQifSwiQ29ubmVjdG9yU3R5bGUiOnsiJGlkIjoiMzA4IiwiTGluZUNvbG9yIjp7IiRyZWYiOiI1NiJ9LCJMaW5lV2VpZ2h0IjoxLjAsIkxpbmVUeXBlIjowLCJQYXJlbnRTdHlsZSI6bnVsbH0sIklzQmVsb3dUaW1lYmFuZCI6ZmFsc2UsIlBvc2l0aW9uT25UYXNrIjowLCJIaWRlRGF0ZSI6ZmFsc2UsIlNoYXBlU2l6ZSI6MSwiU3BhY2luZyI6Mi4wLCJQYWRkaW5nIjp7IiRyZWYiOiI1OCJ9LCJTaGFwZVN0eWxlIjp7IiRpZCI6IjMwOSIsIk1hcmdpbiI6eyIkcmVmIjoiNjAifSwiUGFkZGluZyI6eyIkcmVmIjoiNjEifSwiQmFja2dyb3VuZCI6eyIkaWQiOiIzMTAiLCJDb2xvciI6eyIkaWQiOiIzMTEiLCJBIjoyNTUsIlIiOjExOSwiRyI6MTE5LCJCIjoxMTl9fSwiSXNWaXNpYmxlIjp0cnVlLCJXaWR0aCI6MTMuMCwiSGVpZ2h0IjoxMy4wLCJCb3JkZXJTdHlsZSI6eyIkaWQiOiIzMTIiLCJMaW5lQ29sb3IiOnsiJHJlZiI6IjY1In0sIkxpbmVXZWlnaHQiOjAuMCwiTGluZVR5cGUiOjAsIlBhcmVudFN0eWxlIjpudWxsfSwiUGFyZW50U3R5bGUiOm51bGx9LCJUaXRsZVN0eWxlIjp7IiRpZCI6IjMxMyIsIkZvbnRTZXR0aW5ncyI6eyIkaWQiOiIzMTQiLCJGb250U2l6ZSI6MTEsIkZvbnROYW1lIjoiQ2FsaWJyaSIsIklzQm9sZCI6dHJ1ZSwiSXNJdGFsaWMiOmZhbHNlLCJJc1VuZGVybGluZWQiOmZhbHNlLCJQYXJlbnRTdHlsZSI6bnVsbH0sIkF1dG9TaXplIjowLCJGb3JlZ3JvdW5kIjp7IiRyZWYiOiI2OSJ9LCJNYXhXaWR0aCI6MjAwLjAsIk1heEhlaWdodCI6IkluZmluaXR5IiwiU21hcnRGb3JlZ3JvdW5kSXNBY3RpdmUiOmZhbHNlLCJIb3Jpem9udGFsQWxpZ25tZW50IjowLCJWZXJ0aWNhbEFsaWdubWVudCI6MCwiU21hcnRGb3JlZ3JvdW5kIjpudWxsLCJCYWNrZ3JvdW5kRmlsbFR5cGUiOjAsIk1hcmdpbiI6eyIkcmVmIjoiNzEifSwiUGFkZGluZyI6eyIkcmVmIjoiNzIifSwiQmFja2dyb3VuZCI6eyIkcmVmIjoiNzMifSwiSXNWaXNpYmxlIjp0cnVlLCJXaWR0aCI6MC4wLCJIZWlnaHQiOjAuMCwiQm9yZGVyU3R5bGUiOnsiJGlkIjoiMzE1IiwiTGluZUNvbG9yIjpudWxsLCJMaW5lV2VpZ2h0IjowLjAsIkxpbmVUeXBlIjowLCJQYXJlbnRTdHlsZSI6bnVsbH0sIlBhcmVudFN0eWxlIjpudWxsfSwiRGF0ZVN0eWxlIjp7IiRpZCI6IjMxNiIsIkZvbnRTZXR0aW5ncyI6eyIkaWQiOiIzMTc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gwIn0sIklzVmlzaWJsZSI6dHJ1ZSwiV2lkdGgiOjAuMCwiSGVpZ2h0IjowLjAsIkJvcmRlclN0eWxlIjp7IiRpZCI6IjMxOCIsIkxpbmVDb2xvciI6bnVsbCwiTGluZVdlaWdodCI6MC4wLCJMaW5lVHlwZSI6MCwiUGFyZW50U3R5bGUiOm51bGx9LCJQYXJlbnRTdHlsZSI6bnVsbH0sIkRhdGVGb3JtYXQiOnsiJHJlZiI6IjgxIn0sIldlZWtOdW1iZXJpbmciOnsiJGlkIjoiMzE5IiwiRm9ybWF0IjowLCJJc1Zpc2libGUiOmZhbHNlLCJMYXN0S25vd25WaXNpYmlsaXR5U3RhdGUiOmZhbHNlfSwiSXNWaXNpYmxlIjp0cnVlLCJQYXJlbnRTdHlsZSI6bnVsbH0sIkluZGV4IjoxMiwiUGVyY2VudGFnZUNvbXBsZXRlIjpudWxsLCJQb3NpdGlvbiI6eyJSYXRpbyI6MC4wLCJJc0N1c3RvbSI6ZmFsc2V9LCJEYXRlRm9ybWF0Ijp7IiRyZWYiOiI4MSJ9LCJXZWVrTnVtYmVyaW5nIjp7IiRpZCI6IjMyMCIsIkZvcm1hdCI6MCwiSXNWaXNpYmxlIjpmYWxzZSwiTGFzdEtub3duVmlzaWJpbGl0eVN0YXRlIjpmYWxzZX0sIlJlbGF0ZWRUYXNrSWQiOiIwMDAwMDAwMC0wMDAwLTAwMDAtMDAwMC0wMDAwMDAwMDAwMDAiLCJJZCI6ImJhYjU2NjU0LTBmZGYtNDllMS04YTRlLWFhZDBhZjJmNDdhMSIsIkltcG9ydElkIjpudWxsLCJUaXRsZSI6IlIxLjEgdG8gUjEuMiBVcGdyYWRlL01lcmdlIENvbXBsZXRlIiwiTm90ZSI6bnVsbCwiSHlwZXJsaW5rIjp7IiRpZCI6IjMyMSIsIkFkZHJlc3MiOiIiLCJTdWJBZGRyZXNzIjoiIn0sIklzQ2hhbmdlZCI6ZmFsc2UsIklzTmV3IjpmYWxzZX0seyIkaWQiOiIzMjIiLCJEYXRlIjoiMjAyMi0xMC0zMVQxNzowMDowMCIsIlN0eWxlIjp7IiRpZCI6IjMyMyIsIlNoYXBlIjoyLCJDb25uZWN0b3JNYXJnaW4iOnsiJGlkIjoiMzI0IiwiVG9wIjowLCJMZWZ0IjoyLCJSaWdodCI6MiwiQm90dG9tIjowfSwiQ29ubmVjdG9yU3R5bGUiOnsiJGlkIjoiMzI1IiwiTGluZUNvbG9yIjp7IiRpZCI6IjMyNiIsIiR0eXBlIjoiTkxSRS5Db21tb24uRG9tLlNvbGlkQ29sb3JCcnVzaCwgTkxSRS5Db21tb24iLCJDb2xvciI6eyIkaWQiOiIzMjciLCJBIjoxMjcsIlIiOjc5LCJHIjoxMjksIkIiOjE4OX19LCJMaW5lV2VpZ2h0IjoxLjAsIkxpbmVUeXBlIjowLCJQYXJlbnRTdHlsZSI6bnVsbH0sIklzQmVsb3dUaW1lYmFuZCI6ZmFsc2UsIlBvc2l0aW9uT25UYXNrIjowLCJIaWRlRGF0ZSI6ZmFsc2UsIlNoYXBlU2l6ZSI6MSwiU3BhY2luZyI6Mi4wLCJQYWRkaW5nIjp7IiRpZCI6IjMyOCIsIlRvcCI6NywiTGVmdCI6MywiUmlnaHQiOjAsIkJvdHRvbSI6Mn0sIlNoYXBlU3R5bGUiOnsiJGlkIjoiMzI5IiwiTWFyZ2luIjp7IiRpZCI6IjMzMCIsIlRvcCI6MCwiTGVmdCI6MCwiUmlnaHQiOjAsIkJvdHRvbSI6MH0sIlBhZGRpbmciOnsiJGlkIjoiMzMxIiwiVG9wIjowLCJMZWZ0IjowLCJSaWdodCI6MCwiQm90dG9tIjowfSwiQmFja2dyb3VuZCI6eyIkaWQiOiIzMzIiLCJDb2xvciI6eyIkaWQiOiIzMzMiLCJBIjoyNTUsIlIiOjExOSwiRyI6MTE5LCJCIjoxMTl9fSwiSXNWaXNpYmxlIjp0cnVlLCJXaWR0aCI6MTMuMCwiSGVpZ2h0IjoxMy4wLCJCb3JkZXJTdHlsZSI6eyIkaWQiOiIzMzQiLCJMaW5lQ29sb3IiOnsiJGlkIjoiMzM1IiwiJHR5cGUiOiJOTFJFLkNvbW1vbi5Eb20uU29saWRDb2xvckJydXNoLCBOTFJFLkNvbW1vbiIsIkNvbG9yIjp7IiRpZCI6IjMzNiIsIkEiOjI1NSwiUiI6MCwiRyI6NTksIkIiOjkyfX0sIkxpbmVXZWlnaHQiOjIuODA1NTU1NTgsIkxpbmVUeXBlIjowLCJQYXJlbnRTdHlsZSI6bnVsbH0sIlBhcmVudFN0eWxlIjpudWxsfSwiVGl0bGVTdHlsZSI6eyIkaWQiOiIzMzciLCJGb250U2V0dGluZ3MiOnsiJGlkIjoiMzM4IiwiRm9udFNpemUiOjExLCJGb250TmFtZSI6IkNhbGlicmkiLCJJc0JvbGQiOnRydWUsIklzSXRhbGljIjpmYWxzZSwiSXNVbmRlcmxpbmVkIjpmYWxzZSwiUGFyZW50U3R5bGUiOm51bGx9LCJBdXRvU2l6ZSI6MCwiRm9yZWdyb3VuZCI6eyIkaWQiOiIzMzkiLCJDb2xvciI6eyIkaWQiOiIzND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QxIiwiVG9wIjowLCJMZWZ0IjowLCJSaWdodCI6MCwiQm90dG9tIjowfSwiUGFkZGluZyI6eyIkaWQiOiIzNDIiLCJUb3AiOjAsIkxlZnQiOjAsIlJpZ2h0IjowLCJCb3R0b20iOjB9LCJCYWNrZ3JvdW5kIjp7IiRpZCI6IjM0MyIsIkNvbG9yIjp7IiRpZCI6IjM0NCIsIkEiOjAsIlIiOjAsIkciOjAsIkIiOjB9fSwiSXNWaXNpYmxlIjp0cnVlLCJXaWR0aCI6MC4wLCJIZWlnaHQiOjAuMCwiQm9yZGVyU3R5bGUiOnsiJGlkIjoiMzQ1IiwiTGluZUNvbG9yIjpudWxsLCJMaW5lV2VpZ2h0IjowLjAsIkxpbmVUeXBlIjowLCJQYXJlbnRTdHlsZSI6bnVsbH0sIlBhcmVudFN0eWxlIjpudWxsfSwiRGF0ZVN0eWxlIjp7IiRpZCI6IjM0NiIsIkZvbnRTZXR0aW5ncyI6eyIkaWQiOiIzNDciLCJGb250U2l6ZSI6MTAsIkZvbnROYW1lIjoiQ2FsaWJyaSIsIklzQm9sZCI6ZmFsc2UsIklzSXRhbGljIjpmYWxzZSwiSXNVbmRlcmxpbmVkIjpmYWxzZSwiUGFyZW50U3R5bGUiOm51bGx9LCJBdXRvU2l6ZSI6MCwiRm9yZWdyb3VuZCI6eyIkaWQiOiIzNDgiLCJDb2xvciI6eyIkaWQiOiIzN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1MCIsIlRvcCI6MCwiTGVmdCI6MCwiUmlnaHQiOjAsIkJvdHRvbSI6MH0sIlBhZGRpbmciOnsiJGlkIjoiMzUxIiwiVG9wIjowLCJMZWZ0IjowLCJSaWdodCI6MCwiQm90dG9tIjowfSwiQmFja2dyb3VuZCI6eyIkaWQiOiIzNTIiLCJDb2xvciI6eyIkcmVmIjoiMzQ0In19LCJJc1Zpc2libGUiOnRydWUsIldpZHRoIjowLjAsIkhlaWdodCI6MC4wLCJCb3JkZXJTdHlsZSI6eyIkaWQiOiIzNTMiLCJMaW5lQ29sb3IiOm51bGwsIkxpbmVXZWlnaHQiOjAuMCwiTGluZVR5cGUiOjAsIlBhcmVudFN0eWxlIjpudWxsfSwiUGFyZW50U3R5bGUiOm51bGx9LCJEYXRlRm9ybWF0Ijp7IiRpZCI6IjM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TUiLCJGb3JtYXQiOjAsIklzVmlzaWJsZSI6ZmFsc2UsIkxhc3RLbm93blZpc2liaWxpdHlTdGF0ZSI6ZmFsc2V9LCJJc1Zpc2libGUiOnRydWUsIlBhcmVudFN0eWxlIjpudWxsfSwiSW5kZXgiOjE0LCJQZXJjZW50YWdlQ29tcGxldGUiOm51bGwsIlBvc2l0aW9uIjp7IlJhdGlvIjowLjAsIklzQ3VzdG9tIjpmYWxzZX0sIkRhdGVGb3JtYXQiOnsiJHJlZiI6IjM1NCJ9LCJXZWVrTnVtYmVyaW5nIjp7IiRpZCI6IjM1NiIsIkZvcm1hdCI6MCwiSXNWaXNpYmxlIjpmYWxzZSwiTGFzdEtub3duVmlzaWJpbGl0eVN0YXRlIjpmYWxzZX0sIlJlbGF0ZWRUYXNrSWQiOiIwMDAwMDAwMC0wMDAwLTAwMDAtMDAwMC0wMDAwMDAwMDAwMDAiLCJJZCI6IjVlYWU3NmE5LTc5MDctNGQwZC1hZmViLWVmYTgxYTgzNWI3MCIsIkltcG9ydElkIjoiNzc5IiwiVGl0bGUiOiJSMS4xIEZhc3QgRm9sbG93ZXIgR28tTGl2ZSAoVEJDKSIsIk5vdGUiOm51bGwsIkh5cGVybGluayI6eyIkaWQiOiIzNTciLCJBZGRyZXNzIjoiIiwiU3ViQWRkcmVzcyI6IiJ9LCJJc0NoYW5nZWQiOmZhbHNlLCJJc05ldyI6ZmFsc2V9XSwiVGFza3MiOlt7IiRpZCI6IjM1OCIsIkdyb3VwTmFtZSI6bnVsbCwiU3RhcnREYXRlIjoiMjAyMi0wNC0xOFQwODowMDowMFoiLCJFbmREYXRlIjoiMjAyMi0wNS0xM1QxNzowMDowMFoiLCJQZXJjZW50YWdlQ29tcGxldGUiOjAuMCwiU3R5bGUiOnsiJGlkIjoiMzU5IiwiU2hhcGUiOjEsIlNoYXBlVGhpY2tuZXNzIjowLCJEdXJhdGlvbkZvcm1hdCI6MCwiSW5jbHVkZU5vbldvcmtpbmdEYXlzSW5EdXJhdGlvbiI6ZmFsc2UsIlBlcmNlbnRhZ2VDb21wbGV0ZVN0eWxlIjp7IiRpZCI6IjM2MCIsIkZvbnRTZXR0aW5ncyI6eyIkaWQiOiIzNjEiLCJGb250U2l6ZSI6MTAsIkZvbnROYW1lIjoiQ2FsaWJyaSIsIklzQm9sZCI6ZmFsc2UsIklzSXRhbGljIjpmYWxzZSwiSXNVbmRlcmxpbmVkIjpmYWxzZSwiUGFyZW50U3R5bGUiOm51bGx9LCJBdXRvU2l6ZSI6MCwiRm9yZWdyb3VuZCI6eyIkaWQiOiIzNjIiLCJDb2xvciI6eyIkaWQiOiIzN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jQiLCJUb3AiOjAsIkxlZnQiOjAsIlJpZ2h0IjowLCJCb3R0b20iOjB9LCJQYWRkaW5nIjp7IiRpZCI6IjM2NSIsIlRvcCI6MCwiTGVmdCI6MCwiUmlnaHQiOjAsIkJvdHRvbSI6MH0sIkJhY2tncm91bmQiOnsiJGlkIjoiMzY2IiwiQ29sb3IiOnsiJGlkIjoiMzY3IiwiQSI6ODksIlIiOjAsIkciOjAsIkIiOjB9fSwiSXNWaXNpYmxlIjp0cnVlLCJXaWR0aCI6MC4wLCJIZWlnaHQiOjAuMCwiQm9yZGVyU3R5bGUiOnsiJGlkIjoiMzY4IiwiTGluZUNvbG9yIjpudWxsLCJMaW5lV2VpZ2h0IjowLjAsIkxpbmVUeXBlIjowLCJQYXJlbnRTdHlsZSI6bnVsbH0sIlBhcmVudFN0eWxlIjpudWxsfSwiRHVyYXRpb25TdHlsZSI6eyIkaWQiOiIzNjkiLCJGb250U2V0dGluZ3MiOnsiJGlkIjoiMzcwIiwiRm9udFNpemUiOjEwLCJGb250TmFtZSI6IkNhbGlicmkiLCJJc0JvbGQiOmZhbHNlLCJJc0l0YWxpYyI6ZmFsc2UsIklzVW5kZXJsaW5lZCI6ZmFsc2UsIlBhcmVudFN0eWxlIjpudWxsfSwiQXV0b1NpemUiOjAsIkZvcmVncm91bmQiOnsiJGlkIjoiMzcxIiwiQ29sb3IiOnsiJGlkIjoiMzc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czIiwiVG9wIjowLCJMZWZ0IjowLCJSaWdodCI6MCwiQm90dG9tIjowfSwiUGFkZGluZyI6eyIkaWQiOiIzNzQiLCJUb3AiOjAsIkxlZnQiOjAsIlJpZ2h0IjowLCJCb3R0b20iOjB9LCJCYWNrZ3JvdW5kIjp7IiRpZCI6IjM3NSIsIkNvbG9yIjp7IiRyZWYiOiIzNjcifX0sIklzVmlzaWJsZSI6dHJ1ZSwiV2lkdGgiOjAuMCwiSGVpZ2h0IjowLjAsIkJvcmRlclN0eWxlIjp7IiRpZCI6IjM3NiIsIkxpbmVDb2xvciI6bnVsbCwiTGluZVdlaWdodCI6MC4wLCJMaW5lVHlwZSI6MCwiUGFyZW50U3R5bGUiOm51bGx9LCJQYXJlbnRTdHlsZSI6bnVsbH0sIkhvcml6b250YWxDb25uZWN0b3JTdHlsZSI6eyIkaWQiOiIzNzciLCJMaW5lQ29sb3IiOnsiJGlkIjoiMzc4IiwiJHR5cGUiOiJOTFJFLkNvbW1vbi5Eb20uU29saWRDb2xvckJydXNoLCBOTFJFLkNvbW1vbiIsIkNvbG9yIjp7IiRpZCI6IjM3OSIsIkEiOjI1NSwiUiI6MjA0LCJHIjoyMDQsIkIiOjIwNH19LCJMaW5lV2VpZ2h0IjoxLjAsIkxpbmVUeXBlIjowLCJQYXJlbnRTdHlsZSI6bnVsbH0sIlZlcnRpY2FsQ29ubmVjdG9yU3R5bGUiOnsiJGlkIjoiMzgwIiwiTGluZUNvbG9yIjp7IiRpZCI6IjM4MSIsIiR0eXBlIjoiTkxSRS5Db21tb24uRG9tLlNvbGlkQ29sb3JCcnVzaCwgTkxSRS5Db21tb24iLCJDb2xvciI6eyIkaWQiOiIzODI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zODMiLCJNYXJnaW4iOnsiJGlkIjoiMzg0IiwiVG9wIjowLCJMZWZ0Ijo0LCJSaWdodCI6NCwiQm90dG9tIjowfSwiUGFkZGluZyI6eyIkaWQiOiIzODUiLCJUb3AiOjAsIkxlZnQiOjAsIlJpZ2h0IjowLCJCb3R0b20iOjB9LCJCYWNrZ3JvdW5kIjp7IiRpZCI6IjM4NiIsIkNvbG9yIjp7IiRpZCI6IjM4NyIsIkEiOjI1NSwiUiI6MTE5LCJHIjoxMTksIkIiOjExOX19LCJJc1Zpc2libGUiOnRydWUsIldpZHRoIjowLjAsIkhlaWdodCI6MTAuMCwiQm9yZGVyU3R5bGUiOnsiJGlkIjoiMzg4IiwiTGluZUNvbG9yIjp7IiRpZCI6IjM4OSIsIiR0eXBlIjoiTkxSRS5Db21tb24uRG9tLlNvbGlkQ29sb3JCcnVzaCwgTkxSRS5Db21tb24iLCJDb2xvciI6eyIkaWQiOiIzOTAiLCJBIjoyNTUsIlIiOjAsIkciOjU5LCJCIjo5Mn19LCJMaW5lV2VpZ2h0IjozLjAsIkxpbmVUeXBlIjowLCJQYXJlbnRTdHlsZSI6bnVsbH0sIlBhcmVudFN0eWxlIjpudWxsfSwiVGl0bGVTdHlsZSI6eyIkaWQiOiIzOTEiLCJGb250U2V0dGluZ3MiOnsiJGlkIjoiMzkyIiwiRm9udFNpemUiOjExLCJGb250TmFtZSI6IkNhbGlicmkiLCJJc0JvbGQiOnRydWUsIklzSXRhbGljIjpmYWxzZSwiSXNVbmRlcmxpbmVkIjpmYWxzZSwiUGFyZW50U3R5bGUiOm51bGx9LCJBdXRvU2l6ZSI6MCwiRm9yZWdyb3VuZCI6eyIkaWQiOiIzOTMiLCJDb2xvciI6eyIkaWQiOiIzOTQ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zk1IiwiVG9wIjowLCJMZWZ0IjowLCJSaWdodCI6MCwiQm90dG9tIjowfSwiUGFkZGluZyI6eyIkaWQiOiIzOTYiLCJUb3AiOjAsIkxlZnQiOjAsIlJpZ2h0IjowLCJCb3R0b20iOjB9LCJCYWNrZ3JvdW5kIjp7IiRpZCI6IjM5NyIsIkNvbG9yIjp7IiRyZWYiOiIzNjcifX0sIklzVmlzaWJsZSI6dHJ1ZSwiV2lkdGgiOjAuMCwiSGVpZ2h0IjowLjAsIkJvcmRlclN0eWxlIjp7IiRpZCI6IjM5OCIsIkxpbmVDb2xvciI6bnVsbCwiTGluZVdlaWdodCI6MC4wLCJMaW5lVHlwZSI6MCwiUGFyZW50U3R5bGUiOm51bGx9LCJQYXJlbnRTdHlsZSI6bnVsbH0sIkRhdGVTdHlsZSI6eyIkaWQiOiIzOTkiLCJGb250U2V0dGluZ3MiOnsiJGlkIjoiNDAwIiwiRm9udFNpemUiOjEwLCJGb250TmFtZSI6IkNhbGlicmkiLCJJc0JvbGQiOmZhbHNlLCJJc0l0YWxpYyI6ZmFsc2UsIklzVW5kZXJsaW5lZCI6ZmFsc2UsIlBhcmVudFN0eWxlIjpudWxsfSwiQXV0b1NpemUiOjAsIkZvcmVncm91bmQiOnsiJGlkIjoiNDAxIiwiQ29sb3IiOnsiJGlkIjoiNDA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MDMiLCJUb3AiOjAsIkxlZnQiOjAsIlJpZ2h0IjowLCJCb3R0b20iOjB9LCJQYWRkaW5nIjp7IiRpZCI6IjQwNCIsIlRvcCI6MCwiTGVmdCI6MCwiUmlnaHQiOjAsIkJvdHRvbSI6MH0sIkJhY2tncm91bmQiOnsiJGlkIjoiNDA1IiwiQ29sb3IiOnsiJHJlZiI6IjM2NyJ9fSwiSXNWaXNpYmxlIjp0cnVlLCJXaWR0aCI6MC4wLCJIZWlnaHQiOjAuMCwiQm9yZGVyU3R5bGUiOnsiJGlkIjoiNDA2IiwiTGluZUNvbG9yIjpudWxsLCJMaW5lV2VpZ2h0IjowLjAsIkxpbmVUeXBlIjowLCJQYXJlbnRTdHlsZSI6bnVsbH0sIlBhcmVudFN0eWxlIjpudWxsfSwiRGF0ZUZvcm1hdCI6eyIkaWQiOiI0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A4IiwiRm9ybWF0IjowLCJJc1Zpc2libGUiOmZhbHNlLCJMYXN0S25vd25WaXNpYmlsaXR5U3RhdGUiOmZhbHNlfSwiSXNWaXNpYmxlIjp0cnVlLCJQYXJlbnRTdHlsZSI6bnVsbH0sIkluZGV4IjowLCJTbWFydER1cmF0aW9uQWN0aXZhdGVkIjpmYWxzZSwiRGF0ZUZvcm1hdCI6eyIkcmVmIjoiNDA3In0sIldlZWtOdW1iZXJpbmciOnsiJGlkIjoiNDA5IiwiRm9ybWF0IjowLCJJc1Zpc2libGUiOmZhbHNlLCJMYXN0S25vd25WaXNpYmlsaXR5U3RhdGUiOmZhbHNlfSwiSWQiOiI3NWNlYTNiYS03Y2MwLTRlZjYtYmI4Zi02NGU2MDM5MmJhOTYiLCJJbXBvcnRJZCI6IjEyMDYiLCJUaXRsZSI6IlIxLjEgVmlzdWFsaXplciBVcGdyYWRlIiwiTm90ZSI6bnVsbCwiSHlwZXJsaW5rIjp7IiRpZCI6IjQxMCIsIkFkZHJlc3MiOiIiLCJTdWJBZGRyZXNzIjoiIn0sIklzQ2hhbmdlZCI6ZmFsc2UsIklzTmV3IjpmYWxzZX0seyIkaWQiOiI0MTEiLCJHcm91cE5hbWUiOm51bGwsIlN0YXJ0RGF0ZSI6IjIwMjItMDUtMTZUMDg6MDA6MDBaIiwiRW5kRGF0ZSI6IjIwMjItMDUtMjdUMTc6MDA6MDBaIiwiUGVyY2VudGFnZUNvbXBsZXRlIjowLjAsIlN0eWxlIjp7IiRpZCI6IjQxMiIsIlNoYXBlIjoxLCJTaGFwZVRoaWNrbmVzcyI6MCwiRHVyYXRpb25Gb3JtYXQiOjAsIkluY2x1ZGVOb25Xb3JraW5nRGF5c0luRHVyYXRpb24iOmZhbHNlLCJQZXJjZW50YWdlQ29tcGxldGVTdHlsZSI6eyIkaWQiOiI0MTMiLCJGb250U2V0dGluZ3MiOnsiJGlkIjoiNDE0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0MTUiLCJMaW5lQ29sb3IiOm51bGwsIkxpbmVXZWlnaHQiOjAuMCwiTGluZVR5cGUiOjAsIlBhcmVudFN0eWxlIjpudWxsfSwiUGFyZW50U3R5bGUiOm51bGx9LCJEdXJhdGlvblN0eWxlIjp7IiRpZCI6IjQxNiIsIkZvbnRTZXR0aW5ncyI6eyIkaWQiOiI0MTc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QxOCIsIkxpbmVDb2xvciI6bnVsbCwiTGluZVdlaWdodCI6MC4wLCJMaW5lVHlwZSI6MCwiUGFyZW50U3R5bGUiOm51bGx9LCJQYXJlbnRTdHlsZSI6bnVsbH0sIkhvcml6b250YWxDb25uZWN0b3JTdHlsZSI6eyIkaWQiOiI0MTkiLCJMaW5lQ29sb3IiOnsiJHJlZiI6Ijk5In0sIkxpbmVXZWlnaHQiOjEuMCwiTGluZVR5cGUiOjAsIlBhcmVudFN0eWxlIjpudWxsfSwiVmVydGljYWxDb25uZWN0b3JTdHlsZSI6eyIkaWQiOiI0MjA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QyMSIsIk1hcmdpbiI6eyIkcmVmIjoiMTA1In0sIlBhZGRpbmciOnsiJHJlZiI6IjEwNiJ9LCJCYWNrZ3JvdW5kIjp7IiRpZCI6IjQyMiIsIkNvbG9yIjp7IiRpZCI6IjQyMyIsIkEiOjI1NSwiUiI6MTE5LCJHIjoxMTksIkIiOjExOX19LCJJc1Zpc2libGUiOnRydWUsIldpZHRoIjowLjAsIkhlaWdodCI6MTAuMCwiQm9yZGVyU3R5bGUiOnsiJGlkIjoiNDI0IiwiTGluZUNvbG9yIjp7IiRpZCI6IjQyNSIsIiR0eXBlIjoiTkxSRS5Db21tb24uRG9tLlNvbGlkQ29sb3JCcnVzaCwgTkxSRS5Db21tb24iLCJDb2xvciI6eyIkaWQiOiI0MjYiLCJBIjoyNTUsIlIiOjAsIkciOjU5LCJCIjo5Mn19LCJMaW5lV2VpZ2h0IjoyLjk5OTk1NjM3LCJMaW5lVHlwZSI6MCwiUGFyZW50U3R5bGUiOm51bGx9LCJQYXJlbnRTdHlsZSI6bnVsbH0sIlRpdGxlU3R5bGUiOnsiJGlkIjoiNDI3IiwiRm9udFNldHRpbmdzIjp7IiRpZCI6IjQyOCIsIkZvbnRTaXplIjoxMSwiRm9udE5hbWUiOiJDYWxpYnJpIiwiSXNCb2xkIjp0cnVlLCJJc0l0YWxpYyI6ZmFsc2UsIklzVW5kZXJsaW5lZCI6ZmFsc2UsIlBhcmVudFN0eWxlIjpudWxsfSwiQXV0b1NpemUiOjAsIkZvcmVncm91bmQiOnsiJHJlZiI6IjExNCJ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NDI5IiwiTGluZUNvbG9yIjpudWxsLCJMaW5lV2VpZ2h0IjowLjAsIkxpbmVUeXBlIjowLCJQYXJlbnRTdHlsZSI6bnVsbH0sIlBhcmVudFN0eWxlIjpudWxsfSwiRGF0ZVN0eWxlIjp7IiRpZCI6IjQzMCIsIkZvbnRTZXR0aW5ncyI6eyIkaWQiOiI0MzE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0MzIiLCJMaW5lQ29sb3IiOm51bGwsIkxpbmVXZWlnaHQiOjAuMCwiTGluZVR5cGUiOjAsIlBhcmVudFN0eWxlIjpudWxsfSwiUGFyZW50U3R5bGUiOm51bGx9LCJEYXRlRm9ybWF0Ijp7IiRyZWYiOiIxMjYifSwiV2Vla051bWJlcmluZyI6eyIkaWQiOiI0MzMiLCJGb3JtYXQiOjAsIklzVmlzaWJsZSI6ZmFsc2UsIkxhc3RLbm93blZpc2liaWxpdHlTdGF0ZSI6ZmFsc2V9LCJJc1Zpc2libGUiOnRydWUsIlBhcmVudFN0eWxlIjpudWxsfSwiSW5kZXgiOjEsIlNtYXJ0RHVyYXRpb25BY3RpdmF0ZWQiOmZhbHNlLCJEYXRlRm9ybWF0Ijp7IiRyZWYiOiIxMjYifSwiV2Vla051bWJlcmluZyI6eyIkaWQiOiI0MzQiLCJGb3JtYXQiOjAsIklzVmlzaWJsZSI6ZmFsc2UsIkxhc3RLbm93blZpc2liaWxpdHlTdGF0ZSI6ZmFsc2V9LCJJZCI6ImZkNWYzM2U1LTVlNDAtNDgzZC04ODYzLTFhNGFmZTRmYjM2ZSIsIkltcG9ydElkIjpudWxsLCJUaXRsZSI6IlZDT08gTWVyZ2Ugd2l0aCBSMS4xIiwiTm90ZSI6bnVsbCwiSHlwZXJsaW5rIjp7IiRpZCI6IjQzNSIsIkFkZHJlc3MiOiIiLCJTdWJBZGRyZXNzIjoiIn0sIklzQ2hhbmdlZCI6ZmFsc2UsIklzTmV3IjpmYWxzZX0seyIkaWQiOiI0MzYiLCJHcm91cE5hbWUiOm51bGwsIlN0YXJ0RGF0ZSI6IjIwMjItMDYtMTBUMDg6MDA6MDBaIiwiRW5kRGF0ZSI6IjIwMjItMDYtMTZUMTc6MDA6MDBaIiwiUGVyY2VudGFnZUNvbXBsZXRlIjowLjAsIlN0eWxlIjp7IiRpZCI6IjQzNyIsIlNoYXBlIjoxLCJTaGFwZVRoaWNrbmVzcyI6MCwiRHVyYXRpb25Gb3JtYXQiOjAsIkluY2x1ZGVOb25Xb3JraW5nRGF5c0luRHVyYXRpb24iOmZhbHNlLCJQZXJjZW50YWdlQ29tcGxldGVTdHlsZSI6eyIkaWQiOiI0MzgiLCJGb250U2V0dGluZ3MiOnsiJGlkIjoiNDM5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0NDAiLCJMaW5lQ29sb3IiOm51bGwsIkxpbmVXZWlnaHQiOjAuMCwiTGluZVR5cGUiOjAsIlBhcmVudFN0eWxlIjpudWxsfSwiUGFyZW50U3R5bGUiOm51bGx9LCJEdXJhdGlvblN0eWxlIjp7IiRpZCI6IjQ0MSIsIkZvbnRTZXR0aW5ncyI6eyIkaWQiOiI0NDI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Q0MyIsIkxpbmVDb2xvciI6bnVsbCwiTGluZVdlaWdodCI6MC4wLCJMaW5lVHlwZSI6MCwiUGFyZW50U3R5bGUiOm51bGx9LCJQYXJlbnRTdHlsZSI6bnVsbH0sIkhvcml6b250YWxDb25uZWN0b3JTdHlsZSI6eyIkaWQiOiI0NDQiLCJMaW5lQ29sb3IiOnsiJHJlZiI6Ijk5In0sIkxpbmVXZWlnaHQiOjEuMCwiTGluZVR5cGUiOjAsIlBhcmVudFN0eWxlIjpudWxsfSwiVmVydGljYWxDb25uZWN0b3JTdHlsZSI6eyIkaWQiOiI0NDU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Q0NiIsIk1hcmdpbiI6eyIkcmVmIjoiMTA1In0sIlBhZGRpbmciOnsiJHJlZiI6IjEwNiJ9LCJCYWNrZ3JvdW5kIjp7IiRpZCI6IjQ0NyIsIkNvbG9yIjp7IiRpZCI6IjQ0OCIsIkEiOjI1NSwiUiI6MTE5LCJHIjoxMTksIkIiOjExOX19LCJJc1Zpc2libGUiOnRydWUsIldpZHRoIjowLjAsIkhlaWdodCI6MTAuMCwiQm9yZGVyU3R5bGUiOnsiJGlkIjoiNDQ5IiwiTGluZUNvbG9yIjp7IiRpZCI6IjQ1MCIsIiR0eXBlIjoiTkxSRS5Db21tb24uRG9tLlNvbGlkQ29sb3JCcnVzaCwgTkxSRS5Db21tb24iLCJDb2xvciI6eyIkaWQiOiI0NTEiLCJBIjoyNTUsIlIiOjAsIkciOjU5LCJCIjo5Mn19LCJMaW5lV2VpZ2h0IjoyLjk5OTk1NjM3LCJMaW5lVHlwZSI6MCwiUGFyZW50U3R5bGUiOm51bGx9LCJQYXJlbnRTdHlsZSI6bnVsbH0sIlRpdGxlU3R5bGUiOnsiJGlkIjoiNDUyIiwiRm9udFNldHRpbmdzIjp7IiRpZCI6IjQ1MyIsIkZvbnRTaXplIjoxMSwiRm9udE5hbWUiOiJDYWxpYnJpIiwiSXNCb2xkIjp0cnVlLCJJc0l0YWxpYyI6ZmFsc2UsIklzVW5kZXJsaW5lZCI6ZmFsc2UsIlBhcmVudFN0eWxlIjpudWxsfSwiQXV0b1NpemUiOjAsIkZvcmVncm91bmQiOnsiJHJlZiI6IjExNCJ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NDU0IiwiTGluZUNvbG9yIjpudWxsLCJMaW5lV2VpZ2h0IjowLjAsIkxpbmVUeXBlIjowLCJQYXJlbnRTdHlsZSI6bnVsbH0sIlBhcmVudFN0eWxlIjpudWxsfSwiRGF0ZVN0eWxlIjp7IiRpZCI6IjQ1NSIsIkZvbnRTZXR0aW5ncyI6eyIkaWQiOiI0NTY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0NTciLCJMaW5lQ29sb3IiOm51bGwsIkxpbmVXZWlnaHQiOjAuMCwiTGluZVR5cGUiOjAsIlBhcmVudFN0eWxlIjpudWxsfSwiUGFyZW50U3R5bGUiOm51bGx9LCJEYXRlRm9ybWF0Ijp7IiRyZWYiOiIxMjYifSwiV2Vla051bWJlcmluZyI6eyIkaWQiOiI0NTgiLCJGb3JtYXQiOjAsIklzVmlzaWJsZSI6ZmFsc2UsIkxhc3RLbm93blZpc2liaWxpdHlTdGF0ZSI6ZmFsc2V9LCJJc1Zpc2libGUiOnRydWUsIlBhcmVudFN0eWxlIjpudWxsfSwiSW5kZXgiOjMsIlNtYXJ0RHVyYXRpb25BY3RpdmF0ZWQiOmZhbHNlLCJEYXRlRm9ybWF0Ijp7IiRyZWYiOiIxMjYifSwiV2Vla051bWJlcmluZyI6eyIkaWQiOiI0NTkiLCJGb3JtYXQiOjAsIklzVmlzaWJsZSI6ZmFsc2UsIkxhc3RLbm93blZpc2liaWxpdHlTdGF0ZSI6ZmFsc2V9LCJJZCI6ImU0MWU1M2ZiLTJiMGMtNGUwZC04MDc3LTRlNzdlY2ZhZWFlMiIsIkltcG9ydElkIjpudWxsLCJUaXRsZSI6IkFsZXJ0cyBNZXJnZSB3aXRoIFIxLjEiLCJOb3RlIjpudWxsLCJIeXBlcmxpbmsiOnsiJGlkIjoiNDYwIiwiQWRkcmVzcyI6IiIsIlN1YkFkZHJlc3MiOiIifSwiSXNDaGFuZ2VkIjpmYWxzZSwiSXNOZXciOmZhbHNlfSx7IiRpZCI6IjQ2MSIsIkdyb3VwTmFtZSI6bnVsbCwiU3RhcnREYXRlIjoiMjAyMi0wNi0zMFQwODowMDowMFoiLCJFbmREYXRlIjoiMjAyMi0wNy0xNVQxNzowMDowMFoiLCJQZXJjZW50YWdlQ29tcGxldGUiOjAuMCwiU3R5bGUiOnsiJGlkIjoiNDYyIiwiU2hhcGUiOjEsIlNoYXBlVGhpY2tuZXNzIjowLCJEdXJhdGlvbkZvcm1hdCI6MCwiSW5jbHVkZU5vbldvcmtpbmdEYXlzSW5EdXJhdGlvbiI6ZmFsc2UsIlBlcmNlbnRhZ2VDb21wbGV0ZVN0eWxlIjp7IiRpZCI6IjQ2MyIsIkZvbnRTZXR0aW5ncyI6eyIkaWQiOiI0NjQiLCJGb250U2l6ZSI6MTAsIkZvbnROYW1lIjoiQ2FsaWJyaSIsIklzQm9sZCI6ZmFsc2UsIklzSXRhbGljIjpmYWxzZSwiSXNVbmRlcmxpbmVkIjpmYWxzZSwiUGFyZW50U3R5bGUiOm51bGx9LCJBdXRvU2l6ZSI6MCwiRm9yZWdyb3VuZCI6eyIkaWQiOiI0NjUiLCJDb2xvciI6eyIkaWQiOiI0N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NjciLCJUb3AiOjAsIkxlZnQiOjAsIlJpZ2h0IjowLCJCb3R0b20iOjB9LCJQYWRkaW5nIjp7IiRpZCI6IjQ2OCIsIlRvcCI6MCwiTGVmdCI6MCwiUmlnaHQiOjAsIkJvdHRvbSI6MH0sIkJhY2tncm91bmQiOnsiJGlkIjoiNDY5IiwiQ29sb3IiOnsiJGlkIjoiNDcwIiwiQSI6ODksIlIiOjAsIkciOjAsIkIiOjB9fSwiSXNWaXNpYmxlIjp0cnVlLCJXaWR0aCI6MC4wLCJIZWlnaHQiOjAuMCwiQm9yZGVyU3R5bGUiOnsiJGlkIjoiNDcxIiwiTGluZUNvbG9yIjpudWxsLCJMaW5lV2VpZ2h0IjowLjAsIkxpbmVUeXBlIjowLCJQYXJlbnRTdHlsZSI6bnVsbH0sIlBhcmVudFN0eWxlIjpudWxsfSwiRHVyYXRpb25TdHlsZSI6eyIkaWQiOiI0NzIiLCJGb250U2V0dGluZ3MiOnsiJGlkIjoiNDczIiwiRm9udFNpemUiOjEwLCJGb250TmFtZSI6IkNhbGlicmkiLCJJc0JvbGQiOmZhbHNlLCJJc0l0YWxpYyI6ZmFsc2UsIklzVW5kZXJsaW5lZCI6ZmFsc2UsIlBhcmVudFN0eWxlIjpudWxsfSwiQXV0b1NpemUiOjAsIkZvcmVncm91bmQiOnsiJGlkIjoiNDc0IiwiQ29sb3IiOnsiJGlkIjoiNDc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c2IiwiVG9wIjowLCJMZWZ0IjowLCJSaWdodCI6MCwiQm90dG9tIjowfSwiUGFkZGluZyI6eyIkaWQiOiI0NzciLCJUb3AiOjAsIkxlZnQiOjAsIlJpZ2h0IjowLCJCb3R0b20iOjB9LCJCYWNrZ3JvdW5kIjp7IiRpZCI6IjQ3OCIsIkNvbG9yIjp7IiRyZWYiOiI0NzAifX0sIklzVmlzaWJsZSI6dHJ1ZSwiV2lkdGgiOjAuMCwiSGVpZ2h0IjowLjAsIkJvcmRlclN0eWxlIjp7IiRpZCI6IjQ3OSIsIkxpbmVDb2xvciI6bnVsbCwiTGluZVdlaWdodCI6MC4wLCJMaW5lVHlwZSI6MCwiUGFyZW50U3R5bGUiOm51bGx9LCJQYXJlbnRTdHlsZSI6bnVsbH0sIkhvcml6b250YWxDb25uZWN0b3JTdHlsZSI6eyIkaWQiOiI0ODAiLCJMaW5lQ29sb3IiOnsiJGlkIjoiNDgxIiwiJHR5cGUiOiJOTFJFLkNvbW1vbi5Eb20uU29saWRDb2xvckJydXNoLCBOTFJFLkNvbW1vbiIsIkNvbG9yIjp7IiRpZCI6IjQ4MiIsIkEiOjI1NSwiUiI6MjA0LCJHIjoyMDQsIkIiOjIwNH19LCJMaW5lV2VpZ2h0IjoxLjAsIkxpbmVUeXBlIjowLCJQYXJlbnRTdHlsZSI6bnVsbH0sIlZlcnRpY2FsQ29ubmVjdG9yU3R5bGUiOnsiJGlkIjoiNDgzIiwiTGluZUNvbG9yIjp7IiRpZCI6IjQ4NCIsIiR0eXBlIjoiTkxSRS5Db21tb24uRG9tLlNvbGlkQ29sb3JCcnVzaCwgTkxSRS5Db21tb24iLCJDb2xvciI6eyIkaWQiOiI0ODU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0ODYiLCJNYXJnaW4iOnsiJGlkIjoiNDg3IiwiVG9wIjowLCJMZWZ0Ijo0LCJSaWdodCI6NCwiQm90dG9tIjowfSwiUGFkZGluZyI6eyIkaWQiOiI0ODgiLCJUb3AiOjAsIkxlZnQiOjAsIlJpZ2h0IjowLCJCb3R0b20iOjB9LCJCYWNrZ3JvdW5kIjp7IiRpZCI6IjQ4OSIsIkNvbG9yIjp7IiRpZCI6IjQ5MCIsIkEiOjI1NSwiUiI6MTE5LCJHIjoxMTksIkIiOjExOX19LCJJc1Zpc2libGUiOnRydWUsIldpZHRoIjowLjAsIkhlaWdodCI6MTAuMCwiQm9yZGVyU3R5bGUiOnsiJGlkIjoiNDkxIiwiTGluZUNvbG9yIjp7IiRyZWYiOiIzODkifSwiTGluZVdlaWdodCI6My4wLCJMaW5lVHlwZSI6MCwiUGFyZW50U3R5bGUiOm51bGx9LCJQYXJlbnRTdHlsZSI6bnVsbH0sIlRpdGxlU3R5bGUiOnsiJGlkIjoiNDkyIiwiRm9udFNldHRpbmdzIjp7IiRpZCI6IjQ5MyIsIkZvbnRTaXplIjoxMSwiRm9udE5hbWUiOiJDYWxpYnJpIiwiSXNCb2xkIjp0cnVlLCJJc0l0YWxpYyI6ZmFsc2UsIklzVW5kZXJsaW5lZCI6ZmFsc2UsIlBhcmVudFN0eWxlIjpudWxsfSwiQXV0b1NpemUiOjAsIkZvcmVncm91bmQiOnsiJGlkIjoiNDk0IiwiQ29sb3IiOnsiJGlkIjoiNDk1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Q5NiIsIlRvcCI6MCwiTGVmdCI6MCwiUmlnaHQiOjAsIkJvdHRvbSI6MH0sIlBhZGRpbmciOnsiJGlkIjoiNDk3IiwiVG9wIjowLCJMZWZ0IjowLCJSaWdodCI6MCwiQm90dG9tIjowfSwiQmFja2dyb3VuZCI6eyIkaWQiOiI0OTgiLCJDb2xvciI6eyIkcmVmIjoiNDcwIn19LCJJc1Zpc2libGUiOnRydWUsIldpZHRoIjowLjAsIkhlaWdodCI6MC4wLCJCb3JkZXJTdHlsZSI6eyIkaWQiOiI0OTkiLCJMaW5lQ29sb3IiOm51bGwsIkxpbmVXZWlnaHQiOjAuMCwiTGluZVR5cGUiOjAsIlBhcmVudFN0eWxlIjpudWxsfSwiUGFyZW50U3R5bGUiOm51bGx9LCJEYXRlU3R5bGUiOnsiJGlkIjoiNTAwIiwiRm9udFNldHRpbmdzIjp7IiRpZCI6IjUwMSIsIkZvbnRTaXplIjoxMCwiRm9udE5hbWUiOiJDYWxpYnJpIiwiSXNCb2xkIjpmYWxzZSwiSXNJdGFsaWMiOmZhbHNlLCJJc1VuZGVybGluZWQiOmZhbHNlLCJQYXJlbnRTdHlsZSI6bnVsbH0sIkF1dG9TaXplIjowLCJGb3JlZ3JvdW5kIjp7IiRpZCI6IjUwMiIsIkNvbG9yIjp7IiRpZCI6IjUw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A0IiwiVG9wIjowLCJMZWZ0IjowLCJSaWdodCI6MCwiQm90dG9tIjowfSwiUGFkZGluZyI6eyIkaWQiOiI1MDUiLCJUb3AiOjAsIkxlZnQiOjAsIlJpZ2h0IjowLCJCb3R0b20iOjB9LCJCYWNrZ3JvdW5kIjp7IiRpZCI6IjUwNiIsIkNvbG9yIjp7IiRyZWYiOiI0NzAifX0sIklzVmlzaWJsZSI6dHJ1ZSwiV2lkdGgiOjAuMCwiSGVpZ2h0IjowLjAsIkJvcmRlclN0eWxlIjp7IiRpZCI6IjUwNyIsIkxpbmVDb2xvciI6bnVsbCwiTGluZVdlaWdodCI6MC4wLCJMaW5lVHlwZSI6MCwiUGFyZW50U3R5bGUiOm51bGx9LCJQYXJlbnRTdHlsZSI6bnVsbH0sIkRhdGVGb3JtYXQiOnsiJGlkIjoiNTA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wOSIsIkZvcm1hdCI6MCwiSXNWaXNpYmxlIjpmYWxzZSwiTGFzdEtub3duVmlzaWJpbGl0eVN0YXRlIjpmYWxzZX0sIklzVmlzaWJsZSI6dHJ1ZSwiUGFyZW50U3R5bGUiOm51bGx9LCJJbmRleCI6NCwiU21hcnREdXJhdGlvbkFjdGl2YXRlZCI6ZmFsc2UsIkRhdGVGb3JtYXQiOnsiJHJlZiI6IjUwOCJ9LCJXZWVrTnVtYmVyaW5nIjp7IiRpZCI6IjUxMCIsIkZvcm1hdCI6MCwiSXNWaXNpYmxlIjpmYWxzZSwiTGFzdEtub3duVmlzaWJpbGl0eVN0YXRlIjpmYWxzZX0sIklkIjoiNzg3MmRkNzAtYjJlNy00YmIzLTlkMGMtNDlhNmIyYzIyNWFhIiwiSW1wb3J0SWQiOiI3NDgiLCJUaXRsZSI6IlIxLjEgVkNPTy9IRiIsIk5vdGUiOm51bGwsIkh5cGVybGluayI6eyIkaWQiOiI1MTEiLCJBZGRyZXNzIjoiIiwiU3ViQWRkcmVzcyI6IiJ9LCJJc0NoYW5nZWQiOmZhbHNlLCJJc05ldyI6ZmFsc2V9LHsiJGlkIjoiNTEyIiwiR3JvdXBOYW1lIjpudWxsLCJTdGFydERhdGUiOiIyMDIyLTA3LTEyVDA4OjAwOjAwWiIsIkVuZERhdGUiOiIyMDIyLTA3LTI3VDE3OjAwOjAwWiIsIlBlcmNlbnRhZ2VDb21wbGV0ZSI6MC4wLCJTdHlsZSI6eyIkaWQiOiI1MTMiLCJTaGFwZSI6MSwiU2hhcGVUaGlja25lc3MiOjAsIkR1cmF0aW9uRm9ybWF0IjowLCJJbmNsdWRlTm9uV29ya2luZ0RheXNJbkR1cmF0aW9uIjpmYWxzZSwiUGVyY2VudGFnZUNvbXBsZXRlU3R5bGUiOnsiJGlkIjoiNTE0IiwiRm9udFNldHRpbmdzIjp7IiRpZCI6IjUxNS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NTE2IiwiTGluZUNvbG9yIjpudWxsLCJMaW5lV2VpZ2h0IjowLjAsIkxpbmVUeXBlIjowLCJQYXJlbnRTdHlsZSI6bnVsbH0sIlBhcmVudFN0eWxlIjpudWxsfSwiRHVyYXRpb25TdHlsZSI6eyIkaWQiOiI1MTciLCJGb250U2V0dGluZ3MiOnsiJGlkIjoiNTE4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1MTkiLCJMaW5lQ29sb3IiOm51bGwsIkxpbmVXZWlnaHQiOjAuMCwiTGluZVR5cGUiOjAsIlBhcmVudFN0eWxlIjpudWxsfSwiUGFyZW50U3R5bGUiOm51bGx9LCJIb3Jpem9udGFsQ29ubmVjdG9yU3R5bGUiOnsiJGlkIjoiNTIwIiwiTGluZUNvbG9yIjp7IiRyZWYiOiI5OSJ9LCJMaW5lV2VpZ2h0IjoxLjAsIkxpbmVUeXBlIjowLCJQYXJlbnRTdHlsZSI6bnVsbH0sIlZlcnRpY2FsQ29ubmVjdG9yU3R5bGUiOnsiJGlkIjoiNTIxIiwiTGluZUNvbG9yIjp7IiRyZWYiOiIxMDI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MywiSXNCZWxvd1RpbWViYW5kIjpmYWxzZSwiUGVyY2VudGFnZUNvbXBsZXRlU2hhcGVPcGFjaXR5IjozNSwiU2hhcGVTdHlsZSI6eyIkaWQiOiI1MjIiLCJNYXJnaW4iOnsiJHJlZiI6IjEwNSJ9LCJQYWRkaW5nIjp7IiRyZWYiOiIxMDYifSwiQmFja2dyb3VuZCI6eyIkaWQiOiI1MjMiLCJDb2xvciI6eyIkaWQiOiI1MjQiLCJBIjoyNTUsIlIiOjExOSwiRyI6MTE5LCJCIjoxMTl9fSwiSXNWaXNpYmxlIjp0cnVlLCJXaWR0aCI6MC4wLCJIZWlnaHQiOjEwLjAsIkJvcmRlclN0eWxlIjp7IiRpZCI6IjUyNSIsIkxpbmVDb2xvciI6eyIkaWQiOiI1MjYiLCIkdHlwZSI6Ik5MUkUuQ29tbW9uLkRvbS5Tb2xpZENvbG9yQnJ1c2gsIE5MUkUuQ29tbW9uIiwiQ29sb3IiOnsiJGlkIjoiNTI3IiwiQSI6MjU1LCJSIjowLCJHIjo1OSwiQiI6OTJ9fSwiTGluZVdlaWdodCI6Mi45OTk5NTYzNywiTGluZVR5cGUiOjAsIlBhcmVudFN0eWxlIjpudWxsfSwiUGFyZW50U3R5bGUiOm51bGx9LCJUaXRsZVN0eWxlIjp7IiRpZCI6IjUyOCIsIkZvbnRTZXR0aW5ncyI6eyIkaWQiOiI1MjkiLCJGb250U2l6ZSI6MTEsIkZvbnROYW1lIjoiQ2FsaWJyaSIsIklzQm9sZCI6dHJ1ZSwiSXNJdGFsaWMiOmZhbHNlLCJJc1VuZGVybGluZWQiOmZhbHNlLCJQYXJlbnRTdHlsZSI6bnVsbH0sIkF1dG9TaXplIjowLCJGb3JlZ3JvdW5kIjp7IiRyZWYiOiIxMTQi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UzMCIsIkxpbmVDb2xvciI6bnVsbCwiTGluZVdlaWdodCI6MC4wLCJMaW5lVHlwZSI6MCwiUGFyZW50U3R5bGUiOm51bGx9LCJQYXJlbnRTdHlsZSI6bnVsbH0sIkRhdGVTdHlsZSI6eyIkaWQiOiI1MzEiLCJGb250U2V0dGluZ3MiOnsiJGlkIjoiNTMy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y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NTMzIiwiTGluZUNvbG9yIjpudWxsLCJMaW5lV2VpZ2h0IjowLjAsIkxpbmVUeXBlIjowLCJQYXJlbnRTdHlsZSI6bnVsbH0sIlBhcmVudFN0eWxlIjpudWxsfSwiRGF0ZUZvcm1hdCI6eyIkcmVmIjoiMTI2In0sIldlZWtOdW1iZXJpbmciOnsiJGlkIjoiNTM0IiwiRm9ybWF0IjowLCJJc1Zpc2libGUiOmZhbHNlLCJMYXN0S25vd25WaXNpYmlsaXR5U3RhdGUiOmZhbHNlfSwiSXNWaXNpYmxlIjp0cnVlLCJQYXJlbnRTdHlsZSI6bnVsbH0sIkluZGV4Ijo1LCJTbWFydER1cmF0aW9uQWN0aXZhdGVkIjpmYWxzZSwiRGF0ZUZvcm1hdCI6eyIkcmVmIjoiMTI2In0sIldlZWtOdW1iZXJpbmciOnsiJGlkIjoiNTM1IiwiRm9ybWF0IjowLCJJc1Zpc2libGUiOmZhbHNlLCJMYXN0S25vd25WaXNpYmlsaXR5U3RhdGUiOmZhbHNlfSwiSWQiOiI1ZDc1ZDRmNC05OWEyLTQ5YjItYmZkNS05ZGY4NTJiYzI4Y2MiLCJJbXBvcnRJZCI6bnVsbCwiVGl0bGUiOiJSZWdyZXNzaW9uIFIxLjEgVmlzdWFsaXplciBVcGdyYWRlIiwiTm90ZSI6bnVsbCwiSHlwZXJsaW5rIjp7IiRpZCI6IjUzNiIsIkFkZHJlc3MiOiIiLCJTdWJBZGRyZXNzIjoiIn0sIklzQ2hhbmdlZCI6ZmFsc2UsIklzTmV3IjpmYWxzZX0seyIkaWQiOiI1MzciLCJHcm91cE5hbWUiOm51bGwsIlN0YXJ0RGF0ZSI6IjIwMjItMDgtMDFUMDg6MDA6MDBaIiwiRW5kRGF0ZSI6IjIwMjItMDgtMTJUMTc6MDA6MDBaIiwiUGVyY2VudGFnZUNvbXBsZXRlIjowLjAsIlN0eWxlIjp7IiRpZCI6IjUzOCIsIlNoYXBlIjoxLCJTaGFwZVRoaWNrbmVzcyI6MCwiRHVyYXRpb25Gb3JtYXQiOjAsIkluY2x1ZGVOb25Xb3JraW5nRGF5c0luRHVyYXRpb24iOmZhbHNlLCJQZXJjZW50YWdlQ29tcGxldGVTdHlsZSI6eyIkaWQiOiI1MzkiLCJGb250U2V0dGluZ3MiOnsiJGlkIjoiNTQwIiwiRm9udFNpemUiOjEwLCJGb250TmFtZSI6IkNhbGlicmkiLCJJc0JvbGQiOmZhbHNlLCJJc0l0YWxpYyI6ZmFsc2UsIklzVW5kZXJsaW5lZCI6ZmFsc2UsIlBhcmVudFN0eWxlIjpudWxsfSwiQXV0b1NpemUiOjAsIkZvcmVncm91bmQiOnsiJGlkIjoiNTQxIiwiQ29sb3IiOnsiJGlkIjoiNTQ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QzIiwiVG9wIjowLCJMZWZ0IjowLCJSaWdodCI6MCwiQm90dG9tIjowfSwiUGFkZGluZyI6eyIkaWQiOiI1NDQiLCJUb3AiOjAsIkxlZnQiOjAsIlJpZ2h0IjowLCJCb3R0b20iOjB9LCJCYWNrZ3JvdW5kIjp7IiRpZCI6IjU0NSIsIkNvbG9yIjp7IiRpZCI6IjU0NiIsIkEiOjg5LCJSIjowLCJHIjowLCJCIjowfX0sIklzVmlzaWJsZSI6dHJ1ZSwiV2lkdGgiOjAuMCwiSGVpZ2h0IjowLjAsIkJvcmRlclN0eWxlIjp7IiRpZCI6IjU0NyIsIkxpbmVDb2xvciI6bnVsbCwiTGluZVdlaWdodCI6MC4wLCJMaW5lVHlwZSI6MCwiUGFyZW50U3R5bGUiOm51bGx9LCJQYXJlbnRTdHlsZSI6bnVsbH0sIkR1cmF0aW9uU3R5bGUiOnsiJGlkIjoiNTQ4IiwiRm9udFNldHRpbmdzIjp7IiRpZCI6IjU0OSIsIkZvbnRTaXplIjoxMCwiRm9udE5hbWUiOiJDYWxpYnJpIiwiSXNCb2xkIjpmYWxzZSwiSXNJdGFsaWMiOmZhbHNlLCJJc1VuZGVybGluZWQiOmZhbHNlLCJQYXJlbnRTdHlsZSI6bnVsbH0sIkF1dG9TaXplIjowLCJGb3JlZ3JvdW5kIjp7IiRpZCI6IjU1MCIsIkNvbG9yIjp7IiRpZCI6IjU1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1MiIsIlRvcCI6MCwiTGVmdCI6MCwiUmlnaHQiOjAsIkJvdHRvbSI6MH0sIlBhZGRpbmciOnsiJGlkIjoiNTUzIiwiVG9wIjowLCJMZWZ0IjowLCJSaWdodCI6MCwiQm90dG9tIjowfSwiQmFja2dyb3VuZCI6eyIkaWQiOiI1NTQiLCJDb2xvciI6eyIkcmVmIjoiNTQ2In19LCJJc1Zpc2libGUiOnRydWUsIldpZHRoIjowLjAsIkhlaWdodCI6MC4wLCJCb3JkZXJTdHlsZSI6eyIkaWQiOiI1NTUiLCJMaW5lQ29sb3IiOm51bGwsIkxpbmVXZWlnaHQiOjAuMCwiTGluZVR5cGUiOjAsIlBhcmVudFN0eWxlIjpudWxsfSwiUGFyZW50U3R5bGUiOm51bGx9LCJIb3Jpem9udGFsQ29ubmVjdG9yU3R5bGUiOnsiJGlkIjoiNTU2IiwiTGluZUNvbG9yIjp7IiRpZCI6IjU1NyIsIiR0eXBlIjoiTkxSRS5Db21tb24uRG9tLlNvbGlkQ29sb3JCcnVzaCwgTkxSRS5Db21tb24iLCJDb2xvciI6eyIkaWQiOiI1NTgiLCJBIjoyNTUsIlIiOjIwNCwiRyI6MjA0LCJCIjoyMDR9fSwiTGluZVdlaWdodCI6MS4wLCJMaW5lVHlwZSI6MCwiUGFyZW50U3R5bGUiOm51bGx9LCJWZXJ0aWNhbENvbm5lY3RvclN0eWxlIjp7IiRpZCI6IjU1OSIsIkxpbmVDb2xvciI6eyIkaWQiOiI1NjAiLCIkdHlwZSI6Ik5MUkUuQ29tbW9uLkRvbS5Tb2xpZENvbG9yQnJ1c2gsIE5MUkUuQ29tbW9uIiwiQ29sb3IiOnsiJGlkIjoiNTYx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NTYyIiwiTWFyZ2luIjp7IiRpZCI6IjU2MyIsIlRvcCI6MCwiTGVmdCI6NCwiUmlnaHQiOjQsIkJvdHRvbSI6MH0sIlBhZGRpbmciOnsiJGlkIjoiNTY0IiwiVG9wIjowLCJMZWZ0IjowLCJSaWdodCI6MCwiQm90dG9tIjowfSwiQmFja2dyb3VuZCI6eyIkaWQiOiI1NjUiLCJDb2xvciI6eyIkaWQiOiI1NjYiLCJBIjoyNTUsIlIiOjExOSwiRyI6MTE5LCJCIjoxMTl9fSwiSXNWaXNpYmxlIjp0cnVlLCJXaWR0aCI6MC4wLCJIZWlnaHQiOjEwLjAsIkJvcmRlclN0eWxlIjp7IiRpZCI6IjU2NyIsIkxpbmVDb2xvciI6eyIkcmVmIjoiMzg5In0sIkxpbmVXZWlnaHQiOjMuMCwiTGluZVR5cGUiOjAsIlBhcmVudFN0eWxlIjpudWxsfSwiUGFyZW50U3R5bGUiOm51bGx9LCJUaXRsZVN0eWxlIjp7IiRpZCI6IjU2OCIsIkZvbnRTZXR0aW5ncyI6eyIkaWQiOiI1NjkiLCJGb250U2l6ZSI6MTEsIkZvbnROYW1lIjoiQ2FsaWJyaSIsIklzQm9sZCI6dHJ1ZSwiSXNJdGFsaWMiOmZhbHNlLCJJc1VuZGVybGluZWQiOmZhbHNlLCJQYXJlbnRTdHlsZSI6bnVsbH0sIkF1dG9TaXplIjowLCJGb3JlZ3JvdW5kIjp7IiRpZCI6IjU3MCIsIkNvbG9yIjp7IiRpZCI6IjU3MS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1NzIiLCJUb3AiOjAsIkxlZnQiOjAsIlJpZ2h0IjowLCJCb3R0b20iOjB9LCJQYWRkaW5nIjp7IiRpZCI6IjU3MyIsIlRvcCI6MCwiTGVmdCI6MCwiUmlnaHQiOjAsIkJvdHRvbSI6MH0sIkJhY2tncm91bmQiOnsiJGlkIjoiNTc0IiwiQ29sb3IiOnsiJHJlZiI6IjU0NiJ9fSwiSXNWaXNpYmxlIjp0cnVlLCJXaWR0aCI6MC4wLCJIZWlnaHQiOjAuMCwiQm9yZGVyU3R5bGUiOnsiJGlkIjoiNTc1IiwiTGluZUNvbG9yIjpudWxsLCJMaW5lV2VpZ2h0IjowLjAsIkxpbmVUeXBlIjowLCJQYXJlbnRTdHlsZSI6bnVsbH0sIlBhcmVudFN0eWxlIjpudWxsfSwiRGF0ZVN0eWxlIjp7IiRpZCI6IjU3NiIsIkZvbnRTZXR0aW5ncyI6eyIkaWQiOiI1NzciLCJGb250U2l6ZSI6MTAsIkZvbnROYW1lIjoiQ2FsaWJyaSIsIklzQm9sZCI6ZmFsc2UsIklzSXRhbGljIjpmYWxzZSwiSXNVbmRlcmxpbmVkIjpmYWxzZSwiUGFyZW50U3R5bGUiOm51bGx9LCJBdXRvU2l6ZSI6MCwiRm9yZWdyb3VuZCI6eyIkaWQiOiI1NzgiLCJDb2xvciI6eyIkaWQiOiI1Nz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4MCIsIlRvcCI6MCwiTGVmdCI6MCwiUmlnaHQiOjAsIkJvdHRvbSI6MH0sIlBhZGRpbmciOnsiJGlkIjoiNTgxIiwiVG9wIjowLCJMZWZ0IjowLCJSaWdodCI6MCwiQm90dG9tIjowfSwiQmFja2dyb3VuZCI6eyIkaWQiOiI1ODIiLCJDb2xvciI6eyIkcmVmIjoiNTQ2In19LCJJc1Zpc2libGUiOnRydWUsIldpZHRoIjowLjAsIkhlaWdodCI6MC4wLCJCb3JkZXJTdHlsZSI6eyIkaWQiOiI1ODMiLCJMaW5lQ29sb3IiOm51bGwsIkxpbmVXZWlnaHQiOjAuMCwiTGluZVR5cGUiOjAsIlBhcmVudFN0eWxlIjpudWxsfSwiUGFyZW50U3R5bGUiOm51bGx9LCJEYXRlRm9ybWF0Ijp7IiRpZCI6IjU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DUiLCJGb3JtYXQiOjAsIklzVmlzaWJsZSI6ZmFsc2UsIkxhc3RLbm93blZpc2liaWxpdHlTdGF0ZSI6ZmFsc2V9LCJJc1Zpc2libGUiOnRydWUsIlBhcmVudFN0eWxlIjpudWxsfSwiSW5kZXgiOjgsIlNtYXJ0RHVyYXRpb25BY3RpdmF0ZWQiOmZhbHNlLCJEYXRlRm9ybWF0Ijp7IiRyZWYiOiI1ODQifSwiV2Vla051bWJlcmluZyI6eyIkaWQiOiI1ODYiLCJGb3JtYXQiOjAsIklzVmlzaWJsZSI6ZmFsc2UsIkxhc3RLbm93blZpc2liaWxpdHlTdGF0ZSI6ZmFsc2V9LCJJZCI6ImFlNDdlZmZmLTdmMWYtNGE1MS1iOGUxLTU0MmUwMmFjMDBkYiIsIkltcG9ydElkIjoiMTIwMyIsIlRpdGxlIjoiUmVncmVzc2lvbiBmb3IgVkNPTy9IRiIsIk5vdGUiOm51bGwsIkh5cGVybGluayI6eyIkaWQiOiI1ODciLCJBZGRyZXNzIjoiIiwiU3ViQWRkcmVzcyI6IiJ9LCJJc0NoYW5nZWQiOmZhbHNlLCJJc05ldyI6ZmFsc2V9LHsiJGlkIjoiNTg4IiwiR3JvdXBOYW1lIjpudWxsLCJTdGFydERhdGUiOiIyMDIyLTA4LTAxVDA4OjAwOjAwWiIsIkVuZERhdGUiOiIyMDIyLTA5LTA5VDE3OjAwOjAwWiIsIlBlcmNlbnRhZ2VDb21wbGV0ZSI6MC4wLCJTdHlsZSI6eyIkaWQiOiI1ODkiLCJTaGFwZSI6MSwiU2hhcGVUaGlja25lc3MiOjAsIkR1cmF0aW9uRm9ybWF0IjowLCJJbmNsdWRlTm9uV29ya2luZ0RheXNJbkR1cmF0aW9uIjpmYWxzZSwiUGVyY2VudGFnZUNvbXBsZXRlU3R5bGUiOnsiJGlkIjoiNTkwIiwiRm9udFNldHRpbmdzIjp7IiRpZCI6IjU5MSIsIkZvbnRTaXplIjoxMCwiRm9udE5hbWUiOiJDYWxpYnJpIiwiSXNCb2xkIjpmYWxzZSwiSXNJdGFsaWMiOmZhbHNlLCJJc1VuZGVybGluZWQiOmZhbHNlLCJQYXJlbnRTdHlsZSI6bnVsbH0sIkF1dG9TaXplIjowLCJGb3JlZ3JvdW5kIjp7IiRpZCI6IjU5MiIsIkNvbG9yIjp7IiRpZCI6IjU5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5NCIsIlRvcCI6MCwiTGVmdCI6MCwiUmlnaHQiOjAsIkJvdHRvbSI6MH0sIlBhZGRpbmciOnsiJGlkIjoiNTk1IiwiVG9wIjowLCJMZWZ0IjowLCJSaWdodCI6MCwiQm90dG9tIjowfSwiQmFja2dyb3VuZCI6eyIkaWQiOiI1OTYiLCJDb2xvciI6eyIkaWQiOiI1OTciLCJBIjo4OSwiUiI6MCwiRyI6MCwiQiI6MH19LCJJc1Zpc2libGUiOnRydWUsIldpZHRoIjowLjAsIkhlaWdodCI6MC4wLCJCb3JkZXJTdHlsZSI6eyIkaWQiOiI1OTgiLCJMaW5lQ29sb3IiOm51bGwsIkxpbmVXZWlnaHQiOjAuMCwiTGluZVR5cGUiOjAsIlBhcmVudFN0eWxlIjpudWxsfSwiUGFyZW50U3R5bGUiOm51bGx9LCJEdXJhdGlvblN0eWxlIjp7IiRpZCI6IjU5OSIsIkZvbnRTZXR0aW5ncyI6eyIkaWQiOiI2MDAiLCJGb250U2l6ZSI6MTAsIkZvbnROYW1lIjoiQ2FsaWJyaSIsIklzQm9sZCI6ZmFsc2UsIklzSXRhbGljIjpmYWxzZSwiSXNVbmRlcmxpbmVkIjpmYWxzZSwiUGFyZW50U3R5bGUiOm51bGx9LCJBdXRvU2l6ZSI6MCwiRm9yZWdyb3VuZCI6eyIkaWQiOiI2MDEiLCJDb2xvciI6eyIkaWQiOiI2MD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MDMiLCJUb3AiOjAsIkxlZnQiOjAsIlJpZ2h0IjowLCJCb3R0b20iOjB9LCJQYWRkaW5nIjp7IiRpZCI6IjYwNCIsIlRvcCI6MCwiTGVmdCI6MCwiUmlnaHQiOjAsIkJvdHRvbSI6MH0sIkJhY2tncm91bmQiOnsiJGlkIjoiNjA1IiwiQ29sb3IiOnsiJHJlZiI6IjU5NyJ9fSwiSXNWaXNpYmxlIjp0cnVlLCJXaWR0aCI6MC4wLCJIZWlnaHQiOjAuMCwiQm9yZGVyU3R5bGUiOnsiJGlkIjoiNjA2IiwiTGluZUNvbG9yIjpudWxsLCJMaW5lV2VpZ2h0IjowLjAsIkxpbmVUeXBlIjowLCJQYXJlbnRTdHlsZSI6bnVsbH0sIlBhcmVudFN0eWxlIjpudWxsfSwiSG9yaXpvbnRhbENvbm5lY3RvclN0eWxlIjp7IiRpZCI6IjYwNyIsIkxpbmVDb2xvciI6eyIkaWQiOiI2MDgiLCIkdHlwZSI6Ik5MUkUuQ29tbW9uLkRvbS5Tb2xpZENvbG9yQnJ1c2gsIE5MUkUuQ29tbW9uIiwiQ29sb3IiOnsiJGlkIjoiNjA5IiwiQSI6MjU1LCJSIjoyMDQsIkciOjIwNCwiQiI6MjA0fX0sIkxpbmVXZWlnaHQiOjEuMCwiTGluZVR5cGUiOjAsIlBhcmVudFN0eWxlIjpudWxsfSwiVmVydGljYWxDb25uZWN0b3JTdHlsZSI6eyIkaWQiOiI2MTAiLCJMaW5lQ29sb3IiOnsiJGlkIjoiNjExIiwiJHR5cGUiOiJOTFJFLkNvbW1vbi5Eb20uU29saWRDb2xvckJydXNoLCBOTFJFLkNvbW1vbiIsIkNvbG9yIjp7IiRpZCI6IjYxMi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YxMyIsIk1hcmdpbiI6eyIkaWQiOiI2MTQiLCJUb3AiOjAsIkxlZnQiOjQsIlJpZ2h0Ijo0LCJCb3R0b20iOjB9LCJQYWRkaW5nIjp7IiRpZCI6IjYxNSIsIlRvcCI6MCwiTGVmdCI6MCwiUmlnaHQiOjAsIkJvdHRvbSI6MH0sIkJhY2tncm91bmQiOnsiJGlkIjoiNjE2IiwiQ29sb3IiOnsiJGlkIjoiNjE3IiwiQSI6MjU1LCJSIjowLCJHIjo1OSwiQiI6OTJ9fSwiSXNWaXNpYmxlIjp0cnVlLCJXaWR0aCI6MC4wLCJIZWlnaHQiOjEwLjAsIkJvcmRlclN0eWxlIjp7IiRpZCI6IjYxOCIsIkxpbmVDb2xvciI6eyIkaWQiOiI2MTkiLCIkdHlwZSI6Ik5MUkUuQ29tbW9uLkRvbS5Tb2xpZENvbG9yQnJ1c2gsIE5MUkUuQ29tbW9uIiwiQ29sb3IiOnsiJGlkIjoiNjIwIiwiQSI6MjU1LCJSIjoyNTUsIkciOjAsIkIiOjB9fSwiTGluZVdlaWdodCI6MC4wLCJMaW5lVHlwZSI6MCwiUGFyZW50U3R5bGUiOm51bGx9LCJQYXJlbnRTdHlsZSI6bnVsbH0sIlRpdGxlU3R5bGUiOnsiJGlkIjoiNjIxIiwiRm9udFNldHRpbmdzIjp7IiRpZCI6IjYyMiIsIkZvbnRTaXplIjoxMSwiRm9udE5hbWUiOiJDYWxpYnJpIiwiSXNCb2xkIjp0cnVlLCJJc0l0YWxpYyI6ZmFsc2UsIklzVW5kZXJsaW5lZCI6ZmFsc2UsIlBhcmVudFN0eWxlIjpudWxsfSwiQXV0b1NpemUiOjAsIkZvcmVncm91bmQiOnsiJGlkIjoiNjIzIiwiQ29sb3IiOnsiJGlkIjoiNjI0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YyNSIsIlRvcCI6MCwiTGVmdCI6MCwiUmlnaHQiOjAsIkJvdHRvbSI6MH0sIlBhZGRpbmciOnsiJGlkIjoiNjI2IiwiVG9wIjowLCJMZWZ0IjowLCJSaWdodCI6MCwiQm90dG9tIjowfSwiQmFja2dyb3VuZCI6eyIkaWQiOiI2MjciLCJDb2xvciI6eyIkcmVmIjoiNTk3In19LCJJc1Zpc2libGUiOnRydWUsIldpZHRoIjowLjAsIkhlaWdodCI6MC4wLCJCb3JkZXJTdHlsZSI6eyIkaWQiOiI2MjgiLCJMaW5lQ29sb3IiOm51bGwsIkxpbmVXZWlnaHQiOjAuMCwiTGluZVR5cGUiOjAsIlBhcmVudFN0eWxlIjpudWxsfSwiUGFyZW50U3R5bGUiOm51bGx9LCJEYXRlU3R5bGUiOnsiJGlkIjoiNjI5IiwiRm9udFNldHRpbmdzIjp7IiRpZCI6IjYzMCIsIkZvbnRTaXplIjoxMCwiRm9udE5hbWUiOiJDYWxpYnJpIiwiSXNCb2xkIjpmYWxzZSwiSXNJdGFsaWMiOmZhbHNlLCJJc1VuZGVybGluZWQiOmZhbHNlLCJQYXJlbnRTdHlsZSI6bnVsbH0sIkF1dG9TaXplIjowLCJGb3JlZ3JvdW5kIjp7IiRpZCI6IjYzMSIsIkNvbG9yIjp7IiRpZCI6IjYz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MzIiwiVG9wIjowLCJMZWZ0IjowLCJSaWdodCI6MCwiQm90dG9tIjowfSwiUGFkZGluZyI6eyIkaWQiOiI2MzQiLCJUb3AiOjAsIkxlZnQiOjAsIlJpZ2h0IjowLCJCb3R0b20iOjB9LCJCYWNrZ3JvdW5kIjp7IiRpZCI6IjYzNSIsIkNvbG9yIjp7IiRyZWYiOiI1OTcifX0sIklzVmlzaWJsZSI6dHJ1ZSwiV2lkdGgiOjAuMCwiSGVpZ2h0IjowLjAsIkJvcmRlclN0eWxlIjp7IiRpZCI6IjYzNiIsIkxpbmVDb2xvciI6bnVsbCwiTGluZVdlaWdodCI6MC4wLCJMaW5lVHlwZSI6MCwiUGFyZW50U3R5bGUiOm51bGx9LCJQYXJlbnRTdHlsZSI6bnVsbH0sIkRhdGVGb3JtYXQiOnsiJGlkIjoiNj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zOCIsIkZvcm1hdCI6MCwiSXNWaXNpYmxlIjpmYWxzZSwiTGFzdEtub3duVmlzaWJpbGl0eVN0YXRlIjpmYWxzZX0sIklzVmlzaWJsZSI6dHJ1ZSwiUGFyZW50U3R5bGUiOm51bGx9LCJJbmRleCI6OSwiU21hcnREdXJhdGlvbkFjdGl2YXRlZCI6ZmFsc2UsIkRhdGVGb3JtYXQiOnsiJHJlZiI6IjYzNyJ9LCJXZWVrTnVtYmVyaW5nIjp7IiRpZCI6IjYzOSIsIkZvcm1hdCI6MCwiSXNWaXNpYmxlIjpmYWxzZSwiTGFzdEtub3duVmlzaWJpbGl0eVN0YXRlIjpmYWxzZX0sIklkIjoiOWI4ZWVhNTUtNDA5Zi00M2E0LWFjOWEtZjM3NGRhZWQ4ZTZmIiwiSW1wb3J0SWQiOiI3NDYiLCJUaXRsZSI6IlRlbWVub3M6IFIxLjEgdG8gUjEuMiBNZXJnZS9VcGdyYWRlICIsIk5vdGUiOm51bGwsIkh5cGVybGluayI6eyIkaWQiOiI2NDAiLCJBZGRyZXNzIjoiIiwiU3ViQWRkcmVzcyI6IiJ9LCJJc0NoYW5nZWQiOmZhbHNlLCJJc05ldyI6ZmFsc2V9LHsiJGlkIjoiNjQxIiwiR3JvdXBOYW1lIjpudWxsLCJTdGFydERhdGUiOiIyMDIyLTA5LTEyVDA4OjAwOjAwWiIsIkVuZERhdGUiOiIyMDIyLTEwLTA3VDE3OjAwOjAwWiIsIlBlcmNlbnRhZ2VDb21wbGV0ZSI6MC4wLCJTdHlsZSI6eyIkaWQiOiI2NDIiLCJTaGFwZSI6MSwiU2hhcGVUaGlja25lc3MiOjAsIkR1cmF0aW9uRm9ybWF0IjowLCJJbmNsdWRlTm9uV29ya2luZ0RheXNJbkR1cmF0aW9uIjpmYWxzZSwiUGVyY2VudGFnZUNvbXBsZXRlU3R5bGUiOnsiJGlkIjoiNjQzIiwiRm9udFNldHRpbmdzIjp7IiRpZCI6IjY0NCIsIkZvbnRTaXplIjoxMCwiRm9udE5hbWUiOiJDYWxpYnJpIiwiSXNCb2xkIjpmYWxzZSwiSXNJdGFsaWMiOmZhbHNlLCJJc1VuZGVybGluZWQiOmZhbHNlLCJQYXJlbnRTdHlsZSI6bnVsbH0sIkF1dG9TaXplIjowLCJGb3JlZ3JvdW5kIjp7IiRpZCI6IjY0NSIsIkNvbG9yIjp7IiRpZCI6IjY0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Y0NyIsIlRvcCI6MCwiTGVmdCI6MCwiUmlnaHQiOjAsIkJvdHRvbSI6MH0sIlBhZGRpbmciOnsiJGlkIjoiNjQ4IiwiVG9wIjowLCJMZWZ0IjowLCJSaWdodCI6MCwiQm90dG9tIjowfSwiQmFja2dyb3VuZCI6eyIkaWQiOiI2NDkiLCJDb2xvciI6eyIkaWQiOiI2NTAiLCJBIjo4OSwiUiI6MCwiRyI6MCwiQiI6MH19LCJJc1Zpc2libGUiOnRydWUsIldpZHRoIjowLjAsIkhlaWdodCI6MC4wLCJCb3JkZXJTdHlsZSI6eyIkaWQiOiI2NTEiLCJMaW5lQ29sb3IiOm51bGwsIkxpbmVXZWlnaHQiOjAuMCwiTGluZVR5cGUiOjAsIlBhcmVudFN0eWxlIjpudWxsfSwiUGFyZW50U3R5bGUiOm51bGx9LCJEdXJhdGlvblN0eWxlIjp7IiRpZCI6IjY1MiIsIkZvbnRTZXR0aW5ncyI6eyIkaWQiOiI2NTMiLCJGb250U2l6ZSI6MTAsIkZvbnROYW1lIjoiQ2FsaWJyaSIsIklzQm9sZCI6ZmFsc2UsIklzSXRhbGljIjpmYWxzZSwiSXNVbmRlcmxpbmVkIjpmYWxzZSwiUGFyZW50U3R5bGUiOm51bGx9LCJBdXRvU2l6ZSI6MCwiRm9yZWdyb3VuZCI6eyIkaWQiOiI2NTQiLCJDb2xvciI6eyIkaWQiOiI2N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NTYiLCJUb3AiOjAsIkxlZnQiOjAsIlJpZ2h0IjowLCJCb3R0b20iOjB9LCJQYWRkaW5nIjp7IiRpZCI6IjY1NyIsIlRvcCI6MCwiTGVmdCI6MCwiUmlnaHQiOjAsIkJvdHRvbSI6MH0sIkJhY2tncm91bmQiOnsiJGlkIjoiNjU4IiwiQ29sb3IiOnsiJHJlZiI6IjY1MCJ9fSwiSXNWaXNpYmxlIjp0cnVlLCJXaWR0aCI6MC4wLCJIZWlnaHQiOjAuMCwiQm9yZGVyU3R5bGUiOnsiJGlkIjoiNjU5IiwiTGluZUNvbG9yIjpudWxsLCJMaW5lV2VpZ2h0IjowLjAsIkxpbmVUeXBlIjowLCJQYXJlbnRTdHlsZSI6bnVsbH0sIlBhcmVudFN0eWxlIjpudWxsfSwiSG9yaXpvbnRhbENvbm5lY3RvclN0eWxlIjp7IiRpZCI6IjY2MCIsIkxpbmVDb2xvciI6eyIkaWQiOiI2NjEiLCIkdHlwZSI6Ik5MUkUuQ29tbW9uLkRvbS5Tb2xpZENvbG9yQnJ1c2gsIE5MUkUuQ29tbW9uIiwiQ29sb3IiOnsiJGlkIjoiNjYyIiwiQSI6MjU1LCJSIjoyMDQsIkciOjIwNCwiQiI6MjA0fX0sIkxpbmVXZWlnaHQiOjEuMCwiTGluZVR5cGUiOjAsIlBhcmVudFN0eWxlIjpudWxsfSwiVmVydGljYWxDb25uZWN0b3JTdHlsZSI6eyIkaWQiOiI2NjMiLCJMaW5lQ29sb3IiOnsiJGlkIjoiNjY0IiwiJHR5cGUiOiJOTFJFLkNvbW1vbi5Eb20uU29saWRDb2xvckJydXNoLCBOTFJFLkNvbW1vbiIsIkNvbG9yIjp7IiRpZCI6IjY2N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Y2NiIsIk1hcmdpbiI6eyIkaWQiOiI2NjciLCJUb3AiOjAsIkxlZnQiOjQsIlJpZ2h0Ijo0LCJCb3R0b20iOjB9LCJQYWRkaW5nIjp7IiRpZCI6IjY2OCIsIlRvcCI6MCwiTGVmdCI6MCwiUmlnaHQiOjAsIkJvdHRvbSI6MH0sIkJhY2tncm91bmQiOnsiJGlkIjoiNjY5IiwiQ29sb3IiOnsiJGlkIjoiNjcwIiwiQSI6MjU1LCJSIjoxMTksIkciOjExOSwiQiI6MTE5fX0sIklzVmlzaWJsZSI6dHJ1ZSwiV2lkdGgiOjAuMCwiSGVpZ2h0IjoxMC4wLCJCb3JkZXJTdHlsZSI6eyIkaWQiOiI2NzEiLCJMaW5lQ29sb3IiOnsiJHJlZiI6IjM4OSJ9LCJMaW5lV2VpZ2h0IjozLjAsIkxpbmVUeXBlIjowLCJQYXJlbnRTdHlsZSI6bnVsbH0sIlBhcmVudFN0eWxlIjpudWxsfSwiVGl0bGVTdHlsZSI6eyIkaWQiOiI2NzIiLCJGb250U2V0dGluZ3MiOnsiJGlkIjoiNjczIiwiRm9udFNpemUiOjExLCJGb250TmFtZSI6IkNhbGlicmkiLCJJc0JvbGQiOnRydWUsIklzSXRhbGljIjpmYWxzZSwiSXNVbmRlcmxpbmVkIjpmYWxzZSwiUGFyZW50U3R5bGUiOm51bGx9LCJBdXRvU2l6ZSI6MCwiRm9yZWdyb3VuZCI6eyIkaWQiOiI2NzQiLCJDb2xvciI6eyIkaWQiOiI2NzU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Njc2IiwiVG9wIjowLCJMZWZ0IjowLCJSaWdodCI6MCwiQm90dG9tIjowfSwiUGFkZGluZyI6eyIkaWQiOiI2NzciLCJUb3AiOjAsIkxlZnQiOjAsIlJpZ2h0IjowLCJCb3R0b20iOjB9LCJCYWNrZ3JvdW5kIjp7IiRpZCI6IjY3OCIsIkNvbG9yIjp7IiRyZWYiOiI2NTAifX0sIklzVmlzaWJsZSI6dHJ1ZSwiV2lkdGgiOjAuMCwiSGVpZ2h0IjowLjAsIkJvcmRlclN0eWxlIjp7IiRpZCI6IjY3OSIsIkxpbmVDb2xvciI6bnVsbCwiTGluZVdlaWdodCI6MC4wLCJMaW5lVHlwZSI6MCwiUGFyZW50U3R5bGUiOm51bGx9LCJQYXJlbnRTdHlsZSI6bnVsbH0sIkRhdGVTdHlsZSI6eyIkaWQiOiI2ODAiLCJGb250U2V0dGluZ3MiOnsiJGlkIjoiNjgxIiwiRm9udFNpemUiOjEwLCJGb250TmFtZSI6IkNhbGlicmkiLCJJc0JvbGQiOmZhbHNlLCJJc0l0YWxpYyI6ZmFsc2UsIklzVW5kZXJsaW5lZCI6ZmFsc2UsIlBhcmVudFN0eWxlIjpudWxsfSwiQXV0b1NpemUiOjAsIkZvcmVncm91bmQiOnsiJGlkIjoiNjgyIiwiQ29sb3IiOnsiJGlkIjoiNjgz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2ODQiLCJUb3AiOjAsIkxlZnQiOjAsIlJpZ2h0IjowLCJCb3R0b20iOjB9LCJQYWRkaW5nIjp7IiRpZCI6IjY4NSIsIlRvcCI6MCwiTGVmdCI6MCwiUmlnaHQiOjAsIkJvdHRvbSI6MH0sIkJhY2tncm91bmQiOnsiJGlkIjoiNjg2IiwiQ29sb3IiOnsiJHJlZiI6IjY1MCJ9fSwiSXNWaXNpYmxlIjp0cnVlLCJXaWR0aCI6MC4wLCJIZWlnaHQiOjAuMCwiQm9yZGVyU3R5bGUiOnsiJGlkIjoiNjg3IiwiTGluZUNvbG9yIjpudWxsLCJMaW5lV2VpZ2h0IjowLjAsIkxpbmVUeXBlIjowLCJQYXJlbnRTdHlsZSI6bnVsbH0sIlBhcmVudFN0eWxlIjpudWxsfSwiRGF0ZUZvcm1hdCI6eyIkaWQiOiI2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g5IiwiRm9ybWF0IjowLCJJc1Zpc2libGUiOmZhbHNlLCJMYXN0S25vd25WaXNpYmlsaXR5U3RhdGUiOmZhbHNlfSwiSXNWaXNpYmxlIjp0cnVlLCJQYXJlbnRTdHlsZSI6bnVsbH0sIkluZGV4IjoxMywiU21hcnREdXJhdGlvbkFjdGl2YXRlZCI6ZmFsc2UsIkRhdGVGb3JtYXQiOnsiJHJlZiI6IjY4OCJ9LCJXZWVrTnVtYmVyaW5nIjp7IiRpZCI6IjY5MCIsIkZvcm1hdCI6MCwiSXNWaXNpYmxlIjpmYWxzZSwiTGFzdEtub3duVmlzaWJpbGl0eVN0YXRlIjpmYWxzZX0sIklkIjoiNTRmYzAwZDEtNzA4OS00ZDVhLThmMGMtMjRkYzA4ZjVmMzliIiwiSW1wb3J0SWQiOiIxMjA1IiwiVGl0bGUiOiJDV0IgVGVzdGluZzogUjEuMSB0byBSMS4yIE1lcmdlL1VwZ3JhZGUgIiwiTm90ZSI6bnVsbCwiSHlwZXJsaW5rIjp7IiRpZCI6IjY5MSIsIkFkZHJlc3MiOiIiLCJTdWJBZGRyZXNzIjoiIn0sIklzQ2hhbmdlZCI6ZmFsc2UsIklzTmV3IjpmYWxzZX0seyIkaWQiOiI2OTIiLCJHcm91cE5hbWUiOm51bGwsIlN0YXJ0RGF0ZSI6IjIwMjItMTEtMTRUMDg6MDA6MDBaIiwiRW5kRGF0ZSI6IjIwMjItMTItMDlUMTc6MDA6MDBaIiwiUGVyY2VudGFnZUNvbXBsZXRlIjowLjAsIlN0eWxlIjp7IiRpZCI6IjY5MyIsIlNoYXBlIjoxLCJTaGFwZVRoaWNrbmVzcyI6MCwiRHVyYXRpb25Gb3JtYXQiOjAsIkluY2x1ZGVOb25Xb3JraW5nRGF5c0luRHVyYXRpb24iOmZhbHNlLCJQZXJjZW50YWdlQ29tcGxldGVTdHlsZSI6eyIkaWQiOiI2OTQiLCJGb250U2V0dGluZ3MiOnsiJGlkIjoiNjk1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2OTYiLCJMaW5lQ29sb3IiOm51bGwsIkxpbmVXZWlnaHQiOjAuMCwiTGluZVR5cGUiOjAsIlBhcmVudFN0eWxlIjpudWxsfSwiUGFyZW50U3R5bGUiOm51bGx9LCJEdXJhdGlvblN0eWxlIjp7IiRpZCI6IjY5NyIsIkZvbnRTZXR0aW5ncyI6eyIkaWQiOiI2OTg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Y5OSIsIkxpbmVDb2xvciI6bnVsbCwiTGluZVdlaWdodCI6MC4wLCJMaW5lVHlwZSI6MCwiUGFyZW50U3R5bGUiOm51bGx9LCJQYXJlbnRTdHlsZSI6bnVsbH0sIkhvcml6b250YWxDb25uZWN0b3JTdHlsZSI6eyIkaWQiOiI3MDAiLCJMaW5lQ29sb3IiOnsiJHJlZiI6Ijk5In0sIkxpbmVXZWlnaHQiOjEuMCwiTGluZVR5cGUiOjAsIlBhcmVudFN0eWxlIjpudWxsfSwiVmVydGljYWxDb25uZWN0b3JTdHlsZSI6eyIkaWQiOiI3MDEiLCJMaW5lQ29sb3IiOnsiJHJlZiI6IjEwMi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cwMiIsIk1hcmdpbiI6eyIkcmVmIjoiMTA1In0sIlBhZGRpbmciOnsiJHJlZiI6IjEwNiJ9LCJCYWNrZ3JvdW5kIjp7IiRpZCI6IjcwMyIsIkNvbG9yIjp7IiRpZCI6IjcwNCIsIkEiOjI1NSwiUiI6MTE5LCJHIjoxMTksIkIiOjExOX19LCJJc1Zpc2libGUiOnRydWUsIldpZHRoIjowLjAsIkhlaWdodCI6MTAuMCwiQm9yZGVyU3R5bGUiOnsiJGlkIjoiNzA1IiwiTGluZUNvbG9yIjp7IiRpZCI6IjcwNiIsIiR0eXBlIjoiTkxSRS5Db21tb24uRG9tLlNvbGlkQ29sb3JCcnVzaCwgTkxSRS5Db21tb24iLCJDb2xvciI6eyIkaWQiOiI3MDciLCJBIjoyNTUsIlIiOjAsIkciOjU5LCJCIjo5Mn19LCJMaW5lV2VpZ2h0IjozLjAsIkxpbmVUeXBlIjowLCJQYXJlbnRTdHlsZSI6bnVsbH0sIlBhcmVudFN0eWxlIjpudWxsfSwiVGl0bGVTdHlsZSI6eyIkaWQiOiI3MDgiLCJGb250U2V0dGluZ3MiOnsiJGlkIjoiNzA5IiwiRm9udFNpemUiOjExLCJGb250TmFtZSI6IkNhbGlicmkiLCJJc0JvbGQiOnRydWUsIklzSXRhbGljIjpmYWxzZSwiSXNVbmRlcmxpbmVkIjpmYWxzZSwiUGFyZW50U3R5bGUiOm51bGx9LCJBdXRvU2l6ZSI6MCwiRm9yZWdyb3VuZCI6eyIkcmVmIjoiMTE0In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3MTAiLCJMaW5lQ29sb3IiOm51bGwsIkxpbmVXZWlnaHQiOjAuMCwiTGluZVR5cGUiOjAsIlBhcmVudFN0eWxlIjpudWxsfSwiUGFyZW50U3R5bGUiOm51bGx9LCJEYXRlU3R5bGUiOnsiJGlkIjoiNzExIiwiRm9udFNldHRpbmdzIjp7IiRpZCI6IjcxMi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cxMyIsIkxpbmVDb2xvciI6bnVsbCwiTGluZVdlaWdodCI6MC4wLCJMaW5lVHlwZSI6MCwiUGFyZW50U3R5bGUiOm51bGx9LCJQYXJlbnRTdHlsZSI6bnVsbH0sIkRhdGVGb3JtYXQiOnsiJHJlZiI6IjEyNiJ9LCJXZWVrTnVtYmVyaW5nIjp7IiRpZCI6IjcxNCIsIkZvcm1hdCI6MCwiSXNWaXNpYmxlIjpmYWxzZSwiTGFzdEtub3duVmlzaWJpbGl0eVN0YXRlIjpmYWxzZX0sIklzVmlzaWJsZSI6dHJ1ZSwiUGFyZW50U3R5bGUiOm51bGx9LCJJbmRleCI6MTUsIlNtYXJ0RHVyYXRpb25BY3RpdmF0ZWQiOmZhbHNlLCJEYXRlRm9ybWF0Ijp7IiRyZWYiOiIxMjYifSwiV2Vla051bWJlcmluZyI6eyIkaWQiOiI3MTUiLCJGb3JtYXQiOjAsIklzVmlzaWJsZSI6ZmFsc2UsIkxhc3RLbm93blZpc2liaWxpdHlTdGF0ZSI6ZmFsc2V9LCJJZCI6IjgzY2Q3ZWE2LTljNDMtNDU3ZC1iY2NmLWQ0M2I0NzdhZDk1MyIsIkltcG9ydElkIjpudWxsLCJUaXRsZSI6IlIxLjEgRmluYWwgTWVyZ2Ugd2l0aCBSMS4yIiwiTm90ZSI6bnVsbCwiSHlwZXJsaW5rIjp7IiRpZCI6IjcxNiIsIkFkZHJlc3MiOiIiLCJTdWJBZGRyZXNzIjoiIn0sIklzQ2hhbmdlZCI6ZmFsc2UsIklzTmV3IjpmYWxzZX1dLCJTd2ltbGFuZXMiOltdLCJNc1Byb2plY3RJdGVtc1RyZWUiOnsiJGlkIjoiNzE3IiwiUm9vdCI6eyJJbXBvcnRJZCI6bnVsbCwiSXNJbXBvcnRlZCI6ZmFsc2UsIkNoaWxkcmVuIjpbXX19LCJNZXRhZGF0YSI6eyIkaWQiOiI3MTgiLCJNc3BDb2x1bW5zTWFwcGluZyI6Ilt7XCIkaWRcIjpcIjFcIixcIlNlbGVjdGVkTWFwcGluZ1wiOjUsXCJDb2x1bW5IZWFkZXJcIjpcIlBlcmNlbnRDb21wbGV0ZVwifSx7XCIkaWRcIjpcIjJcIixcIlNlbGVjdGVkTWFwcGluZ1wiOjIsXCJDb2x1bW5IZWFkZXJcIjpcIk5hbWVcIn0se1wiJGlkXCI6XCIzXCIsXCJTZWxlY3RlZE1hcHBpbmdcIjozLFwiQ29sdW1uSGVhZGVyXCI6XCJTdGFydFwifSx7XCIkaWRcIjpcIjRcIixcIlNlbGVjdGVkTWFwcGluZ1wiOjQsXCJDb2x1bW5IZWFkZXJcIjpcIkZpbmlzaFwifSx7XCIkcmVmXCI6XCIxXCJ9XSIsIk1zcExhdGVzdEltcG9ydEl0ZW1zIjoie1wiJGlkXCI6XCIxXCIsXCJSb290XCI6e1wiSW1wb3J0SWRcIjpudWxsLFwiSXNJbXBvcnRlZFwiOmZhbHNlLFwiQ2hpbGRyZW5cIjpbe1wiJGlkXCI6XCIyXCIsXCJJbXBvcnRJZFwiOlwiMzQ4XCIsXCJJc0ltcG9ydGVkXCI6ZmFsc2UsXCJDaGlsZHJlblwiOltdfSx7XCIkaWRcIjpcIjNcIixcIkltcG9ydElkXCI6XCIxMjI4XCIsXCJJc0ltcG9ydGVkXCI6ZmFsc2UsXCJDaGlsZHJlblwiOlt7XCIkaWRcIjpcIjRcIixcIkltcG9ydElkXCI6XCIxXCIsXCJJc0ltcG9ydGVkXCI6ZmFsc2UsXCJDaGlsZHJlblwiOlt7XCIkaWRcIjpcIjVcIixcIkltcG9ydElkXCI6XCIyXCIsXCJJc0ltcG9ydGVkXCI6ZmFsc2UsXCJDaGlsZHJlblwiOlt7XCIkaWRcIjpcIjZcIixcIkltcG9ydElkXCI6XCIzXCIsXCJJc0ltcG9ydGVkXCI6ZmFsc2UsXCJDaGlsZHJlblwiOlt7XCIkaWRcIjpcIjdcIixcIkltcG9ydElkXCI6XCI2MFwiLFwiSXNJbXBvcnRlZFwiOmZhbHNlLFwiQ2hpbGRyZW5cIjpbXX0se1wiJGlkXCI6XCI4XCIsXCJJbXBvcnRJZFwiOlwiNjFcIixcIklzSW1wb3J0ZWRcIjpmYWxzZSxcIkNoaWxkcmVuXCI6W119LHtcIiRpZFwiOlwiOVwiLFwiSW1wb3J0SWRcIjpcIjE1NlwiLFwiSXNJbXBvcnRlZFwiOmZhbHNlLFwiQ2hpbGRyZW5cIjpbXX0se1wiJGlkXCI6XCIxMFwiLFwiSW1wb3J0SWRcIjpcIjYyXCIsXCJJc0ltcG9ydGVkXCI6ZmFsc2UsXCJDaGlsZHJlblwiOlt7XCIkaWRcIjpcIjExXCIsXCJJbXBvcnRJZFwiOlwiMTU3XCIsXCJJc0ltcG9ydGVkXCI6ZmFsc2UsXCJDaGlsZHJlblwiOltdfSx7XCIkaWRcIjpcIjEyXCIsXCJJbXBvcnRJZFwiOlwiMTU4XCIsXCJJc0ltcG9ydGVkXCI6ZmFsc2UsXCJDaGlsZHJlblwiOltdfSx7XCIkaWRcIjpcIjEzXCIsXCJJbXBvcnRJZFwiOlwiMTU5XCIsXCJJc0ltcG9ydGVkXCI6ZmFsc2UsXCJDaGlsZHJlblwiOltdfV19XX0se1wiJGlkXCI6XCIxNFwiLFwiSW1wb3J0SWRcIjpcIjQwNlwiLFwiSXNJbXBvcnRlZFwiOmZhbHNlLFwiQ2hpbGRyZW5cIjpbe1wiJGlkXCI6XCIxNVwiLFwiSW1wb3J0SWRcIjpcIjQwN1wiLFwiSXNJbXBvcnRlZFwiOmZhbHNlLFwiQ2hpbGRyZW5cIjpbXX0se1wiJGlkXCI6XCIxNlwiLFwiSW1wb3J0SWRcIjpcIjQwOFwiLFwiSXNJbXBvcnRlZFwiOmZhbHNlLFwiQ2hpbGRyZW5cIjpbXX0se1wiJGlkXCI6XCIxN1wiLFwiSW1wb3J0SWRcIjpcIjQwOVwiLFwiSXNJbXBvcnRlZFwiOmZhbHNlLFwiQ2hpbGRyZW5cIjpbXX0se1wiJGlkXCI6XCIxOFwiLFwiSW1wb3J0SWRcIjpcIjQxMFwiLFwiSXNJbXBvcnRlZFwiOmZhbHNlLFwiQ2hpbGRyZW5cIjpbe1wiJGlkXCI6XCIxOVwiLFwiSW1wb3J0SWRcIjpcIjQxMVwiLFwiSXNJbXBvcnRlZFwiOmZhbHNlLFwiQ2hpbGRyZW5cIjpbXX0se1wiJGlkXCI6XCIyMFwiLFwiSW1wb3J0SWRcIjpcIjQxMlwiLFwiSXNJbXBvcnRlZFwiOmZhbHNlLFwiQ2hpbGRyZW5cIjpbXX0se1wiJGlkXCI6XCIyMVwiLFwiSW1wb3J0SWRcIjpcIjQxM1wiLFwiSXNJbXBvcnRlZFwiOmZhbHNlLFwiQ2hpbGRyZW5cIjpbXX1dfV19XX1dfSx7XCIkaWRcIjpcIjIyXCIsXCJJbXBvcnRJZFwiOlwiNFwiLFwiSXNJbXBvcnRlZFwiOmZhbHNlLFwiQ2hpbGRyZW5cIjpbe1wiJGlkXCI6XCIyM1wiLFwiSW1wb3J0SWRcIjpcIjVcIixcIklzSW1wb3J0ZWRcIjpmYWxzZSxcIkNoaWxkcmVuXCI6W3tcIiRpZFwiOlwiMjRcIixcIkltcG9ydElkXCI6XCI2XCIsXCJJc0ltcG9ydGVkXCI6ZmFsc2UsXCJDaGlsZHJlblwiOlt7XCIkaWRcIjpcIjI1XCIsXCJJbXBvcnRJZFwiOlwiNjNcIixcIklzSW1wb3J0ZWRcIjpmYWxzZSxcIkNoaWxkcmVuXCI6W119LHtcIiRpZFwiOlwiMjZcIixcIkltcG9ydElkXCI6XCI2NFwiLFwiSXNJbXBvcnRlZFwiOmZhbHNlLFwiQ2hpbGRyZW5cIjpbXX0se1wiJGlkXCI6XCIyN1wiLFwiSW1wb3J0SWRcIjpcIjE2MVwiLFwiSXNJbXBvcnRlZFwiOmZhbHNlLFwiQ2hpbGRyZW5cIjpbXX0se1wiJGlkXCI6XCIyOFwiLFwiSW1wb3J0SWRcIjpcIjY1XCIsXCJJc0ltcG9ydGVkXCI6ZmFsc2UsXCJDaGlsZHJlblwiOlt7XCIkaWRcIjpcIjI5XCIsXCJJbXBvcnRJZFwiOlwiMTYyXCIsXCJJc0ltcG9ydGVkXCI6ZmFsc2UsXCJDaGlsZHJlblwiOltdfSx7XCIkaWRcIjpcIjMwXCIsXCJJbXBvcnRJZFwiOlwiMTYzXCIsXCJJc0ltcG9ydGVkXCI6ZmFsc2UsXCJDaGlsZHJlblwiOltdfSx7XCIkaWRcIjpcIjMxXCIsXCJJbXBvcnRJZFwiOlwiMTY0XCIsXCJJc0ltcG9ydGVkXCI6ZmFsc2UsXCJDaGlsZHJlblwiOltdfV19XX0se1wiJGlkXCI6XCIzMlwiLFwiSW1wb3J0SWRcIjpcIjdcIixcIklzSW1wb3J0ZWRcIjpmYWxzZSxcIkNoaWxkcmVuXCI6W3tcIiRpZFwiOlwiMzNcIixcIkltcG9ydElkXCI6XCI2NlwiLFwiSXNJbXBvcnRlZFwiOmZhbHNlLFwiQ2hpbGRyZW5cIjpbXX0se1wiJGlkXCI6XCIzNFwiLFwiSW1wb3J0SWRcIjpcIjY3XCIsXCJJc0ltcG9ydGVkXCI6ZmFsc2UsXCJDaGlsZHJlblwiOltdfSx7XCIkaWRcIjpcIjM1XCIsXCJJbXBvcnRJZFwiOlwiMTY2XCIsXCJJc0ltcG9ydGVkXCI6ZmFsc2UsXCJDaGlsZHJlblwiOltdfSx7XCIkaWRcIjpcIjM2XCIsXCJJbXBvcnRJZFwiOlwiNjhcIixcIklzSW1wb3J0ZWRcIjpmYWxzZSxcIkNoaWxkcmVuXCI6W3tcIiRpZFwiOlwiMzdcIixcIkltcG9ydElkXCI6XCIxNjdcIixcIklzSW1wb3J0ZWRcIjpmYWxzZSxcIkNoaWxkcmVuXCI6W119LHtcIiRpZFwiOlwiMzhcIixcIkltcG9ydElkXCI6XCIxNjhcIixcIklzSW1wb3J0ZWRcIjpmYWxzZSxcIkNoaWxkcmVuXCI6W119LHtcIiRpZFwiOlwiMzlcIixcIkltcG9ydElkXCI6XCIxNjlcIixcIklzSW1wb3J0ZWRcIjpmYWxzZSxcIkNoaWxkcmVuXCI6W119LHtcIiRpZFwiOlwiNDBcIixcIkltcG9ydElkXCI6XCIxNzBcIixcIklzSW1wb3J0ZWRcIjpmYWxzZSxcIkNoaWxkcmVuXCI6W119XX1dfSx7XCIkaWRcIjpcIjQxXCIsXCJJbXBvcnRJZFwiOlwiOFwiLFwiSXNJbXBvcnRlZFwiOmZhbHNlLFwiQ2hpbGRyZW5cIjpbe1wiJGlkXCI6XCI0MlwiLFwiSW1wb3J0SWRcIjpcIjY5XCIsXCJJc0ltcG9ydGVkXCI6ZmFsc2UsXCJDaGlsZHJlblwiOltdfSx7XCIkaWRcIjpcIjQzXCIsXCJJbXBvcnRJZFwiOlwiNzBcIixcIklzSW1wb3J0ZWRcIjpmYWxzZSxcIkNoaWxkcmVuXCI6W119LHtcIiRpZFwiOlwiNDRcIixcIkltcG9ydElkXCI6XCIxNzJcIixcIklzSW1wb3J0ZWRcIjpmYWxzZSxcIkNoaWxkcmVuXCI6W119LHtcIiRpZFwiOlwiNDVcIixcIkltcG9ydElkXCI6XCI3MVwiLFwiSXNJbXBvcnRlZFwiOmZhbHNlLFwiQ2hpbGRyZW5cIjpbe1wiJGlkXCI6XCI0NlwiLFwiSW1wb3J0SWRcIjpcIjE3MVwiLFwiSXNJbXBvcnRlZFwiOmZhbHNlLFwiQ2hpbGRyZW5cIjpbXX0se1wiJGlkXCI6XCI0N1wiLFwiSW1wb3J0SWRcIjpcIjE3M1wiLFwiSXNJbXBvcnRlZFwiOmZhbHNlLFwiQ2hpbGRyZW5cIjpbXX0se1wiJGlkXCI6XCI0OFwiLFwiSW1wb3J0SWRcIjpcIjE3NFwiLFwiSXNJbXBvcnRlZFwiOmZhbHNlLFwiQ2hpbGRyZW5cIjpbXX0se1wiJGlkXCI6XCI0OVwiLFwiSW1wb3J0SWRcIjpcIjE3NVwiLFwiSXNJbXBvcnRlZFwiOmZhbHNlLFwiQ2hpbGRyZW5cIjpbXX1dfV19XX1dfV19LHtcIiRpZFwiOlwiNTBcIixcIkltcG9ydElkXCI6XCIxMjI5XCIsXCJJc0ltcG9ydGVkXCI6ZmFsc2UsXCJDaGlsZHJlblwiOlt7XCIkaWRcIjpcIjUxXCIsXCJJbXBvcnRJZFwiOlwiMThcIixcIklzSW1wb3J0ZWRcIjpmYWxzZSxcIkNoaWxkcmVuXCI6W3tcIiRpZFwiOlwiNTJcIixcIkltcG9ydElkXCI6XCI3MlwiLFwiSXNJbXBvcnRlZFwiOmZhbHNlLFwiQ2hpbGRyZW5cIjpbXX0se1wiJGlkXCI6XCI1M1wiLFwiSW1wb3J0SWRcIjpcIjczXCIsXCJJc0ltcG9ydGVkXCI6ZmFsc2UsXCJDaGlsZHJlblwiOltdfSx7XCIkaWRcIjpcIjU0XCIsXCJJbXBvcnRJZFwiOlwiNzRcIixcIklzSW1wb3J0ZWRcIjpmYWxzZSxcIkNoaWxkcmVuXCI6W3tcIiRpZFwiOlwiNTVcIixcIkltcG9ydElkXCI6XCIxNzdcIixcIklzSW1wb3J0ZWRcIjpmYWxzZSxcIkNoaWxkcmVuXCI6W119LHtcIiRpZFwiOlwiNTZcIixcIkltcG9ydElkXCI6XCIxNzhcIixcIklzSW1wb3J0ZWRcIjpmYWxzZSxcIkNoaWxkcmVuXCI6W119LHtcIiRpZFwiOlwiNTdcIixcIkltcG9ydElkXCI6XCIxNzlcIixcIklzSW1wb3J0ZWRcIjpmYWxzZSxcIkNoaWxkcmVuXCI6W119XX1dfV19LHtcIiRpZFwiOlwiNThcIixcIkltcG9ydElkXCI6XCIxMjMwXCIsXCJJc0ltcG9ydGVkXCI6ZmFsc2UsXCJDaGlsZHJlblwiOlt7XCIkaWRcIjpcIjU5XCIsXCJJbXBvcnRJZFwiOlwiMTdcIixcIklzSW1wb3J0ZWRcIjpmYWxzZSxcIkNoaWxkcmVuXCI6W3tcIiRpZFwiOlwiNjBcIixcIkltcG9ydElkXCI6XCI3NVwiLFwiSXNJbXBvcnRlZFwiOmZhbHNlLFwiQ2hpbGRyZW5cIjpbXX0se1wiJGlkXCI6XCI2MVwiLFwiSW1wb3J0SWRcIjpcIjc2XCIsXCJJc0ltcG9ydGVkXCI6ZmFsc2UsXCJDaGlsZHJlblwiOltdfSx7XCIkaWRcIjpcIjYyXCIsXCJJbXBvcnRJZFwiOlwiNzdcIixcIklzSW1wb3J0ZWRcIjpmYWxzZSxcIkNoaWxkcmVuXCI6W3tcIiRpZFwiOlwiNjNcIixcIkltcG9ydElkXCI6XCIxODJcIixcIklzSW1wb3J0ZWRcIjpmYWxzZSxcIkNoaWxkcmVuXCI6W119LHtcIiRpZFwiOlwiNjRcIixcIkltcG9ydElkXCI6XCIxODNcIixcIklzSW1wb3J0ZWRcIjpmYWxzZSxcIkNoaWxkcmVuXCI6W119LHtcIiRpZFwiOlwiNjVcIixcIkltcG9ydElkXCI6XCIxODRcIixcIklzSW1wb3J0ZWRcIjpmYWxzZSxcIkNoaWxkcmVuXCI6W119LHtcIiRpZFwiOlwiNjZcIixcIkltcG9ydElkXCI6XCIxODVcIixcIklzSW1wb3J0ZWRcIjpmYWxzZSxcIkNoaWxkcmVuXCI6W119XX0se1wiJGlkXCI6XCI2N1wiLFwiSW1wb3J0SWRcIjpcIjE0XCIsXCJJc0ltcG9ydGVkXCI6ZmFsc2UsXCJDaGlsZHJlblwiOlt7XCIkaWRcIjpcIjY4XCIsXCJJbXBvcnRJZFwiOlwiOVwiLFwiSXNJbXBvcnRlZFwiOmZhbHNlLFwiQ2hpbGRyZW5cIjpbe1wiJGlkXCI6XCI2OVwiLFwiSW1wb3J0SWRcIjpcIjc4XCIsXCJJc0ltcG9ydGVkXCI6ZmFsc2UsXCJDaGlsZHJlblwiOltdfSx7XCIkaWRcIjpcIjcwXCIsXCJJbXBvcnRJZFwiOlwiNzlcIixcIklzSW1wb3J0ZWRcIjpmYWxzZSxcIkNoaWxkcmVuXCI6W119LHtcIiRpZFwiOlwiNzFcIixcIkltcG9ydElkXCI6XCIxODZcIixcIklzSW1wb3J0ZWRcIjpmYWxzZSxcIkNoaWxkcmVuXCI6W119LHtcIiRpZFwiOlwiNzJcIixcIkltcG9ydElkXCI6XCI4MFwiLFwiSXNJbXBvcnRlZFwiOmZhbHNlLFwiQ2hpbGRyZW5cIjpbe1wiJGlkXCI6XCI3M1wiLFwiSW1wb3J0SWRcIjpcIjE4OFwiLFwiSXNJbXBvcnRlZFwiOmZhbHNlLFwiQ2hpbGRyZW5cIjpbXX0se1wiJGlkXCI6XCI3NFwiLFwiSW1wb3J0SWRcIjpcIjI2MlwiLFwiSXNJbXBvcnRlZFwiOmZhbHNlLFwiQ2hpbGRyZW5cIjpbXX0se1wiJGlkXCI6XCI3NVwiLFwiSW1wb3J0SWRcIjpcIjE5MFwiLFwiSXNJbXBvcnRlZFwiOmZhbHNlLFwiQ2hpbGRyZW5cIjpbXX1dfV19XX0se1wiJGlkXCI6XCI3NlwiLFwiSW1wb3J0SWRcIjpcIjE5XCIsXCJJc0ltcG9ydGVkXCI6ZmFsc2UsXCJDaGlsZHJlblwiOlt7XCIkaWRcIjpcIjc3XCIsXCJJbXBvcnRJZFwiOlwiMjBcIixcIklzSW1wb3J0ZWRcIjpmYWxzZSxcIkNoaWxkcmVuXCI6W3tcIiRpZFwiOlwiNzhcIixcIkltcG9ydElkXCI6XCI4MVwiLFwiSXNJbXBvcnRlZFwiOmZhbHNlLFwiQ2hpbGRyZW5cIjpbXX0se1wiJGlkXCI6XCI3OVwiLFwiSW1wb3J0SWRcIjpcIjgyXCIsXCJJc0ltcG9ydGVkXCI6ZmFsc2UsXCJDaGlsZHJlblwiOltdfSx7XCIkaWRcIjpcIjgwXCIsXCJJbXBvcnRJZFwiOlwiMTkxXCIsXCJJc0ltcG9ydGVkXCI6ZmFsc2UsXCJDaGlsZHJlblwiOltdfSx7XCIkaWRcIjpcIjgxXCIsXCJJbXBvcnRJZFwiOlwiODNcIixcIklzSW1wb3J0ZWRcIjpmYWxzZSxcIkNoaWxkcmVuXCI6W3tcIiRpZFwiOlwiODJcIixcIkltcG9ydElkXCI6XCIxOTJcIixcIklzSW1wb3J0ZWRcIjpmYWxzZSxcIkNoaWxkcmVuXCI6W119LHtcIiRpZFwiOlwiODNcIixcIkltcG9ydElkXCI6XCIxOTNcIixcIklzSW1wb3J0ZWRcIjpmYWxzZSxcIkNoaWxkcmVuXCI6W119LHtcIiRpZFwiOlwiODRcIixcIkltcG9ydElkXCI6XCIxOTRcIixcIklzSW1wb3J0ZWRcIjpmYWxzZSxcIkNoaWxkcmVuXCI6W119LHtcIiRpZFwiOlwiODVcIixcIkltcG9ydElkXCI6XCIxOTVcIixcIklzSW1wb3J0ZWRcIjpmYWxzZSxcIkNoaWxkcmVuXCI6W119XX1dfV19XX0se1wiJGlkXCI6XCI4NlwiLFwiSW1wb3J0SWRcIjpcIjEzXCIsXCJJc0ltcG9ydGVkXCI6ZmFsc2UsXCJDaGlsZHJlblwiOlt7XCIkaWRcIjpcIjg3XCIsXCJJbXBvcnRJZFwiOlwiMjJcIixcIklzSW1wb3J0ZWRcIjpmYWxzZSxcIkNoaWxkcmVuXCI6W3tcIiRpZFwiOlwiODhcIixcIkltcG9ydElkXCI6XCIyM1wiLFwiSXNJbXBvcnRlZFwiOmZhbHNlLFwiQ2hpbGRyZW5cIjpbe1wiJGlkXCI6XCI4OVwiLFwiSW1wb3J0SWRcIjpcIjg0XCIsXCJJc0ltcG9ydGVkXCI6ZmFsc2UsXCJDaGlsZHJlblwiOltdfSx7XCIkaWRcIjpcIjkwXCIsXCJJbXBvcnRJZFwiOlwiODVcIixcIklzSW1wb3J0ZWRcIjpmYWxzZSxcIkNoaWxkcmVuXCI6W119LHtcIiRpZFwiOlwiOTFcIixcIkltcG9ydElkXCI6XCIxOTZcIixcIklzSW1wb3J0ZWRcIjpmYWxzZSxcIkNoaWxkcmVuXCI6W119LHtcIiRpZFwiOlwiOTJcIixcIkltcG9ydElkXCI6XCI4NlwiLFwiSXNJbXBvcnRlZFwiOmZhbHNlLFwiQ2hpbGRyZW5cIjpbe1wiJGlkXCI6XCI5M1wiLFwiSW1wb3J0SWRcIjpcIjE5OFwiLFwiSXNJbXBvcnRlZFwiOmZhbHNlLFwiQ2hpbGRyZW5cIjpbXX0se1wiJGlkXCI6XCI5NFwiLFwiSW1wb3J0SWRcIjpcIjE5OVwiLFwiSXNJbXBvcnRlZFwiOmZhbHNlLFwiQ2hpbGRyZW5cIjpbXX1dfV19XX1dfV19LHtcIiRpZFwiOlwiOTVcIixcIkltcG9ydElkXCI6XCIxMjM4XCIsXCJJc0ltcG9ydGVkXCI6ZmFsc2UsXCJDaGlsZHJlblwiOlt7XCIkaWRcIjpcIjk2XCIsXCJJbXBvcnRJZFwiOlwiMjRcIixcIklzSW1wb3J0ZWRcIjpmYWxzZSxcIkNoaWxkcmVuXCI6W3tcIiRpZFwiOlwiOTdcIixcIkltcG9ydElkXCI6XCI4N1wiLFwiSXNJbXBvcnRlZFwiOmZhbHNlLFwiQ2hpbGRyZW5cIjpbXX0se1wiJGlkXCI6XCI5OFwiLFwiSW1wb3J0SWRcIjpcIjg4XCIsXCJJc0ltcG9ydGVkXCI6ZmFsc2UsXCJDaGlsZHJlblwiOltdfSx7XCIkaWRcIjpcIjk5XCIsXCJJbXBvcnRJZFwiOlwiMjAxXCIsXCJJc0ltcG9ydGVkXCI6ZmFsc2UsXCJDaGlsZHJlblwiOltdfSx7XCIkaWRcIjpcIjEwMFwiLFwiSW1wb3J0SWRcIjpcIjg5XCIsXCJJc0ltcG9ydGVkXCI6ZmFsc2UsXCJDaGlsZHJlblwiOlt7XCIkaWRcIjpcIjEwMVwiLFwiSW1wb3J0SWRcIjpcIjIwMlwiLFwiSXNJbXBvcnRlZFwiOmZhbHNlLFwiQ2hpbGRyZW5cIjpbXX0se1wiJGlkXCI6XCIxMDJcIixcIkltcG9ydElkXCI6XCIyMDNcIixcIklzSW1wb3J0ZWRcIjpmYWxzZSxcIkNoaWxkcmVuXCI6W119LHtcIiRpZFwiOlwiMTAzXCIsXCJJbXBvcnRJZFwiOlwiMjA0XCIsXCJJc0ltcG9ydGVkXCI6ZmFsc2UsXCJDaGlsZHJlblwiOltdfV19XX0se1wiJGlkXCI6XCIxMDRcIixcIkltcG9ydElkXCI6XCIyNVwiLFwiSXNJbXBvcnRlZFwiOmZhbHNlLFwiQ2hpbGRyZW5cIjpbe1wiJGlkXCI6XCIxMDVcIixcIkltcG9ydElkXCI6XCI5MFwiLFwiSXNJbXBvcnRlZFwiOmZhbHNlLFwiQ2hpbGRyZW5cIjpbXX0se1wiJGlkXCI6XCIxMDZcIixcIkltcG9ydElkXCI6XCI5MVwiLFwiSXNJbXBvcnRlZFwiOmZhbHNlLFwiQ2hpbGRyZW5cIjpbXX0se1wiJGlkXCI6XCIxMDdcIixcIkltcG9ydElkXCI6XCIyMDZcIixcIklzSW1wb3J0ZWRcIjpmYWxzZSxcIkNoaWxkcmVuXCI6W119LHtcIiRpZFwiOlwiMTA4XCIsXCJJbXBvcnRJZFwiOlwiOTJcIixcIklzSW1wb3J0ZWRcIjpmYWxzZSxcIkNoaWxkcmVuXCI6W3tcIiRpZFwiOlwiMTA5XCIsXCJJbXBvcnRJZFwiOlwiMjExXCIsXCJJc0ltcG9ydGVkXCI6ZmFsc2UsXCJDaGlsZHJlblwiOltdfSx7XCIkaWRcIjpcIjExMFwiLFwiSW1wb3J0SWRcIjpcIjIwOFwiLFwiSXNJbXBvcnRlZFwiOmZhbHNlLFwiQ2hpbGRyZW5cIjpbXX0se1wiJGlkXCI6XCIxMTFcIixcIkltcG9ydElkXCI6XCIyMDlcIixcIklzSW1wb3J0ZWRcIjpmYWxzZSxcIkNoaWxkcmVuXCI6W119XX0se1wiJGlkXCI6XCIxMTJcIixcIkltcG9ydElkXCI6XCIyNlwiLFwiSXNJbXBvcnRlZFwiOmZhbHNlLFwiQ2hpbGRyZW5cIjpbe1wiJGlkXCI6XCIxMTNcIixcIkltcG9ydElkXCI6XCI5M1wiLFwiSXNJbXBvcnRlZFwiOmZhbHNlLFwiQ2hpbGRyZW5cIjpbXX0se1wiJGlkXCI6XCIxMTRcIixcIkltcG9ydElkXCI6XCI5NFwiLFwiSXNJbXBvcnRlZFwiOmZhbHNlLFwiQ2hpbGRyZW5cIjpbXX0se1wiJGlkXCI6XCIxMTVcIixcIkltcG9ydElkXCI6XCIyMTJcIixcIklzSW1wb3J0ZWRcIjpmYWxzZSxcIkNoaWxkcmVuXCI6W119LHtcIiRpZFwiOlwiMTE2XCIsXCJJbXBvcnRJZFwiOlwiOTVcIixcIklzSW1wb3J0ZWRcIjpmYWxzZSxcIkNoaWxkcmVuXCI6W3tcIiRpZFwiOlwiMTE3XCIsXCJJbXBvcnRJZFwiOlwiMzM3XCIsXCJJc0ltcG9ydGVkXCI6ZmFsc2UsXCJDaGlsZHJlblwiOltdfSx7XCIkaWRcIjpcIjExOFwiLFwiSW1wb3J0SWRcIjpcIjIxNFwiLFwiSXNJbXBvcnRlZFwiOmZhbHNlLFwiQ2hpbGRyZW5cIjpbXX0se1wiJGlkXCI6XCIxMTlcIixcIkltcG9ydElkXCI6XCIyMTVcIixcIklzSW1wb3J0ZWRcIjpmYWxzZSxcIkNoaWxkcmVuXCI6W119XX1dfSx7XCIkaWRcIjpcIjEyMFwiLFwiSW1wb3J0SWRcIjpcIjI3XCIsXCJJc0ltcG9ydGVkXCI6ZmFsc2UsXCJDaGlsZHJlblwiOlt7XCIkaWRcIjpcIjEyMVwiLFwiSW1wb3J0SWRcIjpcIjk2XCIsXCJJc0ltcG9ydGVkXCI6ZmFsc2UsXCJDaGlsZHJlblwiOltdfSx7XCIkaWRcIjpcIjEyMlwiLFwiSW1wb3J0SWRcIjpcIjk3XCIsXCJJc0ltcG9ydGVkXCI6ZmFsc2UsXCJDaGlsZHJlblwiOltdfSx7XCIkaWRcIjpcIjEyM1wiLFwiSW1wb3J0SWRcIjpcIjIxN1wiLFwiSXNJbXBvcnRlZFwiOmZhbHNlLFwiQ2hpbGRyZW5cIjpbXX0se1wiJGlkXCI6XCIxMjRcIixcIkltcG9ydElkXCI6XCI5OFwiLFwiSXNJbXBvcnRlZFwiOmZhbHNlLFwiQ2hpbGRyZW5cIjpbe1wiJGlkXCI6XCIxMjVcIixcIkltcG9ydElkXCI6XCIyMThcIixcIklzSW1wb3J0ZWRcIjpmYWxzZSxcIkNoaWxkcmVuXCI6W119LHtcIiRpZFwiOlwiMTI2XCIsXCJJbXBvcnRJZFwiOlwiMjE5XCIsXCJJc0ltcG9ydGVkXCI6ZmFsc2UsXCJDaGlsZHJlblwiOltdfSx7XCIkaWRcIjpcIjEyN1wiLFwiSW1wb3J0SWRcIjpcIjIyMFwiLFwiSXNJbXBvcnRlZFwiOmZhbHNlLFwiQ2hpbGRyZW5cIjpbXX1dfV19XX1dfSx7XCIkaWRcIjpcIjEyOFwiLFwiSW1wb3J0SWRcIjpcIjEyMzJcIixcIklzSW1wb3J0ZWRcIjpmYWxzZSxcIkNoaWxkcmVuXCI6W3tcIiRpZFwiOlwiMTI5XCIsXCJJbXBvcnRJZFwiOlwiMjhcIixcIklzSW1wb3J0ZWRcIjpmYWxzZSxcIkNoaWxkcmVuXCI6W3tcIiRpZFwiOlwiMTMwXCIsXCJJbXBvcnRJZFwiOlwiMjlcIixcIklzSW1wb3J0ZWRcIjpmYWxzZSxcIkNoaWxkcmVuXCI6W3tcIiRpZFwiOlwiMTMxXCIsXCJJbXBvcnRJZFwiOlwiMzBcIixcIklzSW1wb3J0ZWRcIjpmYWxzZSxcIkNoaWxkcmVuXCI6W3tcIiRpZFwiOlwiMTMyXCIsXCJJbXBvcnRJZFwiOlwiOTlcIixcIklzSW1wb3J0ZWRcIjpmYWxzZSxcIkNoaWxkcmVuXCI6W119LHtcIiRpZFwiOlwiMTMzXCIsXCJJbXBvcnRJZFwiOlwiMTAwXCIsXCJJc0ltcG9ydGVkXCI6ZmFsc2UsXCJDaGlsZHJlblwiOltdfSx7XCIkaWRcIjpcIjEzNFwiLFwiSW1wb3J0SWRcIjpcIjIyMlwiLFwiSXNJbXBvcnRlZFwiOmZhbHNlLFwiQ2hpbGRyZW5cIjpbXX0se1wiJGlkXCI6XCIxMzVcIixcIkltcG9ydElkXCI6XCIxMDFcIixcIklzSW1wb3J0ZWRcIjpmYWxzZSxcIkNoaWxkcmVuXCI6W3tcIiRpZFwiOlwiMTM2XCIsXCJJbXBvcnRJZFwiOlwiMjIzXCIsXCJJc0ltcG9ydGVkXCI6ZmFsc2UsXCJDaGlsZHJlblwiOltdfSx7XCIkaWRcIjpcIjEzN1wiLFwiSW1wb3J0SWRcIjpcIjIyNFwiLFwiSXNJbXBvcnRlZFwiOmZhbHNlLFwiQ2hpbGRyZW5cIjpbXX0se1wiJGlkXCI6XCIxMzhcIixcIkltcG9ydElkXCI6XCIyMjVcIixcIklzSW1wb3J0ZWRcIjpmYWxzZSxcIkNoaWxkcmVuXCI6W119XX1dfV19LHtcIiRpZFwiOlwiMTM5XCIsXCJJbXBvcnRJZFwiOlwiMzFcIixcIklzSW1wb3J0ZWRcIjpmYWxzZSxcIkNoaWxkcmVuXCI6W3tcIiRpZFwiOlwiMTQwXCIsXCJJbXBvcnRJZFwiOlwiMzJcIixcIklzSW1wb3J0ZWRcIjpmYWxzZSxcIkNoaWxkcmVuXCI6W3tcIiRpZFwiOlwiMTQxXCIsXCJJbXBvcnRJZFwiOlwiMTAyXCIsXCJJc0ltcG9ydGVkXCI6ZmFsc2UsXCJDaGlsZHJlblwiOltdfSx7XCIkaWRcIjpcIjE0MlwiLFwiSW1wb3J0SWRcIjpcIjEwM1wiLFwiSXNJbXBvcnRlZFwiOmZhbHNlLFwiQ2hpbGRyZW5cIjpbXX0se1wiJGlkXCI6XCIxNDNcIixcIkltcG9ydElkXCI6XCIxMDRcIixcIklzSW1wb3J0ZWRcIjpmYWxzZSxcIkNoaWxkcmVuXCI6W3tcIiRpZFwiOlwiMTQ0XCIsXCJJbXBvcnRJZFwiOlwiMjI5XCIsXCJJc0ltcG9ydGVkXCI6ZmFsc2UsXCJDaGlsZHJlblwiOltdfV19XX0se1wiJGlkXCI6XCIxNDVcIixcIkltcG9ydElkXCI6XCIzM1wiLFwiSXNJbXBvcnRlZFwiOmZhbHNlLFwiQ2hpbGRyZW5cIjpbe1wiJGlkXCI6XCIxNDZcIixcIkltcG9ydElkXCI6XCIxMDVcIixcIklzSW1wb3J0ZWRcIjpmYWxzZSxcIkNoaWxkcmVuXCI6W119LHtcIiRpZFwiOlwiMTQ3XCIsXCJJbXBvcnRJZFwiOlwiMTA2XCIsXCJJc0ltcG9ydGVkXCI6ZmFsc2UsXCJDaGlsZHJlblwiOltdfSx7XCIkaWRcIjpcIjE0OFwiLFwiSW1wb3J0SWRcIjpcIjEwN1wiLFwiSXNJbXBvcnRlZFwiOmZhbHNlLFwiQ2hpbGRyZW5cIjpbe1wiJGlkXCI6XCIxNDlcIixcIkltcG9ydElkXCI6XCIyMzRcIixcIklzSW1wb3J0ZWRcIjpmYWxzZSxcIkNoaWxkcmVuXCI6W119XX1dfSx7XCIkaWRcIjpcIjE1MFwiLFwiSW1wb3J0SWRcIjpcIjM0XCIsXCJJc0ltcG9ydGVkXCI6ZmFsc2UsXCJDaGlsZHJlblwiOlt7XCIkaWRcIjpcIjE1MVwiLFwiSW1wb3J0SWRcIjpcIjEwOFwiLFwiSXNJbXBvcnRlZFwiOmZhbHNlLFwiQ2hpbGRyZW5cIjpbXX0se1wiJGlkXCI6XCIxNTJcIixcIkltcG9ydElkXCI6XCIxMTBcIixcIklzSW1wb3J0ZWRcIjpmYWxzZSxcIkNoaWxkcmVuXCI6W3tcIiRpZFwiOlwiMTUzXCIsXCJJbXBvcnRJZFwiOlwiMjM5XCIsXCJJc0ltcG9ydGVkXCI6ZmFsc2UsXCJDaGlsZHJlblwiOltdfV19XX0se1wiJGlkXCI6XCIxNTRcIixcIkltcG9ydElkXCI6XCIzNVwiLFwiSXNJbXBvcnRlZFwiOmZhbHNlLFwiQ2hpbGRyZW5cIjpbe1wiJGlkXCI6XCIxNTVcIixcIkltcG9ydElkXCI6XCIxMTFcIixcIklzSW1wb3J0ZWRcIjpmYWxzZSxcIkNoaWxkcmVuXCI6W119LHtcIiRpZFwiOlwiMTU2XCIsXCJJbXBvcnRJZFwiOlwiMTEyXCIsXCJJc0ltcG9ydGVkXCI6ZmFsc2UsXCJDaGlsZHJlblwiOltdfSx7XCIkaWRcIjpcIjE1N1wiLFwiSW1wb3J0SWRcIjpcIjExM1wiLFwiSXNJbXBvcnRlZFwiOmZhbHNlLFwiQ2hpbGRyZW5cIjpbe1wiJGlkXCI6XCIxNThcIixcIkltcG9ydElkXCI6XCIyNDNcIixcIklzSW1wb3J0ZWRcIjpmYWxzZSxcIkNoaWxkcmVuXCI6W119XX1dfSx7XCIkaWRcIjpcIjE1OVwiLFwiSW1wb3J0SWRcIjpcIjM2XCIsXCJJc0ltcG9ydGVkXCI6ZmFsc2UsXCJDaGlsZHJlblwiOlt7XCIkaWRcIjpcIjE2MFwiLFwiSW1wb3J0SWRcIjpcIjExNFwiLFwiSXNJbXBvcnRlZFwiOmZhbHNlLFwiQ2hpbGRyZW5cIjpbXX0se1wiJGlkXCI6XCIxNjFcIixcIkltcG9ydElkXCI6XCIxMTZcIixcIklzSW1wb3J0ZWRcIjpmYWxzZSxcIkNoaWxkcmVuXCI6W3tcIiRpZFwiOlwiMTYyXCIsXCJJbXBvcnRJZFwiOlwiMjU0XCIsXCJJc0ltcG9ydGVkXCI6ZmFsc2UsXCJDaGlsZHJlblwiOltdfV19XX0se1wiJGlkXCI6XCIxNjNcIixcIkltcG9ydElkXCI6XCIzN1wiLFwiSXNJbXBvcnRlZFwiOmZhbHNlLFwiQ2hpbGRyZW5cIjpbe1wiJGlkXCI6XCIxNjRcIixcIkltcG9ydElkXCI6XCIxMTdcIixcIklzSW1wb3J0ZWRcIjpmYWxzZSxcIkNoaWxkcmVuXCI6W119LHtcIiRpZFwiOlwiMTY1XCIsXCJJbXBvcnRJZFwiOlwiMTE4XCIsXCJJc0ltcG9ydGVkXCI6ZmFsc2UsXCJDaGlsZHJlblwiOltdfSx7XCIkaWRcIjpcIjE2NlwiLFwiSW1wb3J0SWRcIjpcIjI1N1wiLFwiSXNJbXBvcnRlZFwiOmZhbHNlLFwiQ2hpbGRyZW5cIjpbXX0se1wiJGlkXCI6XCIxNjdcIixcIkltcG9ydElkXCI6XCIxMTlcIixcIklzSW1wb3J0ZWRcIjpmYWxzZSxcIkNoaWxkcmVuXCI6W3tcIiRpZFwiOlwiMTY4XCIsXCJJbXBvcnRJZFwiOlwiMjYzXCIsXCJJc0ltcG9ydGVkXCI6ZmFsc2UsXCJDaGlsZHJlblwiOltdfV19XX0se1wiJGlkXCI6XCIxNjlcIixcIkltcG9ydElkXCI6XCIzOFwiLFwiSXNJbXBvcnRlZFwiOmZhbHNlLFwiQ2hpbGRyZW5cIjpbe1wiJGlkXCI6XCIxNzBcIixcIkltcG9ydElkXCI6XCIxMjBcIixcIklzSW1wb3J0ZWRcIjpmYWxzZSxcIkNoaWxkcmVuXCI6W119LHtcIiRpZFwiOlwiMTcxXCIsXCJJbXBvcnRJZFwiOlwiMTIxXCIsXCJJc0ltcG9ydGVkXCI6ZmFsc2UsXCJDaGlsZHJlblwiOltdfSx7XCIkaWRcIjpcIjE3MlwiLFwiSW1wb3J0SWRcIjpcIjI2NFwiLFwiSXNJbXBvcnRlZFwiOmZhbHNlLFwiQ2hpbGRyZW5cIjpbXX0se1wiJGlkXCI6XCIxNzNcIixcIkltcG9ydElkXCI6XCIxMjJcIixcIklzSW1wb3J0ZWRcIjpmYWxzZSxcIkNoaWxkcmVuXCI6W3tcIiRpZFwiOlwiMTc0XCIsXCJJbXBvcnRJZFwiOlwiMjY1XCIsXCJJc0ltcG9ydGVkXCI6ZmFsc2UsXCJDaGlsZHJlblwiOltdfSx7XCIkaWRcIjpcIjE3NVwiLFwiSW1wb3J0SWRcIjpcIjI2NlwiLFwiSXNJbXBvcnRlZFwiOmZhbHNlLFwiQ2hpbGRyZW5cIjpbXX0se1wiJGlkXCI6XCIxNzZcIixcIkltcG9ydElkXCI6XCIyNjdcIixcIklzSW1wb3J0ZWRcIjpmYWxzZSxcIkNoaWxkcmVuXCI6W119XX1dfSx7XCIkaWRcIjpcIjE3N1wiLFwiSW1wb3J0SWRcIjpcIjM5XCIsXCJJc0ltcG9ydGVkXCI6ZmFsc2UsXCJDaGlsZHJlblwiOlt7XCIkaWRcIjpcIjE3OFwiLFwiSW1wb3J0SWRcIjpcIjEyM1wiLFwiSXNJbXBvcnRlZFwiOmZhbHNlLFwiQ2hpbGRyZW5cIjpbXX0se1wiJGlkXCI6XCIxNzlcIixcIkltcG9ydElkXCI6XCIxMjRcIixcIklzSW1wb3J0ZWRcIjpmYWxzZSxcIkNoaWxkcmVuXCI6W119LHtcIiRpZFwiOlwiMTgwXCIsXCJJbXBvcnRJZFwiOlwiMTI1XCIsXCJJc0ltcG9ydGVkXCI6ZmFsc2UsXCJDaGlsZHJlblwiOlt7XCIkaWRcIjpcIjE4MVwiLFwiSW1wb3J0SWRcIjpcIjI3MVwiLFwiSXNJbXBvcnRlZFwiOmZhbHNlLFwiQ2hpbGRyZW5cIjpbXX1dfV19XX1dfV19LHtcIiRpZFwiOlwiMTgyXCIsXCJJbXBvcnRJZFwiOlwiMTIzM1wiLFwiSXNJbXBvcnRlZFwiOmZhbHNlLFwiQ2hpbGRyZW5cIjpbe1wiJGlkXCI6XCIxODNcIixcIkltcG9ydElkXCI6XCI0MFwiLFwiSXNJbXBvcnRlZFwiOmZhbHNlLFwiQ2hpbGRyZW5cIjpbe1wiJGlkXCI6XCIxODRcIixcIkltcG9ydElkXCI6XCI0MVwiLFwiSXNJbXBvcnRlZFwiOmZhbHNlLFwiQ2hpbGRyZW5cIjpbe1wiJGlkXCI6XCIxODVcIixcIkltcG9ydElkXCI6XCIxMjZcIixcIklzSW1wb3J0ZWRcIjpmYWxzZSxcIkNoaWxkcmVuXCI6W119LHtcIiRpZFwiOlwiMTg2XCIsXCJJbXBvcnRJZFwiOlwiMTI3XCIsXCJJc0ltcG9ydGVkXCI6ZmFsc2UsXCJDaGlsZHJlblwiOltdfSx7XCIkaWRcIjpcIjE4N1wiLFwiSW1wb3J0SWRcIjpcIjI3NFwiLFwiSXNJbXBvcnRlZFwiOmZhbHNlLFwiQ2hpbGRyZW5cIjpbXX0se1wiJGlkXCI6XCIxODhcIixcIkltcG9ydElkXCI6XCIxMjhcIixcIklzSW1wb3J0ZWRcIjpmYWxzZSxcIkNoaWxkcmVuXCI6W3tcIiRpZFwiOlwiMTg5XCIsXCJJbXBvcnRJZFwiOlwiMjc2XCIsXCJJc0ltcG9ydGVkXCI6ZmFsc2UsXCJDaGlsZHJlblwiOltdfSx7XCIkaWRcIjpcIjE5MFwiLFwiSW1wb3J0SWRcIjpcIjI3N1wiLFwiSXNJbXBvcnRlZFwiOmZhbHNlLFwiQ2hpbGRyZW5cIjpbXX0se1wiJGlkXCI6XCIxOTFcIixcIkltcG9ydElkXCI6XCIyNzhcIixcIklzSW1wb3J0ZWRcIjpmYWxzZSxcIkNoaWxkcmVuXCI6W119LHtcIiRpZFwiOlwiMTkyXCIsXCJJbXBvcnRJZFwiOlwiMjg0XCIsXCJJc0ltcG9ydGVkXCI6ZmFsc2UsXCJDaGlsZHJlblwiOltdfV19XX1dfSx7XCIkaWRcIjpcIjE5M1wiLFwiSW1wb3J0SWRcIjpcIjQyXCIsXCJJc0ltcG9ydGVkXCI6ZmFsc2UsXCJDaGlsZHJlblwiOlt7XCIkaWRcIjpcIjE5NFwiLFwiSW1wb3J0SWRcIjpcIjQzXCIsXCJJc0ltcG9ydGVkXCI6ZmFsc2UsXCJDaGlsZHJlblwiOlt7XCIkaWRcIjpcIjE5NVwiLFwiSW1wb3J0SWRcIjpcIjQ0XCIsXCJJc0ltcG9ydGVkXCI6ZmFsc2UsXCJDaGlsZHJlblwiOlt7XCIkaWRcIjpcIjE5NlwiLFwiSW1wb3J0SWRcIjpcIjEyOVwiLFwiSXNJbXBvcnRlZFwiOmZhbHNlLFwiQ2hpbGRyZW5cIjpbXX0se1wiJGlkXCI6XCIxOTdcIixcIkltcG9ydElkXCI6XCIxMzBcIixcIklzSW1wb3J0ZWRcIjpmYWxzZSxcIkNoaWxkcmVuXCI6W119LHtcIiRpZFwiOlwiMTk4XCIsXCJJbXBvcnRJZFwiOlwiMjc5XCIsXCJJc0ltcG9ydGVkXCI6ZmFsc2UsXCJDaGlsZHJlblwiOltdfSx7XCIkaWRcIjpcIjE5OVwiLFwiSW1wb3J0SWRcIjpcIjEzMVwiLFwiSXNJbXBvcnRlZFwiOmZhbHNlLFwiQ2hpbGRyZW5cIjpbe1wiJGlkXCI6XCIyMDBcIixcIkltcG9ydElkXCI6XCIyODFcIixcIklzSW1wb3J0ZWRcIjpmYWxzZSxcIkNoaWxkcmVuXCI6W119LHtcIiRpZFwiOlwiMjAxXCIsXCJJbXBvcnRJZFwiOlwiMjgyXCIsXCJJc0ltcG9ydGVkXCI6ZmFsc2UsXCJDaGlsZHJlblwiOltdfV19XX0se1wiJGlkXCI6XCIyMDJcIixcIkltcG9ydElkXCI6XCI0NVwiLFwiSXNJbXBvcnRlZFwiOmZhbHNlLFwiQ2hpbGRyZW5cIjpbe1wiJGlkXCI6XCIyMDNcIixcIkltcG9ydElkXCI6XCIxMzJcIixcIklzSW1wb3J0ZWRcIjpmYWxzZSxcIkNoaWxkcmVuXCI6W119LHtcIiRpZFwiOlwiMjA0XCIsXCJJbXBvcnRJZFwiOlwiMTMzXCIsXCJJc0ltcG9ydGVkXCI6ZmFsc2UsXCJDaGlsZHJlblwiOltdfSx7XCIkaWRcIjpcIjIwNVwiLFwiSW1wb3J0SWRcIjpcIjI4NVwiLFwiSXNJbXBvcnRlZFwiOmZhbHNlLFwiQ2hpbGRyZW5cIjpbXX0se1wiJGlkXCI6XCIyMDZcIixcIkltcG9ydElkXCI6XCIxMzRcIixcIklzSW1wb3J0ZWRcIjpmYWxzZSxcIkNoaWxkcmVuXCI6W3tcIiRpZFwiOlwiMjA3XCIsXCJJbXBvcnRJZFwiOlwiMjg3XCIsXCJJc0ltcG9ydGVkXCI6ZmFsc2UsXCJDaGlsZHJlblwiOltdfSx7XCIkaWRcIjpcIjIwOFwiLFwiSW1wb3J0SWRcIjpcIjI5MFwiLFwiSXNJbXBvcnRlZFwiOmZhbHNlLFwiQ2hpbGRyZW5cIjpbXX0se1wiJGlkXCI6XCIyMDlcIixcIkltcG9ydElkXCI6XCIyOTFcIixcIklzSW1wb3J0ZWRcIjpmYWxzZSxcIkNoaWxkcmVuXCI6W119XX1dfSx7XCIkaWRcIjpcIjIxMFwiLFwiSW1wb3J0SWRcIjpcIjQ2XCIsXCJJc0ltcG9ydGVkXCI6ZmFsc2UsXCJDaGlsZHJlblwiOlt7XCIkaWRcIjpcIjIxMVwiLFwiSW1wb3J0SWRcIjpcIjEzNVwiLFwiSXNJbXBvcnRlZFwiOmZhbHNlLFwiQ2hpbGRyZW5cIjpbXX0se1wiJGlkXCI6XCIyMTJcIixcIkltcG9ydElkXCI6XCIxMzZcIixcIklzSW1wb3J0ZWRcIjpmYWxzZSxcIkNoaWxkcmVuXCI6W119LHtcIiRpZFwiOlwiMjEzXCIsXCJJbXBvcnRJZFwiOlwiMjkyXCIsXCJJc0ltcG9ydGVkXCI6ZmFsc2UsXCJDaGlsZHJlblwiOltdfSx7XCIkaWRcIjpcIjIxNFwiLFwiSW1wb3J0SWRcIjpcIjEzN1wiLFwiSXNJbXBvcnRlZFwiOmZhbHNlLFwiQ2hpbGRyZW5cIjpbe1wiJGlkXCI6XCIyMTVcIixcIkltcG9ydElkXCI6XCIyOTRcIixcIklzSW1wb3J0ZWRcIjpmYWxzZSxcIkNoaWxkcmVuXCI6W119LHtcIiRpZFwiOlwiMjE2XCIsXCJJbXBvcnRJZFwiOlwiMjk1XCIsXCJJc0ltcG9ydGVkXCI6ZmFsc2UsXCJDaGlsZHJlblwiOltdfSx7XCIkaWRcIjpcIjIxN1wiLFwiSW1wb3J0SWRcIjpcIjI5NlwiLFwiSXNJbXBvcnRlZFwiOmZhbHNlLFwiQ2hpbGRyZW5cIjpbXX0se1wiJGlkXCI6XCIyMThcIixcIkltcG9ydElkXCI6XCIyOTdcIixcIklzSW1wb3J0ZWRcIjpmYWxzZSxcIkNoaWxkcmVuXCI6W119XX1dfV19XX1dfSx7XCIkaWRcIjpcIjIxOVwiLFwiSW1wb3J0SWRcIjpcIjEyMzRcIixcIklzSW1wb3J0ZWRcIjpmYWxzZSxcIkNoaWxkcmVuXCI6W3tcIiRpZFwiOlwiMjIwXCIsXCJJbXBvcnRJZFwiOlwiNDdcIixcIklzSW1wb3J0ZWRcIjpmYWxzZSxcIkNoaWxkcmVuXCI6W3tcIiRpZFwiOlwiMjIxXCIsXCJJbXBvcnRJZFwiOlwiNDhcIixcIklzSW1wb3J0ZWRcIjpmYWxzZSxcIkNoaWxkcmVuXCI6W3tcIiRpZFwiOlwiMjIyXCIsXCJJbXBvcnRJZFwiOlwiMTM4XCIsXCJJc0ltcG9ydGVkXCI6ZmFsc2UsXCJDaGlsZHJlblwiOltdfSx7XCIkaWRcIjpcIjIyM1wiLFwiSW1wb3J0SWRcIjpcIjEzOVwiLFwiSXNJbXBvcnRlZFwiOmZhbHNlLFwiQ2hpbGRyZW5cIjpbXX0se1wiJGlkXCI6XCIyMjRcIixcIkltcG9ydElkXCI6XCIyOThcIixcIklzSW1wb3J0ZWRcIjpmYWxzZSxcIkNoaWxkcmVuXCI6W119LHtcIiRpZFwiOlwiMjI1XCIsXCJJbXBvcnRJZFwiOlwiMTQwXCIsXCJJc0ltcG9ydGVkXCI6ZmFsc2UsXCJDaGlsZHJlblwiOlt7XCIkaWRcIjpcIjIyNlwiLFwiSW1wb3J0SWRcIjpcIjMwMFwiLFwiSXNJbXBvcnRlZFwiOmZhbHNlLFwiQ2hpbGRyZW5cIjpbXX0se1wiJGlkXCI6XCIyMjdcIixcIkltcG9ydElkXCI6XCIzMDFcIixcIklzSW1wb3J0ZWRcIjpmYWxzZSxcIkNoaWxkcmVuXCI6W119XX1dfV19XX0se1wiJGlkXCI6XCIyMjhcIixcIkltcG9ydElkXCI6XCIxMjM1XCIsXCJJc0ltcG9ydGVkXCI6ZmFsc2UsXCJDaGlsZHJlblwiOlt7XCIkaWRcIjpcIjIyOVwiLFwiSW1wb3J0SWRcIjpcIjQzM1wiLFwiSXNJbXBvcnRlZFwiOmZhbHNlLFwiQ2hpbGRyZW5cIjpbe1wiJGlkXCI6XCIyMzBcIixcIkltcG9ydElkXCI6XCI0MzRcIixcIklzSW1wb3J0ZWRcIjpmYWxzZSxcIkNoaWxkcmVuXCI6W119LHtcIiRpZFwiOlwiMjMxXCIsXCJJbXBvcnRJZFwiOlwiNDM1XCIsXCJJc0ltcG9ydGVkXCI6ZmFsc2UsXCJDaGlsZHJlblwiOltdfSx7XCIkaWRcIjpcIjIzMlwiLFwiSW1wb3J0SWRcIjpcIjQzNlwiLFwiSXNJbXBvcnRlZFwiOmZhbHNlLFwiQ2hpbGRyZW5cIjpbXX0se1wiJGlkXCI6XCIyMzNcIixcIkltcG9ydElkXCI6XCI0MzdcIixcIklzSW1wb3J0ZWRcIjpmYWxzZSxcIkNoaWxkcmVuXCI6W3tcIiRpZFwiOlwiMjM0XCIsXCJJbXBvcnRJZFwiOlwiNDM4XCIsXCJJc0ltcG9ydGVkXCI6ZmFsc2UsXCJDaGlsZHJlblwiOltdfSx7XCIkaWRcIjpcIjIzNVwiLFwiSW1wb3J0SWRcIjpcIjQzOVwiLFwiSXNJbXBvcnRlZFwiOmZhbHNlLFwiQ2hpbGRyZW5cIjpbXX0se1wiJGlkXCI6XCIyMzZcIixcIkltcG9ydElkXCI6XCI0NDBcIixcIklzSW1wb3J0ZWRcIjpmYWxzZSxcIkNoaWxkcmVuXCI6W119XX0se1wiJGlkXCI6XCIyMzdcIixcIkltcG9ydElkXCI6XCI0OVwiLFwiSXNJbXBvcnRlZFwiOmZhbHNlLFwiQ2hpbGRyZW5cIjpbe1wiJGlkXCI6XCIyMzhcIixcIkltcG9ydElkXCI6XCI1MFwiLFwiSXNJbXBvcnRlZFwiOmZhbHNlLFwiQ2hpbGRyZW5cIjpbe1wiJGlkXCI6XCIyMzlcIixcIkltcG9ydElkXCI6XCIxNDFcIixcIklzSW1wb3J0ZWRcIjpmYWxzZSxcIkNoaWxkcmVuXCI6W119LHtcIiRpZFwiOlwiMjQwXCIsXCJJbXBvcnRJZFwiOlwiMTQyXCIsXCJJc0ltcG9ydGVkXCI6ZmFsc2UsXCJDaGlsZHJlblwiOltdfSx7XCIkaWRcIjpcIjI0MVwiLFwiSW1wb3J0SWRcIjpcIjMwM1wiLFwiSXNJbXBvcnRlZFwiOmZhbHNlLFwiQ2hpbGRyZW5cIjpbXX0se1wiJGlkXCI6XCIyNDJcIixcIkltcG9ydElkXCI6XCIxNDNcIixcIklzSW1wb3J0ZWRcIjpmYWxzZSxcIkNoaWxkcmVuXCI6W3tcIiRpZFwiOlwiMjQzXCIsXCJJbXBvcnRJZFwiOlwiMzA0XCIsXCJJc0ltcG9ydGVkXCI6ZmFsc2UsXCJDaGlsZHJlblwiOltdfSx7XCIkaWRcIjpcIjI0NFwiLFwiSW1wb3J0SWRcIjpcIjMwNVwiLFwiSXNJbXBvcnRlZFwiOmZhbHNlLFwiQ2hpbGRyZW5cIjpbXX0se1wiJGlkXCI6XCIyNDVcIixcIkltcG9ydElkXCI6XCIzMDZcIixcIklzSW1wb3J0ZWRcIjpmYWxzZSxcIkNoaWxkcmVuXCI6W119LHtcIiRpZFwiOlwiMjQ2XCIsXCJJbXBvcnRJZFwiOlwiMzA3XCIsXCJJc0ltcG9ydGVkXCI6ZmFsc2UsXCJDaGlsZHJlblwiOltdfV19XX1dfSx7XCIkaWRcIjpcIjI0N1wiLFwiSW1wb3J0SWRcIjpcIjQyNFwiLFwiSXNJbXBvcnRlZFwiOmZhbHNlLFwiQ2hpbGRyZW5cIjpbe1wiJGlkXCI6XCIyNDhcIixcIkltcG9ydElkXCI6XCI0MjVcIixcIklzSW1wb3J0ZWRcIjpmYWxzZSxcIkNoaWxkcmVuXCI6W119LHtcIiRpZFwiOlwiMjQ5XCIsXCJJbXBvcnRJZFwiOlwiNDI2XCIsXCJJc0ltcG9ydGVkXCI6ZmFsc2UsXCJDaGlsZHJlblwiOltdfSx7XCIkaWRcIjpcIjI1MFwiLFwiSW1wb3J0SWRcIjpcIjQyN1wiLFwiSXNJbXBvcnRlZFwiOmZhbHNlLFwiQ2hpbGRyZW5cIjpbXX0se1wiJGlkXCI6XCIyNTFcIixcIkltcG9ydElkXCI6XCI0MjhcIixcIklzSW1wb3J0ZWRcIjpmYWxzZSxcIkNoaWxkcmVuXCI6W3tcIiRpZFwiOlwiMjUyXCIsXCJJbXBvcnRJZFwiOlwiNDI5XCIsXCJJc0ltcG9ydGVkXCI6ZmFsc2UsXCJDaGlsZHJlblwiOltdfSx7XCIkaWRcIjpcIjI1M1wiLFwiSW1wb3J0SWRcIjpcIjQzMFwiLFwiSXNJbXBvcnRlZFwiOmZhbHNlLFwiQ2hpbGRyZW5cIjpbXX0se1wiJGlkXCI6XCIyNTRcIixcIkltcG9ydElkXCI6XCI0MzFcIixcIklzSW1wb3J0ZWRcIjpmYWxzZSxcIkNoaWxkcmVuXCI6W119XX1dfV19LHtcIiRpZFwiOlwiMjU1XCIsXCJJbXBvcnRJZFwiOlwiNTFcIixcIklzSW1wb3J0ZWRcIjpmYWxzZSxcIkNoaWxkcmVuXCI6W3tcIiRpZFwiOlwiMjU2XCIsXCJJbXBvcnRJZFwiOlwiNTJcIixcIklzSW1wb3J0ZWRcIjpmYWxzZSxcIkNoaWxkcmVuXCI6W3tcIiRpZFwiOlwiMjU3XCIsXCJJbXBvcnRJZFwiOlwiNTNcIixcIklzSW1wb3J0ZWRcIjpmYWxzZSxcIkNoaWxkcmVuXCI6W3tcIiRpZFwiOlwiMjU4XCIsXCJJbXBvcnRJZFwiOlwiMTQ0XCIsXCJJc0ltcG9ydGVkXCI6ZmFsc2UsXCJDaGlsZHJlblwiOltdfSx7XCIkaWRcIjpcIjI1OVwiLFwiSW1wb3J0SWRcIjpcIjE0NVwiLFwiSXNJbXBvcnRlZFwiOmZhbHNlLFwiQ2hpbGRyZW5cIjpbXX0se1wiJGlkXCI6XCIyNjBcIixcIkltcG9ydElkXCI6XCIzMDhcIixcIklzSW1wb3J0ZWRcIjpmYWxzZSxcIkNoaWxkcmVuXCI6W119LHtcIiRpZFwiOlwiMjYxXCIsXCJJbXBvcnRJZFwiOlwiMTQ2XCIsXCJJc0ltcG9ydGVkXCI6ZmFsc2UsXCJDaGlsZHJlblwiOlt7XCIkaWRcIjpcIjI2MlwiLFwiSW1wb3J0SWRcIjpcIjMwOVwiLFwiSXNJbXBvcnRlZFwiOmZhbHNlLFwiQ2hpbGRyZW5cIjpbXX0se1wiJGlkXCI6XCIyNjNcIixcIkltcG9ydElkXCI6XCIzMTBcIixcIklzSW1wb3J0ZWRcIjpmYWxzZSxcIkNoaWxkcmVuXCI6W119LHtcIiRpZFwiOlwiMjY0XCIsXCJJbXBvcnRJZFwiOlwiMzExXCIsXCJJc0ltcG9ydGVkXCI6ZmFsc2UsXCJDaGlsZHJlblwiOltdfSx7XCIkaWRcIjpcIjI2NVwiLFwiSW1wb3J0SWRcIjpcIjMxMlwiLFwiSXNJbXBvcnRlZFwiOmZhbHNlLFwiQ2hpbGRyZW5cIjpbXX0se1wiJGlkXCI6XCIyNjZcIixcIkltcG9ydElkXCI6XCIzMTNcIixcIklzSW1wb3J0ZWRcIjpmYWxzZSxcIkNoaWxkcmVuXCI6W119LHtcIiRpZFwiOlwiMjY3XCIsXCJJbXBvcnRJZFwiOlwiMzE0XCIsXCJJc0ltcG9ydGVkXCI6ZmFsc2UsXCJDaGlsZHJlblwiOltdfSx7XCIkaWRcIjpcIjI2OFwiLFwiSW1wb3J0SWRcIjpcIjMxNVwiLFwiSXNJbXBvcnRlZFwiOmZhbHNlLFwiQ2hpbGRyZW5cIjpbXX1dfV19XX1dfV19LHtcIiRpZFwiOlwiMjY5XCIsXCJJbXBvcnRJZFwiOlwiMTIzNlwiLFwiSXNJbXBvcnRlZFwiOmZhbHNlLFwiQ2hpbGRyZW5cIjpbe1wiJGlkXCI6XCIyNzBcIixcIkltcG9ydElkXCI6XCI1NFwiLFwiSXNJbXBvcnRlZFwiOmZhbHNlLFwiQ2hpbGRyZW5cIjpbe1wiJGlkXCI6XCIyNzFcIixcIkltcG9ydElkXCI6XCI1NVwiLFwiSXNJbXBvcnRlZFwiOmZhbHNlLFwiQ2hpbGRyZW5cIjpbe1wiJGlkXCI6XCIyNzJcIixcIkltcG9ydElkXCI6XCI1NlwiLFwiSXNJbXBvcnRlZFwiOmZhbHNlLFwiQ2hpbGRyZW5cIjpbe1wiJGlkXCI6XCIyNzNcIixcIkltcG9ydElkXCI6XCIxNDdcIixcIklzSW1wb3J0ZWRcIjpmYWxzZSxcIkNoaWxkcmVuXCI6W119LHtcIiRpZFwiOlwiMjc0XCIsXCJJbXBvcnRJZFwiOlwiMTQ4XCIsXCJJc0ltcG9ydGVkXCI6ZmFsc2UsXCJDaGlsZHJlblwiOltdfSx7XCIkaWRcIjpcIjI3NVwiLFwiSW1wb3J0SWRcIjpcIjMxNlwiLFwiSXNJbXBvcnRlZFwiOmZhbHNlLFwiQ2hpbGRyZW5cIjpbXX0se1wiJGlkXCI6XCIyNzZcIixcIkltcG9ydElkXCI6XCIxNDlcIixcIklzSW1wb3J0ZWRcIjpmYWxzZSxcIkNoaWxkcmVuXCI6W3tcIiRpZFwiOlwiMjc3XCIsXCJJbXBvcnRJZFwiOlwiMzE3XCIsXCJJc0ltcG9ydGVkXCI6ZmFsc2UsXCJDaGlsZHJlblwiOltdfSx7XCIkaWRcIjpcIjI3OFwiLFwiSW1wb3J0SWRcIjpcIjMxOFwiLFwiSXNJbXBvcnRlZFwiOmZhbHNlLFwiQ2hpbGRyZW5cIjpbXX0se1wiJGlkXCI6XCIyNzlcIixcIkltcG9ydElkXCI6XCIzMTlcIixcIklzSW1wb3J0ZWRcIjpmYWxzZSxcIkNoaWxkcmVuXCI6W119LHtcIiRpZFwiOlwiMjgwXCIsXCJJbXBvcnRJZFwiOlwiMzIwXCIsXCJJc0ltcG9ydGVkXCI6ZmFsc2UsXCJDaGlsZHJlblwiOltdfV19XX1dfV19LHtcIiRpZFwiOlwiMjgxXCIsXCJJbXBvcnRJZFwiOlwiNTdcIixcIklzSW1wb3J0ZWRcIjpmYWxzZSxcIkNoaWxkcmVuXCI6W3tcIiRpZFwiOlwiMjgyXCIsXCJJbXBvcnRJZFwiOlwiNThcIixcIklzSW1wb3J0ZWRcIjpmYWxzZSxcIkNoaWxkcmVuXCI6W3tcIiRpZFwiOlwiMjgzXCIsXCJJbXBvcnRJZFwiOlwiNTlcIixcIklzSW1wb3J0ZWRcIjpmYWxzZSxcIkNoaWxkcmVuXCI6W3tcIiRpZFwiOlwiMjg0XCIsXCJJbXBvcnRJZFwiOlwiMTUzXCIsXCJJc0ltcG9ydGVkXCI6ZmFsc2UsXCJDaGlsZHJlblwiOltdfSx7XCIkaWRcIjpcIjI4NVwiLFwiSW1wb3J0SWRcIjpcIjE1NFwiLFwiSXNJbXBvcnRlZFwiOmZhbHNlLFwiQ2hpbGRyZW5cIjpbXX0se1wiJGlkXCI6XCIyODZcIixcIkltcG9ydElkXCI6XCIzMjJcIixcIklzSW1wb3J0ZWRcIjpmYWxzZSxcIkNoaWxkcmVuXCI6W119LHtcIiRpZFwiOlwiMjg3XCIsXCJJbXBvcnRJZFwiOlwiMTU1XCIsXCJJc0ltcG9ydGVkXCI6ZmFsc2UsXCJDaGlsZHJlblwiOlt7XCIkaWRcIjpcIjI4OFwiLFwiSW1wb3J0SWRcIjpcIjMyNFwiLFwiSXNJbXBvcnRlZFwiOmZhbHNlLFwiQ2hpbGRyZW5cIjpbXX0se1wiJGlkXCI6XCIyODlcIixcIkltcG9ydElkXCI6XCIzMjVcIixcIklzSW1wb3J0ZWRcIjpmYWxzZSxcIkNoaWxkcmVuXCI6W119LHtcIiRpZFwiOlwiMjkwXCIsXCJJbXBvcnRJZFwiOlwiMzM2XCIsXCJJc0ltcG9ydGVkXCI6ZmFsc2UsXCJDaGlsZHJlblwiOltdfV19XX1dfV19XX0se1wiJGlkXCI6XCIyOTFcIixcIkltcG9ydElkXCI6XCIxMjM3XCIsXCJJc0ltcG9ydGVkXCI6ZmFsc2UsXCJDaGlsZHJlblwiOlt7XCIkaWRcIjpcIjI5MlwiLFwiSW1wb3J0SWRcIjpcIjMyN1wiLFwiSXNJbXBvcnRlZFwiOmZhbHNlLFwiQ2hpbGRyZW5cIjpbe1wiJGlkXCI6XCIyOTNcIixcIkltcG9ydElkXCI6XCIzMjhcIixcIklzSW1wb3J0ZWRcIjpmYWxzZSxcIkNoaWxkcmVuXCI6W119LHtcIiRpZFwiOlwiMjk0XCIsXCJJbXBvcnRJZFwiOlwiMzI5XCIsXCJJc0ltcG9ydGVkXCI6ZmFsc2UsXCJDaGlsZHJlblwiOltdfSx7XCIkaWRcIjpcIjI5NVwiLFwiSW1wb3J0SWRcIjpcIjMzMFwiLFwiSXNJbXBvcnRlZFwiOmZhbHNlLFwiQ2hpbGRyZW5cIjpbXX0se1wiJGlkXCI6XCIyOTZcIixcIkltcG9ydElkXCI6XCIzMzFcIixcIklzSW1wb3J0ZWRcIjpmYWxzZSxcIkNoaWxkcmVuXCI6W3tcIiRpZFwiOlwiMjk3XCIsXCJJbXBvcnRJZFwiOlwiMzMyXCIsXCJJc0ltcG9ydGVkXCI6ZmFsc2UsXCJDaGlsZHJlblwiOltdfSx7XCIkaWRcIjpcIjI5OFwiLFwiSW1wb3J0SWRcIjpcIjMzM1wiLFwiSXNJbXBvcnRlZFwiOmZhbHNlLFwiQ2hpbGRyZW5cIjpbXX0se1wiJGlkXCI6XCIyOTlcIixcIkltcG9ydElkXCI6XCIzMzRcIixcIklzSW1wb3J0ZWRcIjpmYWxzZSxcIkNoaWxkcmVuXCI6W119LHtcIiRpZFwiOlwiMzAwXCIsXCJJbXBvcnRJZFwiOlwiMzM1XCIsXCJJc0ltcG9ydGVkXCI6ZmFsc2UsXCJDaGlsZHJlblwiOltdfV19LHtcIiRpZFwiOlwiMzAxXCIsXCJJbXBvcnRJZFwiOlwiMzM4XCIsXCJJc0ltcG9ydGVkXCI6ZmFsc2UsXCJDaGlsZHJlblwiOlt7XCIkaWRcIjpcIjMwMlwiLFwiSW1wb3J0SWRcIjpcIjMzOVwiLFwiSXNJbXBvcnRlZFwiOmZhbHNlLFwiQ2hpbGRyZW5cIjpbe1wiJGlkXCI6XCIzMDNcIixcIkltcG9ydElkXCI6XCIzNDBcIixcIklzSW1wb3J0ZWRcIjpmYWxzZSxcIkNoaWxkcmVuXCI6W119LHtcIiRpZFwiOlwiMzA0XCIsXCJJbXBvcnRJZFwiOlwiMzQxXCIsXCJJc0ltcG9ydGVkXCI6ZmFsc2UsXCJDaGlsZHJlblwiOltdfSx7XCIkaWRcIjpcIjMwNVwiLFwiSW1wb3J0SWRcIjpcIjM0M1wiLFwiSXNJbXBvcnRlZFwiOmZhbHNlLFwiQ2hpbGRyZW5cIjpbe1wiJGlkXCI6XCIzMDZcIixcIkltcG9ydElkXCI6XCIzNDVcIixcIklzSW1wb3J0ZWRcIjpmYWxzZSxcIkNoaWxkcmVuXCI6W119XX1dfV19XX0se1wiJGlkXCI6XCIzMDdcIixcIkltcG9ydElkXCI6XCI0NTBcIixcIklzSW1wb3J0ZWRcIjpmYWxzZSxcIkNoaWxkcmVuXCI6W3tcIiRpZFwiOlwiMzA4XCIsXCJJbXBvcnRJZFwiOlwiNDU2XCIsXCJJc0ltcG9ydGVkXCI6ZmFsc2UsXCJDaGlsZHJlblwiOltdfV19XX0se1wiJGlkXCI6XCIzMDlcIixcIkltcG9ydElkXCI6XCI0MDJcIixcIklzSW1wb3J0ZWRcIjpmYWxzZSxcIkNoaWxkcmVuXCI6W3tcIiRpZFwiOlwiMzEwXCIsXCJJbXBvcnRJZFwiOlwiNDAzXCIsXCJJc0ltcG9ydGVkXCI6ZmFsc2UsXCJDaGlsZHJlblwiOltdfSx7XCIkaWRcIjpcIjMxMVwiLFwiSW1wb3J0SWRcIjpcIjQwNFwiLFwiSXNJbXBvcnRlZFwiOmZhbHNlLFwiQ2hpbGRyZW5cIjpbXX0se1wiJGlkXCI6XCIzMTJcIixcIkltcG9ydElkXCI6XCI0MDVcIixcIklzSW1wb3J0ZWRcIjpmYWxzZSxcIkNoaWxkcmVuXCI6W119XX0se1wiJGlkXCI6XCIzMTNcIixcIkltcG9ydElkXCI6XCIzNzBcIixcIklzSW1wb3J0ZWRcIjpmYWxzZSxcIkNoaWxkcmVuXCI6W3tcIiRpZFwiOlwiMzE0XCIsXCJJbXBvcnRJZFwiOlwiMzcxXCIsXCJJc0ltcG9ydGVkXCI6ZmFsc2UsXCJDaGlsZHJlblwiOlt7XCIkaWRcIjpcIjMxNVwiLFwiSW1wb3J0SWRcIjpcIjM3MlwiLFwiSXNJbXBvcnRlZFwiOmZhbHNlLFwiQ2hpbGRyZW5cIjpbXX0se1wiJGlkXCI6XCIzMTZcIixcIkltcG9ydElkXCI6XCIzNzNcIixcIklzSW1wb3J0ZWRcIjpmYWxzZSxcIkNoaWxkcmVuXCI6W119LHtcIiRpZFwiOlwiMzE3XCIsXCJJbXBvcnRJZFwiOlwiMzc0XCIsXCJJc0ltcG9ydGVkXCI6ZmFsc2UsXCJDaGlsZHJlblwiOltdfSx7XCIkaWRcIjpcIjMxOFwiLFwiSW1wb3J0SWRcIjpcIjM3NVwiLFwiSXNJbXBvcnRlZFwiOmZhbHNlLFwiQ2hpbGRyZW5cIjpbXX0se1wiJGlkXCI6XCIzMTlcIixcIkltcG9ydElkXCI6XCIzNzZcIixcIklzSW1wb3J0ZWRcIjpmYWxzZSxcIkNoaWxkcmVuXCI6W119XX0se1wiJGlkXCI6XCIzMjBcIixcIkltcG9ydElkXCI6XCI5OTdcIixcIklzSW1wb3J0ZWRcIjpmYWxzZSxcIkNoaWxkcmVuXCI6W3tcIiRpZFwiOlwiMzIxXCIsXCJJbXBvcnRJZFwiOlwiMTAwMVwiLFwiSXNJbXBvcnRlZFwiOmZhbHNlLFwiQ2hpbGRyZW5cIjpbXX0se1wiJGlkXCI6XCIzMjJcIixcIkltcG9ydElkXCI6XCI5OTlcIixcIklzSW1wb3J0ZWRcIjpmYWxzZSxcIkNoaWxkcmVuXCI6W119LHtcIiRpZFwiOlwiMzIzXCIsXCJJbXBvcnRJZFwiOlwiMTAwOFwiLFwiSXNJbXBvcnRlZFwiOmZhbHNlLFwiQ2hpbGRyZW5cIjpbXX0se1wiJGlkXCI6XCIzMjRcIixcIkltcG9ydElkXCI6XCIxMDA2XCIsXCJJc0ltcG9ydGVkXCI6ZmFsc2UsXCJDaGlsZHJlblwiOltdfSx7XCIkaWRcIjpcIjMyNVwiLFwiSW1wb3J0SWRcIjpcIjEwMDVcIixcIklzSW1wb3J0ZWRcIjpmYWxzZSxcIkNoaWxkcmVuXCI6W119XX0se1wiJGlkXCI6XCIzMjZcIixcIkltcG9ydElkXCI6XCIzNzdcIixcIklzSW1wb3J0ZWRcIjpmYWxzZSxcIkNoaWxkcmVuXCI6W119LHtcIiRpZFwiOlwiMzI3XCIsXCJJbXBvcnRJZFwiOlwiMzc4XCIsXCJJc0ltcG9ydGVkXCI6ZmFsc2UsXCJDaGlsZHJlblwiOltdfSx7XCIkaWRcIjpcIjMyOFwiLFwiSW1wb3J0SWRcIjpcIjM3OVwiLFwiSXNJbXBvcnRlZFwiOmZhbHNlLFwiQ2hpbGRyZW5cIjpbXX0se1wiJGlkXCI6XCIzMjlcIixcIkltcG9ydElkXCI6XCIzODBcIixcIklzSW1wb3J0ZWRcIjpmYWxzZSxcIkNoaWxkcmVuXCI6W119LHtcIiRpZFwiOlwiMzMwXCIsXCJJbXBvcnRJZFwiOlwiNzYwXCIsXCJJc0ltcG9ydGVkXCI6ZmFsc2UsXCJDaGlsZHJlblwiOltdfSx7XCIkaWRcIjpcIjMzMVwiLFwiSW1wb3J0SWRcIjpcIjc1OVwiLFwiSXNJbXBvcnRlZFwiOmZhbHNlLFwiQ2hpbGRyZW5cIjpbXX0se1wiJGlkXCI6XCIzMzJcIixcIkltcG9ydElkXCI6XCIzOTVcIixcIklzSW1wb3J0ZWRcIjpmYWxzZSxcIkNoaWxkcmVuXCI6W119LHtcIiRpZFwiOlwiMzMzXCIsXCJJbXBvcnRJZFwiOlwiMTAzNVwiLFwiSXNJbXBvcnRlZFwiOmZhbHNlLFwiQ2hpbGRyZW5cIjpbe1wiJGlkXCI6XCIzMzRcIixcIkltcG9ydElkXCI6XCIxMDM2XCIsXCJJc0ltcG9ydGVkXCI6ZmFsc2UsXCJDaGlsZHJlblwiOltdfV19XX0se1wiJGlkXCI6XCIzMzVcIixcIkltcG9ydElkXCI6XCIzODdcIixcIklzSW1wb3J0ZWRcIjpmYWxzZSxcIkNoaWxkcmVuXCI6W3tcIiRpZFwiOlwiMzM2XCIsXCJJbXBvcnRJZFwiOlwiMzg4XCIsXCJJc0ltcG9ydGVkXCI6ZmFsc2UsXCJDaGlsZHJlblwiOltdfSx7XCIkaWRcIjpcIjMzN1wiLFwiSW1wb3J0SWRcIjpcIjM4OVwiLFwiSXNJbXBvcnRlZFwiOmZhbHNlLFwiQ2hpbGRyZW5cIjpbXX0se1wiJGlkXCI6XCIzMzhcIixcIkltcG9ydElkXCI6XCIzOTRcIixcIklzSW1wb3J0ZWRcIjpmYWxzZSxcIkNoaWxkcmVuXCI6W119LHtcIiRpZFwiOlwiMzM5XCIsXCJJbXBvcnRJZFwiOlwiNDAxXCIsXCJJc0ltcG9ydGVkXCI6ZmFsc2UsXCJDaGlsZHJlblwiOltdfSx7XCIkaWRcIjpcIjM0MFwiLFwiSW1wb3J0SWRcIjpcIjM5MFwiLFwiSXNJbXBvcnRlZFwiOmZhbHNlLFwiQ2hpbGRyZW5cIjpbXX1dfSx7XCIkaWRcIjpcIjM0MVwiLFwiSW1wb3J0SWRcIjpcIjM5M1wiLFwiSXNJbXBvcnRlZFwiOmZhbHNlLFwiQ2hpbGRyZW5cIjpbXX0se1wiJGlkXCI6XCIzNDJcIixcIkltcG9ydElkXCI6XCI0NjBcIixcIklzSW1wb3J0ZWRcIjpmYWxzZSxcIkNoaWxkcmVuXCI6W3tcIiRpZFwiOlwiMzQzXCIsXCJJbXBvcnRJZFwiOlwiNDYxXCIsXCJJc0ltcG9ydGVkXCI6ZmFsc2UsXCJDaGlsZHJlblwiOlt7XCIkaWRcIjpcIjM0NFwiLFwiSW1wb3J0SWRcIjpcIjQ2MlwiLFwiSXNJbXBvcnRlZFwiOmZhbHNlLFwiQ2hpbGRyZW5cIjpbe1wiJGlkXCI6XCIzNDVcIixcIkltcG9ydElkXCI6XCI0NjNcIixcIklzSW1wb3J0ZWRcIjpmYWxzZSxcIkNoaWxkcmVuXCI6W119LHtcIiRpZFwiOlwiMzQ2XCIsXCJJbXBvcnRJZFwiOlwiNDY0XCIsXCJJc0ltcG9ydGVkXCI6ZmFsc2UsXCJDaGlsZHJlblwiOltdfSx7XCIkaWRcIjpcIjM0N1wiLFwiSW1wb3J0SWRcIjpcIjQ2NVwiLFwiSXNJbXBvcnRlZFwiOmZhbHNlLFwiQ2hpbGRyZW5cIjpbXX1dfSx7XCIkaWRcIjpcIjM0OFwiLFwiSW1wb3J0SWRcIjpcIjQ2NlwiLFwiSXNJbXBvcnRlZFwiOmZhbHNlLFwiQ2hpbGRyZW5cIjpbe1wiJGlkXCI6XCIzNDlcIixcIkltcG9ydElkXCI6XCI0NjdcIixcIklzSW1wb3J0ZWRcIjpmYWxzZSxcIkNoaWxkcmVuXCI6W119LHtcIiRpZFwiOlwiMzUwXCIsXCJJbXBvcnRJZFwiOlwiNDY4XCIsXCJJc0ltcG9ydGVkXCI6ZmFsc2UsXCJDaGlsZHJlblwiOltdfV19LHtcIiRpZFwiOlwiMzUxXCIsXCJJbXBvcnRJZFwiOlwiNDY5XCIsXCJJc0ltcG9ydGVkXCI6ZmFsc2UsXCJDaGlsZHJlblwiOlt7XCIkaWRcIjpcIjM1MlwiLFwiSW1wb3J0SWRcIjpcIjQ3MFwiLFwiSXNJbXBvcnRlZFwiOmZhbHNlLFwiQ2hpbGRyZW5cIjpbe1wiJGlkXCI6XCIzNTNcIixcIkltcG9ydElkXCI6XCI0NzFcIixcIklzSW1wb3J0ZWRcIjpmYWxzZSxcIkNoaWxkcmVuXCI6W119LHtcIiRpZFwiOlwiMzU0XCIsXCJJbXBvcnRJZFwiOlwiNDcyXCIsXCJJc0ltcG9ydGVkXCI6ZmFsc2UsXCJDaGlsZHJlblwiOltdfV19LHtcIiRpZFwiOlwiMzU1XCIsXCJJbXBvcnRJZFwiOlwiNDczXCIsXCJJc0ltcG9ydGVkXCI6ZmFsc2UsXCJDaGlsZHJlblwiOlt7XCIkaWRcIjpcIjM1NlwiLFwiSW1wb3J0SWRcIjpcIjQ3NFwiLFwiSXNJbXBvcnRlZFwiOmZhbHNlLFwiQ2hpbGRyZW5cIjpbe1wiJGlkXCI6XCIzNTdcIixcIkltcG9ydElkXCI6XCI0NzVcIixcIklzSW1wb3J0ZWRcIjpmYWxzZSxcIkNoaWxkcmVuXCI6W119LHtcIiRpZFwiOlwiMzU4XCIsXCJJbXBvcnRJZFwiOlwiNDc2XCIsXCJJc0ltcG9ydGVkXCI6ZmFsc2UsXCJDaGlsZHJlblwiOlt7XCIkaWRcIjpcIjM1OVwiLFwiSW1wb3J0SWRcIjpcIjQ3N1wiLFwiSXNJbXBvcnRlZFwiOmZhbHNlLFwiQ2hpbGRyZW5cIjpbXX0se1wiJGlkXCI6XCIzNjBcIixcIkltcG9ydElkXCI6XCI0NzhcIixcIklzSW1wb3J0ZWRcIjpmYWxzZSxcIkNoaWxkcmVuXCI6W119XX0se1wiJGlkXCI6XCIzNjFcIixcIkltcG9ydElkXCI6XCI0NzlcIixcIklzSW1wb3J0ZWRcIjpmYWxzZSxcIkNoaWxkcmVuXCI6W119LHtcIiRpZFwiOlwiMzYyXCIsXCJJbXBvcnRJZFwiOlwiNDgwXCIsXCJJc0ltcG9ydGVkXCI6ZmFsc2UsXCJDaGlsZHJlblwiOltdfSx7XCIkaWRcIjpcIjM2M1wiLFwiSW1wb3J0SWRcIjpcIjQ4MVwiLFwiSXNJbXBvcnRlZFwiOmZhbHNlLFwiQ2hpbGRyZW5cIjpbXX1dfV19LHtcIiRpZFwiOlwiMzY0XCIsXCJJbXBvcnRJZFwiOlwiNDgyXCIsXCJJc0ltcG9ydGVkXCI6ZmFsc2UsXCJDaGlsZHJlblwiOlt7XCIkaWRcIjpcIjM2NVwiLFwiSW1wb3J0SWRcIjpcIjQ4M1wiLFwiSXNJbXBvcnRlZFwiOmZhbHNlLFwiQ2hpbGRyZW5cIjpbe1wiJGlkXCI6XCIzNjZcIixcIkltcG9ydElkXCI6XCI0ODRcIixcIklzSW1wb3J0ZWRcIjpmYWxzZSxcIkNoaWxkcmVuXCI6W119LHtcIiRpZFwiOlwiMzY3XCIsXCJJbXBvcnRJZFwiOlwiNDg1XCIsXCJJc0ltcG9ydGVkXCI6ZmFsc2UsXCJDaGlsZHJlblwiOltdfSx7XCIkaWRcIjpcIjM2OFwiLFwiSW1wb3J0SWRcIjpcIjQ4NlwiLFwiSXNJbXBvcnRlZFwiOmZhbHNlLFwiQ2hpbGRyZW5cIjpbXX1dfSx7XCIkaWRcIjpcIjM2OVwiLFwiSW1wb3J0SWRcIjpcIjQ4N1wiLFwiSXNJbXBvcnRlZFwiOmZhbHNlLFwiQ2hpbGRyZW5cIjpbe1wiJGlkXCI6XCIzNzBcIixcIkltcG9ydElkXCI6XCI0ODhcIixcIklzSW1wb3J0ZWRcIjpmYWxzZSxcIkNoaWxkcmVuXCI6W119XX0se1wiJGlkXCI6XCIzNzFcIixcIkltcG9ydElkXCI6XCI0ODlcIixcIklzSW1wb3J0ZWRcIjpmYWxzZSxcIkNoaWxkcmVuXCI6W3tcIiRpZFwiOlwiMzcyXCIsXCJJbXBvcnRJZFwiOlwiNDkwXCIsXCJJc0ltcG9ydGVkXCI6ZmFsc2UsXCJDaGlsZHJlblwiOltdfV19LHtcIiRpZFwiOlwiMzczXCIsXCJJbXBvcnRJZFwiOlwiNDkxXCIsXCJJc0ltcG9ydGVkXCI6ZmFsc2UsXCJDaGlsZHJlblwiOlt7XCIkaWRcIjpcIjM3NFwiLFwiSW1wb3J0SWRcIjpcIjQ5MlwiLFwiSXNJbXBvcnRlZFwiOmZhbHNlLFwiQ2hpbGRyZW5cIjpbXX1dfSx7XCIkaWRcIjpcIjM3NVwiLFwiSW1wb3J0SWRcIjpcIjQ5M1wiLFwiSXNJbXBvcnRlZFwiOmZhbHNlLFwiQ2hpbGRyZW5cIjpbe1wiJGlkXCI6XCIzNzZcIixcIkltcG9ydElkXCI6XCI0OTRcIixcIklzSW1wb3J0ZWRcIjpmYWxzZSxcIkNoaWxkcmVuXCI6W119LHtcIiRpZFwiOlwiMzc3XCIsXCJJbXBvcnRJZFwiOlwiNDk1XCIsXCJJc0ltcG9ydGVkXCI6ZmFsc2UsXCJDaGlsZHJlblwiOltdfSx7XCIkaWRcIjpcIjM3OFwiLFwiSW1wb3J0SWRcIjpcIjQ5NlwiLFwiSXNJbXBvcnRlZFwiOmZhbHNlLFwiQ2hpbGRyZW5cIjpbXX0se1wiJGlkXCI6XCIzNzlcIixcIkltcG9ydElkXCI6XCI0OTdcIixcIklzSW1wb3J0ZWRcIjpmYWxzZSxcIkNoaWxkcmVuXCI6W119LHtcIiRpZFwiOlwiMzgwXCIsXCJJbXBvcnRJZFwiOlwiNDk4XCIsXCJJc0ltcG9ydGVkXCI6ZmFsc2UsXCJDaGlsZHJlblwiOltdfSx7XCIkaWRcIjpcIjM4MVwiLFwiSW1wb3J0SWRcIjpcIjQ5OVwiLFwiSXNJbXBvcnRlZFwiOmZhbHNlLFwiQ2hpbGRyZW5cIjpbXX1dfV19XX1dfSx7XCIkaWRcIjpcIjM4MlwiLFwiSW1wb3J0SWRcIjpcIjUwMFwiLFwiSXNJbXBvcnRlZFwiOmZhbHNlLFwiQ2hpbGRyZW5cIjpbe1wiJGlkXCI6XCIzODNcIixcIkltcG9ydElkXCI6XCI1MDFcIixcIklzSW1wb3J0ZWRcIjpmYWxzZSxcIkNoaWxkcmVuXCI6W119XX0se1wiJGlkXCI6XCIzODRcIixcIkltcG9ydElkXCI6XCI1MDJcIixcIklzSW1wb3J0ZWRcIjpmYWxzZSxcIkNoaWxkcmVuXCI6W3tcIiRpZFwiOlwiMzg1XCIsXCJJbXBvcnRJZFwiOlwiNTAzXCIsXCJJc0ltcG9ydGVkXCI6ZmFsc2UsXCJDaGlsZHJlblwiOltdfSx7XCIkaWRcIjpcIjM4NlwiLFwiSW1wb3J0SWRcIjpcIjUwNFwiLFwiSXNJbXBvcnRlZFwiOmZhbHNlLFwiQ2hpbGRyZW5cIjpbXX0se1wiJGlkXCI6XCIzODdcIixcIkltcG9ydElkXCI6XCI1MDVcIixcIklzSW1wb3J0ZWRcIjpmYWxzZSxcIkNoaWxkcmVuXCI6W119LHtcIiRpZFwiOlwiMzg4XCIsXCJJbXBvcnRJZFwiOlwiNTA2XCIsXCJJc0ltcG9ydGVkXCI6ZmFsc2UsXCJDaGlsZHJlblwiOlt7XCIkaWRcIjpcIjM4OVwiLFwiSW1wb3J0SWRcIjpcIjUwN1wiLFwiSXNJbXBvcnRlZFwiOmZhbHNlLFwiQ2hpbGRyZW5cIjpbe1wiJGlkXCI6XCIzOTBcIixcIkltcG9ydElkXCI6XCI1MDhcIixcIklzSW1wb3J0ZWRcIjpmYWxzZSxcIkNoaWxkcmVuXCI6W119LHtcIiRpZFwiOlwiMzkxXCIsXCJJbXBvcnRJZFwiOlwiNTA5XCIsXCJJc0ltcG9ydGVkXCI6ZmFsc2UsXCJDaGlsZHJlblwiOltdfV19LHtcIiRpZFwiOlwiMzkyXCIsXCJJbXBvcnRJZFwiOlwiNTEwXCIsXCJJc0ltcG9ydGVkXCI6ZmFsc2UsXCJDaGlsZHJlblwiOlt7XCIkaWRcIjpcIjM5M1wiLFwiSW1wb3J0SWRcIjpcIjUxMVwiLFwiSXNJbXBvcnRlZFwiOmZhbHNlLFwiQ2hpbGRyZW5cIjpbXX0se1wiJGlkXCI6XCIzOTRcIixcIkltcG9ydElkXCI6XCI1MTJcIixcIklzSW1wb3J0ZWRcIjpmYWxzZSxcIkNoaWxkcmVuXCI6W119LHtcIiRpZFwiOlwiMzk1XCIsXCJJbXBvcnRJZFwiOlwiNTEzXCIsXCJJc0ltcG9ydGVkXCI6ZmFsc2UsXCJDaGlsZHJlblwiOltdfSx7XCIkaWRcIjpcIjM5NlwiLFwiSW1wb3J0SWRcIjpcIjUxNFwiLFwiSXNJbXBvcnRlZFwiOmZhbHNlLFwiQ2hpbGRyZW5cIjpbXX1dfSx7XCIkaWRcIjpcIjM5N1wiLFwiSW1wb3J0SWRcIjpcIjUxNVwiLFwiSXNJbXBvcnRlZFwiOmZhbHNlLFwiQ2hpbGRyZW5cIjpbXX1dfSx7XCIkaWRcIjpcIjM5OFwiLFwiSW1wb3J0SWRcIjpcIjUxNlwiLFwiSXNJbXBvcnRlZFwiOmZhbHNlLFwiQ2hpbGRyZW5cIjpbXX0se1wiJGlkXCI6XCIzOTlcIixcIkltcG9ydElkXCI6XCI1MTdcIixcIklzSW1wb3J0ZWRcIjpmYWxzZSxcIkNoaWxkcmVuXCI6W119LHtcIiRpZFwiOlwiNDAwXCIsXCJJbXBvcnRJZFwiOlwiNTE4XCIsXCJJc0ltcG9ydGVkXCI6ZmFsc2UsXCJDaGlsZHJlblwiOlt7XCIkaWRcIjpcIjQwMVwiLFwiSW1wb3J0SWRcIjpcIjUxOVwiLFwiSXNJbXBvcnRlZFwiOmZhbHNlLFwiQ2hpbGRyZW5cIjpbXX1dfSx7XCIkaWRcIjpcIjQwMlwiLFwiSW1wb3J0SWRcIjpcIjUyMFwiLFwiSXNJbXBvcnRlZFwiOmZhbHNlLFwiQ2hpbGRyZW5cIjpbXX0se1wiJGlkXCI6XCI0MDNcIixcIkltcG9ydElkXCI6XCI1MjFcIixcIklzSW1wb3J0ZWRcIjpmYWxzZSxcIkNoaWxkcmVuXCI6W3tcIiRpZFwiOlwiNDA0XCIsXCJJbXBvcnRJZFwiOlwiNTIyXCIsXCJJc0ltcG9ydGVkXCI6ZmFsc2UsXCJDaGlsZHJlblwiOlt7XCIkaWRcIjpcIjQwNVwiLFwiSW1wb3J0SWRcIjpcIjUyM1wiLFwiSXNJbXBvcnRlZFwiOmZhbHNlLFwiQ2hpbGRyZW5cIjpbXX0se1wiJGlkXCI6XCI0MDZcIixcIkltcG9ydElkXCI6XCI1MjRcIixcIklzSW1wb3J0ZWRcIjpmYWxzZSxcIkNoaWxkcmVuXCI6W119LHtcIiRpZFwiOlwiNDA3XCIsXCJJbXBvcnRJZFwiOlwiNTI1XCIsXCJJc0ltcG9ydGVkXCI6ZmFsc2UsXCJDaGlsZHJlblwiOltdfSx7XCIkaWRcIjpcIjQwOFwiLFwiSW1wb3J0SWRcIjpcIjUyNlwiLFwiSXNJbXBvcnRlZFwiOmZhbHNlLFwiQ2hpbGRyZW5cIjpbXX1dfSx7XCIkaWRcIjpcIjQwOVwiLFwiSW1wb3J0SWRcIjpcIjUyN1wiLFwiSXNJbXBvcnRlZFwiOmZhbHNlLFwiQ2hpbGRyZW5cIjpbe1wiJGlkXCI6XCI0MTBcIixcIkltcG9ydElkXCI6XCI1MjhcIixcIklzSW1wb3J0ZWRcIjpmYWxzZSxcIkNoaWxkcmVuXCI6W119LHtcIiRpZFwiOlwiNDExXCIsXCJJbXBvcnRJZFwiOlwiNTI5XCIsXCJJc0ltcG9ydGVkXCI6ZmFsc2UsXCJDaGlsZHJlblwiOltdfSx7XCIkaWRcIjpcIjQxMlwiLFwiSW1wb3J0SWRcIjpcIjUzMFwiLFwiSXNJbXBvcnRlZFwiOmZhbHNlLFwiQ2hpbGRyZW5cIjpbXX0se1wiJGlkXCI6XCI0MTNcIixcIkltcG9ydElkXCI6XCI1MzFcIixcIklzSW1wb3J0ZWRcIjpmYWxzZSxcIkNoaWxkcmVuXCI6W119XX0se1wiJGlkXCI6XCI0MTRcIixcIkltcG9ydElkXCI6XCI1MzJcIixcIklzSW1wb3J0ZWRcIjpmYWxzZSxcIkNoaWxkcmVuXCI6W3tcIiRpZFwiOlwiNDE1XCIsXCJJbXBvcnRJZFwiOlwiNTMzXCIsXCJJc0ltcG9ydGVkXCI6ZmFsc2UsXCJDaGlsZHJlblwiOltdfSx7XCIkaWRcIjpcIjQxNlwiLFwiSW1wb3J0SWRcIjpcIjUzNFwiLFwiSXNJbXBvcnRlZFwiOmZhbHNlLFwiQ2hpbGRyZW5cIjpbXX0se1wiJGlkXCI6XCI0MTdcIixcIkltcG9ydElkXCI6XCI1MzVcIixcIklzSW1wb3J0ZWRcIjpmYWxzZSxcIkNoaWxkcmVuXCI6W119LHtcIiRpZFwiOlwiNDE4XCIsXCJJbXBvcnRJZFwiOlwiNTM2XCIsXCJJc0ltcG9ydGVkXCI6ZmFsc2UsXCJDaGlsZHJlblwiOltdfV19LHtcIiRpZFwiOlwiNDE5XCIsXCJJbXBvcnRJZFwiOlwiNTM3XCIsXCJJc0ltcG9ydGVkXCI6ZmFsc2UsXCJDaGlsZHJlblwiOltdfV19LHtcIiRpZFwiOlwiNDIwXCIsXCJJbXBvcnRJZFwiOlwiNTM4XCIsXCJJc0ltcG9ydGVkXCI6ZmFsc2UsXCJDaGlsZHJlblwiOltdfSx7XCIkaWRcIjpcIjQyMVwiLFwiSW1wb3J0SWRcIjpcIjUzOVwiLFwiSXNJbXBvcnRlZFwiOmZhbHNlLFwiQ2hpbGRyZW5cIjpbXX0se1wiJGlkXCI6XCI0MjJcIixcIkltcG9ydElkXCI6XCI1NDBcIixcIklzSW1wb3J0ZWRcIjpmYWxzZSxcIkNoaWxkcmVuXCI6W3tcIiRpZFwiOlwiNDIzXCIsXCJJbXBvcnRJZFwiOlwiNTQxXCIsXCJJc0ltcG9ydGVkXCI6ZmFsc2UsXCJDaGlsZHJlblwiOltdfV19LHtcIiRpZFwiOlwiNDI0XCIsXCJJbXBvcnRJZFwiOlwiNTQyXCIsXCJJc0ltcG9ydGVkXCI6ZmFsc2UsXCJDaGlsZHJlblwiOltdfSx7XCIkaWRcIjpcIjQyNVwiLFwiSW1wb3J0SWRcIjpcIjU0M1wiLFwiSXNJbXBvcnRlZFwiOmZhbHNlLFwiQ2hpbGRyZW5cIjpbe1wiJGlkXCI6XCI0MjZcIixcIkltcG9ydElkXCI6XCI1NDRcIixcIklzSW1wb3J0ZWRcIjpmYWxzZSxcIkNoaWxkcmVuXCI6W3tcIiRpZFwiOlwiNDI3XCIsXCJJbXBvcnRJZFwiOlwiNTQ1XCIsXCJJc0ltcG9ydGVkXCI6ZmFsc2UsXCJDaGlsZHJlblwiOltdfSx7XCIkaWRcIjpcIjQyOFwiLFwiSW1wb3J0SWRcIjpcIjU0NlwiLFwiSXNJbXBvcnRlZFwiOmZhbHNlLFwiQ2hpbGRyZW5cIjpbXX0se1wiJGlkXCI6XCI0MjlcIixcIkltcG9ydElkXCI6XCI1NDdcIixcIklzSW1wb3J0ZWRcIjpmYWxzZSxcIkNoaWxkcmVuXCI6W119LHtcIiRpZFwiOlwiNDMwXCIsXCJJbXBvcnRJZFwiOlwiNTQ4XCIsXCJJc0ltcG9ydGVkXCI6ZmFsc2UsXCJDaGlsZHJlblwiOltdfV19LHtcIiRpZFwiOlwiNDMxXCIsXCJJbXBvcnRJZFwiOlwiNTQ5XCIsXCJJc0ltcG9ydGVkXCI6ZmFsc2UsXCJDaGlsZHJlblwiOlt7XCIkaWRcIjpcIjQzMlwiLFwiSW1wb3J0SWRcIjpcIjU1MFwiLFwiSXNJbXBvcnRlZFwiOmZhbHNlLFwiQ2hpbGRyZW5cIjpbXX0se1wiJGlkXCI6XCI0MzNcIixcIkltcG9ydElkXCI6XCI1NTFcIixcIklzSW1wb3J0ZWRcIjpmYWxzZSxcIkNoaWxkcmVuXCI6W119LHtcIiRpZFwiOlwiNDM0XCIsXCJJbXBvcnRJZFwiOlwiNTUyXCIsXCJJc0ltcG9ydGVkXCI6ZmFsc2UsXCJDaGlsZHJlblwiOltdfSx7XCIkaWRcIjpcIjQzNVwiLFwiSW1wb3J0SWRcIjpcIjU1M1wiLFwiSXNJbXBvcnRlZFwiOmZhbHNlLFwiQ2hpbGRyZW5cIjpbXX1dfSx7XCIkaWRcIjpcIjQzNlwiLFwiSW1wb3J0SWRcIjpcIjU1NFwiLFwiSXNJbXBvcnRlZFwiOmZhbHNlLFwiQ2hpbGRyZW5cIjpbe1wiJGlkXCI6XCI0MzdcIixcIkltcG9ydElkXCI6XCI1NTVcIixcIklzSW1wb3J0ZWRcIjpmYWxzZSxcIkNoaWxkcmVuXCI6W119LHtcIiRpZFwiOlwiNDM4XCIsXCJJbXBvcnRJZFwiOlwiNTU2XCIsXCJJc0ltcG9ydGVkXCI6ZmFsc2UsXCJDaGlsZHJlblwiOltdfSx7XCIkaWRcIjpcIjQzOVwiLFwiSW1wb3J0SWRcIjpcIjU1N1wiLFwiSXNJbXBvcnRlZFwiOmZhbHNlLFwiQ2hpbGRyZW5cIjpbXX0se1wiJGlkXCI6XCI0NDBcIixcIkltcG9ydElkXCI6XCI1NThcIixcIklzSW1wb3J0ZWRcIjpmYWxzZSxcIkNoaWxkcmVuXCI6W119XX0se1wiJGlkXCI6XCI0NDFcIixcIkltcG9ydElkXCI6XCI1NTlcIixcIklzSW1wb3J0ZWRcIjpmYWxzZSxcIkNoaWxkcmVuXCI6W119XX0se1wiJGlkXCI6XCI0NDJcIixcIkltcG9ydElkXCI6XCI1NjBcIixcIklzSW1wb3J0ZWRcIjpmYWxzZSxcIkNoaWxkcmVuXCI6W119LHtcIiRpZFwiOlwiNDQzXCIsXCJJbXBvcnRJZFwiOlwiNTYxXCIsXCJJc0ltcG9ydGVkXCI6ZmFsc2UsXCJDaGlsZHJlblwiOltdfSx7XCIkaWRcIjpcIjQ0NFwiLFwiSW1wb3J0SWRcIjpcIjU2MlwiLFwiSXNJbXBvcnRlZFwiOmZhbHNlLFwiQ2hpbGRyZW5cIjpbe1wiJGlkXCI6XCI0NDVcIixcIkltcG9ydElkXCI6XCI1NjNcIixcIklzSW1wb3J0ZWRcIjpmYWxzZSxcIkNoaWxkcmVuXCI6W119XX0se1wiJGlkXCI6XCI0NDZcIixcIkltcG9ydElkXCI6XCI1NjRcIixcIklzSW1wb3J0ZWRcIjpmYWxzZSxcIkNoaWxkcmVuXCI6W119LHtcIiRpZFwiOlwiNDQ3XCIsXCJJbXBvcnRJZFwiOlwiNTY1XCIsXCJJc0ltcG9ydGVkXCI6ZmFsc2UsXCJDaGlsZHJlblwiOlt7XCIkaWRcIjpcIjQ0OFwiLFwiSW1wb3J0SWRcIjpcIjU2NlwiLFwiSXNJbXBvcnRlZFwiOmZhbHNlLFwiQ2hpbGRyZW5cIjpbe1wiJGlkXCI6XCI0NDlcIixcIkltcG9ydElkXCI6XCI1NjdcIixcIklzSW1wb3J0ZWRcIjpmYWxzZSxcIkNoaWxkcmVuXCI6W119LHtcIiRpZFwiOlwiNDUwXCIsXCJJbXBvcnRJZFwiOlwiNTY4XCIsXCJJc0ltcG9ydGVkXCI6ZmFsc2UsXCJDaGlsZHJlblwiOltdfSx7XCIkaWRcIjpcIjQ1MVwiLFwiSW1wb3J0SWRcIjpcIjU2OVwiLFwiSXNJbXBvcnRlZFwiOmZhbHNlLFwiQ2hpbGRyZW5cIjpbXX0se1wiJGlkXCI6XCI0NTJcIixcIkltcG9ydElkXCI6XCI1NzBcIixcIklzSW1wb3J0ZWRcIjpmYWxzZSxcIkNoaWxkcmVuXCI6W119XX0se1wiJGlkXCI6XCI0NTNcIixcIkltcG9ydElkXCI6XCI1NzFcIixcIklzSW1wb3J0ZWRcIjpmYWxzZSxcIkNoaWxkcmVuXCI6W3tcIiRpZFwiOlwiNDU0XCIsXCJJbXBvcnRJZFwiOlwiNTcyXCIsXCJJc0ltcG9ydGVkXCI6ZmFsc2UsXCJDaGlsZHJlblwiOltdfSx7XCIkaWRcIjpcIjQ1NVwiLFwiSW1wb3J0SWRcIjpcIjU3M1wiLFwiSXNJbXBvcnRlZFwiOmZhbHNlLFwiQ2hpbGRyZW5cIjpbXX0se1wiJGlkXCI6XCI0NTZcIixcIkltcG9ydElkXCI6XCI1NzRcIixcIklzSW1wb3J0ZWRcIjpmYWxzZSxcIkNoaWxkcmVuXCI6W119LHtcIiRpZFwiOlwiNDU3XCIsXCJJbXBvcnRJZFwiOlwiNTc1XCIsXCJJc0ltcG9ydGVkXCI6ZmFsc2UsXCJDaGlsZHJlblwiOltdfV19LHtcIiRpZFwiOlwiNDU4XCIsXCJJbXBvcnRJZFwiOlwiNTc2XCIsXCJJc0ltcG9ydGVkXCI6ZmFsc2UsXCJDaGlsZHJlblwiOltdfV19LHtcIiRpZFwiOlwiNDU5XCIsXCJJbXBvcnRJZFwiOlwiNTc3XCIsXCJJc0ltcG9ydGVkXCI6ZmFsc2UsXCJDaGlsZHJlblwiOltdfSx7XCIkaWRcIjpcIjQ2MFwiLFwiSW1wb3J0SWRcIjpcIjU3OFwiLFwiSXNJbXBvcnRlZFwiOmZhbHNlLFwiQ2hpbGRyZW5cIjpbXX0se1wiJGlkXCI6XCI0NjFcIixcIkltcG9ydElkXCI6XCI1NzlcIixcIklzSW1wb3J0ZWRcIjpmYWxzZSxcIkNoaWxkcmVuXCI6W3tcIiRpZFwiOlwiNDYyXCIsXCJJbXBvcnRJZFwiOlwiNTgwXCIsXCJJc0ltcG9ydGVkXCI6ZmFsc2UsXCJDaGlsZHJlblwiOltdfV19LHtcIiRpZFwiOlwiNDYzXCIsXCJJbXBvcnRJZFwiOlwiNTgxXCIsXCJJc0ltcG9ydGVkXCI6ZmFsc2UsXCJDaGlsZHJlblwiOltdfSx7XCIkaWRcIjpcIjQ2NFwiLFwiSW1wb3J0SWRcIjpcIjU4MlwiLFwiSXNJbXBvcnRlZFwiOmZhbHNlLFwiQ2hpbGRyZW5cIjpbe1wiJGlkXCI6XCI0NjVcIixcIkltcG9ydElkXCI6XCI1ODNcIixcIklzSW1wb3J0ZWRcIjpmYWxzZSxcIkNoaWxkcmVuXCI6W3tcIiRpZFwiOlwiNDY2XCIsXCJJbXBvcnRJZFwiOlwiNTg0XCIsXCJJc0ltcG9ydGVkXCI6ZmFsc2UsXCJDaGlsZHJlblwiOltdfSx7XCIkaWRcIjpcIjQ2N1wiLFwiSW1wb3J0SWRcIjpcIjU4NVwiLFwiSXNJbXBvcnRlZFwiOmZhbHNlLFwiQ2hpbGRyZW5cIjpbXX0se1wiJGlkXCI6XCI0NjhcIixcIkltcG9ydElkXCI6XCI1ODZcIixcIklzSW1wb3J0ZWRcIjpmYWxzZSxcIkNoaWxkcmVuXCI6W119LHtcIiRpZFwiOlwiNDY5XCIsXCJJbXBvcnRJZFwiOlwiNTg3XCIsXCJJc0ltcG9ydGVkXCI6ZmFsc2UsXCJDaGlsZHJlblwiOltdfV19LHtcIiRpZFwiOlwiNDcwXCIsXCJJbXBvcnRJZFwiOlwiNTg4XCIsXCJJc0ltcG9ydGVkXCI6ZmFsc2UsXCJDaGlsZHJlblwiOltdfV19LHtcIiRpZFwiOlwiNDcxXCIsXCJJbXBvcnRJZFwiOlwiNTg5XCIsXCJJc0ltcG9ydGVkXCI6ZmFsc2UsXCJDaGlsZHJlblwiOltdfSx7XCIkaWRcIjpcIjQ3MlwiLFwiSW1wb3J0SWRcIjpcIjU5MFwiLFwiSXNJbXBvcnRlZFwiOmZhbHNlLFwiQ2hpbGRyZW5cIjpbXX0se1wiJGlkXCI6XCI0NzNcIixcIkltcG9ydElkXCI6XCI1OTFcIixcIklzSW1wb3J0ZWRcIjpmYWxzZSxcIkNoaWxkcmVuXCI6W3tcIiRpZFwiOlwiNDc0XCIsXCJJbXBvcnRJZFwiOlwiNTkyXCIsXCJJc0ltcG9ydGVkXCI6ZmFsc2UsXCJDaGlsZHJlblwiOltdfV19LHtcIiRpZFwiOlwiNDc1XCIsXCJJbXBvcnRJZFwiOlwiNTkzXCIsXCJJc0ltcG9ydGVkXCI6ZmFsc2UsXCJDaGlsZHJlblwiOltdfSx7XCIkaWRcIjpcIjQ3NlwiLFwiSW1wb3J0SWRcIjpcIjU5NFwiLFwiSXNJbXBvcnRlZFwiOmZhbHNlLFwiQ2hpbGRyZW5cIjpbe1wiJGlkXCI6XCI0NzdcIixcIkltcG9ydElkXCI6XCI1OTVcIixcIklzSW1wb3J0ZWRcIjpmYWxzZSxcIkNoaWxkcmVuXCI6W3tcIiRpZFwiOlwiNDc4XCIsXCJJbXBvcnRJZFwiOlwiNTk2XCIsXCJJc0ltcG9ydGVkXCI6ZmFsc2UsXCJDaGlsZHJlblwiOltdfSx7XCIkaWRcIjpcIjQ3OVwiLFwiSW1wb3J0SWRcIjpcIjU5N1wiLFwiSXNJbXBvcnRlZFwiOmZhbHNlLFwiQ2hpbGRyZW5cIjpbXX0se1wiJGlkXCI6XCI0ODBcIixcIkltcG9ydElkXCI6XCI1OThcIixcIklzSW1wb3J0ZWRcIjpmYWxzZSxcIkNoaWxkcmVuXCI6W119LHtcIiRpZFwiOlwiNDgxXCIsXCJJbXBvcnRJZFwiOlwiNTk5XCIsXCJJc0ltcG9ydGVkXCI6ZmFsc2UsXCJDaGlsZHJlblwiOltdfV19LHtcIiRpZFwiOlwiNDgyXCIsXCJJbXBvcnRJZFwiOlwiNjAwXCIsXCJJc0ltcG9ydGVkXCI6ZmFsc2UsXCJDaGlsZHJlblwiOlt7XCIkaWRcIjpcIjQ4M1wiLFwiSW1wb3J0SWRcIjpcIjYwMVwiLFwiSXNJbXBvcnRlZFwiOmZhbHNlLFwiQ2hpbGRyZW5cIjpbXX0se1wiJGlkXCI6XCI0ODRcIixcIkltcG9ydElkXCI6XCI2MDJcIixcIklzSW1wb3J0ZWRcIjpmYWxzZSxcIkNoaWxkcmVuXCI6W119LHtcIiRpZFwiOlwiNDg1XCIsXCJJbXBvcnRJZFwiOlwiNjAzXCIsXCJJc0ltcG9ydGVkXCI6ZmFsc2UsXCJDaGlsZHJlblwiOltdfSx7XCIkaWRcIjpcIjQ4NlwiLFwiSW1wb3J0SWRcIjpcIjYwNFwiLFwiSXNJbXBvcnRlZFwiOmZhbHNlLFwiQ2hpbGRyZW5cIjpbXX1dfSx7XCIkaWRcIjpcIjQ4N1wiLFwiSW1wb3J0SWRcIjpcIjYwNVwiLFwiSXNJbXBvcnRlZFwiOmZhbHNlLFwiQ2hpbGRyZW5cIjpbe1wiJGlkXCI6XCI0ODhcIixcIkltcG9ydElkXCI6XCI2MDZcIixcIklzSW1wb3J0ZWRcIjpmYWxzZSxcIkNoaWxkcmVuXCI6W119LHtcIiRpZFwiOlwiNDg5XCIsXCJJbXBvcnRJZFwiOlwiNjA3XCIsXCJJc0ltcG9ydGVkXCI6ZmFsc2UsXCJDaGlsZHJlblwiOltdfSx7XCIkaWRcIjpcIjQ5MFwiLFwiSW1wb3J0SWRcIjpcIjYwOFwiLFwiSXNJbXBvcnRlZFwiOmZhbHNlLFwiQ2hpbGRyZW5cIjpbXX0se1wiJGlkXCI6XCI0OTFcIixcIkltcG9ydElkXCI6XCI2MDlcIixcIklzSW1wb3J0ZWRcIjpmYWxzZSxcIkNoaWxkcmVuXCI6W119XX0se1wiJGlkXCI6XCI0OTJcIixcIkltcG9ydElkXCI6XCI2MTBcIixcIklzSW1wb3J0ZWRcIjpmYWxzZSxcIkNoaWxkcmVuXCI6W119XX0se1wiJGlkXCI6XCI0OTNcIixcIkltcG9ydElkXCI6XCI2MTFcIixcIklzSW1wb3J0ZWRcIjpmYWxzZSxcIkNoaWxkcmVuXCI6W119LHtcIiRpZFwiOlwiNDk0XCIsXCJJbXBvcnRJZFwiOlwiNjEyXCIsXCJJc0ltcG9ydGVkXCI6ZmFsc2UsXCJDaGlsZHJlblwiOltdfSx7XCIkaWRcIjpcIjQ5NVwiLFwiSW1wb3J0SWRcIjpcIjYxM1wiLFwiSXNJbXBvcnRlZFwiOmZhbHNlLFwiQ2hpbGRyZW5cIjpbe1wiJGlkXCI6XCI0OTZcIixcIkltcG9ydElkXCI6XCI2MTRcIixcIklzSW1wb3J0ZWRcIjpmYWxzZSxcIkNoaWxkcmVuXCI6W119LHtcIiRpZFwiOlwiNDk3XCIsXCJJbXBvcnRJZFwiOlwiNjMwXCIsXCJJc0ltcG9ydGVkXCI6ZmFsc2UsXCJDaGlsZHJlblwiOltdfSx7XCIkaWRcIjpcIjQ5OFwiLFwiSW1wb3J0SWRcIjpcIjY0NVwiLFwiSXNJbXBvcnRlZFwiOmZhbHNlLFwiQ2hpbGRyZW5cIjpbXX0se1wiJGlkXCI6XCI0OTlcIixcIkltcG9ydElkXCI6XCI2NDZcIixcIklzSW1wb3J0ZWRcIjpmYWxzZSxcIkNoaWxkcmVuXCI6W119LHtcIiRpZFwiOlwiNTAwXCIsXCJJbXBvcnRJZFwiOlwiNjQ3XCIsXCJJc0ltcG9ydGVkXCI6ZmFsc2UsXCJDaGlsZHJlblwiOltdfSx7XCIkaWRcIjpcIjUwMVwiLFwiSW1wb3J0SWRcIjpcIjY0OFwiLFwiSXNJbXBvcnRlZFwiOmZhbHNlLFwiQ2hpbGRyZW5cIjpbXX0se1wiJGlkXCI6XCI1MDJcIixcIkltcG9ydElkXCI6XCI2NDlcIixcIklzSW1wb3J0ZWRcIjpmYWxzZSxcIkNoaWxkcmVuXCI6W119LHtcIiRpZFwiOlwiNTAzXCIsXCJJbXBvcnRJZFwiOlwiNjUwXCIsXCJJc0ltcG9ydGVkXCI6ZmFsc2UsXCJDaGlsZHJlblwiOltdfSx7XCIkaWRcIjpcIjUwNFwiLFwiSW1wb3J0SWRcIjpcIjY1OFwiLFwiSXNJbXBvcnRlZFwiOmZhbHNlLFwiQ2hpbGRyZW5cIjpbXX0se1wiJGlkXCI6XCI1MDVcIixcIkltcG9ydElkXCI6XCI2MzFcIixcIklzSW1wb3J0ZWRcIjpmYWxzZSxcIkNoaWxkcmVuXCI6W119LHtcIiRpZFwiOlwiNTA2XCIsXCJJbXBvcnRJZFwiOlwiNjMyXCIsXCJJc0ltcG9ydGVkXCI6ZmFsc2UsXCJDaGlsZHJlblwiOltdfV19XX0se1wiJGlkXCI6XCI1MDdcIixcIkltcG9ydElkXCI6XCI2MjJcIixcIklzSW1wb3J0ZWRcIjpmYWxzZSxcIkNoaWxkcmVuXCI6W3tcIiRpZFwiOlwiNTA4XCIsXCJJbXBvcnRJZFwiOlwiNjIzXCIsXCJJc0ltcG9ydGVkXCI6ZmFsc2UsXCJDaGlsZHJlblwiOltdfSx7XCIkaWRcIjpcIjUwOVwiLFwiSW1wb3J0SWRcIjpcIjEwMTNcIixcIklzSW1wb3J0ZWRcIjpmYWxzZSxcIkNoaWxkcmVuXCI6W3tcIiRpZFwiOlwiNTEwXCIsXCJJbXBvcnRJZFwiOlwiMTAxNFwiLFwiSXNJbXBvcnRlZFwiOmZhbHNlLFwiQ2hpbGRyZW5cIjpbXX0se1wiJGlkXCI6XCI1MTFcIixcIkltcG9ydElkXCI6XCIxMDE1XCIsXCJJc0ltcG9ydGVkXCI6ZmFsc2UsXCJDaGlsZHJlblwiOltdfSx7XCIkaWRcIjpcIjUxMlwiLFwiSW1wb3J0SWRcIjpcIjEwMTZcIixcIklzSW1wb3J0ZWRcIjpmYWxzZSxcIkNoaWxkcmVuXCI6W119LHtcIiRpZFwiOlwiNTEzXCIsXCJJbXBvcnRJZFwiOlwiMTAxN1wiLFwiSXNJbXBvcnRlZFwiOmZhbHNlLFwiQ2hpbGRyZW5cIjpbXX0se1wiJGlkXCI6XCI1MTRcIixcIkltcG9ydElkXCI6XCIxMDE4XCIsXCJJc0ltcG9ydGVkXCI6ZmFsc2UsXCJDaGlsZHJlblwiOltdfSx7XCIkaWRcIjpcIjUxNVwiLFwiSW1wb3J0SWRcIjpcIjEwMTlcIixcIklzSW1wb3J0ZWRcIjpmYWxzZSxcIkNoaWxkcmVuXCI6W119LHtcIiRpZFwiOlwiNTE2XCIsXCJJbXBvcnRJZFwiOlwiMTAyMFwiLFwiSXNJbXBvcnRlZFwiOmZhbHNlLFwiQ2hpbGRyZW5cIjpbXX0se1wiJGlkXCI6XCI1MTdcIixcIkltcG9ydElkXCI6XCIxMDIxXCIsXCJJc0ltcG9ydGVkXCI6ZmFsc2UsXCJDaGlsZHJlblwiOltdfSx7XCIkaWRcIjpcIjUxOFwiLFwiSW1wb3J0SWRcIjpcIjEwMjJcIixcIklzSW1wb3J0ZWRcIjpmYWxzZSxcIkNoaWxkcmVuXCI6W119LHtcIiRpZFwiOlwiNTE5XCIsXCJJbXBvcnRJZFwiOlwiMTAyM1wiLFwiSXNJbXBvcnRlZFwiOmZhbHNlLFwiQ2hpbGRyZW5cIjpbXX0se1wiJGlkXCI6XCI1MjBcIixcIkltcG9ydElkXCI6XCIxMDI0XCIsXCJJc0ltcG9ydGVkXCI6ZmFsc2UsXCJDaGlsZHJlblwiOltdfSx7XCIkaWRcIjpcIjUyMVwiLFwiSW1wb3J0SWRcIjpcIjEwMjVcIixcIklzSW1wb3J0ZWRcIjpmYWxzZSxcIkNoaWxkcmVuXCI6W119LHtcIiRpZFwiOlwiNTIyXCIsXCJJbXBvcnRJZFwiOlwiMTAyNlwiLFwiSXNJbXBvcnRlZFwiOmZhbHNlLFwiQ2hpbGRyZW5cIjpbXX1dfSx7XCIkaWRcIjpcIjUyM1wiLFwiSW1wb3J0SWRcIjpcIjEwMjdcIixcIklzSW1wb3J0ZWRcIjpmYWxzZSxcIkNoaWxkcmVuXCI6W3tcIiRpZFwiOlwiNTI0XCIsXCJJbXBvcnRJZFwiOlwiMTAyOFwiLFwiSXNJbXBvcnRlZFwiOmZhbHNlLFwiQ2hpbGRyZW5cIjpbXX1dfV19LHtcIiRpZFwiOlwiNTI1XCIsXCJJbXBvcnRJZFwiOlwiNjI0XCIsXCJJc0ltcG9ydGVkXCI6ZmFsc2UsXCJDaGlsZHJlblwiOlt7XCIkaWRcIjpcIjUyNlwiLFwiSW1wb3J0SWRcIjpcIjYyNVwiLFwiSXNJbXBvcnRlZFwiOmZhbHNlLFwiQ2hpbGRyZW5cIjpbXX1dfSx7XCIkaWRcIjpcIjUyN1wiLFwiSW1wb3J0SWRcIjpcIjYyN1wiLFwiSXNJbXBvcnRlZFwiOmZhbHNlLFwiQ2hpbGRyZW5cIjpbe1wiJGlkXCI6XCI1MjhcIixcIkltcG9ydElkXCI6XCI2MjhcIixcIklzSW1wb3J0ZWRcIjpmYWxzZSxcIkNoaWxkcmVuXCI6W119LHtcIiRpZFwiOlwiNTI5XCIsXCJJbXBvcnRJZFwiOlwiNjI2XCIsXCJJc0ltcG9ydGVkXCI6ZmFsc2UsXCJDaGlsZHJlblwiOltdfSx7XCIkaWRcIjpcIjUzMFwiLFwiSW1wb3J0SWRcIjpcIjYzNlwiLFwiSXNJbXBvcnRlZFwiOmZhbHNlLFwiQ2hpbGRyZW5cIjpbe1wiJGlkXCI6XCI1MzFcIixcIkltcG9ydElkXCI6XCI2MzdcIixcIklzSW1wb3J0ZWRcIjpmYWxzZSxcIkNoaWxkcmVuXCI6W119LHtcIiRpZFwiOlwiNTMyXCIsXCJJbXBvcnRJZFwiOlwiNzE5XCIsXCJJc0ltcG9ydGVkXCI6ZmFsc2UsXCJDaGlsZHJlblwiOlt7XCIkaWRcIjpcIjUzM1wiLFwiSW1wb3J0SWRcIjpcIjY0MFwiLFwiSXNJbXBvcnRlZFwiOmZhbHNlLFwiQ2hpbGRyZW5cIjpbXX0se1wiJGlkXCI6XCI1MzRcIixcIkltcG9ydElkXCI6XCI2NjdcIixcIklzSW1wb3J0ZWRcIjpmYWxzZSxcIkNoaWxkcmVuXCI6W119LHtcIiRpZFwiOlwiNTM1XCIsXCJJbXBvcnRJZFwiOlwiNjY4XCIsXCJJc0ltcG9ydGVkXCI6ZmFsc2UsXCJDaGlsZHJlblwiOltdfSx7XCIkaWRcIjpcIjUzNlwiLFwiSW1wb3J0SWRcIjpcIjY2OVwiLFwiSXNJbXBvcnRlZFwiOmZhbHNlLFwiQ2hpbGRyZW5cIjpbXX0se1wiJGlkXCI6XCI1MzdcIixcIkltcG9ydElkXCI6XCI2NzBcIixcIklzSW1wb3J0ZWRcIjpmYWxzZSxcIkNoaWxkcmVuXCI6W119LHtcIiRpZFwiOlwiNTM4XCIsXCJJbXBvcnRJZFwiOlwiNjcxXCIsXCJJc0ltcG9ydGVkXCI6ZmFsc2UsXCJDaGlsZHJlblwiOltdfSx7XCIkaWRcIjpcIjUzOVwiLFwiSW1wb3J0SWRcIjpcIjY3MlwiLFwiSXNJbXBvcnRlZFwiOmZhbHNlLFwiQ2hpbGRyZW5cIjpbXX0se1wiJGlkXCI6XCI1NDBcIixcIkltcG9ydElkXCI6XCI2NzNcIixcIklzSW1wb3J0ZWRcIjpmYWxzZSxcIkNoaWxkcmVuXCI6W119LHtcIiRpZFwiOlwiNTQxXCIsXCJJbXBvcnRJZFwiOlwiNjc0XCIsXCJJc0ltcG9ydGVkXCI6ZmFsc2UsXCJDaGlsZHJlblwiOltdfSx7XCIkaWRcIjpcIjU0MlwiLFwiSW1wb3J0SWRcIjpcIjY3NVwiLFwiSXNJbXBvcnRlZFwiOmZhbHNlLFwiQ2hpbGRyZW5cIjpbXX0se1wiJGlkXCI6XCI1NDNcIixcIkltcG9ydElkXCI6XCI2NzZcIixcIklzSW1wb3J0ZWRcIjpmYWxzZSxcIkNoaWxkcmVuXCI6W119LHtcIiRpZFwiOlwiNTQ0XCIsXCJJbXBvcnRJZFwiOlwiNjc3XCIsXCJJc0ltcG9ydGVkXCI6ZmFsc2UsXCJDaGlsZHJlblwiOltdfSx7XCIkaWRcIjpcIjU0NVwiLFwiSW1wb3J0SWRcIjpcIjY3OFwiLFwiSXNJbXBvcnRlZFwiOmZhbHNlLFwiQ2hpbGRyZW5cIjpbXX0se1wiJGlkXCI6XCI1NDZcIixcIkltcG9ydElkXCI6XCI2NzlcIixcIklzSW1wb3J0ZWRcIjpmYWxzZSxcIkNoaWxkcmVuXCI6W119LHtcIiRpZFwiOlwiNTQ3XCIsXCJJbXBvcnRJZFwiOlwiNjgwXCIsXCJJc0ltcG9ydGVkXCI6ZmFsc2UsXCJDaGlsZHJlblwiOltdfSx7XCIkaWRcIjpcIjU0OFwiLFwiSW1wb3J0SWRcIjpcIjY4MVwiLFwiSXNJbXBvcnRlZFwiOmZhbHNlLFwiQ2hpbGRyZW5cIjpbXX0se1wiJGlkXCI6XCI1NDlcIixcIkltcG9ydElkXCI6XCI2ODJcIixcIklzSW1wb3J0ZWRcIjpmYWxzZSxcIkNoaWxkcmVuXCI6W119LHtcIiRpZFwiOlwiNTUwXCIsXCJJbXBvcnRJZFwiOlwiNjgzXCIsXCJJc0ltcG9ydGVkXCI6ZmFsc2UsXCJDaGlsZHJlblwiOltdfSx7XCIkaWRcIjpcIjU1MVwiLFwiSW1wb3J0SWRcIjpcIjY4NFwiLFwiSXNJbXBvcnRlZFwiOmZhbHNlLFwiQ2hpbGRyZW5cIjpbXX0se1wiJGlkXCI6XCI1NTJcIixcIkltcG9ydElkXCI6XCI2ODVcIixcIklzSW1wb3J0ZWRcIjpmYWxzZSxcIkNoaWxkcmVuXCI6W119LHtcIiRpZFwiOlwiNTUzXCIsXCJJbXBvcnRJZFwiOlwiNjg2XCIsXCJJc0ltcG9ydGVkXCI6ZmFsc2UsXCJDaGlsZHJlblwiOltdfSx7XCIkaWRcIjpcIjU1NFwiLFwiSW1wb3J0SWRcIjpcIjY4N1wiLFwiSXNJbXBvcnRlZFwiOmZhbHNlLFwiQ2hpbGRyZW5cIjpbXX0se1wiJGlkXCI6XCI1NTVcIixcIkltcG9ydElkXCI6XCI2ODhcIixcIklzSW1wb3J0ZWRcIjpmYWxzZSxcIkNoaWxkcmVuXCI6W119LHtcIiRpZFwiOlwiNTU2XCIsXCJJbXBvcnRJZFwiOlwiNjg5XCIsXCJJc0ltcG9ydGVkXCI6ZmFsc2UsXCJDaGlsZHJlblwiOltdfSx7XCIkaWRcIjpcIjU1N1wiLFwiSW1wb3J0SWRcIjpcIjY5MFwiLFwiSXNJbXBvcnRlZFwiOmZhbHNlLFwiQ2hpbGRyZW5cIjpbXX0se1wiJGlkXCI6XCI1NThcIixcIkltcG9ydElkXCI6XCI2OTFcIixcIklzSW1wb3J0ZWRcIjpmYWxzZSxcIkNoaWxkcmVuXCI6W119LHtcIiRpZFwiOlwiNTU5XCIsXCJJbXBvcnRJZFwiOlwiNjkyXCIsXCJJc0ltcG9ydGVkXCI6ZmFsc2UsXCJDaGlsZHJlblwiOltdfSx7XCIkaWRcIjpcIjU2MFwiLFwiSW1wb3J0SWRcIjpcIjY5M1wiLFwiSXNJbXBvcnRlZFwiOmZhbHNlLFwiQ2hpbGRyZW5cIjpbXX0se1wiJGlkXCI6XCI1NjFcIixcIkltcG9ydElkXCI6XCI2OTRcIixcIklzSW1wb3J0ZWRcIjpmYWxzZSxcIkNoaWxkcmVuXCI6W119LHtcIiRpZFwiOlwiNTYyXCIsXCJJbXBvcnRJZFwiOlwiNjk1XCIsXCJJc0ltcG9ydGVkXCI6ZmFsc2UsXCJDaGlsZHJlblwiOltdfSx7XCIkaWRcIjpcIjU2M1wiLFwiSW1wb3J0SWRcIjpcIjY5NlwiLFwiSXNJbXBvcnRlZFwiOmZhbHNlLFwiQ2hpbGRyZW5cIjpbXX1dfSx7XCIkaWRcIjpcIjU2NFwiLFwiSW1wb3J0SWRcIjpcIjY0MVwiLFwiSXNJbXBvcnRlZFwiOmZhbHNlLFwiQ2hpbGRyZW5cIjpbXX1dfSx7XCIkaWRcIjpcIjU2NVwiLFwiSW1wb3J0SWRcIjpcIjcwNlwiLFwiSXNJbXBvcnRlZFwiOmZhbHNlLFwiQ2hpbGRyZW5cIjpbe1wiJGlkXCI6XCI1NjZcIixcIkltcG9ydElkXCI6XCI3MDdcIixcIklzSW1wb3J0ZWRcIjpmYWxzZSxcIkNoaWxkcmVuXCI6W119LHtcIiRpZFwiOlwiNTY3XCIsXCJJbXBvcnRJZFwiOlwiNzA5XCIsXCJJc0ltcG9ydGVkXCI6ZmFsc2UsXCJDaGlsZHJlblwiOltdfSx7XCIkaWRcIjpcIjU2OFwiLFwiSW1wb3J0SWRcIjpcIjcxMFwiLFwiSXNJbXBvcnRlZFwiOmZhbHNlLFwiQ2hpbGRyZW5cIjpbXX0se1wiJGlkXCI6XCI1NjlcIixcIkltcG9ydElkXCI6XCI3MTFcIixcIklzSW1wb3J0ZWRcIjpmYWxzZSxcIkNoaWxkcmVuXCI6W119LHtcIiRpZFwiOlwiNTcwXCIsXCJJbXBvcnRJZFwiOlwiNzEyXCIsXCJJc0ltcG9ydGVkXCI6ZmFsc2UsXCJDaGlsZHJlblwiOltdfSx7XCIkaWRcIjpcIjU3MVwiLFwiSW1wb3J0SWRcIjpcIjcxM1wiLFwiSXNJbXBvcnRlZFwiOmZhbHNlLFwiQ2hpbGRyZW5cIjpbXX0se1wiJGlkXCI6XCI1NzJcIixcIkltcG9ydElkXCI6XCI3MTRcIixcIklzSW1wb3J0ZWRcIjpmYWxzZSxcIkNoaWxkcmVuXCI6W119LHtcIiRpZFwiOlwiNTczXCIsXCJJbXBvcnRJZFwiOlwiNzE1XCIsXCJJc0ltcG9ydGVkXCI6ZmFsc2UsXCJDaGlsZHJlblwiOltdfSx7XCIkaWRcIjpcIjU3NFwiLFwiSW1wb3J0SWRcIjpcIjcxNlwiLFwiSXNJbXBvcnRlZFwiOmZhbHNlLFwiQ2hpbGRyZW5cIjpbXX0se1wiJGlkXCI6XCI1NzVcIixcIkltcG9ydElkXCI6XCI3MTdcIixcIklzSW1wb3J0ZWRcIjpmYWxzZSxcIkNoaWxkcmVuXCI6W119LHtcIiRpZFwiOlwiNTc2XCIsXCJJbXBvcnRJZFwiOlwiNzE4XCIsXCJJc0ltcG9ydGVkXCI6ZmFsc2UsXCJDaGlsZHJlblwiOltdfV19LHtcIiRpZFwiOlwiNTc3XCIsXCJJbXBvcnRJZFwiOlwiNzgyXCIsXCJJc0ltcG9ydGVkXCI6ZmFsc2UsXCJDaGlsZHJlblwiOlt7XCIkaWRcIjpcIjU3OFwiLFwiSW1wb3J0SWRcIjpcIjc5NVwiLFwiSXNJbXBvcnRlZFwiOmZhbHNlLFwiQ2hpbGRyZW5cIjpbXX0se1wiJGlkXCI6XCI1NzlcIixcIkltcG9ydElkXCI6XCI3OTZcIixcIklzSW1wb3J0ZWRcIjpmYWxzZSxcIkNoaWxkcmVuXCI6W119LHtcIiRpZFwiOlwiNTgwXCIsXCJJbXBvcnRJZFwiOlwiNzk0XCIsXCJJc0ltcG9ydGVkXCI6ZmFsc2UsXCJDaGlsZHJlblwiOltdfSx7XCIkaWRcIjpcIjU4MVwiLFwiSW1wb3J0SWRcIjpcIjc5M1wiLFwiSXNJbXBvcnRlZFwiOmZhbHNlLFwiQ2hpbGRyZW5cIjpbXX0se1wiJGlkXCI6XCI1ODJcIixcIkltcG9ydElkXCI6XCI3OTJcIixcIklzSW1wb3J0ZWRcIjpmYWxzZSxcIkNoaWxkcmVuXCI6W3tcIiRpZFwiOlwiNTgzXCIsXCJJbXBvcnRJZFwiOlwiNzkxXCIsXCJJc0ltcG9ydGVkXCI6ZmFsc2UsXCJDaGlsZHJlblwiOltdfSx7XCIkaWRcIjpcIjU4NFwiLFwiSW1wb3J0SWRcIjpcIjc5MFwiLFwiSXNJbXBvcnRlZFwiOmZhbHNlLFwiQ2hpbGRyZW5cIjpbXX0se1wiJGlkXCI6XCI1ODVcIixcIkltcG9ydElkXCI6XCI3ODlcIixcIklzSW1wb3J0ZWRcIjpmYWxzZSxcIkNoaWxkcmVuXCI6W119LHtcIiRpZFwiOlwiNTg2XCIsXCJJbXBvcnRJZFwiOlwiNzg4XCIsXCJJc0ltcG9ydGVkXCI6ZmFsc2UsXCJDaGlsZHJlblwiOltdfSx7XCIkaWRcIjpcIjU4N1wiLFwiSW1wb3J0SWRcIjpcIjc4N1wiLFwiSXNJbXBvcnRlZFwiOmZhbHNlLFwiQ2hpbGRyZW5cIjpbXX1dfSx7XCIkaWRcIjpcIjU4OFwiLFwiSW1wb3J0SWRcIjpcIjc4NVwiLFwiSXNJbXBvcnRlZFwiOmZhbHNlLFwiQ2hpbGRyZW5cIjpbe1wiJGlkXCI6XCI1ODlcIixcIkltcG9ydElkXCI6XCIxMDEyXCIsXCJJc0ltcG9ydGVkXCI6ZmFsc2UsXCJDaGlsZHJlblwiOltdfSx7XCIkaWRcIjpcIjU5MFwiLFwiSW1wb3J0SWRcIjpcIjc4NFwiLFwiSXNJbXBvcnRlZFwiOmZhbHNlLFwiQ2hpbGRyZW5cIjpbXX0se1wiJGlkXCI6XCI1OTFcIixcIkltcG9ydElkXCI6XCI3ODFcIixcIklzSW1wb3J0ZWRcIjpmYWxzZSxcIkNoaWxkcmVuXCI6W119LHtcIiRpZFwiOlwiNTkyXCIsXCJJbXBvcnRJZFwiOlwiNzk5XCIsXCJJc0ltcG9ydGVkXCI6ZmFsc2UsXCJDaGlsZHJlblwiOltdfV19LHtcIiRpZFwiOlwiNTkzXCIsXCJJbXBvcnRJZFwiOlwiMTAxMVwiLFwiSXNJbXBvcnRlZFwiOmZhbHNlLFwiQ2hpbGRyZW5cIjpbXX0se1wiJGlkXCI6XCI1OTRcIixcIkltcG9ydElkXCI6XCI3OThcIixcIklzSW1wb3J0ZWRcIjpmYWxzZSxcIkNoaWxkcmVuXCI6W119XX1dfV19LHtcIiRpZFwiOlwiNTk1XCIsXCJJbXBvcnRJZFwiOlwiNzM5XCIsXCJJc0ltcG9ydGVkXCI6ZmFsc2UsXCJDaGlsZHJlblwiOlt7XCIkaWRcIjpcIjU5NlwiLFwiSW1wb3J0SWRcIjpcIjc0MFwiLFwiSXNJbXBvcnRlZFwiOmZhbHNlLFwiQ2hpbGRyZW5cIjpbe1wiJGlkXCI6XCI1OTdcIixcIkltcG9ydElkXCI6XCI3NDFcIixcIklzSW1wb3J0ZWRcIjpmYWxzZSxcIkNoaWxkcmVuXCI6W119LHtcIiRpZFwiOlwiNTk4XCIsXCJJbXBvcnRJZFwiOlwiNzU4XCIsXCJJc0ltcG9ydGVkXCI6ZmFsc2UsXCJDaGlsZHJlblwiOltdfSx7XCIkaWRcIjpcIjU5OVwiLFwiSW1wb3J0SWRcIjpcIjc0M1wiLFwiSXNJbXBvcnRlZFwiOmZhbHNlLFwiQ2hpbGRyZW5cIjpbXX1dfSx7XCIkaWRcIjpcIjYwMFwiLFwiSW1wb3J0SWRcIjpcIjc0NVwiLFwiSXNJbXBvcnRlZFwiOmZhbHNlLFwiQ2hpbGRyZW5cIjpbe1wiJGlkXCI6XCI2MDFcIixcIkltcG9ydElkXCI6XCI3NjNcIixcIklzSW1wb3J0ZWRcIjpmYWxzZSxcIkNoaWxkcmVuXCI6W3tcIiRpZFwiOlwiNjAyXCIsXCJJbXBvcnRJZFwiOlwiMTE5N1wiLFwiSXNJbXBvcnRlZFwiOmZhbHNlLFwiQ2hpbGRyZW5cIjpbXX0se1wiJGlkXCI6XCI2MDNcIixcIkltcG9ydElkXCI6XCI3NDZcIixcIklzSW1wb3J0ZWRcIjpmYWxzZSxcIkNoaWxkcmVuXCI6W119LHtcIiRpZFwiOlwiNjA0XCIsXCJJbXBvcnRJZFwiOlwiNzYyXCIsXCJJc0ltcG9ydGVkXCI6ZmFsc2UsXCJDaGlsZHJlblwiOltdfSx7XCIkaWRcIjpcIjYwNVwiLFwiSW1wb3J0SWRcIjpcIjc0N1wiLFwiSXNJbXBvcnRlZFwiOmZhbHNlLFwiQ2hpbGRyZW5cIjpbXX1dfSx7XCIkaWRcIjpcIjYwNlwiLFwiSW1wb3J0SWRcIjpcIjEyMDBcIixcIklzSW1wb3J0ZWRcIjpmYWxzZSxcIkNoaWxkcmVuXCI6W3tcIiRpZFwiOlwiNjA3XCIsXCJJbXBvcnRJZFwiOlwiNzc5XCIsXCJJc0ltcG9ydGVkXCI6ZmFsc2UsXCJDaGlsZHJlblwiOltdfSx7XCIkaWRcIjpcIjYwOFwiLFwiSW1wb3J0SWRcIjpcIjExOThcIixcIklzSW1wb3J0ZWRcIjpmYWxzZSxcIkNoaWxkcmVuXCI6W119LHtcIiRpZFwiOlwiNjA5XCIsXCJJbXBvcnRJZFwiOlwiMTE5OVwiLFwiSXNJbXBvcnRlZFwiOmZhbHNlLFwiQ2hpbGRyZW5cIjpbXX0se1wiJGlkXCI6XCI2MTBcIixcIkltcG9ydElkXCI6XCIxMjAxXCIsXCJJc0ltcG9ydGVkXCI6ZmFsc2UsXCJDaGlsZHJlblwiOltdfV19LHtcIiRpZFwiOlwiNjExXCIsXCJJbXBvcnRJZFwiOlwiMTIwMlwiLFwiSXNJbXBvcnRlZFwiOmZhbHNlLFwiQ2hpbGRyZW5cIjpbe1wiJGlkXCI6XCI2MTJcIixcIkltcG9ydElkXCI6XCI3NDhcIixcIklzSW1wb3J0ZWRcIjpmYWxzZSxcIkNoaWxkcmVuXCI6W119LHtcIiRpZFwiOlwiNjEzXCIsXCJJbXBvcnRJZFwiOlwiMTIwM1wiLFwiSXNJbXBvcnRlZFwiOmZhbHNlLFwiQ2hpbGRyZW5cIjpbXX1dfV19LHtcIiRpZFwiOlwiNjE0XCIsXCJJbXBvcnRJZFwiOlwiNzQ5XCIsXCJJc0ltcG9ydGVkXCI6ZmFsc2UsXCJDaGlsZHJlblwiOlt7XCIkaWRcIjpcIjYxNVwiLFwiSW1wb3J0SWRcIjpcIjc1MFwiLFwiSXNJbXBvcnRlZFwiOmZhbHNlLFwiQ2hpbGRyZW5cIjpbXX0se1wiJGlkXCI6XCI2MTZcIixcIkltcG9ydElkXCI6XCI3NTFcIixcIklzSW1wb3J0ZWRcIjpmYWxzZSxcIkNoaWxkcmVuXCI6W119LHtcIiRpZFwiOlwiNjE3XCIsXCJJbXBvcnRJZFwiOlwiNzUyXCIsXCJJc0ltcG9ydGVkXCI6ZmFsc2UsXCJDaGlsZHJlblwiOltdfSx7XCIkaWRcIjpcIjYxOFwiLFwiSW1wb3J0SWRcIjpcIjc1NFwiLFwiSXNJbXBvcnRlZFwiOmZhbHNlLFwiQ2hpbGRyZW5cIjpbXX0se1wiJGlkXCI6XCI2MTlcIixcIkltcG9ydElkXCI6XCIxMjA0XCIsXCJJc0ltcG9ydGVkXCI6ZmFsc2UsXCJDaGlsZHJlblwiOltdfSx7XCIkaWRcIjpcIjYyMFwiLFwiSW1wb3J0SWRcIjpcIjEyMDVcIixcIklzSW1wb3J0ZWRcIjpmYWxzZSxcIkNoaWxkcmVuXCI6W119LHtcIiRpZFwiOlwiNjIxXCIsXCJJbXBvcnRJZFwiOlwiNzU1XCIsXCJJc0ltcG9ydGVkXCI6ZmFsc2UsXCJDaGlsZHJlblwiOltdfSx7XCIkaWRcIjpcIjYyMlwiLFwiSW1wb3J0SWRcIjpcIjEyMDZcIixcIklzSW1wb3J0ZWRcIjpmYWxzZSxcIkNoaWxkcmVuXCI6W119LHtcIiRpZFwiOlwiNjIzXCIsXCJJbXBvcnRJZFwiOlwiODAzXCIsXCJJc0ltcG9ydGVkXCI6ZmFsc2UsXCJDaGlsZHJlblwiOltdfV19XX0se1wiJGlkXCI6XCI2MjRcIixcIkltcG9ydElkXCI6XCI4MDRcIixcIklzSW1wb3J0ZWRcIjpmYWxzZSxcIkNoaWxkcmVuXCI6W3tcIiRpZFwiOlwiNjI1XCIsXCJJbXBvcnRJZFwiOlwiOTkxXCIsXCJJc0ltcG9ydGVkXCI6ZmFsc2UsXCJDaGlsZHJlblwiOltdfSx7XCIkaWRcIjpcIjYyNlwiLFwiSW1wb3J0SWRcIjpcIjk5MlwiLFwiSXNJbXBvcnRlZFwiOmZhbHNlLFwiQ2hpbGRyZW5cIjpbXX0se1wiJGlkXCI6XCI2MjdcIixcIkltcG9ydElkXCI6XCI5OTNcIixcIklzSW1wb3J0ZWRcIjpmYWxzZSxcIkNoaWxkcmVuXCI6W3tcIiRpZFwiOlwiNjI4XCIsXCJJbXBvcnRJZFwiOlwiODE3XCIsXCJJc0ltcG9ydGVkXCI6ZmFsc2UsXCJDaGlsZHJlblwiOltdfSx7XCIkaWRcIjpcIjYyOVwiLFwiSW1wb3J0SWRcIjpcIjgxOFwiLFwiSXNJbXBvcnRlZFwiOmZhbHNlLFwiQ2hpbGRyZW5cIjpbXX0se1wiJGlkXCI6XCI2MzBcIixcIkltcG9ydElkXCI6XCI4MTlcIixcIklzSW1wb3J0ZWRcIjpmYWxzZSxcIkNoaWxkcmVuXCI6W119LHtcIiRpZFwiOlwiNjMxXCIsXCJJbXBvcnRJZFwiOlwiODIwXCIsXCJJc0ltcG9ydGVkXCI6ZmFsc2UsXCJDaGlsZHJlblwiOltdfSx7XCIkaWRcIjpcIjYzMlwiLFwiSW1wb3J0SWRcIjpcIjgyMVwiLFwiSXNJbXBvcnRlZFwiOmZhbHNlLFwiQ2hpbGRyZW5cIjpbXX0se1wiJGlkXCI6XCI2MzNcIixcIkltcG9ydElkXCI6XCI4MjJcIixcIklzSW1wb3J0ZWRcIjpmYWxzZSxcIkNoaWxkcmVuXCI6W119LHtcIiRpZFwiOlwiNjM0XCIsXCJJbXBvcnRJZFwiOlwiODIzXCIsXCJJc0ltcG9ydGVkXCI6ZmFsc2UsXCJDaGlsZHJlblwiOltdfSx7XCIkaWRcIjpcIjYzNVwiLFwiSW1wb3J0SWRcIjpcIjgyNFwiLFwiSXNJbXBvcnRlZFwiOmZhbHNlLFwiQ2hpbGRyZW5cIjpbXX0se1wiJGlkXCI6XCI2MzZcIixcIkltcG9ydElkXCI6XCI4MjVcIixcIklzSW1wb3J0ZWRcIjpmYWxzZSxcIkNoaWxkcmVuXCI6W119LHtcIiRpZFwiOlwiNjM3XCIsXCJJbXBvcnRJZFwiOlwiODI2XCIsXCJJc0ltcG9ydGVkXCI6ZmFsc2UsXCJDaGlsZHJlblwiOltdfSx7XCIkaWRcIjpcIjYzOFwiLFwiSW1wb3J0SWRcIjpcIjgyN1wiLFwiSXNJbXBvcnRlZFwiOmZhbHNlLFwiQ2hpbGRyZW5cIjpbXX0se1wiJGlkXCI6XCI2MzlcIixcIkltcG9ydElkXCI6XCI4MjhcIixcIklzSW1wb3J0ZWRcIjpmYWxzZSxcIkNoaWxkcmVuXCI6W119XX0se1wiJGlkXCI6XCI2NDBcIixcIkltcG9ydElkXCI6XCI5ODRcIixcIklzSW1wb3J0ZWRcIjpmYWxzZSxcIkNoaWxkcmVuXCI6W3tcIiRpZFwiOlwiNjQxXCIsXCJJbXBvcnRJZFwiOlwiOTgzXCIsXCJJc0ltcG9ydGVkXCI6ZmFsc2UsXCJDaGlsZHJlblwiOltdfV19LHtcIiRpZFwiOlwiNjQyXCIsXCJJbXBvcnRJZFwiOlwiOTgwXCIsXCJJc0ltcG9ydGVkXCI6ZmFsc2UsXCJDaGlsZHJlblwiOlt7XCIkaWRcIjpcIjY0M1wiLFwiSW1wb3J0SWRcIjpcIjk3OVwiLFwiSXNJbXBvcnRlZFwiOmZhbHNlLFwiQ2hpbGRyZW5cIjpbXX1dfSx7XCIkaWRcIjpcIjY0NFwiLFwiSW1wb3J0SWRcIjpcIjk4MVwiLFwiSXNJbXBvcnRlZFwiOmZhbHNlLFwiQ2hpbGRyZW5cIjpbe1wiJGlkXCI6XCI2NDVcIixcIkltcG9ydElkXCI6XCI5ODJcIixcIklzSW1wb3J0ZWRcIjpmYWxzZSxcIkNoaWxkcmVuXCI6W119XX0se1wiJGlkXCI6XCI2NDZcIixcIkltcG9ydElkXCI6XCI5ODVcIixcIklzSW1wb3J0ZWRcIjpmYWxzZSxcIkNoaWxkcmVuXCI6W3tcIiRpZFwiOlwiNjQ3XCIsXCJJbXBvcnRJZFwiOlwiOTg2XCIsXCJJc0ltcG9ydGVkXCI6ZmFsc2UsXCJDaGlsZHJlblwiOltdfSx7XCIkaWRcIjpcIjY0OFwiLFwiSW1wb3J0SWRcIjpcIjk4OVwiLFwiSXNJbXBvcnRlZFwiOmZhbHNlLFwiQ2hpbGRyZW5cIjpbXX0se1wiJGlkXCI6XCI2NDlcIixcIkltcG9ydElkXCI6XCI5ODdcIixcIklzSW1wb3J0ZWRcIjpmYWxzZSxcIkNoaWxkcmVuXCI6W119XX0se1wiJGlkXCI6XCI2NTBcIixcIkltcG9ydElkXCI6XCI5ODhcIixcIklzSW1wb3J0ZWRcIjpmYWxzZSxcIkNoaWxkcmVuXCI6W119LHtcIiRpZFwiOlwiNjUxXCIsXCJJbXBvcnRJZFwiOlwiODI5XCIsXCJJc0ltcG9ydGVkXCI6ZmFsc2UsXCJDaGlsZHJlblwiOltdfV19LHtcIiRpZFwiOlwiNjUyXCIsXCJJbXBvcnRJZFwiOlwiODMwXCIsXCJJc0ltcG9ydGVkXCI6ZmFsc2UsXCJDaGlsZHJlblwiOlt7XCIkaWRcIjpcIjY1M1wiLFwiSW1wb3J0SWRcIjpcIjgzMVwiLFwiSXNJbXBvcnRlZFwiOmZhbHNlLFwiQ2hpbGRyZW5cIjpbXX0se1wiJGlkXCI6XCI2NTRcIixcIkltcG9ydElkXCI6XCI4MzJcIixcIklzSW1wb3J0ZWRcIjpmYWxzZSxcIkNoaWxkcmVuXCI6W119LHtcIiRpZFwiOlwiNjU1XCIsXCJJbXBvcnRJZFwiOlwiODM1XCIsXCJJc0ltcG9ydGVkXCI6ZmFsc2UsXCJDaGlsZHJlblwiOlt7XCIkaWRcIjpcIjY1NlwiLFwiSW1wb3J0SWRcIjpcIjgzNlwiLFwiSXNJbXBvcnRlZFwiOmZhbHNlLFwiQ2hpbGRyZW5cIjpbXX0se1wiJGlkXCI6XCI2NTdcIixcIkltcG9ydElkXCI6XCI4MzdcIixcIklzSW1wb3J0ZWRcIjpmYWxzZSxcIkNoaWxkcmVuXCI6W119LHtcIiRpZFwiOlwiNjU4XCIsXCJJbXBvcnRJZFwiOlwiODM4XCIsXCJJc0ltcG9ydGVkXCI6ZmFsc2UsXCJDaGlsZHJlblwiOltdfSx7XCIkaWRcIjpcIjY1OVwiLFwiSW1wb3J0SWRcIjpcIjgzOVwiLFwiSXNJbXBvcnRlZFwiOmZhbHNlLFwiQ2hpbGRyZW5cIjpbXX0se1wiJGlkXCI6XCI2NjBcIixcIkltcG9ydElkXCI6XCI4NDBcIixcIklzSW1wb3J0ZWRcIjpmYWxzZSxcIkNoaWxkcmVuXCI6W119LHtcIiRpZFwiOlwiNjYxXCIsXCJJbXBvcnRJZFwiOlwiMTE5MlwiLFwiSXNJbXBvcnRlZFwiOmZhbHNlLFwiQ2hpbGRyZW5cIjpbe1wiJGlkXCI6XCI2NjJcIixcIkltcG9ydElkXCI6XCIxMTkzXCIsXCJJc0ltcG9ydGVkXCI6ZmFsc2UsXCJDaGlsZHJlblwiOltdfSx7XCIkaWRcIjpcIjY2M1wiLFwiSW1wb3J0SWRcIjpcIjExOTRcIixcIklzSW1wb3J0ZWRcIjpmYWxzZSxcIkNoaWxkcmVuXCI6W119LHtcIiRpZFwiOlwiNjY0XCIsXCJJbXBvcnRJZFwiOlwiMTE5NVwiLFwiSXNJbXBvcnRlZFwiOmZhbHNlLFwiQ2hpbGRyZW5cIjpbXX1dfV19LHtcIiRpZFwiOlwiNjY1XCIsXCJJbXBvcnRJZFwiOlwiMTE5NlwiLFwiSXNJbXBvcnRlZFwiOmZhbHNlLFwiQ2hpbGRyZW5cIjpbe1wiJGlkXCI6XCI2NjZcIixcIkltcG9ydElkXCI6XCI4NDFcIixcIklzSW1wb3J0ZWRcIjpmYWxzZSxcIkNoaWxkcmVuXCI6W3tcIiRpZFwiOlwiNjY3XCIsXCJJbXBvcnRJZFwiOlwiODQyXCIsXCJJc0ltcG9ydGVkXCI6ZmFsc2UsXCJDaGlsZHJlblwiOlt7XCIkaWRcIjpcIjY2OFwiLFwiSW1wb3J0SWRcIjpcIjg0M1wiLFwiSXNJbXBvcnRlZFwiOmZhbHNlLFwiQ2hpbGRyZW5cIjpbXX0se1wiJGlkXCI6XCI2NjlcIixcIkltcG9ydElkXCI6XCI4NDRcIixcIklzSW1wb3J0ZWRcIjpmYWxzZSxcIkNoaWxkcmVuXCI6W119LHtcIiRpZFwiOlwiNjcwXCIsXCJJbXBvcnRJZFwiOlwiODQ1XCIsXCJJc0ltcG9ydGVkXCI6ZmFsc2UsXCJDaGlsZHJlblwiOltdfSx7XCIkaWRcIjpcIjY3MVwiLFwiSW1wb3J0SWRcIjpcIjg0NlwiLFwiSXNJbXBvcnRlZFwiOmZhbHNlLFwiQ2hpbGRyZW5cIjpbe1wiJGlkXCI6XCI2NzJcIixcIkltcG9ydElkXCI6XCI4NDdcIixcIklzSW1wb3J0ZWRcIjpmYWxzZSxcIkNoaWxkcmVuXCI6W119LHtcIiRpZFwiOlwiNjczXCIsXCJJbXBvcnRJZFwiOlwiODQ4XCIsXCJJc0ltcG9ydGVkXCI6ZmFsc2UsXCJDaGlsZHJlblwiOltdfSx7XCIkaWRcIjpcIjY3NFwiLFwiSW1wb3J0SWRcIjpcIjg0OVwiLFwiSXNJbXBvcnRlZFwiOmZhbHNlLFwiQ2hpbGRyZW5cIjpbXX0se1wiJGlkXCI6XCI2NzVcIixcIkltcG9ydElkXCI6XCI4NTBcIixcIklzSW1wb3J0ZWRcIjpmYWxzZSxcIkNoaWxkcmVuXCI6W119XX1dfSx7XCIkaWRcIjpcIjY3NlwiLFwiSW1wb3J0SWRcIjpcIjg1MVwiLFwiSXNJbXBvcnRlZFwiOmZhbHNlLFwiQ2hpbGRyZW5cIjpbXX1dfSx7XCIkaWRcIjpcIjY3N1wiLFwiSW1wb3J0SWRcIjpcIjg1MlwiLFwiSXNJbXBvcnRlZFwiOmZhbHNlLFwiQ2hpbGRyZW5cIjpbXX0se1wiJGlkXCI6XCI2NzhcIixcIkltcG9ydElkXCI6XCI4NTNcIixcIklzSW1wb3J0ZWRcIjpmYWxzZSxcIkNoaWxkcmVuXCI6W119LHtcIiRpZFwiOlwiNjc5XCIsXCJJbXBvcnRJZFwiOlwiODU0XCIsXCJJc0ltcG9ydGVkXCI6ZmFsc2UsXCJDaGlsZHJlblwiOlt7XCIkaWRcIjpcIjY4MFwiLFwiSW1wb3J0SWRcIjpcIjg1NVwiLFwiSXNJbXBvcnRlZFwiOmZhbHNlLFwiQ2hpbGRyZW5cIjpbXX1dfSx7XCIkaWRcIjpcIjY4MVwiLFwiSW1wb3J0SWRcIjpcIjg1NlwiLFwiSXNJbXBvcnRlZFwiOmZhbHNlLFwiQ2hpbGRyZW5cIjpbe1wiJGlkXCI6XCI2ODJcIixcIkltcG9ydElkXCI6XCI4NTdcIixcIklzSW1wb3J0ZWRcIjpmYWxzZSxcIkNoaWxkcmVuXCI6W3tcIiRpZFwiOlwiNjgzXCIsXCJJbXBvcnRJZFwiOlwiODU4XCIsXCJJc0ltcG9ydGVkXCI6ZmFsc2UsXCJDaGlsZHJlblwiOltdfSx7XCIkaWRcIjpcIjY4NFwiLFwiSW1wb3J0SWRcIjpcIjg1OVwiLFwiSXNJbXBvcnRlZFwiOmZhbHNlLFwiQ2hpbGRyZW5cIjpbXX0se1wiJGlkXCI6XCI2ODVcIixcIkltcG9ydElkXCI6XCI4NjBcIixcIklzSW1wb3J0ZWRcIjpmYWxzZSxcIkNoaWxkcmVuXCI6W3tcIiRpZFwiOlwiNjg2XCIsXCJJbXBvcnRJZFwiOlwiODYxXCIsXCJJc0ltcG9ydGVkXCI6ZmFsc2UsXCJDaGlsZHJlblwiOltdfSx7XCIkaWRcIjpcIjY4N1wiLFwiSW1wb3J0SWRcIjpcIjg2MlwiLFwiSXNJbXBvcnRlZFwiOmZhbHNlLFwiQ2hpbGRyZW5cIjpbXX0se1wiJGlkXCI6XCI2ODhcIixcIkltcG9ydElkXCI6XCI4NjNcIixcIklzSW1wb3J0ZWRcIjpmYWxzZSxcIkNoaWxkcmVuXCI6W119LHtcIiRpZFwiOlwiNjg5XCIsXCJJbXBvcnRJZFwiOlwiODY0XCIsXCJJc0ltcG9ydGVkXCI6ZmFsc2UsXCJDaGlsZHJlblwiOltdfV19XX0se1wiJGlkXCI6XCI2OTBcIixcIkltcG9ydElkXCI6XCI4NjVcIixcIklzSW1wb3J0ZWRcIjpmYWxzZSxcIkNoaWxkcmVuXCI6W119XX0se1wiJGlkXCI6XCI2OTFcIixcIkltcG9ydElkXCI6XCI4NjZcIixcIklzSW1wb3J0ZWRcIjpmYWxzZSxcIkNoaWxkcmVuXCI6W119LHtcIiRpZFwiOlwiNjkyXCIsXCJJbXBvcnRJZFwiOlwiODY3XCIsXCJJc0ltcG9ydGVkXCI6ZmFsc2UsXCJDaGlsZHJlblwiOltdfSx7XCIkaWRcIjpcIjY5M1wiLFwiSW1wb3J0SWRcIjpcIjg2OFwiLFwiSXNJbXBvcnRlZFwiOmZhbHNlLFwiQ2hpbGRyZW5cIjpbe1wiJGlkXCI6XCI2OTRcIixcIkltcG9ydElkXCI6XCI4NjlcIixcIklzSW1wb3J0ZWRcIjpmYWxzZSxcIkNoaWxkcmVuXCI6W119LHtcIiRpZFwiOlwiNjk1XCIsXCJJbXBvcnRJZFwiOlwiODcwXCIsXCJJc0ltcG9ydGVkXCI6ZmFsc2UsXCJDaGlsZHJlblwiOlt7XCIkaWRcIjpcIjY5NlwiLFwiSW1wb3J0SWRcIjpcIjg3MVwiLFwiSXNJbXBvcnRlZFwiOmZhbHNlLFwiQ2hpbGRyZW5cIjpbe1wiJGlkXCI6XCI2OTdcIixcIkltcG9ydElkXCI6XCI4NzJcIixcIklzSW1wb3J0ZWRcIjpmYWxzZSxcIkNoaWxkcmVuXCI6W119LHtcIiRpZFwiOlwiNjk4XCIsXCJJbXBvcnRJZFwiOlwiODczXCIsXCJJc0ltcG9ydGVkXCI6ZmFsc2UsXCJDaGlsZHJlblwiOltdfSx7XCIkaWRcIjpcIjY5OVwiLFwiSW1wb3J0SWRcIjpcIjg3NFwiLFwiSXNJbXBvcnRlZFwiOmZhbHNlLFwiQ2hpbGRyZW5cIjpbXX0se1wiJGlkXCI6XCI3MDBcIixcIkltcG9ydElkXCI6XCI4NzVcIixcIklzSW1wb3J0ZWRcIjpmYWxzZSxcIkNoaWxkcmVuXCI6W3tcIiRpZFwiOlwiNzAxXCIsXCJJbXBvcnRJZFwiOlwiODc2XCIsXCJJc0ltcG9ydGVkXCI6ZmFsc2UsXCJDaGlsZHJlblwiOltdfSx7XCIkaWRcIjpcIjcwMlwiLFwiSW1wb3J0SWRcIjpcIjg3N1wiLFwiSXNJbXBvcnRlZFwiOmZhbHNlLFwiQ2hpbGRyZW5cIjpbXX0se1wiJGlkXCI6XCI3MDNcIixcIkltcG9ydElkXCI6XCI4NzhcIixcIklzSW1wb3J0ZWRcIjpmYWxzZSxcIkNoaWxkcmVuXCI6W119LHtcIiRpZFwiOlwiNzA0XCIsXCJJbXBvcnRJZFwiOlwiODc5XCIsXCJJc0ltcG9ydGVkXCI6ZmFsc2UsXCJDaGlsZHJlblwiOltdfV19XX0se1wiJGlkXCI6XCI3MDVcIixcIkltcG9ydElkXCI6XCI4ODBcIixcIklzSW1wb3J0ZWRcIjpmYWxzZSxcIkNoaWxkcmVuXCI6W119LHtcIiRpZFwiOlwiNzA2XCIsXCJJbXBvcnRJZFwiOlwiODgxXCIsXCJJc0ltcG9ydGVkXCI6ZmFsc2UsXCJDaGlsZHJlblwiOltdfSx7XCIkaWRcIjpcIjcwN1wiLFwiSW1wb3J0SWRcIjpcIjg4MlwiLFwiSXNJbXBvcnRlZFwiOmZhbHNlLFwiQ2hpbGRyZW5cIjpbXX0se1wiJGlkXCI6XCI3MDhcIixcIkltcG9ydElkXCI6XCI4ODNcIixcIklzSW1wb3J0ZWRcIjpmYWxzZSxcIkNoaWxkcmVuXCI6W3tcIiRpZFwiOlwiNzA5XCIsXCJJbXBvcnRJZFwiOlwiODg0XCIsXCJJc0ltcG9ydGVkXCI6ZmFsc2UsXCJDaGlsZHJlblwiOltdfV19LHtcIiRpZFwiOlwiNzEwXCIsXCJJbXBvcnRJZFwiOlwiODg1XCIsXCJJc0ltcG9ydGVkXCI6ZmFsc2UsXCJDaGlsZHJlblwiOlt7XCIkaWRcIjpcIjcxMVwiLFwiSW1wb3J0SWRcIjpcIjg4NlwiLFwiSXNJbXBvcnRlZFwiOmZhbHNlLFwiQ2hpbGRyZW5cIjpbe1wiJGlkXCI6XCI3MTJcIixcIkltcG9ydElkXCI6XCI4ODdcIixcIklzSW1wb3J0ZWRcIjpmYWxzZSxcIkNoaWxkcmVuXCI6W119LHtcIiRpZFwiOlwiNzEzXCIsXCJJbXBvcnRJZFwiOlwiODg4XCIsXCJJc0ltcG9ydGVkXCI6ZmFsc2UsXCJDaGlsZHJlblwiOltdfSx7XCIkaWRcIjpcIjcxNFwiLFwiSW1wb3J0SWRcIjpcIjg4OVwiLFwiSXNJbXBvcnRlZFwiOmZhbHNlLFwiQ2hpbGRyZW5cIjpbXX0se1wiJGlkXCI6XCI3MTVcIixcIkltcG9ydElkXCI6XCI4OTBcIixcIklzSW1wb3J0ZWRcIjpmYWxzZSxcIkNoaWxkcmVuXCI6W119LHtcIiRpZFwiOlwiNzE2XCIsXCJJbXBvcnRJZFwiOlwiODkxXCIsXCJJc0ltcG9ydGVkXCI6ZmFsc2UsXCJDaGlsZHJlblwiOltdfSx7XCIkaWRcIjpcIjcxN1wiLFwiSW1wb3J0SWRcIjpcIjg5MlwiLFwiSXNJbXBvcnRlZFwiOmZhbHNlLFwiQ2hpbGRyZW5cIjpbe1wiJGlkXCI6XCI3MThcIixcIkltcG9ydElkXCI6XCI4OTNcIixcIklzSW1wb3J0ZWRcIjpmYWxzZSxcIkNoaWxkcmVuXCI6W119LHtcIiRpZFwiOlwiNzE5XCIsXCJJbXBvcnRJZFwiOlwiODk0XCIsXCJJc0ltcG9ydGVkXCI6ZmFsc2UsXCJDaGlsZHJlblwiOltdfSx7XCIkaWRcIjpcIjcyMFwiLFwiSW1wb3J0SWRcIjpcIjg5NVwiLFwiSXNJbXBvcnRlZFwiOmZhbHNlLFwiQ2hpbGRyZW5cIjpbXX0se1wiJGlkXCI6XCI3MjFcIixcIkltcG9ydElkXCI6XCI4OTZcIixcIklzSW1wb3J0ZWRcIjpmYWxzZSxcIkNoaWxkcmVuXCI6W119XX1dfSx7XCIkaWRcIjpcIjcyMlwiLFwiSW1wb3J0SWRcIjpcIjg5N1wiLFwiSXNJbXBvcnRlZFwiOmZhbHNlLFwiQ2hpbGRyZW5cIjpbXX0se1wiJGlkXCI6XCI3MjNcIixcIkltcG9ydElkXCI6XCI4OThcIixcIklzSW1wb3J0ZWRcIjpmYWxzZSxcIkNoaWxkcmVuXCI6W119LHtcIiRpZFwiOlwiNzI0XCIsXCJJbXBvcnRJZFwiOlwiODk5XCIsXCJJc0ltcG9ydGVkXCI6ZmFsc2UsXCJDaGlsZHJlblwiOltdfSx7XCIkaWRcIjpcIjcyNVwiLFwiSW1wb3J0SWRcIjpcIjkwMFwiLFwiSXNJbXBvcnRlZFwiOmZhbHNlLFwiQ2hpbGRyZW5cIjpbe1wiJGlkXCI6XCI3MjZcIixcIkltcG9ydElkXCI6XCI5MDFcIixcIklzSW1wb3J0ZWRcIjpmYWxzZSxcIkNoaWxkcmVuXCI6W119XX1dfV19XX1dfSx7XCIkaWRcIjpcIjcyN1wiLFwiSW1wb3J0SWRcIjpcIjkwMlwiLFwiSXNJbXBvcnRlZFwiOmZhbHNlLFwiQ2hpbGRyZW5cIjpbe1wiJGlkXCI6XCI3MjhcIixcIkltcG9ydElkXCI6XCIxMTg5XCIsXCJJc0ltcG9ydGVkXCI6ZmFsc2UsXCJDaGlsZHJlblwiOlt7XCIkaWRcIjpcIjcyOVwiLFwiSW1wb3J0SWRcIjpcIjExOTBcIixcIklzSW1wb3J0ZWRcIjpmYWxzZSxcIkNoaWxkcmVuXCI6W119LHtcIiRpZFwiOlwiNzMwXCIsXCJJbXBvcnRJZFwiOlwiMTE5MVwiLFwiSXNJbXBvcnRlZFwiOmZhbHNlLFwiQ2hpbGRyZW5cIjpbXX1dfSx7XCIkaWRcIjpcIjczMVwiLFwiSW1wb3J0SWRcIjpcIjkwM1wiLFwiSXNJbXBvcnRlZFwiOmZhbHNlLFwiQ2hpbGRyZW5cIjpbe1wiJGlkXCI6XCI3MzJcIixcIkltcG9ydElkXCI6XCI5MDRcIixcIklzSW1wb3J0ZWRcIjpmYWxzZSxcIkNoaWxkcmVuXCI6W119LHtcIiRpZFwiOlwiNzMzXCIsXCJJbXBvcnRJZFwiOlwiOTA1XCIsXCJJc0ltcG9ydGVkXCI6ZmFsc2UsXCJDaGlsZHJlblwiOltdfSx7XCIkaWRcIjpcIjczNFwiLFwiSW1wb3J0SWRcIjpcIjkwNlwiLFwiSXNJbXBvcnRlZFwiOmZhbHNlLFwiQ2hpbGRyZW5cIjpbXX0se1wiJGlkXCI6XCI3MzVcIixcIkltcG9ydElkXCI6XCI5MDdcIixcIklzSW1wb3J0ZWRcIjpmYWxzZSxcIkNoaWxkcmVuXCI6W119LHtcIiRpZFwiOlwiNzM2XCIsXCJJbXBvcnRJZFwiOlwiOTA4XCIsXCJJc0ltcG9ydGVkXCI6ZmFsc2UsXCJDaGlsZHJlblwiOltdfSx7XCIkaWRcIjpcIjczN1wiLFwiSW1wb3J0SWRcIjpcIjkwOVwiLFwiSXNJbXBvcnRlZFwiOmZhbHNlLFwiQ2hpbGRyZW5cIjpbe1wiJGlkXCI6XCI3MzhcIixcIkltcG9ydElkXCI6XCI5MTBcIixcIklzSW1wb3J0ZWRcIjpmYWxzZSxcIkNoaWxkcmVuXCI6W119LHtcIiRpZFwiOlwiNzM5XCIsXCJJbXBvcnRJZFwiOlwiOTExXCIsXCJJc0ltcG9ydGVkXCI6ZmFsc2UsXCJDaGlsZHJlblwiOltdfSx7XCIkaWRcIjpcIjc0MFwiLFwiSW1wb3J0SWRcIjpcIjkxMlwiLFwiSXNJbXBvcnRlZFwiOmZhbHNlLFwiQ2hpbGRyZW5cIjpbXX0se1wiJGlkXCI6XCI3NDFcIixcIkltcG9ydElkXCI6XCI5MTNcIixcIklzSW1wb3J0ZWRcIjpmYWxzZSxcIkNoaWxkcmVuXCI6W119LHtcIiRpZFwiOlwiNzQyXCIsXCJJbXBvcnRJZFwiOlwiOTE0XCIsXCJJc0ltcG9ydGVkXCI6ZmFsc2UsXCJDaGlsZHJlblwiOltdfSx7XCIkaWRcIjpcIjc0M1wiLFwiSW1wb3J0SWRcIjpcIjkxNVwiLFwiSXNJbXBvcnRlZFwiOmZhbHNlLFwiQ2hpbGRyZW5cIjpbXX0se1wiJGlkXCI6XCI3NDRcIixcIkltcG9ydElkXCI6XCI5MTZcIixcIklzSW1wb3J0ZWRcIjpmYWxzZSxcIkNoaWxkcmVuXCI6W119LHtcIiRpZFwiOlwiNzQ1XCIsXCJJbXBvcnRJZFwiOlwiOTE3XCIsXCJJc0ltcG9ydGVkXCI6ZmFsc2UsXCJDaGlsZHJlblwiOltdfSx7XCIkaWRcIjpcIjc0NlwiLFwiSW1wb3J0SWRcIjpcIjkxOFwiLFwiSXNJbXBvcnRlZFwiOmZhbHNlLFwiQ2hpbGRyZW5cIjpbXX0se1wiJGlkXCI6XCI3NDdcIixcIkltcG9ydElkXCI6XCI5MTlcIixcIklzSW1wb3J0ZWRcIjpmYWxzZSxcIkNoaWxkcmVuXCI6W119LHtcIiRpZFwiOlwiNzQ4XCIsXCJJbXBvcnRJZFwiOlwiOTIwXCIsXCJJc0ltcG9ydGVkXCI6ZmFsc2UsXCJDaGlsZHJlblwiOltdfSx7XCIkaWRcIjpcIjc0OVwiLFwiSW1wb3J0SWRcIjpcIjkyMVwiLFwiSXNJbXBvcnRlZFwiOmZhbHNlLFwiQ2hpbGRyZW5cIjpbXX0se1wiJGlkXCI6XCI3NTBcIixcIkltcG9ydElkXCI6XCI5MjJcIixcIklzSW1wb3J0ZWRcIjpmYWxzZSxcIkNoaWxkcmVuXCI6W119LHtcIiRpZFwiOlwiNzUxXCIsXCJJbXBvcnRJZFwiOlwiOTIzXCIsXCJJc0ltcG9ydGVkXCI6ZmFsc2UsXCJDaGlsZHJlblwiOltdfSx7XCIkaWRcIjpcIjc1MlwiLFwiSW1wb3J0SWRcIjpcIjkyNFwiLFwiSXNJbXBvcnRlZFwiOmZhbHNlLFwiQ2hpbGRyZW5cIjpbXX0se1wiJGlkXCI6XCI3NTNcIixcIkltcG9ydElkXCI6XCI5MjVcIixcIklzSW1wb3J0ZWRcIjpmYWxzZSxcIkNoaWxkcmVuXCI6W119LHtcIiRpZFwiOlwiNzU0XCIsXCJJbXBvcnRJZFwiOlwiOTI2XCIsXCJJc0ltcG9ydGVkXCI6ZmFsc2UsXCJDaGlsZHJlblwiOltdfV19LHtcIiRpZFwiOlwiNzU1XCIsXCJJbXBvcnRJZFwiOlwiOTI3XCIsXCJJc0ltcG9ydGVkXCI6ZmFsc2UsXCJDaGlsZHJlblwiOltdfSx7XCIkaWRcIjpcIjc1NlwiLFwiSW1wb3J0SWRcIjpcIjkyOFwiLFwiSXNJbXBvcnRlZFwiOmZhbHNlLFwiQ2hpbGRyZW5cIjpbe1wiJGlkXCI6XCI3NTdcIixcIkltcG9ydElkXCI6XCI5MzJcIixcIklzSW1wb3J0ZWRcIjpmYWxzZSxcIkNoaWxkcmVuXCI6W119XX1dfSx7XCIkaWRcIjpcIjc1OFwiLFwiSW1wb3J0SWRcIjpcIjkzM1wiLFwiSXNJbXBvcnRlZFwiOmZhbHNlLFwiQ2hpbGRyZW5cIjpbXX0se1wiJGlkXCI6XCI3NTlcIixcIkltcG9ydElkXCI6XCI5MzVcIixcIklzSW1wb3J0ZWRcIjpmYWxzZSxcIkNoaWxkcmVuXCI6W119LHtcIiRpZFwiOlwiNzYwXCIsXCJJbXBvcnRJZFwiOlwiOTM2XCIsXCJJc0ltcG9ydGVkXCI6ZmFsc2UsXCJDaGlsZHJlblwiOltdfV19LHtcIiRpZFwiOlwiNzYxXCIsXCJJbXBvcnRJZFwiOlwiOTM3XCIsXCJJc0ltcG9ydGVkXCI6ZmFsc2UsXCJDaGlsZHJlblwiOlt7XCIkaWRcIjpcIjc2MlwiLFwiSW1wb3J0SWRcIjpcIjkzOFwiLFwiSXNJbXBvcnRlZFwiOmZhbHNlLFwiQ2hpbGRyZW5cIjpbe1wiJGlkXCI6XCI3NjNcIixcIkltcG9ydElkXCI6XCI5MzlcIixcIklzSW1wb3J0ZWRcIjpmYWxzZSxcIkNoaWxkcmVuXCI6W119LHtcIiRpZFwiOlwiNzY0XCIsXCJJbXBvcnRJZFwiOlwiOTQwXCIsXCJJc0ltcG9ydGVkXCI6ZmFsc2UsXCJDaGlsZHJlblwiOltdfSx7XCIkaWRcIjpcIjc2NVwiLFwiSW1wb3J0SWRcIjpcIjk0MVwiLFwiSXNJbXBvcnRlZFwiOmZhbHNlLFwiQ2hpbGRyZW5cIjpbXX0se1wiJGlkXCI6XCI3NjZcIixcIkltcG9ydElkXCI6XCI5NDJcIixcIklzSW1wb3J0ZWRcIjpmYWxzZSxcIkNoaWxkcmVuXCI6W119LHtcIiRpZFwiOlwiNzY3XCIsXCJJbXBvcnRJZFwiOlwiOTQzXCIsXCJJc0ltcG9ydGVkXCI6ZmFsc2UsXCJDaGlsZHJlblwiOltdfV19LHtcIiRpZFwiOlwiNzY4XCIsXCJJbXBvcnRJZFwiOlwiOTQ0XCIsXCJJc0ltcG9ydGVkXCI6ZmFsc2UsXCJDaGlsZHJlblwiOlt7XCIkaWRcIjpcIjc2OVwiLFwiSW1wb3J0SWRcIjpcIjk0NVwiLFwiSXNJbXBvcnRlZFwiOmZhbHNlLFwiQ2hpbGRyZW5cIjpbXX0se1wiJGlkXCI6XCI3NzBcIixcIkltcG9ydElkXCI6XCI5NDZcIixcIklzSW1wb3J0ZWRcIjpmYWxzZSxcIkNoaWxkcmVuXCI6W119LHtcIiRpZFwiOlwiNzcxXCIsXCJJbXBvcnRJZFwiOlwiOTQ3XCIsXCJJc0ltcG9ydGVkXCI6ZmFsc2UsXCJDaGlsZHJlblwiOltdfSx7XCIkaWRcIjpcIjc3MlwiLFwiSW1wb3J0SWRcIjpcIjk0OFwiLFwiSXNJbXBvcnRlZFwiOmZhbHNlLFwiQ2hpbGRyZW5cIjpbXX0se1wiJGlkXCI6XCI3NzNcIixcIkltcG9ydElkXCI6XCI5NDlcIixcIklzSW1wb3J0ZWRcIjpmYWxzZSxcIkNoaWxkcmVuXCI6W119XX0se1wiJGlkXCI6XCI3NzRcIixcIkltcG9ydElkXCI6XCI5NTBcIixcIklzSW1wb3J0ZWRcIjpmYWxzZSxcIkNoaWxkcmVuXCI6W119LHtcIiRpZFwiOlwiNzc1XCIsXCJJbXBvcnRJZFwiOlwiOTUxXCIsXCJJc0ltcG9ydGVkXCI6ZmFsc2UsXCJDaGlsZHJlblwiOlt7XCIkaWRcIjpcIjc3NlwiLFwiSW1wb3J0SWRcIjpcIjk1MlwiLFwiSXNJbXBvcnRlZFwiOmZhbHNlLFwiQ2hpbGRyZW5cIjpbXX0se1wiJGlkXCI6XCI3NzdcIixcIkltcG9ydElkXCI6XCI5NTNcIixcIklzSW1wb3J0ZWRcIjpmYWxzZSxcIkNoaWxkcmVuXCI6W119LHtcIiRpZFwiOlwiNzc4XCIsXCJJbXBvcnRJZFwiOlwiOTU0XCIsXCJJc0ltcG9ydGVkXCI6ZmFsc2UsXCJDaGlsZHJlblwiOltdfSx7XCIkaWRcIjpcIjc3OVwiLFwiSW1wb3J0SWRcIjpcIjk1NVwiLFwiSXNJbXBvcnRlZFwiOmZhbHNlLFwiQ2hpbGRyZW5cIjpbXX1dfV19LHtcIiRpZFwiOlwiNzgwXCIsXCJJbXBvcnRJZFwiOlwiOTU2XCIsXCJJc0ltcG9ydGVkXCI6ZmFsc2UsXCJDaGlsZHJlblwiOlt7XCIkaWRcIjpcIjc4MVwiLFwiSW1wb3J0SWRcIjpcIjk1N1wiLFwiSXNJbXBvcnRlZFwiOmZhbHNlLFwiQ2hpbGRyZW5cIjpbXX1dfV19LHtcIiRpZFwiOlwiNzgyXCIsXCJJbXBvcnRJZFwiOlwiOTYwXCIsXCJJc0ltcG9ydGVkXCI6ZmFsc2UsXCJDaGlsZHJlblwiOlt7XCIkaWRcIjpcIjc4M1wiLFwiSW1wb3J0SWRcIjpcIjk2MVwiLFwiSXNJbXBvcnRlZFwiOmZhbHNlLFwiQ2hpbGRyZW5cIjpbe1wiJGlkXCI6XCI3ODRcIixcIkltcG9ydElkXCI6XCIxMDQ3XCIsXCJJc0ltcG9ydGVkXCI6ZmFsc2UsXCJDaGlsZHJlblwiOltdfSx7XCIkaWRcIjpcIjc4NVwiLFwiSW1wb3J0SWRcIjpcIjk3MlwiLFwiSXNJbXBvcnRlZFwiOmZhbHNlLFwiQ2hpbGRyZW5cIjpbe1wiJGlkXCI6XCI3ODZcIixcIkltcG9ydElkXCI6XCIxMDM3XCIsXCJJc0ltcG9ydGVkXCI6ZmFsc2UsXCJDaGlsZHJlblwiOltdfV19XX0se1wiJGlkXCI6XCI3ODdcIixcIkltcG9ydElkXCI6XCIxMTU5XCIsXCJJc0ltcG9ydGVkXCI6ZmFsc2UsXCJDaGlsZHJlblwiOlt7XCIkaWRcIjpcIjc4OFwiLFwiSW1wb3J0SWRcIjpcIjExODBcIixcIklzSW1wb3J0ZWRcIjpmYWxzZSxcIkNoaWxkcmVuXCI6W119LHtcIiRpZFwiOlwiNzg5XCIsXCJJbXBvcnRJZFwiOlwiMTE3MlwiLFwiSXNJbXBvcnRlZFwiOmZhbHNlLFwiQ2hpbGRyZW5cIjpbXX0se1wiJGlkXCI6XCI3OTBcIixcIkltcG9ydElkXCI6XCIxMTczXCIsXCJJc0ltcG9ydGVkXCI6ZmFsc2UsXCJDaGlsZHJlblwiOltdfV19LHtcIiRpZFwiOlwiNzkxXCIsXCJJbXBvcnRJZFwiOlwiMTAzOFwiLFwiSXNJbXBvcnRlZFwiOmZhbHNlLFwiQ2hpbGRyZW5cIjpbe1wiJGlkXCI6XCI3OTJcIixcIkltcG9ydElkXCI6XCIxMDQ4XCIsXCJJc0ltcG9ydGVkXCI6ZmFsc2UsXCJDaGlsZHJlblwiOlt7XCIkaWRcIjpcIjc5M1wiLFwiSW1wb3J0SWRcIjpcIjEwNDlcIixcIklzSW1wb3J0ZWRcIjpmYWxzZSxcIkNoaWxkcmVuXCI6W119LHtcIiRpZFwiOlwiNzk0XCIsXCJJbXBvcnRJZFwiOlwiMTA1MFwiLFwiSXNJbXBvcnRlZFwiOmZhbHNlLFwiQ2hpbGRyZW5cIjpbXX1dfSx7XCIkaWRcIjpcIjc5NVwiLFwiSW1wb3J0SWRcIjpcIjEwNTFcIixcIklzSW1wb3J0ZWRcIjpmYWxzZSxcIkNoaWxkcmVuXCI6W119LHtcIiRpZFwiOlwiNzk2XCIsXCJJbXBvcnRJZFwiOlwiMTA1MlwiLFwiSXNJbXBvcnRlZFwiOmZhbHNlLFwiQ2hpbGRyZW5cIjpbXX0se1wiJGlkXCI6XCI3OTdcIixcIkltcG9ydElkXCI6XCIxMDUzXCIsXCJJc0ltcG9ydGVkXCI6ZmFsc2UsXCJDaGlsZHJlblwiOlt7XCIkaWRcIjpcIjc5OFwiLFwiSW1wb3J0SWRcIjpcIjEwNTRcIixcIklzSW1wb3J0ZWRcIjpmYWxzZSxcIkNoaWxkcmVuXCI6W119LHtcIiRpZFwiOlwiNzk5XCIsXCJJbXBvcnRJZFwiOlwiMTA1NVwiLFwiSXNJbXBvcnRlZFwiOmZhbHNlLFwiQ2hpbGRyZW5cIjpbXX1dfSx7XCIkaWRcIjpcIjgwMFwiLFwiSW1wb3J0SWRcIjpcIjEwNTZcIixcIklzSW1wb3J0ZWRcIjpmYWxzZSxcIkNoaWxkcmVuXCI6W119LHtcIiRpZFwiOlwiODAxXCIsXCJJbXBvcnRJZFwiOlwiMTA1N1wiLFwiSXNJbXBvcnRlZFwiOmZhbHNlLFwiQ2hpbGRyZW5cIjpbXX0se1wiJGlkXCI6XCI4MDJcIixcIkltcG9ydElkXCI6XCIxMDU4XCIsXCJJc0ltcG9ydGVkXCI6ZmFsc2UsXCJDaGlsZHJlblwiOlt7XCIkaWRcIjpcIjgwM1wiLFwiSW1wb3J0SWRcIjpcIjEwNTlcIixcIklzSW1wb3J0ZWRcIjpmYWxzZSxcIkNoaWxkcmVuXCI6W119LHtcIiRpZFwiOlwiODA0XCIsXCJJbXBvcnRJZFwiOlwiMTA2MFwiLFwiSXNJbXBvcnRlZFwiOmZhbHNlLFwiQ2hpbGRyZW5cIjpbXX1dfSx7XCIkaWRcIjpcIjgwNVwiLFwiSW1wb3J0SWRcIjpcIjEwNjFcIixcIklzSW1wb3J0ZWRcIjpmYWxzZSxcIkNoaWxkcmVuXCI6W119LHtcIiRpZFwiOlwiODA2XCIsXCJJbXBvcnRJZFwiOlwiMTA2MlwiLFwiSXNJbXBvcnRlZFwiOmZhbHNlLFwiQ2hpbGRyZW5cIjpbXX0se1wiJGlkXCI6XCI4MDdcIixcIkltcG9ydElkXCI6XCI5NzNcIixcIklzSW1wb3J0ZWRcIjpmYWxzZSxcIkNoaWxkcmVuXCI6W3tcIiRpZFwiOlwiODA4XCIsXCJJbXBvcnRJZFwiOlwiMTE4MVwiLFwiSXNJbXBvcnRlZFwiOmZhbHNlLFwiQ2hpbGRyZW5cIjpbe1wiJGlkXCI6XCI4MDlcIixcIkltcG9ydElkXCI6XCIxMTg1XCIsXCJJc0ltcG9ydGVkXCI6ZmFsc2UsXCJDaGlsZHJlblwiOltdfSx7XCIkaWRcIjpcIjgxMFwiLFwiSW1wb3J0SWRcIjpcIjExODZcIixcIklzSW1wb3J0ZWRcIjpmYWxzZSxcIkNoaWxkcmVuXCI6W119XX0se1wiJGlkXCI6XCI4MTFcIixcIkltcG9ydElkXCI6XCIxMDQxXCIsXCJJc0ltcG9ydGVkXCI6ZmFsc2UsXCJDaGlsZHJlblwiOlt7XCIkaWRcIjpcIjgxMlwiLFwiSW1wb3J0SWRcIjpcIjEwNDJcIixcIklzSW1wb3J0ZWRcIjpmYWxzZSxcIkNoaWxkcmVuXCI6W119LHtcIiRpZFwiOlwiODEzXCIsXCJJbXBvcnRJZFwiOlwiMTA0M1wiLFwiSXNJbXBvcnRlZFwiOmZhbHNlLFwiQ2hpbGRyZW5cIjpbXX0se1wiJGlkXCI6XCI4MTRcIixcIkltcG9ydElkXCI6XCIxMDQ0XCIsXCJJc0ltcG9ydGVkXCI6ZmFsc2UsXCJDaGlsZHJlblwiOltdfSx7XCIkaWRcIjpcIjgxNVwiLFwiSW1wb3J0SWRcIjpcIjEwNDVcIixcIklzSW1wb3J0ZWRcIjpmYWxzZSxcIkNoaWxkcmVuXCI6W119LHtcIiRpZFwiOlwiODE2XCIsXCJJbXBvcnRJZFwiOlwiMTA0NlwiLFwiSXNJbXBvcnRlZFwiOmZhbHNlLFwiQ2hpbGRyZW5cIjpbXX0se1wiJGlkXCI6XCI4MTdcIixcIkltcG9ydElkXCI6XCIxMDgwXCIsXCJJc0ltcG9ydGVkXCI6ZmFsc2UsXCJDaGlsZHJlblwiOlt7XCIkaWRcIjpcIjgxOFwiLFwiSW1wb3J0SWRcIjpcIjExMzJcIixcIklzSW1wb3J0ZWRcIjpmYWxzZSxcIkNoaWxkcmVuXCI6W119LHtcIiRpZFwiOlwiODE5XCIsXCJJbXBvcnRJZFwiOlwiMTEzM1wiLFwiSXNJbXBvcnRlZFwiOmZhbHNlLFwiQ2hpbGRyZW5cIjpbXX0se1wiJGlkXCI6XCI4MjBcIixcIkltcG9ydElkXCI6XCIxMTM0XCIsXCJJc0ltcG9ydGVkXCI6ZmFsc2UsXCJDaGlsZHJlblwiOltdfSx7XCIkaWRcIjpcIjgyMVwiLFwiSW1wb3J0SWRcIjpcIjExMzVcIixcIklzSW1wb3J0ZWRcIjpmYWxzZSxcIkNoaWxkcmVuXCI6W119LHtcIiRpZFwiOlwiODIyXCIsXCJJbXBvcnRJZFwiOlwiMTEzNlwiLFwiSXNJbXBvcnRlZFwiOmZhbHNlLFwiQ2hpbGRyZW5cIjpbXX0se1wiJGlkXCI6XCI4MjNcIixcIkltcG9ydElkXCI6XCIxMTM3XCIsXCJJc0ltcG9ydGVkXCI6ZmFsc2UsXCJDaGlsZHJlblwiOltdfSx7XCIkaWRcIjpcIjgyNFwiLFwiSW1wb3J0SWRcIjpcIjExMzhcIixcIklzSW1wb3J0ZWRcIjpmYWxzZSxcIkNoaWxkcmVuXCI6W119LHtcIiRpZFwiOlwiODI1XCIsXCJJbXBvcnRJZFwiOlwiMTEzOVwiLFwiSXNJbXBvcnRlZFwiOmZhbHNlLFwiQ2hpbGRyZW5cIjpbXX0se1wiJGlkXCI6XCI4MjZcIixcIkltcG9ydElkXCI6XCIxMTQwXCIsXCJJc0ltcG9ydGVkXCI6ZmFsc2UsXCJDaGlsZHJlblwiOltdfSx7XCIkaWRcIjpcIjgyN1wiLFwiSW1wb3J0SWRcIjpcIjExNDFcIixcIklzSW1wb3J0ZWRcIjpmYWxzZSxcIkNoaWxkcmVuXCI6W119LHtcIiRpZFwiOlwiODI4XCIsXCJJbXBvcnRJZFwiOlwiMTE0MlwiLFwiSXNJbXBvcnRlZFwiOmZhbHNlLFwiQ2hpbGRyZW5cIjpbXX0se1wiJGlkXCI6XCI4MjlcIixcIkltcG9ydElkXCI6XCIxMTQzXCIsXCJJc0ltcG9ydGVkXCI6ZmFsc2UsXCJDaGlsZHJlblwiOltdfSx7XCIkaWRcIjpcIjgzMFwiLFwiSW1wb3J0SWRcIjpcIjExNDRcIixcIklzSW1wb3J0ZWRcIjpmYWxzZSxcIkNoaWxkcmVuXCI6W119LHtcIiRpZFwiOlwiODMxXCIsXCJJbXBvcnRJZFwiOlwiMTE0NVwiLFwiSXNJbXBvcnRlZFwiOmZhbHNlLFwiQ2hpbGRyZW5cIjpbXX0se1wiJGlkXCI6XCI4MzJcIixcIkltcG9ydElkXCI6XCIxMTQ2XCIsXCJJc0ltcG9ydGVkXCI6ZmFsc2UsXCJDaGlsZHJlblwiOltdfV19LHtcIiRpZFwiOlwiODMzXCIsXCJJbXBvcnRJZFwiOlwiMTA4MVwiLFwiSXNJbXBvcnRlZFwiOmZhbHNlLFwiQ2hpbGRyZW5cIjpbXX0se1wiJGlkXCI6XCI4MzRcIixcIkltcG9ydElkXCI6XCIxMDgyXCIsXCJJc0ltcG9ydGVkXCI6ZmFsc2UsXCJDaGlsZHJlblwiOlt7XCIkaWRcIjpcIjgzNVwiLFwiSW1wb3J0SWRcIjpcIjEwODNcIixcIklzSW1wb3J0ZWRcIjpmYWxzZSxcIkNoaWxkcmVuXCI6W119XX1dfSx7XCIkaWRcIjpcIjgzNlwiLFwiSW1wb3J0SWRcIjpcIjEwODRcIixcIklzSW1wb3J0ZWRcIjpmYWxzZSxcIkNoaWxkcmVuXCI6W119LHtcIiRpZFwiOlwiODM3XCIsXCJJbXBvcnRJZFwiOlwiMTA4NVwiLFwiSXNJbXBvcnRlZFwiOmZhbHNlLFwiQ2hpbGRyZW5cIjpbXX0se1wiJGlkXCI6XCI4MzhcIixcIkltcG9ydElkXCI6XCIxMDg2XCIsXCJJc0ltcG9ydGVkXCI6ZmFsc2UsXCJDaGlsZHJlblwiOltdfSx7XCIkaWRcIjpcIjgzOVwiLFwiSW1wb3J0SWRcIjpcIjEwODdcIixcIklzSW1wb3J0ZWRcIjpmYWxzZSxcIkNoaWxkcmVuXCI6W3tcIiRpZFwiOlwiODQwXCIsXCJJbXBvcnRJZFwiOlwiMTA4OFwiLFwiSXNJbXBvcnRlZFwiOmZhbHNlLFwiQ2hpbGRyZW5cIjpbe1wiJGlkXCI6XCI4NDFcIixcIkltcG9ydElkXCI6XCIxMDg5XCIsXCJJc0ltcG9ydGVkXCI6ZmFsc2UsXCJDaGlsZHJlblwiOltdfSx7XCIkaWRcIjpcIjg0MlwiLFwiSW1wb3J0SWRcIjpcIjEwOTBcIixcIklzSW1wb3J0ZWRcIjpmYWxzZSxcIkNoaWxkcmVuXCI6W119LHtcIiRpZFwiOlwiODQzXCIsXCJJbXBvcnRJZFwiOlwiMTA5MVwiLFwiSXNJbXBvcnRlZFwiOmZhbHNlLFwiQ2hpbGRyZW5cIjpbXX0se1wiJGlkXCI6XCI4NDRcIixcIkltcG9ydElkXCI6XCIxMDkyXCIsXCJJc0ltcG9ydGVkXCI6ZmFsc2UsXCJDaGlsZHJlblwiOltdfSx7XCIkaWRcIjpcIjg0NVwiLFwiSW1wb3J0SWRcIjpcIjEwOTNcIixcIklzSW1wb3J0ZWRcIjpmYWxzZSxcIkNoaWxkcmVuXCI6W119XX0se1wiJGlkXCI6XCI4NDZcIixcIkltcG9ydElkXCI6XCIxMDk0XCIsXCJJc0ltcG9ydGVkXCI6ZmFsc2UsXCJDaGlsZHJlblwiOlt7XCIkaWRcIjpcIjg0N1wiLFwiSW1wb3J0SWRcIjpcIjEwOTVcIixcIklzSW1wb3J0ZWRcIjpmYWxzZSxcIkNoaWxkcmVuXCI6W119LHtcIiRpZFwiOlwiODQ4XCIsXCJJbXBvcnRJZFwiOlwiMTA5NlwiLFwiSXNJbXBvcnRlZFwiOmZhbHNlLFwiQ2hpbGRyZW5cIjpbXX0se1wiJGlkXCI6XCI4NDlcIixcIkltcG9ydElkXCI6XCIxMDk3XCIsXCJJc0ltcG9ydGVkXCI6ZmFsc2UsXCJDaGlsZHJlblwiOltdfSx7XCIkaWRcIjpcIjg1MFwiLFwiSW1wb3J0SWRcIjpcIjEwOThcIixcIklzSW1wb3J0ZWRcIjpmYWxzZSxcIkNoaWxkcmVuXCI6W119LHtcIiRpZFwiOlwiODUxXCIsXCJJbXBvcnRJZFwiOlwiMTA5OVwiLFwiSXNJbXBvcnRlZFwiOmZhbHNlLFwiQ2hpbGRyZW5cIjpbXX1dfV19LHtcIiRpZFwiOlwiODUyXCIsXCJJbXBvcnRJZFwiOlwiMTEwMFwiLFwiSXNJbXBvcnRlZFwiOmZhbHNlLFwiQ2hpbGRyZW5cIjpbXX0se1wiJGlkXCI6XCI4NTNcIixcIkltcG9ydElkXCI6XCIxMTAxXCIsXCJJc0ltcG9ydGVkXCI6ZmFsc2UsXCJDaGlsZHJlblwiOlt7XCIkaWRcIjpcIjg1NFwiLFwiSW1wb3J0SWRcIjpcIjExMDJcIixcIklzSW1wb3J0ZWRcIjpmYWxzZSxcIkNoaWxkcmVuXCI6W119LHtcIiRpZFwiOlwiODU1XCIsXCJJbXBvcnRJZFwiOlwiMTEwM1wiLFwiSXNJbXBvcnRlZFwiOmZhbHNlLFwiQ2hpbGRyZW5cIjpbXX0se1wiJGlkXCI6XCI4NTZcIixcIkltcG9ydElkXCI6XCIxMTA0XCIsXCJJc0ltcG9ydGVkXCI6ZmFsc2UsXCJDaGlsZHJlblwiOltdfSx7XCIkaWRcIjpcIjg1N1wiLFwiSW1wb3J0SWRcIjpcIjExMDVcIixcIklzSW1wb3J0ZWRcIjpmYWxzZSxcIkNoaWxkcmVuXCI6W119XX0se1wiJGlkXCI6XCI4NThcIixcIkltcG9ydElkXCI6XCIxMTA2XCIsXCJJc0ltcG9ydGVkXCI6ZmFsc2UsXCJDaGlsZHJlblwiOlt7XCIkaWRcIjpcIjg1OVwiLFwiSW1wb3J0SWRcIjpcIjExMDdcIixcIklzSW1wb3J0ZWRcIjpmYWxzZSxcIkNoaWxkcmVuXCI6W119XX1dfV19XX0se1wiJGlkXCI6XCI4NjBcIixcIkltcG9ydElkXCI6XCIxMjA5XCIsXCJJc0ltcG9ydGVkXCI6ZmFsc2UsXCJDaGlsZHJlblwiOlt7XCIkaWRcIjpcIjg2MVwiLFwiSW1wb3J0SWRcIjpcIjEyMjVcIixcIklzSW1wb3J0ZWRcIjpmYWxzZSxcIkNoaWxkcmVuXCI6W3tcIiRpZFwiOlwiODYyXCIsXCJJbXBvcnRJZFwiOlwiMTIxMFwiLFwiSXNJbXBvcnRlZFwiOmZhbHNlLFwiQ2hpbGRyZW5cIjpbXX0se1wiJGlkXCI6XCI4NjNcIixcIkltcG9ydElkXCI6XCIxMjExXCIsXCJJc0ltcG9ydGVkXCI6ZmFsc2UsXCJDaGlsZHJlblwiOltdfSx7XCIkaWRcIjpcIjg2NFwiLFwiSW1wb3J0SWRcIjpcIjEyMTJcIixcIklzSW1wb3J0ZWRcIjpmYWxzZSxcIkNoaWxkcmVuXCI6W119LHtcIiRpZFwiOlwiODY1XCIsXCJJbXBvcnRJZFwiOlwiMTIxM1wiLFwiSXNJbXBvcnRlZFwiOmZhbHNlLFwiQ2hpbGRyZW5cIjpbXX0se1wiJGlkXCI6XCI4NjZcIixcIkltcG9ydElkXCI6XCIxMjE0XCIsXCJJc0ltcG9ydGVkXCI6ZmFsc2UsXCJDaGlsZHJlblwiOltdfSx7XCIkaWRcIjpcIjg2N1wiLFwiSW1wb3J0SWRcIjpcIjEyMTVcIixcIklzSW1wb3J0ZWRcIjpmYWxzZSxcIkNoaWxkcmVuXCI6W119LHtcIiRpZFwiOlwiODY4XCIsXCJJbXBvcnRJZFwiOlwiMTIxNlwiLFwiSXNJbXBvcnRlZFwiOmZhbHNlLFwiQ2hpbGRyZW5cIjpbXX0se1wiJGlkXCI6XCI4NjlcIixcIkltcG9ydElkXCI6XCIxMjE3XCIsXCJJc0ltcG9ydGVkXCI6ZmFsc2UsXCJDaGlsZHJlblwiOltdfSx7XCIkaWRcIjpcIjg3MFwiLFwiSW1wb3J0SWRcIjpcIjEyMThcIixcIklzSW1wb3J0ZWRcIjpmYWxzZSxcIkNoaWxkcmVuXCI6W119XX0se1wiJGlkXCI6XCI4NzFcIixcIkltcG9ydElkXCI6XCIxMjI2XCIsXCJJc0ltcG9ydGVkXCI6ZmFsc2UsXCJDaGlsZHJlblwiOlt7XCIkaWRcIjpcIjg3MlwiLFwiSW1wb3J0SWRcIjpcIjEyMTlcIixcIklzSW1wb3J0ZWRcIjpmYWxzZSxcIkNoaWxkcmVuXCI6W119LHtcIiRpZFwiOlwiODczXCIsXCJJbXBvcnRJZFwiOlwiMTIyMFwiLFwiSXNJbXBvcnRlZFwiOmZhbHNlLFwiQ2hpbGRyZW5cIjpbXX0se1wiJGlkXCI6XCI4NzRcIixcIkltcG9ydElkXCI6XCIxMjIxXCIsXCJJc0ltcG9ydGVkXCI6ZmFsc2UsXCJDaGlsZHJlblwiOltdfSx7XCIkaWRcIjpcIjg3NVwiLFwiSW1wb3J0SWRcIjpcIjEyMjJcIixcIklzSW1wb3J0ZWRcIjpmYWxzZSxcIkNoaWxkcmVuXCI6W119XX0se1wiJGlkXCI6XCI4NzZcIixcIkltcG9ydElkXCI6XCIxMjI3XCIsXCJJc0ltcG9ydGVkXCI6ZmFsc2UsXCJDaGlsZHJlblwiOlt7XCIkaWRcIjpcIjg3N1wiLFwiSW1wb3J0SWRcIjpcIjEyMjNcIixcIklzSW1wb3J0ZWRcIjpmYWxzZSxcIkNoaWxkcmVuXCI6W119LHtcIiRpZFwiOlwiODc4XCIsXCJJbXBvcnRJZFwiOlwiMTIyNFwiLFwiSXNJbXBvcnRlZFwiOmZhbHNlLFwiQ2hpbGRyZW5cIjpbXX1dfV19XX19IiwiTXNwU3luY0J5VWlkIjoiVHJ1ZSIsIlJlY2VudENvbG9yc0NvbGxlY3Rpb24iOiJbXSJ9LCJTZXR0aW5ncyI6eyIkaWQiOiI3MTkiLCJJbXBhT3B0aW9ucyI6eyIkaWQiOiI3MjA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IsIkZpbGVQYXRoIjoiRjpcXERpZ2l0YWxcXENXQiBSMS4yIFNjaGVkdWxlIC0gRUZUIGFuZCBDb21tZXJjaWFsX3YyLjAubXBwIiwiVGltZUNvbmZpZ3VyYXRpb24iOnsiJGlkIjoiNzIxIiwiVXNlVGltZSI6ZmFsc2UsIldvcmtEYXlTdGFydCI6IjA4OjAwOjAwIiwiV29ya0RheUVuZCI6IjE3OjAwOjAwIn0sIkxhc3RVc2VkVGVtcGxhdGVJZCI6ImNjMjZmODYzLTI3Y2UtNDgwZS1hNTg5LWIzZjEyZjJkNmViMCIsIkZpcnN0V2Vla09mWWVhciI6MH0="/>
  <p:tag name="__MASTER" val="__part_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CULTUREINFO" val="en-US"/>
  <p:tag name="OTLTIMEBANDSCALETYPE" val="Months"/>
  <p:tag name="OTLTIMEBANDSCALEFORMAT" val="MMM"/>
  <p:tag name="OTLTIMEBANDQUICKPOSITION" val="Custom"/>
  <p:tag name="OTLTIMEBANDSHAPETYPE" val="RoundedCornerRectangleTimeband"/>
  <p:tag name="OTLTIMEBANDTHREEDEFFECTS" val="Gel"/>
  <p:tag name="OTLTIMEBANDAUTODATERANGE" val="True"/>
  <p:tag name="OTLTIMEBANDSTARTDATE" val="0001-01-01T00:00:00.0000000"/>
  <p:tag name="OTLTIMEBANDWORKINGDAYS" val="Standard"/>
  <p:tag name="OTLTIMEBANDELAPSEDTIMEEXTENSION" val="False"/>
  <p:tag name="OTLTIMEBANDUSETIME" val="False"/>
  <p:tag name="OTLTIMEBANDTIMECONFIGWORKDAYSTART" val="08:00:00"/>
  <p:tag name="OTLTIMEBANDTIMECONFIGWORKDAYEND" val="17:00:00"/>
  <p:tag name="OTLTIMEBANDAPPENDYEARONYEARCHANGE" val="False"/>
  <p:tag name="OTLTIMEBANDSCALEMARKING" val="Years"/>
  <p:tag name="OTLRIGHTENDCAPSMARGINRIGHT" val="20"/>
  <p:tag name="OTLLEFTENDCAPSMARGINLEFT" val="20"/>
  <p:tag name="OTLTIMEBANDSHAPEPADDINGTOP" val="3"/>
  <p:tag name="OTLTIMEBANDFYSTARTMONTH" val="January"/>
  <p:tag name="OTLTIMEBANDSHOWFYLABEL" val="True"/>
  <p:tag name="OTLTIMEBANDUSESTARTINGOFTHEYEARFORFYNUMBERING" val="True"/>
  <p:tag name="OTLMARKERSHAPE" val="OTL"/>
  <p:tag name="OTLTIMEBANDENDDATE" val="2022-12-09T17:00:00.000000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Hide"/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ODAYPOSITION" val="Hide"/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MARKERSHAPE" val="OTL"/>
  <p:tag name="OTLSTARTDATE" val="2022-08-01T08:00:00.0000000Z"/>
  <p:tag name="OTLENDDATE" val="2022-09-09T17:00:00.0000000Z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MARKERSHAPE" val="OTL"/>
  <p:tag name="OTLSTARTDATE" val="2022-06-30T08:00:00.0000000Z"/>
  <p:tag name="OTLENDDATE" val="2022-07-15T17:00:00.0000000Z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MARKERSHAPE" val="OTL"/>
  <p:tag name="OTLSTARTDATE" val="2022-08-01T08:00:00.0000000Z"/>
  <p:tag name="OTLENDDATE" val="2022-08-12T17:00:00.0000000Z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MARKERSHAPE" val="OTL"/>
  <p:tag name="OTLSTARTDATE" val="2022-09-12T08:00:00.0000000Z"/>
  <p:tag name="OTLENDDATE" val="2022-10-07T17:00:00.0000000Z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MARKERSHAPE" val="OTL"/>
  <p:tag name="OTLSTARTDATE" val="2022-04-18T08:00:00.0000000Z"/>
  <p:tag name="OTLENDDATE" val="2022-05-13T17:00:00.0000000Z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STARTDATE" val="2022-07-12T08:00:00.0000000Z"/>
  <p:tag name="OTLENDDATE" val="2022-07-27T17:00:00.0000000Z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5-16T08:00:00.0000000Z"/>
  <p:tag name="OTLENDDATE" val="2022-05-27T17:00:00.0000000Z"/>
  <p:tag name="OTLPERCENTAGE" val="0"/>
  <p:tag name="OTLDURATIONFORMAT" val="day"/>
  <p:tag name="OTLSPACING" val="3"/>
  <p:tag name="OTLSHAPETHICKNESSTYPE" val="Thin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0"/>
  <p:tag name="OTLDURATIONFORMAT" val="day"/>
  <p:tag name="OTLSPACING" val="3"/>
  <p:tag name="OTLSHAPETHICKNESSTYPE" val="Thin"/>
  <p:tag name="OTLSTARTDATE" val="2022-06-10T08:00:00.0000000Z"/>
  <p:tag name="OTLENDDATE" val="2022-06-16T17:00:00.0000000Z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11-14T08:00:00.0000000Z"/>
  <p:tag name="OTLENDDATE" val="2022-12-09T17:00:00.0000000Z"/>
  <p:tag name="OTLPERCENTAGE" val="0"/>
  <p:tag name="OTLDURATIONFORMAT" val="day"/>
  <p:tag name="OTLSPACING" val="3"/>
  <p:tag name="OTLSHAPETHICKNESSTYPE" val="Thin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ARKERSHAPE" val="OTL"/>
  <p:tag name="OTLMTITLE" val="R1.1/Alerts Go-Live"/>
  <p:tag name="OTLDATE" val="2022-07-28T08:00:00.000000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ARKERSHAPE" val="OTL"/>
  <p:tag name="OTLMTITLE" val="R1.1 Merge with R1.2 Start"/>
  <p:tag name="OTLDATE" val="2022-08-01T17:00:00.000000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ARKERSHAPE" val="OTL"/>
  <p:tag name="OTLMTITLE" val="R1.1 Fast Follower Go-Live (TBC)"/>
  <p:tag name="OTLDATE" val="2022-10-31T17:00:00.000000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ARKERSHAPE" val="OTL"/>
  <p:tag name="OTLMTITLE" val="R1.1 VCOO/HF Merge Go-Live"/>
  <p:tag name="OTLDATE" val="2022-08-29T08:00:00.000000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R1.1 to R1.2 Upgrade/Merge Complete"/>
  <p:tag name="OTLPOSITIONONTASK" val="None"/>
  <p:tag name="OTLRELATEDTASKID" val="00000000-0000-0000-0000-000000000000"/>
  <p:tag name="OTLDATE" val="2022-09-09T17:00:00.000000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R1.1 Merged with Alerts"/>
  <p:tag name="OTLDATE" val="2022-05-24T08:00:00.0000000"/>
  <p:tag name="OTLPOSITIONONTASK" val="None"/>
  <p:tag name="OTLRELATEDTASKID" val="00000000-0000-0000-0000-00000000000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TITLE" val="R1.1 Alerts Merged w/ VCOO/Hot Fix"/>
  <p:tag name="OTLDATE" val="2022-07-15T08:00:00.000000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1_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2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2D93E9AB-E93C-4163-B906-28E343ED8AC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B1F6CB-458E-45B9-81F4-514AF3BB74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4F8F0A-99BF-4731-8822-320754BFCBCE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sharepoint/v4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5A4A00D-DDE8-46FF-BA1F-B890F7020ACE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36431</TotalTime>
  <Words>619</Words>
  <Application>Microsoft Office PowerPoint</Application>
  <PresentationFormat>Widescreen</PresentationFormat>
  <Paragraphs>185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Wingdings</vt:lpstr>
      <vt:lpstr>1_2 Primary Gold - Content</vt:lpstr>
      <vt:lpstr>3 Navy - Content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Alvin Quach</dc:creator>
  <cp:lastModifiedBy>Jeff Ong</cp:lastModifiedBy>
  <cp:revision>496</cp:revision>
  <dcterms:created xsi:type="dcterms:W3CDTF">2021-06-15T17:10:44Z</dcterms:created>
  <dcterms:modified xsi:type="dcterms:W3CDTF">2022-08-09T20:43:08Z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1056100</vt:r8>
  </property>
  <property fmtid="{D5CDD505-2E9C-101B-9397-08002B2CF9AE}" pid="4" name="URL">
    <vt:lpwstr/>
  </property>
</Properties>
</file>