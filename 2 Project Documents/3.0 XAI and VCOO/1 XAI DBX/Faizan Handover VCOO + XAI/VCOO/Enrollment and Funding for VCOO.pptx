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3" r:id="rId2"/>
  </p:sldMasterIdLst>
  <p:notesMasterIdLst>
    <p:notesMasterId r:id="rId17"/>
  </p:notesMasterIdLst>
  <p:sldIdLst>
    <p:sldId id="256" r:id="rId3"/>
    <p:sldId id="257" r:id="rId4"/>
    <p:sldId id="266" r:id="rId5"/>
    <p:sldId id="268" r:id="rId6"/>
    <p:sldId id="270" r:id="rId7"/>
    <p:sldId id="258" r:id="rId8"/>
    <p:sldId id="259" r:id="rId9"/>
    <p:sldId id="261" r:id="rId10"/>
    <p:sldId id="262" r:id="rId11"/>
    <p:sldId id="263" r:id="rId12"/>
    <p:sldId id="265" r:id="rId13"/>
    <p:sldId id="264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85422" autoAdjust="0"/>
  </p:normalViewPr>
  <p:slideViewPr>
    <p:cSldViewPr snapToGrid="0">
      <p:cViewPr>
        <p:scale>
          <a:sx n="100" d="100"/>
          <a:sy n="100" d="100"/>
        </p:scale>
        <p:origin x="-1356" y="-2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499806-068B-432F-88C6-8AD665E3AE2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A33914E1-7962-4F59-827D-D0AA212018E4}">
      <dgm:prSet phldrT="[Text]"/>
      <dgm:spPr/>
      <dgm:t>
        <a:bodyPr/>
        <a:lstStyle/>
        <a:p>
          <a:r>
            <a:rPr lang="en-US" dirty="0"/>
            <a:t>1</a:t>
          </a:r>
        </a:p>
        <a:p>
          <a:r>
            <a:rPr lang="en-US" dirty="0"/>
            <a:t>Analyze the Business Data</a:t>
          </a:r>
          <a:endParaRPr lang="en-CA" dirty="0"/>
        </a:p>
      </dgm:t>
    </dgm:pt>
    <dgm:pt modelId="{21B21CEE-609C-42C2-81FD-584CF40CBD9F}" type="parTrans" cxnId="{A724C6CF-DAE7-438E-A2AA-81F049E5BA46}">
      <dgm:prSet/>
      <dgm:spPr/>
      <dgm:t>
        <a:bodyPr/>
        <a:lstStyle/>
        <a:p>
          <a:endParaRPr lang="en-CA"/>
        </a:p>
      </dgm:t>
    </dgm:pt>
    <dgm:pt modelId="{31041539-56D5-4603-BE93-F65257835A40}" type="sibTrans" cxnId="{A724C6CF-DAE7-438E-A2AA-81F049E5BA46}">
      <dgm:prSet/>
      <dgm:spPr/>
      <dgm:t>
        <a:bodyPr/>
        <a:lstStyle/>
        <a:p>
          <a:endParaRPr lang="en-CA"/>
        </a:p>
      </dgm:t>
    </dgm:pt>
    <dgm:pt modelId="{9585B402-269F-40AB-9E71-DB58505EA95B}">
      <dgm:prSet phldrT="[Text]"/>
      <dgm:spPr/>
      <dgm:t>
        <a:bodyPr/>
        <a:lstStyle/>
        <a:p>
          <a:r>
            <a:rPr lang="en-US" dirty="0"/>
            <a:t>2</a:t>
          </a:r>
        </a:p>
        <a:p>
          <a:r>
            <a:rPr lang="en-US" dirty="0"/>
            <a:t>Show YoY Insights</a:t>
          </a:r>
          <a:endParaRPr lang="en-CA" dirty="0"/>
        </a:p>
      </dgm:t>
    </dgm:pt>
    <dgm:pt modelId="{8C848650-2AD3-4DFA-A58A-64ECFA36984A}" type="parTrans" cxnId="{14E028CE-75C6-4888-A63F-FC545F9DCD88}">
      <dgm:prSet/>
      <dgm:spPr/>
      <dgm:t>
        <a:bodyPr/>
        <a:lstStyle/>
        <a:p>
          <a:endParaRPr lang="en-CA"/>
        </a:p>
      </dgm:t>
    </dgm:pt>
    <dgm:pt modelId="{139F7347-8A40-4EEB-BB80-74F170E87DAB}" type="sibTrans" cxnId="{14E028CE-75C6-4888-A63F-FC545F9DCD88}">
      <dgm:prSet/>
      <dgm:spPr/>
      <dgm:t>
        <a:bodyPr/>
        <a:lstStyle/>
        <a:p>
          <a:endParaRPr lang="en-CA"/>
        </a:p>
      </dgm:t>
    </dgm:pt>
    <dgm:pt modelId="{A36E96BD-D7BE-4BDD-8A1B-684A637BA1B7}">
      <dgm:prSet phldrT="[Text]"/>
      <dgm:spPr/>
      <dgm:t>
        <a:bodyPr/>
        <a:lstStyle/>
        <a:p>
          <a:r>
            <a:rPr lang="en-US" dirty="0"/>
            <a:t>3</a:t>
          </a:r>
        </a:p>
        <a:p>
          <a:r>
            <a:rPr lang="en-US" dirty="0"/>
            <a:t>Select Relevant KPIs</a:t>
          </a:r>
          <a:endParaRPr lang="en-CA" dirty="0"/>
        </a:p>
      </dgm:t>
    </dgm:pt>
    <dgm:pt modelId="{E26BC182-787A-4E81-A79F-1E8A13386CC5}" type="parTrans" cxnId="{F4B28911-8596-487E-9BFB-388BDFE093E3}">
      <dgm:prSet/>
      <dgm:spPr/>
      <dgm:t>
        <a:bodyPr/>
        <a:lstStyle/>
        <a:p>
          <a:endParaRPr lang="en-CA"/>
        </a:p>
      </dgm:t>
    </dgm:pt>
    <dgm:pt modelId="{448F1424-4B07-4D7C-8898-CB69EDB68E7C}" type="sibTrans" cxnId="{F4B28911-8596-487E-9BFB-388BDFE093E3}">
      <dgm:prSet/>
      <dgm:spPr/>
      <dgm:t>
        <a:bodyPr/>
        <a:lstStyle/>
        <a:p>
          <a:endParaRPr lang="en-CA"/>
        </a:p>
      </dgm:t>
    </dgm:pt>
    <dgm:pt modelId="{E95B91B5-B549-4757-BC92-4A84C962CEF2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/>
            <a:t>0</a:t>
          </a:r>
        </a:p>
        <a:p>
          <a:r>
            <a:rPr lang="en-US" dirty="0"/>
            <a:t>Ingest the Business Data</a:t>
          </a:r>
          <a:endParaRPr lang="en-CA" dirty="0"/>
        </a:p>
      </dgm:t>
    </dgm:pt>
    <dgm:pt modelId="{4F734177-BFB9-4434-9A4E-11CBE9ABC1CC}" type="parTrans" cxnId="{80E734AF-BABE-4572-94C2-907C2057F7BA}">
      <dgm:prSet/>
      <dgm:spPr/>
      <dgm:t>
        <a:bodyPr/>
        <a:lstStyle/>
        <a:p>
          <a:endParaRPr lang="en-CA"/>
        </a:p>
      </dgm:t>
    </dgm:pt>
    <dgm:pt modelId="{374CE6EE-A36B-477F-A483-CCDB93FE6615}" type="sibTrans" cxnId="{80E734AF-BABE-4572-94C2-907C2057F7BA}">
      <dgm:prSet/>
      <dgm:spPr/>
      <dgm:t>
        <a:bodyPr/>
        <a:lstStyle/>
        <a:p>
          <a:endParaRPr lang="en-CA"/>
        </a:p>
      </dgm:t>
    </dgm:pt>
    <dgm:pt modelId="{3E8F9205-C486-4C72-9228-D655A4CCD2CA}">
      <dgm:prSet phldrT="[Text]"/>
      <dgm:spPr/>
      <dgm:t>
        <a:bodyPr/>
        <a:lstStyle/>
        <a:p>
          <a:r>
            <a:rPr lang="en-US" dirty="0"/>
            <a:t>4</a:t>
          </a:r>
        </a:p>
        <a:p>
          <a:r>
            <a:rPr lang="en-US" dirty="0"/>
            <a:t>Set Next Year’s Goals</a:t>
          </a:r>
          <a:endParaRPr lang="en-CA" dirty="0"/>
        </a:p>
      </dgm:t>
    </dgm:pt>
    <dgm:pt modelId="{CAF85782-7F12-4B4D-AF57-50F66A7DFE56}" type="parTrans" cxnId="{FB3FEB4C-36FF-4E0B-AC41-E152434EE586}">
      <dgm:prSet/>
      <dgm:spPr/>
      <dgm:t>
        <a:bodyPr/>
        <a:lstStyle/>
        <a:p>
          <a:endParaRPr lang="en-CA"/>
        </a:p>
      </dgm:t>
    </dgm:pt>
    <dgm:pt modelId="{BD67091C-4024-4F6D-9629-8138F05BC7B8}" type="sibTrans" cxnId="{FB3FEB4C-36FF-4E0B-AC41-E152434EE586}">
      <dgm:prSet/>
      <dgm:spPr/>
      <dgm:t>
        <a:bodyPr/>
        <a:lstStyle/>
        <a:p>
          <a:endParaRPr lang="en-CA"/>
        </a:p>
      </dgm:t>
    </dgm:pt>
    <dgm:pt modelId="{60E18A86-5C7B-40AD-9682-12E8C029C1F8}" type="pres">
      <dgm:prSet presAssocID="{94499806-068B-432F-88C6-8AD665E3AE2B}" presName="CompostProcess" presStyleCnt="0">
        <dgm:presLayoutVars>
          <dgm:dir/>
          <dgm:resizeHandles val="exact"/>
        </dgm:presLayoutVars>
      </dgm:prSet>
      <dgm:spPr/>
    </dgm:pt>
    <dgm:pt modelId="{D6094763-358B-42B4-A1E0-6FFE3F7EDED5}" type="pres">
      <dgm:prSet presAssocID="{94499806-068B-432F-88C6-8AD665E3AE2B}" presName="arrow" presStyleLbl="bgShp" presStyleIdx="0" presStyleCnt="1"/>
      <dgm:spPr/>
    </dgm:pt>
    <dgm:pt modelId="{280288F5-FF16-4E33-8820-898D2544FE61}" type="pres">
      <dgm:prSet presAssocID="{94499806-068B-432F-88C6-8AD665E3AE2B}" presName="linearProcess" presStyleCnt="0"/>
      <dgm:spPr/>
    </dgm:pt>
    <dgm:pt modelId="{7E0FE711-BE58-4CAF-8AF6-B7E978D5B0FF}" type="pres">
      <dgm:prSet presAssocID="{E95B91B5-B549-4757-BC92-4A84C962CEF2}" presName="textNode" presStyleLbl="node1" presStyleIdx="0" presStyleCnt="5">
        <dgm:presLayoutVars>
          <dgm:bulletEnabled val="1"/>
        </dgm:presLayoutVars>
      </dgm:prSet>
      <dgm:spPr/>
    </dgm:pt>
    <dgm:pt modelId="{BCBFDAEF-F49A-406B-8D4E-0AF68C553B8A}" type="pres">
      <dgm:prSet presAssocID="{374CE6EE-A36B-477F-A483-CCDB93FE6615}" presName="sibTrans" presStyleCnt="0"/>
      <dgm:spPr/>
    </dgm:pt>
    <dgm:pt modelId="{3012F29B-D1A4-449A-AB6A-A48EFD5652D9}" type="pres">
      <dgm:prSet presAssocID="{A33914E1-7962-4F59-827D-D0AA212018E4}" presName="textNode" presStyleLbl="node1" presStyleIdx="1" presStyleCnt="5">
        <dgm:presLayoutVars>
          <dgm:bulletEnabled val="1"/>
        </dgm:presLayoutVars>
      </dgm:prSet>
      <dgm:spPr/>
    </dgm:pt>
    <dgm:pt modelId="{44778ECA-CA9D-4B74-8369-59649FDD18CD}" type="pres">
      <dgm:prSet presAssocID="{31041539-56D5-4603-BE93-F65257835A40}" presName="sibTrans" presStyleCnt="0"/>
      <dgm:spPr/>
    </dgm:pt>
    <dgm:pt modelId="{144EE221-B54F-447A-9F56-FB15B1856857}" type="pres">
      <dgm:prSet presAssocID="{9585B402-269F-40AB-9E71-DB58505EA95B}" presName="textNode" presStyleLbl="node1" presStyleIdx="2" presStyleCnt="5">
        <dgm:presLayoutVars>
          <dgm:bulletEnabled val="1"/>
        </dgm:presLayoutVars>
      </dgm:prSet>
      <dgm:spPr/>
    </dgm:pt>
    <dgm:pt modelId="{99D4CD10-13A0-4B17-B55E-48EAC98C6ADC}" type="pres">
      <dgm:prSet presAssocID="{139F7347-8A40-4EEB-BB80-74F170E87DAB}" presName="sibTrans" presStyleCnt="0"/>
      <dgm:spPr/>
    </dgm:pt>
    <dgm:pt modelId="{0768B096-7F0E-4948-B177-C4BDD9C0F1F5}" type="pres">
      <dgm:prSet presAssocID="{A36E96BD-D7BE-4BDD-8A1B-684A637BA1B7}" presName="textNode" presStyleLbl="node1" presStyleIdx="3" presStyleCnt="5">
        <dgm:presLayoutVars>
          <dgm:bulletEnabled val="1"/>
        </dgm:presLayoutVars>
      </dgm:prSet>
      <dgm:spPr/>
    </dgm:pt>
    <dgm:pt modelId="{8C317EBB-32A5-4AA7-B311-22EF3CD40C87}" type="pres">
      <dgm:prSet presAssocID="{448F1424-4B07-4D7C-8898-CB69EDB68E7C}" presName="sibTrans" presStyleCnt="0"/>
      <dgm:spPr/>
    </dgm:pt>
    <dgm:pt modelId="{5CA2498A-3373-4ABB-A4B4-96B6AF04C63F}" type="pres">
      <dgm:prSet presAssocID="{3E8F9205-C486-4C72-9228-D655A4CCD2CA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F4B28911-8596-487E-9BFB-388BDFE093E3}" srcId="{94499806-068B-432F-88C6-8AD665E3AE2B}" destId="{A36E96BD-D7BE-4BDD-8A1B-684A637BA1B7}" srcOrd="3" destOrd="0" parTransId="{E26BC182-787A-4E81-A79F-1E8A13386CC5}" sibTransId="{448F1424-4B07-4D7C-8898-CB69EDB68E7C}"/>
    <dgm:cxn modelId="{CF989823-2F7D-4137-8449-046E7D99A61A}" type="presOf" srcId="{3E8F9205-C486-4C72-9228-D655A4CCD2CA}" destId="{5CA2498A-3373-4ABB-A4B4-96B6AF04C63F}" srcOrd="0" destOrd="0" presId="urn:microsoft.com/office/officeart/2005/8/layout/hProcess9"/>
    <dgm:cxn modelId="{FB3FEB4C-36FF-4E0B-AC41-E152434EE586}" srcId="{94499806-068B-432F-88C6-8AD665E3AE2B}" destId="{3E8F9205-C486-4C72-9228-D655A4CCD2CA}" srcOrd="4" destOrd="0" parTransId="{CAF85782-7F12-4B4D-AF57-50F66A7DFE56}" sibTransId="{BD67091C-4024-4F6D-9629-8138F05BC7B8}"/>
    <dgm:cxn modelId="{49AD9378-8703-483D-BAEA-857734FAEBEF}" type="presOf" srcId="{A33914E1-7962-4F59-827D-D0AA212018E4}" destId="{3012F29B-D1A4-449A-AB6A-A48EFD5652D9}" srcOrd="0" destOrd="0" presId="urn:microsoft.com/office/officeart/2005/8/layout/hProcess9"/>
    <dgm:cxn modelId="{30CB3586-A5E5-4EE7-B7A6-D65C2956755B}" type="presOf" srcId="{94499806-068B-432F-88C6-8AD665E3AE2B}" destId="{60E18A86-5C7B-40AD-9682-12E8C029C1F8}" srcOrd="0" destOrd="0" presId="urn:microsoft.com/office/officeart/2005/8/layout/hProcess9"/>
    <dgm:cxn modelId="{79A0C98A-6D5A-49E8-9D3D-2D2CDD07EBAD}" type="presOf" srcId="{A36E96BD-D7BE-4BDD-8A1B-684A637BA1B7}" destId="{0768B096-7F0E-4948-B177-C4BDD9C0F1F5}" srcOrd="0" destOrd="0" presId="urn:microsoft.com/office/officeart/2005/8/layout/hProcess9"/>
    <dgm:cxn modelId="{80E734AF-BABE-4572-94C2-907C2057F7BA}" srcId="{94499806-068B-432F-88C6-8AD665E3AE2B}" destId="{E95B91B5-B549-4757-BC92-4A84C962CEF2}" srcOrd="0" destOrd="0" parTransId="{4F734177-BFB9-4434-9A4E-11CBE9ABC1CC}" sibTransId="{374CE6EE-A36B-477F-A483-CCDB93FE6615}"/>
    <dgm:cxn modelId="{848D78BC-1018-4D33-BD2A-5F8C019A3A8C}" type="presOf" srcId="{9585B402-269F-40AB-9E71-DB58505EA95B}" destId="{144EE221-B54F-447A-9F56-FB15B1856857}" srcOrd="0" destOrd="0" presId="urn:microsoft.com/office/officeart/2005/8/layout/hProcess9"/>
    <dgm:cxn modelId="{14E028CE-75C6-4888-A63F-FC545F9DCD88}" srcId="{94499806-068B-432F-88C6-8AD665E3AE2B}" destId="{9585B402-269F-40AB-9E71-DB58505EA95B}" srcOrd="2" destOrd="0" parTransId="{8C848650-2AD3-4DFA-A58A-64ECFA36984A}" sibTransId="{139F7347-8A40-4EEB-BB80-74F170E87DAB}"/>
    <dgm:cxn modelId="{A724C6CF-DAE7-438E-A2AA-81F049E5BA46}" srcId="{94499806-068B-432F-88C6-8AD665E3AE2B}" destId="{A33914E1-7962-4F59-827D-D0AA212018E4}" srcOrd="1" destOrd="0" parTransId="{21B21CEE-609C-42C2-81FD-584CF40CBD9F}" sibTransId="{31041539-56D5-4603-BE93-F65257835A40}"/>
    <dgm:cxn modelId="{F708C4D1-24E8-46FB-AB87-9AABA4428D55}" type="presOf" srcId="{E95B91B5-B549-4757-BC92-4A84C962CEF2}" destId="{7E0FE711-BE58-4CAF-8AF6-B7E978D5B0FF}" srcOrd="0" destOrd="0" presId="urn:microsoft.com/office/officeart/2005/8/layout/hProcess9"/>
    <dgm:cxn modelId="{6251EC12-232A-40BB-8975-F1E5DFFEC627}" type="presParOf" srcId="{60E18A86-5C7B-40AD-9682-12E8C029C1F8}" destId="{D6094763-358B-42B4-A1E0-6FFE3F7EDED5}" srcOrd="0" destOrd="0" presId="urn:microsoft.com/office/officeart/2005/8/layout/hProcess9"/>
    <dgm:cxn modelId="{88C20B7C-27F1-46E3-9FDD-2158E7BA83EE}" type="presParOf" srcId="{60E18A86-5C7B-40AD-9682-12E8C029C1F8}" destId="{280288F5-FF16-4E33-8820-898D2544FE61}" srcOrd="1" destOrd="0" presId="urn:microsoft.com/office/officeart/2005/8/layout/hProcess9"/>
    <dgm:cxn modelId="{A59A08B2-B913-4F83-8117-D2D207DC238C}" type="presParOf" srcId="{280288F5-FF16-4E33-8820-898D2544FE61}" destId="{7E0FE711-BE58-4CAF-8AF6-B7E978D5B0FF}" srcOrd="0" destOrd="0" presId="urn:microsoft.com/office/officeart/2005/8/layout/hProcess9"/>
    <dgm:cxn modelId="{D1DFFC2B-A71B-494E-8E07-5DEEE30374A2}" type="presParOf" srcId="{280288F5-FF16-4E33-8820-898D2544FE61}" destId="{BCBFDAEF-F49A-406B-8D4E-0AF68C553B8A}" srcOrd="1" destOrd="0" presId="urn:microsoft.com/office/officeart/2005/8/layout/hProcess9"/>
    <dgm:cxn modelId="{7238DE8C-56C7-48B0-BCB4-B9659A267BEA}" type="presParOf" srcId="{280288F5-FF16-4E33-8820-898D2544FE61}" destId="{3012F29B-D1A4-449A-AB6A-A48EFD5652D9}" srcOrd="2" destOrd="0" presId="urn:microsoft.com/office/officeart/2005/8/layout/hProcess9"/>
    <dgm:cxn modelId="{12B5365B-0E4B-4AD6-9009-B054D1351A73}" type="presParOf" srcId="{280288F5-FF16-4E33-8820-898D2544FE61}" destId="{44778ECA-CA9D-4B74-8369-59649FDD18CD}" srcOrd="3" destOrd="0" presId="urn:microsoft.com/office/officeart/2005/8/layout/hProcess9"/>
    <dgm:cxn modelId="{6059A642-03FA-408D-B730-59C1812AA0C6}" type="presParOf" srcId="{280288F5-FF16-4E33-8820-898D2544FE61}" destId="{144EE221-B54F-447A-9F56-FB15B1856857}" srcOrd="4" destOrd="0" presId="urn:microsoft.com/office/officeart/2005/8/layout/hProcess9"/>
    <dgm:cxn modelId="{87E81661-472B-45EF-9BF9-750F9CD8E408}" type="presParOf" srcId="{280288F5-FF16-4E33-8820-898D2544FE61}" destId="{99D4CD10-13A0-4B17-B55E-48EAC98C6ADC}" srcOrd="5" destOrd="0" presId="urn:microsoft.com/office/officeart/2005/8/layout/hProcess9"/>
    <dgm:cxn modelId="{E574F468-4107-47E8-B0DA-D8FDDFCB23A1}" type="presParOf" srcId="{280288F5-FF16-4E33-8820-898D2544FE61}" destId="{0768B096-7F0E-4948-B177-C4BDD9C0F1F5}" srcOrd="6" destOrd="0" presId="urn:microsoft.com/office/officeart/2005/8/layout/hProcess9"/>
    <dgm:cxn modelId="{5BA6527D-1409-4D0D-B3F1-447AD8B9D4E8}" type="presParOf" srcId="{280288F5-FF16-4E33-8820-898D2544FE61}" destId="{8C317EBB-32A5-4AA7-B311-22EF3CD40C87}" srcOrd="7" destOrd="0" presId="urn:microsoft.com/office/officeart/2005/8/layout/hProcess9"/>
    <dgm:cxn modelId="{94CBD5FC-6763-47EC-A9D8-3FBC685729EB}" type="presParOf" srcId="{280288F5-FF16-4E33-8820-898D2544FE61}" destId="{5CA2498A-3373-4ABB-A4B4-96B6AF04C63F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C3F4A6-0254-4045-A59F-819BACDC9DD1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145E4A59-B01C-4844-83B9-2E7F6EB55636}">
      <dgm:prSet phldrT="[Text]" custT="1"/>
      <dgm:spPr/>
      <dgm:t>
        <a:bodyPr/>
        <a:lstStyle/>
        <a:p>
          <a:r>
            <a:rPr lang="en-US" sz="1050" dirty="0"/>
            <a:t>Insights</a:t>
          </a:r>
          <a:endParaRPr lang="en-CA" sz="1050" dirty="0"/>
        </a:p>
      </dgm:t>
    </dgm:pt>
    <dgm:pt modelId="{EA016085-0E29-4259-8897-41C0B0589957}" type="parTrans" cxnId="{F30C7475-B5F2-4475-AB56-B455801E39A0}">
      <dgm:prSet/>
      <dgm:spPr/>
      <dgm:t>
        <a:bodyPr/>
        <a:lstStyle/>
        <a:p>
          <a:endParaRPr lang="en-CA" sz="1400"/>
        </a:p>
      </dgm:t>
    </dgm:pt>
    <dgm:pt modelId="{45DE4C2C-D6DE-46C1-B31A-25E2627DB86B}" type="sibTrans" cxnId="{F30C7475-B5F2-4475-AB56-B455801E39A0}">
      <dgm:prSet custT="1"/>
      <dgm:spPr/>
      <dgm:t>
        <a:bodyPr/>
        <a:lstStyle/>
        <a:p>
          <a:endParaRPr lang="en-CA" sz="900"/>
        </a:p>
      </dgm:t>
    </dgm:pt>
    <dgm:pt modelId="{C2BCD3DB-4D82-4603-8017-A60477A9468C}">
      <dgm:prSet phldrT="[Text]" custT="1"/>
      <dgm:spPr/>
      <dgm:t>
        <a:bodyPr/>
        <a:lstStyle/>
        <a:p>
          <a:r>
            <a:rPr lang="en-US" sz="1050" dirty="0"/>
            <a:t>Simulator</a:t>
          </a:r>
          <a:endParaRPr lang="en-CA" sz="1050" dirty="0"/>
        </a:p>
      </dgm:t>
    </dgm:pt>
    <dgm:pt modelId="{C82E966C-FF42-4A0A-BBDE-E58EC19AFA00}" type="parTrans" cxnId="{8F8BAAE2-2819-4507-845C-7EDF11FC1796}">
      <dgm:prSet/>
      <dgm:spPr/>
      <dgm:t>
        <a:bodyPr/>
        <a:lstStyle/>
        <a:p>
          <a:endParaRPr lang="en-CA" sz="1400"/>
        </a:p>
      </dgm:t>
    </dgm:pt>
    <dgm:pt modelId="{62A8A877-B568-4123-9F17-3ED89467D61E}" type="sibTrans" cxnId="{8F8BAAE2-2819-4507-845C-7EDF11FC1796}">
      <dgm:prSet custT="1"/>
      <dgm:spPr/>
      <dgm:t>
        <a:bodyPr/>
        <a:lstStyle/>
        <a:p>
          <a:endParaRPr lang="en-CA" sz="900"/>
        </a:p>
      </dgm:t>
    </dgm:pt>
    <dgm:pt modelId="{D0F5753B-E81D-4265-9C6F-82D34D6C627F}">
      <dgm:prSet phldrT="[Text]" custT="1"/>
      <dgm:spPr/>
      <dgm:t>
        <a:bodyPr/>
        <a:lstStyle/>
        <a:p>
          <a:r>
            <a:rPr lang="en-US" sz="1050" dirty="0"/>
            <a:t>Cashflow</a:t>
          </a:r>
          <a:endParaRPr lang="en-CA" sz="1050" dirty="0"/>
        </a:p>
      </dgm:t>
    </dgm:pt>
    <dgm:pt modelId="{9A2468C9-981E-4A4C-821C-0CE177547A7D}" type="parTrans" cxnId="{01BC9AE5-426A-47C2-991B-D3833AF21E96}">
      <dgm:prSet/>
      <dgm:spPr/>
      <dgm:t>
        <a:bodyPr/>
        <a:lstStyle/>
        <a:p>
          <a:endParaRPr lang="en-CA" sz="1400"/>
        </a:p>
      </dgm:t>
    </dgm:pt>
    <dgm:pt modelId="{7649F4D9-2762-43DD-9A78-71C89D549244}" type="sibTrans" cxnId="{01BC9AE5-426A-47C2-991B-D3833AF21E96}">
      <dgm:prSet/>
      <dgm:spPr/>
      <dgm:t>
        <a:bodyPr/>
        <a:lstStyle/>
        <a:p>
          <a:endParaRPr lang="en-CA" sz="1400"/>
        </a:p>
      </dgm:t>
    </dgm:pt>
    <dgm:pt modelId="{7D523826-F817-42E2-B596-264408C2C495}">
      <dgm:prSet phldrT="[Text]" custT="1"/>
      <dgm:spPr/>
      <dgm:t>
        <a:bodyPr/>
        <a:lstStyle/>
        <a:p>
          <a:r>
            <a:rPr lang="en-US" sz="1050" dirty="0"/>
            <a:t>Plan</a:t>
          </a:r>
          <a:endParaRPr lang="en-CA" sz="1050" dirty="0"/>
        </a:p>
      </dgm:t>
    </dgm:pt>
    <dgm:pt modelId="{97CEAAEF-7590-4CED-9126-3E828D8AE8EB}" type="parTrans" cxnId="{A383986E-33D6-4341-B5F0-6F5F0305E1F5}">
      <dgm:prSet/>
      <dgm:spPr/>
      <dgm:t>
        <a:bodyPr/>
        <a:lstStyle/>
        <a:p>
          <a:endParaRPr lang="en-CA" sz="1400"/>
        </a:p>
      </dgm:t>
    </dgm:pt>
    <dgm:pt modelId="{29F0C2F7-5B37-49D9-A9D2-042DF64AEE28}" type="sibTrans" cxnId="{A383986E-33D6-4341-B5F0-6F5F0305E1F5}">
      <dgm:prSet custT="1"/>
      <dgm:spPr/>
      <dgm:t>
        <a:bodyPr/>
        <a:lstStyle/>
        <a:p>
          <a:endParaRPr lang="en-CA" sz="900"/>
        </a:p>
      </dgm:t>
    </dgm:pt>
    <dgm:pt modelId="{4E980D70-38CD-40F3-A72C-1C939887CC6C}">
      <dgm:prSet phldrT="[Text]" custT="1"/>
      <dgm:spPr/>
      <dgm:t>
        <a:bodyPr/>
        <a:lstStyle/>
        <a:p>
          <a:r>
            <a:rPr lang="en-US" sz="1050" dirty="0"/>
            <a:t> Parameters with impact on Cash flow</a:t>
          </a:r>
          <a:endParaRPr lang="en-CA" sz="1050" dirty="0"/>
        </a:p>
      </dgm:t>
    </dgm:pt>
    <dgm:pt modelId="{C8001CE6-7F59-40C6-A8F2-7CCCD11E116C}" type="parTrans" cxnId="{6415C581-5C9D-4D5C-A131-96B4C36E1B58}">
      <dgm:prSet/>
      <dgm:spPr/>
      <dgm:t>
        <a:bodyPr/>
        <a:lstStyle/>
        <a:p>
          <a:endParaRPr lang="en-CA" sz="1400"/>
        </a:p>
      </dgm:t>
    </dgm:pt>
    <dgm:pt modelId="{C0225E20-13C1-4694-AD7A-A695EB40A3C7}" type="sibTrans" cxnId="{6415C581-5C9D-4D5C-A131-96B4C36E1B58}">
      <dgm:prSet/>
      <dgm:spPr/>
      <dgm:t>
        <a:bodyPr/>
        <a:lstStyle/>
        <a:p>
          <a:endParaRPr lang="en-CA" sz="1400"/>
        </a:p>
      </dgm:t>
    </dgm:pt>
    <dgm:pt modelId="{B7F3E860-F76C-4140-8535-61292C5AFB09}">
      <dgm:prSet phldrT="[Text]" custT="1"/>
      <dgm:spPr/>
      <dgm:t>
        <a:bodyPr/>
        <a:lstStyle/>
        <a:p>
          <a:r>
            <a:rPr lang="en-US" sz="1050" dirty="0"/>
            <a:t>Funding</a:t>
          </a:r>
          <a:endParaRPr lang="en-CA" sz="1050" dirty="0"/>
        </a:p>
      </dgm:t>
    </dgm:pt>
    <dgm:pt modelId="{4CB9E11D-9BCE-4657-AF59-65AA33BCBFC1}" type="parTrans" cxnId="{3BF8A26E-890C-4522-BBCA-F965187CEEB2}">
      <dgm:prSet/>
      <dgm:spPr/>
      <dgm:t>
        <a:bodyPr/>
        <a:lstStyle/>
        <a:p>
          <a:endParaRPr lang="en-CA" sz="1400"/>
        </a:p>
      </dgm:t>
    </dgm:pt>
    <dgm:pt modelId="{2699FC7A-B46A-47D3-9ACB-5D97326B19BA}" type="sibTrans" cxnId="{3BF8A26E-890C-4522-BBCA-F965187CEEB2}">
      <dgm:prSet custT="1"/>
      <dgm:spPr/>
      <dgm:t>
        <a:bodyPr/>
        <a:lstStyle/>
        <a:p>
          <a:endParaRPr lang="en-CA" sz="900"/>
        </a:p>
      </dgm:t>
    </dgm:pt>
    <dgm:pt modelId="{21315A27-F0D0-4F01-A1EE-8A4D33270159}">
      <dgm:prSet phldrT="[Text]" custT="1"/>
      <dgm:spPr/>
      <dgm:t>
        <a:bodyPr/>
        <a:lstStyle/>
        <a:p>
          <a:r>
            <a:rPr lang="en-US" sz="1050" dirty="0"/>
            <a:t> Existing bank accounts &amp; LoC</a:t>
          </a:r>
          <a:endParaRPr lang="en-CA" sz="1050" dirty="0"/>
        </a:p>
      </dgm:t>
    </dgm:pt>
    <dgm:pt modelId="{E69C52D4-F4AA-403F-915F-205E2E240331}" type="parTrans" cxnId="{D31EE129-1EAB-4458-B04E-78A9B08C93CF}">
      <dgm:prSet/>
      <dgm:spPr/>
      <dgm:t>
        <a:bodyPr/>
        <a:lstStyle/>
        <a:p>
          <a:endParaRPr lang="en-CA" sz="1400"/>
        </a:p>
      </dgm:t>
    </dgm:pt>
    <dgm:pt modelId="{985121BC-537D-408C-9C32-0F8DF76850DF}" type="sibTrans" cxnId="{D31EE129-1EAB-4458-B04E-78A9B08C93CF}">
      <dgm:prSet/>
      <dgm:spPr/>
      <dgm:t>
        <a:bodyPr/>
        <a:lstStyle/>
        <a:p>
          <a:endParaRPr lang="en-CA" sz="1400"/>
        </a:p>
      </dgm:t>
    </dgm:pt>
    <dgm:pt modelId="{31887B6B-F5F0-41DC-B2E8-3E9540E06F9D}">
      <dgm:prSet phldrT="[Text]" custT="1"/>
      <dgm:spPr/>
      <dgm:t>
        <a:bodyPr/>
        <a:lstStyle/>
        <a:p>
          <a:r>
            <a:rPr lang="en-US" sz="1050" dirty="0"/>
            <a:t> Simulate</a:t>
          </a:r>
          <a:endParaRPr lang="en-CA" sz="1050" dirty="0"/>
        </a:p>
      </dgm:t>
    </dgm:pt>
    <dgm:pt modelId="{2E5F2D27-A3E5-44E9-A2B2-9BA696589603}" type="parTrans" cxnId="{7DF40DD5-93C0-4082-BE55-E036D3840769}">
      <dgm:prSet/>
      <dgm:spPr/>
      <dgm:t>
        <a:bodyPr/>
        <a:lstStyle/>
        <a:p>
          <a:endParaRPr lang="en-CA" sz="1400"/>
        </a:p>
      </dgm:t>
    </dgm:pt>
    <dgm:pt modelId="{7AABCFFB-AB13-4532-A3DD-34F62978E8E1}" type="sibTrans" cxnId="{7DF40DD5-93C0-4082-BE55-E036D3840769}">
      <dgm:prSet/>
      <dgm:spPr/>
      <dgm:t>
        <a:bodyPr/>
        <a:lstStyle/>
        <a:p>
          <a:endParaRPr lang="en-CA" sz="1400"/>
        </a:p>
      </dgm:t>
    </dgm:pt>
    <dgm:pt modelId="{5A2D15F1-7589-469C-95F0-D3B184B5D32A}">
      <dgm:prSet phldrT="[Text]" custT="1"/>
      <dgm:spPr/>
      <dgm:t>
        <a:bodyPr/>
        <a:lstStyle/>
        <a:p>
          <a:r>
            <a:rPr lang="en-US" sz="1050" dirty="0"/>
            <a:t>Recommended Plan(s)</a:t>
          </a:r>
          <a:endParaRPr lang="en-CA" sz="1050" dirty="0"/>
        </a:p>
      </dgm:t>
    </dgm:pt>
    <dgm:pt modelId="{997D2D52-0CB0-4C94-A38B-B46972220EF5}" type="parTrans" cxnId="{6404E1DD-F2A8-43BE-BF17-401104252856}">
      <dgm:prSet/>
      <dgm:spPr/>
      <dgm:t>
        <a:bodyPr/>
        <a:lstStyle/>
        <a:p>
          <a:endParaRPr lang="en-CA" sz="1400"/>
        </a:p>
      </dgm:t>
    </dgm:pt>
    <dgm:pt modelId="{5B1089E2-9C41-4666-8653-35753461C380}" type="sibTrans" cxnId="{6404E1DD-F2A8-43BE-BF17-401104252856}">
      <dgm:prSet/>
      <dgm:spPr/>
      <dgm:t>
        <a:bodyPr/>
        <a:lstStyle/>
        <a:p>
          <a:endParaRPr lang="en-CA" sz="1400"/>
        </a:p>
      </dgm:t>
    </dgm:pt>
    <dgm:pt modelId="{4E050F4D-4C20-409F-BFB3-9CA8F6529970}">
      <dgm:prSet phldrT="[Text]" custT="1"/>
      <dgm:spPr/>
      <dgm:t>
        <a:bodyPr/>
        <a:lstStyle/>
        <a:p>
          <a:r>
            <a:rPr lang="en-US" sz="1050" dirty="0"/>
            <a:t> Funding</a:t>
          </a:r>
          <a:endParaRPr lang="en-CA" sz="1050" dirty="0"/>
        </a:p>
      </dgm:t>
    </dgm:pt>
    <dgm:pt modelId="{EEFCDBC2-0BE8-4D47-B8C7-527E04ECCFCF}" type="parTrans" cxnId="{B116C4F8-EA1F-46B1-8449-DE929D4CFF20}">
      <dgm:prSet/>
      <dgm:spPr/>
      <dgm:t>
        <a:bodyPr/>
        <a:lstStyle/>
        <a:p>
          <a:endParaRPr lang="en-CA" sz="1400"/>
        </a:p>
      </dgm:t>
    </dgm:pt>
    <dgm:pt modelId="{3C5EBE0D-D48C-4222-A9E1-A1BDA7EBF249}" type="sibTrans" cxnId="{B116C4F8-EA1F-46B1-8449-DE929D4CFF20}">
      <dgm:prSet/>
      <dgm:spPr/>
      <dgm:t>
        <a:bodyPr/>
        <a:lstStyle/>
        <a:p>
          <a:endParaRPr lang="en-CA" sz="1400"/>
        </a:p>
      </dgm:t>
    </dgm:pt>
    <dgm:pt modelId="{D52FDEED-E4BF-4D8E-9941-806FF3F8E66F}">
      <dgm:prSet phldrT="[Text]" custT="1"/>
      <dgm:spPr/>
      <dgm:t>
        <a:bodyPr/>
        <a:lstStyle/>
        <a:p>
          <a:r>
            <a:rPr lang="en-US" sz="1050" dirty="0"/>
            <a:t> </a:t>
          </a:r>
          <a:r>
            <a:rPr lang="en-US" sz="1050" dirty="0">
              <a:solidFill>
                <a:schemeClr val="tx1"/>
              </a:solidFill>
            </a:rPr>
            <a:t>LoC top-up or new Lending products</a:t>
          </a:r>
          <a:endParaRPr lang="en-CA" sz="1050" dirty="0">
            <a:solidFill>
              <a:schemeClr val="tx1"/>
            </a:solidFill>
          </a:endParaRPr>
        </a:p>
      </dgm:t>
    </dgm:pt>
    <dgm:pt modelId="{F564B64A-BD50-44A1-B546-E4B0B3D324FD}" type="parTrans" cxnId="{E74060E3-505D-408F-A39E-B942ACE9AC40}">
      <dgm:prSet/>
      <dgm:spPr/>
      <dgm:t>
        <a:bodyPr/>
        <a:lstStyle/>
        <a:p>
          <a:endParaRPr lang="en-CA" sz="1400"/>
        </a:p>
      </dgm:t>
    </dgm:pt>
    <dgm:pt modelId="{1CB198A1-09DF-40C4-B2D3-5E32BF0054DD}" type="sibTrans" cxnId="{E74060E3-505D-408F-A39E-B942ACE9AC40}">
      <dgm:prSet/>
      <dgm:spPr/>
      <dgm:t>
        <a:bodyPr/>
        <a:lstStyle/>
        <a:p>
          <a:endParaRPr lang="en-CA" sz="1400"/>
        </a:p>
      </dgm:t>
    </dgm:pt>
    <dgm:pt modelId="{7C39E604-9574-4291-898E-800707135B91}">
      <dgm:prSet phldrT="[Text]" custT="1"/>
      <dgm:spPr/>
      <dgm:t>
        <a:bodyPr/>
        <a:lstStyle/>
        <a:p>
          <a:r>
            <a:rPr lang="en-US" sz="1050" dirty="0"/>
            <a:t>Save &amp; Send Plan</a:t>
          </a:r>
          <a:endParaRPr lang="en-CA" sz="1050" dirty="0"/>
        </a:p>
      </dgm:t>
    </dgm:pt>
    <dgm:pt modelId="{67394DEC-1288-448C-A2E2-79559117029B}" type="parTrans" cxnId="{91742C6A-81A6-448A-9A1D-5D3E7B8EC476}">
      <dgm:prSet/>
      <dgm:spPr/>
      <dgm:t>
        <a:bodyPr/>
        <a:lstStyle/>
        <a:p>
          <a:endParaRPr lang="en-CA" sz="1400"/>
        </a:p>
      </dgm:t>
    </dgm:pt>
    <dgm:pt modelId="{0B0F5F99-CFA1-4FE6-AF98-DBF770ED8602}" type="sibTrans" cxnId="{91742C6A-81A6-448A-9A1D-5D3E7B8EC476}">
      <dgm:prSet custT="1"/>
      <dgm:spPr/>
      <dgm:t>
        <a:bodyPr/>
        <a:lstStyle/>
        <a:p>
          <a:endParaRPr lang="en-CA" sz="900"/>
        </a:p>
      </dgm:t>
    </dgm:pt>
    <dgm:pt modelId="{E6C15FC0-E4D2-4C77-ACB1-982FD6EAC0F2}">
      <dgm:prSet phldrT="[Text]" custT="1"/>
      <dgm:spPr/>
      <dgm:t>
        <a:bodyPr/>
        <a:lstStyle/>
        <a:p>
          <a:r>
            <a:rPr lang="en-US" sz="1050" dirty="0"/>
            <a:t>Execution</a:t>
          </a:r>
          <a:endParaRPr lang="en-CA" sz="1050" dirty="0"/>
        </a:p>
      </dgm:t>
    </dgm:pt>
    <dgm:pt modelId="{548CE14E-B447-431D-B8B1-CBD50F78C702}" type="parTrans" cxnId="{A8DDD157-BBDD-4E69-AB09-AC672ADB1D0C}">
      <dgm:prSet/>
      <dgm:spPr/>
      <dgm:t>
        <a:bodyPr/>
        <a:lstStyle/>
        <a:p>
          <a:endParaRPr lang="en-CA" sz="1400"/>
        </a:p>
      </dgm:t>
    </dgm:pt>
    <dgm:pt modelId="{689AE716-C4DF-44A5-B6A1-8D3449818F20}" type="sibTrans" cxnId="{A8DDD157-BBDD-4E69-AB09-AC672ADB1D0C}">
      <dgm:prSet/>
      <dgm:spPr/>
      <dgm:t>
        <a:bodyPr/>
        <a:lstStyle/>
        <a:p>
          <a:endParaRPr lang="en-CA" sz="1400"/>
        </a:p>
      </dgm:t>
    </dgm:pt>
    <dgm:pt modelId="{846B7924-BF17-49CB-95FD-414D6A848A53}">
      <dgm:prSet phldrT="[Text]" custT="1"/>
      <dgm:spPr/>
      <dgm:t>
        <a:bodyPr/>
        <a:lstStyle/>
        <a:p>
          <a:r>
            <a:rPr lang="en-US" sz="1050" dirty="0">
              <a:solidFill>
                <a:schemeClr val="tx1"/>
              </a:solidFill>
            </a:rPr>
            <a:t> Handoff to Backoffice for review</a:t>
          </a:r>
          <a:endParaRPr lang="en-CA" sz="1050" dirty="0">
            <a:solidFill>
              <a:schemeClr val="tx1"/>
            </a:solidFill>
          </a:endParaRPr>
        </a:p>
      </dgm:t>
    </dgm:pt>
    <dgm:pt modelId="{D804103E-0B02-44C1-89FE-90B28235B842}" type="parTrans" cxnId="{C2EBE76E-AAE2-477C-B014-DAE1BA3B5A8B}">
      <dgm:prSet/>
      <dgm:spPr/>
      <dgm:t>
        <a:bodyPr/>
        <a:lstStyle/>
        <a:p>
          <a:endParaRPr lang="en-CA" sz="1400"/>
        </a:p>
      </dgm:t>
    </dgm:pt>
    <dgm:pt modelId="{61FC58AE-12CA-4676-A5F7-59D55AE9DDE1}" type="sibTrans" cxnId="{C2EBE76E-AAE2-477C-B014-DAE1BA3B5A8B}">
      <dgm:prSet/>
      <dgm:spPr/>
      <dgm:t>
        <a:bodyPr/>
        <a:lstStyle/>
        <a:p>
          <a:endParaRPr lang="en-CA" sz="1400"/>
        </a:p>
      </dgm:t>
    </dgm:pt>
    <dgm:pt modelId="{47817CBE-F814-4984-95E7-8FADE5A411EE}">
      <dgm:prSet phldrT="[Text]" custT="1"/>
      <dgm:spPr/>
      <dgm:t>
        <a:bodyPr/>
        <a:lstStyle/>
        <a:p>
          <a:r>
            <a:rPr lang="en-US" sz="1050" dirty="0"/>
            <a:t> Manual with Backoffice team</a:t>
          </a:r>
          <a:endParaRPr lang="en-CA" sz="1050" dirty="0"/>
        </a:p>
      </dgm:t>
    </dgm:pt>
    <dgm:pt modelId="{BC5985CA-77EF-4C73-846B-2BD5F1ADD5A2}" type="parTrans" cxnId="{9CA890D9-9ADE-4193-B165-89A0385BAE36}">
      <dgm:prSet/>
      <dgm:spPr/>
      <dgm:t>
        <a:bodyPr/>
        <a:lstStyle/>
        <a:p>
          <a:endParaRPr lang="en-CA" sz="1400"/>
        </a:p>
      </dgm:t>
    </dgm:pt>
    <dgm:pt modelId="{CDEDC6D3-42D7-41B1-8D2D-F47E0914088C}" type="sibTrans" cxnId="{9CA890D9-9ADE-4193-B165-89A0385BAE36}">
      <dgm:prSet/>
      <dgm:spPr/>
      <dgm:t>
        <a:bodyPr/>
        <a:lstStyle/>
        <a:p>
          <a:endParaRPr lang="en-CA" sz="1400"/>
        </a:p>
      </dgm:t>
    </dgm:pt>
    <dgm:pt modelId="{83AB69D9-F41D-4EEA-8771-B58FD201139B}">
      <dgm:prSet phldrT="[Text]" custT="1"/>
      <dgm:spPr/>
      <dgm:t>
        <a:bodyPr/>
        <a:lstStyle/>
        <a:p>
          <a:r>
            <a:rPr lang="en-US" sz="1050" dirty="0">
              <a:solidFill>
                <a:srgbClr val="FF0000"/>
              </a:solidFill>
            </a:rPr>
            <a:t>Automation (Surplus, Cashflow, Shortage)</a:t>
          </a:r>
          <a:endParaRPr lang="en-CA" sz="1050" dirty="0">
            <a:solidFill>
              <a:srgbClr val="FF0000"/>
            </a:solidFill>
          </a:endParaRPr>
        </a:p>
      </dgm:t>
    </dgm:pt>
    <dgm:pt modelId="{F5632474-9234-4336-8D01-D6509F2F29E3}" type="parTrans" cxnId="{43B5EF22-CD36-4D96-8C64-4569F35C6E2C}">
      <dgm:prSet/>
      <dgm:spPr/>
      <dgm:t>
        <a:bodyPr/>
        <a:lstStyle/>
        <a:p>
          <a:endParaRPr lang="en-CA" sz="1400"/>
        </a:p>
      </dgm:t>
    </dgm:pt>
    <dgm:pt modelId="{8C87E783-F19E-4D6F-A1CE-D2828A705E13}" type="sibTrans" cxnId="{43B5EF22-CD36-4D96-8C64-4569F35C6E2C}">
      <dgm:prSet/>
      <dgm:spPr/>
      <dgm:t>
        <a:bodyPr/>
        <a:lstStyle/>
        <a:p>
          <a:endParaRPr lang="en-CA" sz="1400"/>
        </a:p>
      </dgm:t>
    </dgm:pt>
    <dgm:pt modelId="{F274DD31-4D78-4460-9617-633BCD94E661}">
      <dgm:prSet phldrT="[Text]" custT="1"/>
      <dgm:spPr/>
      <dgm:t>
        <a:bodyPr/>
        <a:lstStyle/>
        <a:p>
          <a:r>
            <a:rPr lang="en-US" sz="1050" dirty="0"/>
            <a:t> Allow editing</a:t>
          </a:r>
          <a:endParaRPr lang="en-CA" sz="1050" dirty="0"/>
        </a:p>
      </dgm:t>
    </dgm:pt>
    <dgm:pt modelId="{C9862402-AA6D-45DD-9F87-AB9095B6F3DC}" type="parTrans" cxnId="{55CA5C04-515B-449C-8D02-EF461BB30A8B}">
      <dgm:prSet/>
      <dgm:spPr/>
      <dgm:t>
        <a:bodyPr/>
        <a:lstStyle/>
        <a:p>
          <a:endParaRPr lang="en-CA" sz="1400"/>
        </a:p>
      </dgm:t>
    </dgm:pt>
    <dgm:pt modelId="{61ACAF5F-3FA1-4789-B425-0718532D18A3}" type="sibTrans" cxnId="{55CA5C04-515B-449C-8D02-EF461BB30A8B}">
      <dgm:prSet/>
      <dgm:spPr/>
      <dgm:t>
        <a:bodyPr/>
        <a:lstStyle/>
        <a:p>
          <a:endParaRPr lang="en-CA" sz="1400"/>
        </a:p>
      </dgm:t>
    </dgm:pt>
    <dgm:pt modelId="{72633AA7-F81C-4CE0-92FB-EA3F07CA3698}">
      <dgm:prSet phldrT="[Text]" custT="1"/>
      <dgm:spPr/>
      <dgm:t>
        <a:bodyPr/>
        <a:lstStyle/>
        <a:p>
          <a:r>
            <a:rPr lang="en-US" sz="1050" dirty="0">
              <a:solidFill>
                <a:srgbClr val="FF0000"/>
              </a:solidFill>
            </a:rPr>
            <a:t>Health score impact</a:t>
          </a:r>
          <a:endParaRPr lang="en-CA" sz="1050" dirty="0">
            <a:solidFill>
              <a:srgbClr val="FF0000"/>
            </a:solidFill>
          </a:endParaRPr>
        </a:p>
      </dgm:t>
    </dgm:pt>
    <dgm:pt modelId="{C814C33E-1139-490C-8519-7625DC7B1A4E}" type="parTrans" cxnId="{3D5E9AE1-D3A8-4A01-987C-76DBCB042720}">
      <dgm:prSet/>
      <dgm:spPr/>
      <dgm:t>
        <a:bodyPr/>
        <a:lstStyle/>
        <a:p>
          <a:endParaRPr lang="en-CA" sz="1400"/>
        </a:p>
      </dgm:t>
    </dgm:pt>
    <dgm:pt modelId="{7E7B9599-6568-4294-9431-541A0D0D520C}" type="sibTrans" cxnId="{3D5E9AE1-D3A8-4A01-987C-76DBCB042720}">
      <dgm:prSet/>
      <dgm:spPr/>
      <dgm:t>
        <a:bodyPr/>
        <a:lstStyle/>
        <a:p>
          <a:endParaRPr lang="en-CA" sz="1400"/>
        </a:p>
      </dgm:t>
    </dgm:pt>
    <dgm:pt modelId="{0BC9B198-6ED1-4D28-9669-16710CDFB0FE}">
      <dgm:prSet phldrT="[Text]" custT="1"/>
      <dgm:spPr/>
      <dgm:t>
        <a:bodyPr/>
        <a:lstStyle/>
        <a:p>
          <a:r>
            <a:rPr lang="en-US" sz="1050" dirty="0">
              <a:solidFill>
                <a:srgbClr val="FF0000"/>
              </a:solidFill>
            </a:rPr>
            <a:t>Health score</a:t>
          </a:r>
          <a:endParaRPr lang="en-CA" sz="1050" dirty="0">
            <a:solidFill>
              <a:srgbClr val="FF0000"/>
            </a:solidFill>
          </a:endParaRPr>
        </a:p>
      </dgm:t>
    </dgm:pt>
    <dgm:pt modelId="{794ED5B8-515E-4CCF-B56F-3DE0DD805402}" type="parTrans" cxnId="{A08C7600-761C-4B7B-B7AE-4DDE29E036F7}">
      <dgm:prSet/>
      <dgm:spPr/>
      <dgm:t>
        <a:bodyPr/>
        <a:lstStyle/>
        <a:p>
          <a:endParaRPr lang="en-CA" sz="1400"/>
        </a:p>
      </dgm:t>
    </dgm:pt>
    <dgm:pt modelId="{5FA0E42E-93FE-4A6D-A30A-1BD23C7DBE26}" type="sibTrans" cxnId="{A08C7600-761C-4B7B-B7AE-4DDE29E036F7}">
      <dgm:prSet/>
      <dgm:spPr/>
      <dgm:t>
        <a:bodyPr/>
        <a:lstStyle/>
        <a:p>
          <a:endParaRPr lang="en-CA" sz="1400"/>
        </a:p>
      </dgm:t>
    </dgm:pt>
    <dgm:pt modelId="{399ED62B-DAF4-44F7-A049-8F97CE7ED7AE}">
      <dgm:prSet phldrT="[Text]" custT="1"/>
      <dgm:spPr/>
      <dgm:t>
        <a:bodyPr/>
        <a:lstStyle/>
        <a:p>
          <a:r>
            <a:rPr lang="en-US" sz="1050" dirty="0">
              <a:solidFill>
                <a:schemeClr val="tx1"/>
              </a:solidFill>
            </a:rPr>
            <a:t>manually</a:t>
          </a:r>
          <a:endParaRPr lang="en-CA" sz="1050" dirty="0">
            <a:solidFill>
              <a:schemeClr val="tx1"/>
            </a:solidFill>
          </a:endParaRPr>
        </a:p>
      </dgm:t>
    </dgm:pt>
    <dgm:pt modelId="{DF26158A-0436-4168-8FA6-4ABF2DFC85EA}" type="parTrans" cxnId="{57C59ACE-D815-4BB7-B607-8BDA18191D54}">
      <dgm:prSet/>
      <dgm:spPr/>
      <dgm:t>
        <a:bodyPr/>
        <a:lstStyle/>
        <a:p>
          <a:endParaRPr lang="en-CA" sz="1400"/>
        </a:p>
      </dgm:t>
    </dgm:pt>
    <dgm:pt modelId="{AFCD3805-273D-4095-BC5D-6D990B8B8569}" type="sibTrans" cxnId="{57C59ACE-D815-4BB7-B607-8BDA18191D54}">
      <dgm:prSet/>
      <dgm:spPr/>
      <dgm:t>
        <a:bodyPr/>
        <a:lstStyle/>
        <a:p>
          <a:endParaRPr lang="en-CA" sz="1400"/>
        </a:p>
      </dgm:t>
    </dgm:pt>
    <dgm:pt modelId="{6F6EC1FF-9DE6-4917-8843-3F8CE2ABBDE7}">
      <dgm:prSet phldrT="[Text]" custT="1"/>
      <dgm:spPr/>
      <dgm:t>
        <a:bodyPr/>
        <a:lstStyle/>
        <a:p>
          <a:r>
            <a:rPr lang="en-US" sz="1050" dirty="0">
              <a:solidFill>
                <a:srgbClr val="FF0000"/>
              </a:solidFill>
            </a:rPr>
            <a:t>automated</a:t>
          </a:r>
          <a:endParaRPr lang="en-CA" sz="1050" dirty="0">
            <a:solidFill>
              <a:srgbClr val="FF0000"/>
            </a:solidFill>
          </a:endParaRPr>
        </a:p>
      </dgm:t>
    </dgm:pt>
    <dgm:pt modelId="{B0ECC2C0-F823-499D-9AEB-10E3FED0944D}" type="parTrans" cxnId="{448DAEB4-8846-4B27-9047-FBF801D519FA}">
      <dgm:prSet/>
      <dgm:spPr/>
      <dgm:t>
        <a:bodyPr/>
        <a:lstStyle/>
        <a:p>
          <a:endParaRPr lang="en-CA" sz="1400"/>
        </a:p>
      </dgm:t>
    </dgm:pt>
    <dgm:pt modelId="{04905CB3-FD84-447B-9284-2A12EFA28586}" type="sibTrans" cxnId="{448DAEB4-8846-4B27-9047-FBF801D519FA}">
      <dgm:prSet/>
      <dgm:spPr/>
      <dgm:t>
        <a:bodyPr/>
        <a:lstStyle/>
        <a:p>
          <a:endParaRPr lang="en-CA" sz="1400"/>
        </a:p>
      </dgm:t>
    </dgm:pt>
    <dgm:pt modelId="{365C44D7-618C-40D2-8ED7-58692F137A8E}">
      <dgm:prSet phldrT="[Text]" custT="1"/>
      <dgm:spPr/>
      <dgm:t>
        <a:bodyPr/>
        <a:lstStyle/>
        <a:p>
          <a:r>
            <a:rPr lang="en-US" sz="1050" dirty="0">
              <a:solidFill>
                <a:srgbClr val="FF0000"/>
              </a:solidFill>
            </a:rPr>
            <a:t>Move/Track allocated funds</a:t>
          </a:r>
          <a:endParaRPr lang="en-CA" sz="1050" dirty="0">
            <a:solidFill>
              <a:srgbClr val="FF0000"/>
            </a:solidFill>
          </a:endParaRPr>
        </a:p>
      </dgm:t>
    </dgm:pt>
    <dgm:pt modelId="{28F08B6D-6753-4DFF-A994-EB8F2AF1979B}" type="parTrans" cxnId="{B1619CC5-679B-415B-B12A-AAEBD9A03139}">
      <dgm:prSet/>
      <dgm:spPr/>
      <dgm:t>
        <a:bodyPr/>
        <a:lstStyle/>
        <a:p>
          <a:endParaRPr lang="en-CA" sz="1400"/>
        </a:p>
      </dgm:t>
    </dgm:pt>
    <dgm:pt modelId="{767DE2DF-A88E-4202-AE17-9D562B181EB7}" type="sibTrans" cxnId="{B1619CC5-679B-415B-B12A-AAEBD9A03139}">
      <dgm:prSet/>
      <dgm:spPr/>
      <dgm:t>
        <a:bodyPr/>
        <a:lstStyle/>
        <a:p>
          <a:endParaRPr lang="en-CA" sz="1400"/>
        </a:p>
      </dgm:t>
    </dgm:pt>
    <dgm:pt modelId="{2129E7FE-66C2-4407-BC17-37ED08FE6C0C}">
      <dgm:prSet phldrT="[Text]" custT="1"/>
      <dgm:spPr/>
      <dgm:t>
        <a:bodyPr/>
        <a:lstStyle/>
        <a:p>
          <a:r>
            <a:rPr lang="en-US" sz="1050" dirty="0">
              <a:solidFill>
                <a:srgbClr val="FF0000"/>
              </a:solidFill>
            </a:rPr>
            <a:t>Execution</a:t>
          </a:r>
          <a:endParaRPr lang="en-CA" sz="1050" dirty="0">
            <a:solidFill>
              <a:srgbClr val="FF0000"/>
            </a:solidFill>
          </a:endParaRPr>
        </a:p>
      </dgm:t>
    </dgm:pt>
    <dgm:pt modelId="{294B06B5-7E4B-42C9-A244-C263716B4B4F}" type="parTrans" cxnId="{6D86C90C-DFE8-4D54-A40F-3F221C0AF954}">
      <dgm:prSet/>
      <dgm:spPr/>
      <dgm:t>
        <a:bodyPr/>
        <a:lstStyle/>
        <a:p>
          <a:endParaRPr lang="en-CA" sz="1400"/>
        </a:p>
      </dgm:t>
    </dgm:pt>
    <dgm:pt modelId="{13B6E83A-AE77-4107-B96F-D5A2EE92989C}" type="sibTrans" cxnId="{6D86C90C-DFE8-4D54-A40F-3F221C0AF954}">
      <dgm:prSet/>
      <dgm:spPr/>
      <dgm:t>
        <a:bodyPr/>
        <a:lstStyle/>
        <a:p>
          <a:endParaRPr lang="en-CA" sz="1400"/>
        </a:p>
      </dgm:t>
    </dgm:pt>
    <dgm:pt modelId="{B0FF04C9-6DC7-47BF-B6AA-14624B5C9E13}">
      <dgm:prSet phldrT="[Text]" custT="1"/>
      <dgm:spPr/>
      <dgm:t>
        <a:bodyPr/>
        <a:lstStyle/>
        <a:p>
          <a:endParaRPr lang="en-CA" sz="1050" dirty="0">
            <a:solidFill>
              <a:srgbClr val="FF0000"/>
            </a:solidFill>
          </a:endParaRPr>
        </a:p>
      </dgm:t>
    </dgm:pt>
    <dgm:pt modelId="{28266CF1-55D5-4B7C-8377-42C7416260B2}" type="parTrans" cxnId="{21FF121C-845A-4BDA-8098-6346699A7DD5}">
      <dgm:prSet/>
      <dgm:spPr/>
      <dgm:t>
        <a:bodyPr/>
        <a:lstStyle/>
        <a:p>
          <a:endParaRPr lang="en-CA" sz="1400"/>
        </a:p>
      </dgm:t>
    </dgm:pt>
    <dgm:pt modelId="{DD5560CC-6A3C-46B8-83D6-9AFC9CD966B3}" type="sibTrans" cxnId="{21FF121C-845A-4BDA-8098-6346699A7DD5}">
      <dgm:prSet/>
      <dgm:spPr/>
      <dgm:t>
        <a:bodyPr/>
        <a:lstStyle/>
        <a:p>
          <a:endParaRPr lang="en-CA" sz="1400"/>
        </a:p>
      </dgm:t>
    </dgm:pt>
    <dgm:pt modelId="{CCCAE183-99D3-42F5-9622-51AC7342F046}">
      <dgm:prSet phldrT="[Text]" custT="1"/>
      <dgm:spPr/>
      <dgm:t>
        <a:bodyPr/>
        <a:lstStyle/>
        <a:p>
          <a:r>
            <a:rPr lang="en-US" sz="1050" dirty="0">
              <a:solidFill>
                <a:srgbClr val="FF0000"/>
              </a:solidFill>
            </a:rPr>
            <a:t>Impact on cash flows &amp; health score</a:t>
          </a:r>
          <a:endParaRPr lang="en-CA" sz="1050" dirty="0">
            <a:solidFill>
              <a:srgbClr val="FF0000"/>
            </a:solidFill>
          </a:endParaRPr>
        </a:p>
      </dgm:t>
    </dgm:pt>
    <dgm:pt modelId="{10771D6A-CF38-4BD0-8B3D-3640D5A9032C}" type="parTrans" cxnId="{53EA03CD-4A2E-49DB-971F-E90226A1BE28}">
      <dgm:prSet/>
      <dgm:spPr/>
      <dgm:t>
        <a:bodyPr/>
        <a:lstStyle/>
        <a:p>
          <a:endParaRPr lang="en-CA" sz="1400"/>
        </a:p>
      </dgm:t>
    </dgm:pt>
    <dgm:pt modelId="{010DC364-F6FF-4A3B-8121-0C51AC501F41}" type="sibTrans" cxnId="{53EA03CD-4A2E-49DB-971F-E90226A1BE28}">
      <dgm:prSet/>
      <dgm:spPr/>
      <dgm:t>
        <a:bodyPr/>
        <a:lstStyle/>
        <a:p>
          <a:endParaRPr lang="en-CA" sz="1400"/>
        </a:p>
      </dgm:t>
    </dgm:pt>
    <dgm:pt modelId="{5F32538A-BFF5-49CF-B57B-78038228D4E4}" type="pres">
      <dgm:prSet presAssocID="{1EC3F4A6-0254-4045-A59F-819BACDC9DD1}" presName="linearFlow" presStyleCnt="0">
        <dgm:presLayoutVars>
          <dgm:dir/>
          <dgm:animLvl val="lvl"/>
          <dgm:resizeHandles val="exact"/>
        </dgm:presLayoutVars>
      </dgm:prSet>
      <dgm:spPr/>
    </dgm:pt>
    <dgm:pt modelId="{7C8784D2-72A4-43F3-89F4-DF533A5FCF78}" type="pres">
      <dgm:prSet presAssocID="{145E4A59-B01C-4844-83B9-2E7F6EB55636}" presName="composite" presStyleCnt="0"/>
      <dgm:spPr/>
    </dgm:pt>
    <dgm:pt modelId="{95B80C27-CFF6-4D19-96BB-D0A6D296E996}" type="pres">
      <dgm:prSet presAssocID="{145E4A59-B01C-4844-83B9-2E7F6EB55636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C8391BE9-4989-4D61-9587-F2C34D790367}" type="pres">
      <dgm:prSet presAssocID="{145E4A59-B01C-4844-83B9-2E7F6EB55636}" presName="parSh" presStyleLbl="node1" presStyleIdx="0" presStyleCnt="6"/>
      <dgm:spPr/>
    </dgm:pt>
    <dgm:pt modelId="{C00D5620-6BCB-4B88-90CD-5AFBB2931EDA}" type="pres">
      <dgm:prSet presAssocID="{145E4A59-B01C-4844-83B9-2E7F6EB55636}" presName="desTx" presStyleLbl="fgAcc1" presStyleIdx="0" presStyleCnt="6">
        <dgm:presLayoutVars>
          <dgm:bulletEnabled val="1"/>
        </dgm:presLayoutVars>
      </dgm:prSet>
      <dgm:spPr/>
    </dgm:pt>
    <dgm:pt modelId="{3D4E8C60-3B53-4DD6-9DCB-4DDF23B3F133}" type="pres">
      <dgm:prSet presAssocID="{45DE4C2C-D6DE-46C1-B31A-25E2627DB86B}" presName="sibTrans" presStyleLbl="sibTrans2D1" presStyleIdx="0" presStyleCnt="5"/>
      <dgm:spPr/>
    </dgm:pt>
    <dgm:pt modelId="{0615D0A3-A39B-43E3-81AF-44A95F6F1CC8}" type="pres">
      <dgm:prSet presAssocID="{45DE4C2C-D6DE-46C1-B31A-25E2627DB86B}" presName="connTx" presStyleLbl="sibTrans2D1" presStyleIdx="0" presStyleCnt="5"/>
      <dgm:spPr/>
    </dgm:pt>
    <dgm:pt modelId="{38459E6B-A87E-4150-AF07-1DBD091A615B}" type="pres">
      <dgm:prSet presAssocID="{C2BCD3DB-4D82-4603-8017-A60477A9468C}" presName="composite" presStyleCnt="0"/>
      <dgm:spPr/>
    </dgm:pt>
    <dgm:pt modelId="{BACF2235-88B8-49C9-A66E-CE93B1C82FE7}" type="pres">
      <dgm:prSet presAssocID="{C2BCD3DB-4D82-4603-8017-A60477A9468C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A2D9A84C-DEDB-4E9C-AC82-770AE4AE0248}" type="pres">
      <dgm:prSet presAssocID="{C2BCD3DB-4D82-4603-8017-A60477A9468C}" presName="parSh" presStyleLbl="node1" presStyleIdx="1" presStyleCnt="6"/>
      <dgm:spPr/>
    </dgm:pt>
    <dgm:pt modelId="{BA944FF5-9DE5-4A12-9DE7-87872A382404}" type="pres">
      <dgm:prSet presAssocID="{C2BCD3DB-4D82-4603-8017-A60477A9468C}" presName="desTx" presStyleLbl="fgAcc1" presStyleIdx="1" presStyleCnt="6">
        <dgm:presLayoutVars>
          <dgm:bulletEnabled val="1"/>
        </dgm:presLayoutVars>
      </dgm:prSet>
      <dgm:spPr/>
    </dgm:pt>
    <dgm:pt modelId="{7CCD27F4-E3F5-461F-9FBE-2A196C66DB87}" type="pres">
      <dgm:prSet presAssocID="{62A8A877-B568-4123-9F17-3ED89467D61E}" presName="sibTrans" presStyleLbl="sibTrans2D1" presStyleIdx="1" presStyleCnt="5"/>
      <dgm:spPr/>
    </dgm:pt>
    <dgm:pt modelId="{69B7C4F4-82AA-4A33-A45E-88DB73709DA2}" type="pres">
      <dgm:prSet presAssocID="{62A8A877-B568-4123-9F17-3ED89467D61E}" presName="connTx" presStyleLbl="sibTrans2D1" presStyleIdx="1" presStyleCnt="5"/>
      <dgm:spPr/>
    </dgm:pt>
    <dgm:pt modelId="{DDA7C2C4-CE9D-4F9E-9E8C-DDFC5D923D82}" type="pres">
      <dgm:prSet presAssocID="{7D523826-F817-42E2-B596-264408C2C495}" presName="composite" presStyleCnt="0"/>
      <dgm:spPr/>
    </dgm:pt>
    <dgm:pt modelId="{69C7EF05-5F3E-4D86-BFC4-D12D8DE7932C}" type="pres">
      <dgm:prSet presAssocID="{7D523826-F817-42E2-B596-264408C2C495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364AED53-A7C7-43BA-AA8B-A40D92A256E0}" type="pres">
      <dgm:prSet presAssocID="{7D523826-F817-42E2-B596-264408C2C495}" presName="parSh" presStyleLbl="node1" presStyleIdx="2" presStyleCnt="6"/>
      <dgm:spPr/>
    </dgm:pt>
    <dgm:pt modelId="{2BDBF18B-5A4E-4FD5-90E2-8A5DE82BA28D}" type="pres">
      <dgm:prSet presAssocID="{7D523826-F817-42E2-B596-264408C2C495}" presName="desTx" presStyleLbl="fgAcc1" presStyleIdx="2" presStyleCnt="6">
        <dgm:presLayoutVars>
          <dgm:bulletEnabled val="1"/>
        </dgm:presLayoutVars>
      </dgm:prSet>
      <dgm:spPr/>
    </dgm:pt>
    <dgm:pt modelId="{457C54B0-B0BB-4C91-8B6F-BA38932622FA}" type="pres">
      <dgm:prSet presAssocID="{29F0C2F7-5B37-49D9-A9D2-042DF64AEE28}" presName="sibTrans" presStyleLbl="sibTrans2D1" presStyleIdx="2" presStyleCnt="5"/>
      <dgm:spPr/>
    </dgm:pt>
    <dgm:pt modelId="{88CC9C84-934E-493A-909A-FA8599634CD0}" type="pres">
      <dgm:prSet presAssocID="{29F0C2F7-5B37-49D9-A9D2-042DF64AEE28}" presName="connTx" presStyleLbl="sibTrans2D1" presStyleIdx="2" presStyleCnt="5"/>
      <dgm:spPr/>
    </dgm:pt>
    <dgm:pt modelId="{0732E848-AE4B-4AA9-BA19-C2593DA43939}" type="pres">
      <dgm:prSet presAssocID="{B7F3E860-F76C-4140-8535-61292C5AFB09}" presName="composite" presStyleCnt="0"/>
      <dgm:spPr/>
    </dgm:pt>
    <dgm:pt modelId="{1D5B9E94-FEA5-4269-8165-39298565456D}" type="pres">
      <dgm:prSet presAssocID="{B7F3E860-F76C-4140-8535-61292C5AFB09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1FE22E99-B49E-4D88-B0FF-92549AB05D1B}" type="pres">
      <dgm:prSet presAssocID="{B7F3E860-F76C-4140-8535-61292C5AFB09}" presName="parSh" presStyleLbl="node1" presStyleIdx="3" presStyleCnt="6"/>
      <dgm:spPr/>
    </dgm:pt>
    <dgm:pt modelId="{7A0E7ACC-81F0-4C13-8BB2-37DEB9AA7D57}" type="pres">
      <dgm:prSet presAssocID="{B7F3E860-F76C-4140-8535-61292C5AFB09}" presName="desTx" presStyleLbl="fgAcc1" presStyleIdx="3" presStyleCnt="6">
        <dgm:presLayoutVars>
          <dgm:bulletEnabled val="1"/>
        </dgm:presLayoutVars>
      </dgm:prSet>
      <dgm:spPr/>
    </dgm:pt>
    <dgm:pt modelId="{A2BE3550-D241-44DF-8BC0-77C9475CFE0E}" type="pres">
      <dgm:prSet presAssocID="{2699FC7A-B46A-47D3-9ACB-5D97326B19BA}" presName="sibTrans" presStyleLbl="sibTrans2D1" presStyleIdx="3" presStyleCnt="5"/>
      <dgm:spPr/>
    </dgm:pt>
    <dgm:pt modelId="{4789D08D-D193-434C-9F00-751B966DE874}" type="pres">
      <dgm:prSet presAssocID="{2699FC7A-B46A-47D3-9ACB-5D97326B19BA}" presName="connTx" presStyleLbl="sibTrans2D1" presStyleIdx="3" presStyleCnt="5"/>
      <dgm:spPr/>
    </dgm:pt>
    <dgm:pt modelId="{9D10388B-20BC-4FC9-A990-D28CC7129F8A}" type="pres">
      <dgm:prSet presAssocID="{7C39E604-9574-4291-898E-800707135B91}" presName="composite" presStyleCnt="0"/>
      <dgm:spPr/>
    </dgm:pt>
    <dgm:pt modelId="{2B36C604-B3FB-400D-8A2B-70462DF34E91}" type="pres">
      <dgm:prSet presAssocID="{7C39E604-9574-4291-898E-800707135B91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2BF3044-61C7-406D-B98C-F8DFE7E8940F}" type="pres">
      <dgm:prSet presAssocID="{7C39E604-9574-4291-898E-800707135B91}" presName="parSh" presStyleLbl="node1" presStyleIdx="4" presStyleCnt="6"/>
      <dgm:spPr/>
    </dgm:pt>
    <dgm:pt modelId="{8DFCC3B5-4904-47E4-A527-53ED4D3B1F11}" type="pres">
      <dgm:prSet presAssocID="{7C39E604-9574-4291-898E-800707135B91}" presName="desTx" presStyleLbl="fgAcc1" presStyleIdx="4" presStyleCnt="6">
        <dgm:presLayoutVars>
          <dgm:bulletEnabled val="1"/>
        </dgm:presLayoutVars>
      </dgm:prSet>
      <dgm:spPr/>
    </dgm:pt>
    <dgm:pt modelId="{5B90E690-FACA-443F-9C07-FCAFF9002F6B}" type="pres">
      <dgm:prSet presAssocID="{0B0F5F99-CFA1-4FE6-AF98-DBF770ED8602}" presName="sibTrans" presStyleLbl="sibTrans2D1" presStyleIdx="4" presStyleCnt="5"/>
      <dgm:spPr/>
    </dgm:pt>
    <dgm:pt modelId="{E8C38636-08BD-459D-AF7C-FCB0D0246E40}" type="pres">
      <dgm:prSet presAssocID="{0B0F5F99-CFA1-4FE6-AF98-DBF770ED8602}" presName="connTx" presStyleLbl="sibTrans2D1" presStyleIdx="4" presStyleCnt="5"/>
      <dgm:spPr/>
    </dgm:pt>
    <dgm:pt modelId="{1938F6F9-0110-47FA-9504-12CED453BF24}" type="pres">
      <dgm:prSet presAssocID="{E6C15FC0-E4D2-4C77-ACB1-982FD6EAC0F2}" presName="composite" presStyleCnt="0"/>
      <dgm:spPr/>
    </dgm:pt>
    <dgm:pt modelId="{6C3A4C09-47DE-4999-B76A-FF79BAB2DC10}" type="pres">
      <dgm:prSet presAssocID="{E6C15FC0-E4D2-4C77-ACB1-982FD6EAC0F2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D401B5C-6390-435E-A44D-04F95EACE52B}" type="pres">
      <dgm:prSet presAssocID="{E6C15FC0-E4D2-4C77-ACB1-982FD6EAC0F2}" presName="parSh" presStyleLbl="node1" presStyleIdx="5" presStyleCnt="6"/>
      <dgm:spPr/>
    </dgm:pt>
    <dgm:pt modelId="{9A03471F-ED39-49F9-BF4A-D99C2C27281A}" type="pres">
      <dgm:prSet presAssocID="{E6C15FC0-E4D2-4C77-ACB1-982FD6EAC0F2}" presName="desTx" presStyleLbl="fgAcc1" presStyleIdx="5" presStyleCnt="6">
        <dgm:presLayoutVars>
          <dgm:bulletEnabled val="1"/>
        </dgm:presLayoutVars>
      </dgm:prSet>
      <dgm:spPr/>
    </dgm:pt>
  </dgm:ptLst>
  <dgm:cxnLst>
    <dgm:cxn modelId="{A08C7600-761C-4B7B-B7AE-4DDE29E036F7}" srcId="{C2BCD3DB-4D82-4603-8017-A60477A9468C}" destId="{0BC9B198-6ED1-4D28-9669-16710CDFB0FE}" srcOrd="1" destOrd="0" parTransId="{794ED5B8-515E-4CCF-B56F-3DE0DD805402}" sibTransId="{5FA0E42E-93FE-4A6D-A30A-1BD23C7DBE26}"/>
    <dgm:cxn modelId="{D8962101-A4EF-4D55-8D00-7D794CFC5D1D}" type="presOf" srcId="{0B0F5F99-CFA1-4FE6-AF98-DBF770ED8602}" destId="{5B90E690-FACA-443F-9C07-FCAFF9002F6B}" srcOrd="0" destOrd="0" presId="urn:microsoft.com/office/officeart/2005/8/layout/process3"/>
    <dgm:cxn modelId="{9AC4B901-3689-4C47-A58A-5BF1F412DC21}" type="presOf" srcId="{29F0C2F7-5B37-49D9-A9D2-042DF64AEE28}" destId="{88CC9C84-934E-493A-909A-FA8599634CD0}" srcOrd="1" destOrd="0" presId="urn:microsoft.com/office/officeart/2005/8/layout/process3"/>
    <dgm:cxn modelId="{291E5202-E29E-4707-9927-E807E7B425D2}" type="presOf" srcId="{45DE4C2C-D6DE-46C1-B31A-25E2627DB86B}" destId="{3D4E8C60-3B53-4DD6-9DCB-4DDF23B3F133}" srcOrd="0" destOrd="0" presId="urn:microsoft.com/office/officeart/2005/8/layout/process3"/>
    <dgm:cxn modelId="{55CA5C04-515B-449C-8D02-EF461BB30A8B}" srcId="{7C39E604-9574-4291-898E-800707135B91}" destId="{F274DD31-4D78-4460-9617-633BCD94E661}" srcOrd="1" destOrd="0" parTransId="{C9862402-AA6D-45DD-9F87-AB9095B6F3DC}" sibTransId="{61ACAF5F-3FA1-4789-B425-0718532D18A3}"/>
    <dgm:cxn modelId="{6D86C90C-DFE8-4D54-A40F-3F221C0AF954}" srcId="{7C39E604-9574-4291-898E-800707135B91}" destId="{2129E7FE-66C2-4407-BC17-37ED08FE6C0C}" srcOrd="2" destOrd="0" parTransId="{294B06B5-7E4B-42C9-A244-C263716B4B4F}" sibTransId="{13B6E83A-AE77-4107-B96F-D5A2EE92989C}"/>
    <dgm:cxn modelId="{489FA40D-6101-4CE9-9598-4936EF6BC03A}" type="presOf" srcId="{7D523826-F817-42E2-B596-264408C2C495}" destId="{364AED53-A7C7-43BA-AA8B-A40D92A256E0}" srcOrd="1" destOrd="0" presId="urn:microsoft.com/office/officeart/2005/8/layout/process3"/>
    <dgm:cxn modelId="{3CA71411-61FE-40A0-9263-A5DA7726D8EA}" type="presOf" srcId="{2699FC7A-B46A-47D3-9ACB-5D97326B19BA}" destId="{A2BE3550-D241-44DF-8BC0-77C9475CFE0E}" srcOrd="0" destOrd="0" presId="urn:microsoft.com/office/officeart/2005/8/layout/process3"/>
    <dgm:cxn modelId="{C2F85611-1A0D-4EDF-8A9F-527D464A33D7}" type="presOf" srcId="{C2BCD3DB-4D82-4603-8017-A60477A9468C}" destId="{BACF2235-88B8-49C9-A66E-CE93B1C82FE7}" srcOrd="0" destOrd="0" presId="urn:microsoft.com/office/officeart/2005/8/layout/process3"/>
    <dgm:cxn modelId="{3A20A111-FA7E-49EC-981B-B885569F2C20}" type="presOf" srcId="{145E4A59-B01C-4844-83B9-2E7F6EB55636}" destId="{95B80C27-CFF6-4D19-96BB-D0A6D296E996}" srcOrd="0" destOrd="0" presId="urn:microsoft.com/office/officeart/2005/8/layout/process3"/>
    <dgm:cxn modelId="{1F96EE13-2CFD-4DE8-91A7-773EE6A44B0B}" type="presOf" srcId="{62A8A877-B568-4123-9F17-3ED89467D61E}" destId="{7CCD27F4-E3F5-461F-9FBE-2A196C66DB87}" srcOrd="0" destOrd="0" presId="urn:microsoft.com/office/officeart/2005/8/layout/process3"/>
    <dgm:cxn modelId="{76684314-8520-4E97-A5A7-95697256FD03}" type="presOf" srcId="{6F6EC1FF-9DE6-4917-8843-3F8CE2ABBDE7}" destId="{7A0E7ACC-81F0-4C13-8BB2-37DEB9AA7D57}" srcOrd="0" destOrd="3" presId="urn:microsoft.com/office/officeart/2005/8/layout/process3"/>
    <dgm:cxn modelId="{1284BC16-078D-4B46-BCFF-3A8BF3DE438C}" type="presOf" srcId="{5A2D15F1-7589-469C-95F0-D3B184B5D32A}" destId="{BA944FF5-9DE5-4A12-9DE7-87872A382404}" srcOrd="0" destOrd="2" presId="urn:microsoft.com/office/officeart/2005/8/layout/process3"/>
    <dgm:cxn modelId="{21FF121C-845A-4BDA-8098-6346699A7DD5}" srcId="{7C39E604-9574-4291-898E-800707135B91}" destId="{B0FF04C9-6DC7-47BF-B6AA-14624B5C9E13}" srcOrd="3" destOrd="0" parTransId="{28266CF1-55D5-4B7C-8377-42C7416260B2}" sibTransId="{DD5560CC-6A3C-46B8-83D6-9AFC9CD966B3}"/>
    <dgm:cxn modelId="{AFC7441F-3A92-4B13-A72C-34040DB095F2}" type="presOf" srcId="{1EC3F4A6-0254-4045-A59F-819BACDC9DD1}" destId="{5F32538A-BFF5-49CF-B57B-78038228D4E4}" srcOrd="0" destOrd="0" presId="urn:microsoft.com/office/officeart/2005/8/layout/process3"/>
    <dgm:cxn modelId="{43B5EF22-CD36-4D96-8C64-4569F35C6E2C}" srcId="{E6C15FC0-E4D2-4C77-ACB1-982FD6EAC0F2}" destId="{83AB69D9-F41D-4EEA-8771-B58FD201139B}" srcOrd="1" destOrd="0" parTransId="{F5632474-9234-4336-8D01-D6509F2F29E3}" sibTransId="{8C87E783-F19E-4D6F-A1CE-D2828A705E13}"/>
    <dgm:cxn modelId="{D31EE129-1EAB-4458-B04E-78A9B08C93CF}" srcId="{B7F3E860-F76C-4140-8535-61292C5AFB09}" destId="{21315A27-F0D0-4F01-A1EE-8A4D33270159}" srcOrd="0" destOrd="0" parTransId="{E69C52D4-F4AA-403F-915F-205E2E240331}" sibTransId="{985121BC-537D-408C-9C32-0F8DF76850DF}"/>
    <dgm:cxn modelId="{B277292C-8F66-46CD-A835-574B6FDCD0DB}" type="presOf" srcId="{0B0F5F99-CFA1-4FE6-AF98-DBF770ED8602}" destId="{E8C38636-08BD-459D-AF7C-FCB0D0246E40}" srcOrd="1" destOrd="0" presId="urn:microsoft.com/office/officeart/2005/8/layout/process3"/>
    <dgm:cxn modelId="{0700AB2F-9CE6-4CCA-8FB4-762E9BE68366}" type="presOf" srcId="{62A8A877-B568-4123-9F17-3ED89467D61E}" destId="{69B7C4F4-82AA-4A33-A45E-88DB73709DA2}" srcOrd="1" destOrd="0" presId="urn:microsoft.com/office/officeart/2005/8/layout/process3"/>
    <dgm:cxn modelId="{CBB51D3A-F856-4BA2-8C25-7DD8D90418FD}" type="presOf" srcId="{D0F5753B-E81D-4265-9C6F-82D34D6C627F}" destId="{BA944FF5-9DE5-4A12-9DE7-87872A382404}" srcOrd="0" destOrd="0" presId="urn:microsoft.com/office/officeart/2005/8/layout/process3"/>
    <dgm:cxn modelId="{6685DB65-5720-4A4B-9D14-67A261D204ED}" type="presOf" srcId="{2129E7FE-66C2-4407-BC17-37ED08FE6C0C}" destId="{8DFCC3B5-4904-47E4-A527-53ED4D3B1F11}" srcOrd="0" destOrd="2" presId="urn:microsoft.com/office/officeart/2005/8/layout/process3"/>
    <dgm:cxn modelId="{A4EA7368-AD62-4A52-92A9-9977679A45D3}" type="presOf" srcId="{7D523826-F817-42E2-B596-264408C2C495}" destId="{69C7EF05-5F3E-4D86-BFC4-D12D8DE7932C}" srcOrd="0" destOrd="0" presId="urn:microsoft.com/office/officeart/2005/8/layout/process3"/>
    <dgm:cxn modelId="{91742C6A-81A6-448A-9A1D-5D3E7B8EC476}" srcId="{1EC3F4A6-0254-4045-A59F-819BACDC9DD1}" destId="{7C39E604-9574-4291-898E-800707135B91}" srcOrd="4" destOrd="0" parTransId="{67394DEC-1288-448C-A2E2-79559117029B}" sibTransId="{0B0F5F99-CFA1-4FE6-AF98-DBF770ED8602}"/>
    <dgm:cxn modelId="{CA305B4A-4AB2-416E-B700-745528454B93}" type="presOf" srcId="{D52FDEED-E4BF-4D8E-9941-806FF3F8E66F}" destId="{7A0E7ACC-81F0-4C13-8BB2-37DEB9AA7D57}" srcOrd="0" destOrd="1" presId="urn:microsoft.com/office/officeart/2005/8/layout/process3"/>
    <dgm:cxn modelId="{A383986E-33D6-4341-B5F0-6F5F0305E1F5}" srcId="{1EC3F4A6-0254-4045-A59F-819BACDC9DD1}" destId="{7D523826-F817-42E2-B596-264408C2C495}" srcOrd="2" destOrd="0" parTransId="{97CEAAEF-7590-4CED-9126-3E828D8AE8EB}" sibTransId="{29F0C2F7-5B37-49D9-A9D2-042DF64AEE28}"/>
    <dgm:cxn modelId="{3BF8A26E-890C-4522-BBCA-F965187CEEB2}" srcId="{1EC3F4A6-0254-4045-A59F-819BACDC9DD1}" destId="{B7F3E860-F76C-4140-8535-61292C5AFB09}" srcOrd="3" destOrd="0" parTransId="{4CB9E11D-9BCE-4657-AF59-65AA33BCBFC1}" sibTransId="{2699FC7A-B46A-47D3-9ACB-5D97326B19BA}"/>
    <dgm:cxn modelId="{C2EBE76E-AAE2-477C-B014-DAE1BA3B5A8B}" srcId="{7C39E604-9574-4291-898E-800707135B91}" destId="{846B7924-BF17-49CB-95FD-414D6A848A53}" srcOrd="0" destOrd="0" parTransId="{D804103E-0B02-44C1-89FE-90B28235B842}" sibTransId="{61FC58AE-12CA-4676-A5F7-59D55AE9DDE1}"/>
    <dgm:cxn modelId="{D248B26F-AAB6-4133-AA7D-E9430F42FDBB}" type="presOf" srcId="{45DE4C2C-D6DE-46C1-B31A-25E2627DB86B}" destId="{0615D0A3-A39B-43E3-81AF-44A95F6F1CC8}" srcOrd="1" destOrd="0" presId="urn:microsoft.com/office/officeart/2005/8/layout/process3"/>
    <dgm:cxn modelId="{36104671-BEB7-4ECE-9F51-83FCC09AEBB2}" type="presOf" srcId="{B0FF04C9-6DC7-47BF-B6AA-14624B5C9E13}" destId="{8DFCC3B5-4904-47E4-A527-53ED4D3B1F11}" srcOrd="0" destOrd="3" presId="urn:microsoft.com/office/officeart/2005/8/layout/process3"/>
    <dgm:cxn modelId="{FD477154-303C-4F32-BCC7-6DB2A960A89F}" type="presOf" srcId="{2699FC7A-B46A-47D3-9ACB-5D97326B19BA}" destId="{4789D08D-D193-434C-9F00-751B966DE874}" srcOrd="1" destOrd="0" presId="urn:microsoft.com/office/officeart/2005/8/layout/process3"/>
    <dgm:cxn modelId="{F30C7475-B5F2-4475-AB56-B455801E39A0}" srcId="{1EC3F4A6-0254-4045-A59F-819BACDC9DD1}" destId="{145E4A59-B01C-4844-83B9-2E7F6EB55636}" srcOrd="0" destOrd="0" parTransId="{EA016085-0E29-4259-8897-41C0B0589957}" sibTransId="{45DE4C2C-D6DE-46C1-B31A-25E2627DB86B}"/>
    <dgm:cxn modelId="{A8DDD157-BBDD-4E69-AB09-AC672ADB1D0C}" srcId="{1EC3F4A6-0254-4045-A59F-819BACDC9DD1}" destId="{E6C15FC0-E4D2-4C77-ACB1-982FD6EAC0F2}" srcOrd="5" destOrd="0" parTransId="{548CE14E-B447-431D-B8B1-CBD50F78C702}" sibTransId="{689AE716-C4DF-44A5-B6A1-8D3449818F20}"/>
    <dgm:cxn modelId="{02A62078-BB89-4032-BC19-21029F407913}" type="presOf" srcId="{31887B6B-F5F0-41DC-B2E8-3E9540E06F9D}" destId="{C00D5620-6BCB-4B88-90CD-5AFBB2931EDA}" srcOrd="0" destOrd="0" presId="urn:microsoft.com/office/officeart/2005/8/layout/process3"/>
    <dgm:cxn modelId="{23CF835A-D6B6-4888-82EB-0CF223992BB6}" type="presOf" srcId="{CCCAE183-99D3-42F5-9622-51AC7342F046}" destId="{7A0E7ACC-81F0-4C13-8BB2-37DEB9AA7D57}" srcOrd="0" destOrd="4" presId="urn:microsoft.com/office/officeart/2005/8/layout/process3"/>
    <dgm:cxn modelId="{6415C581-5C9D-4D5C-A131-96B4C36E1B58}" srcId="{7D523826-F817-42E2-B596-264408C2C495}" destId="{4E980D70-38CD-40F3-A72C-1C939887CC6C}" srcOrd="0" destOrd="0" parTransId="{C8001CE6-7F59-40C6-A8F2-7CCCD11E116C}" sibTransId="{C0225E20-13C1-4694-AD7A-A695EB40A3C7}"/>
    <dgm:cxn modelId="{6FB7A585-92D9-4E49-A243-4DC972ED30A2}" type="presOf" srcId="{E6C15FC0-E4D2-4C77-ACB1-982FD6EAC0F2}" destId="{6C3A4C09-47DE-4999-B76A-FF79BAB2DC10}" srcOrd="0" destOrd="0" presId="urn:microsoft.com/office/officeart/2005/8/layout/process3"/>
    <dgm:cxn modelId="{6C3A0A9F-E02B-40A4-B36B-E78F4BB4F2F8}" type="presOf" srcId="{29F0C2F7-5B37-49D9-A9D2-042DF64AEE28}" destId="{457C54B0-B0BB-4C91-8B6F-BA38932622FA}" srcOrd="0" destOrd="0" presId="urn:microsoft.com/office/officeart/2005/8/layout/process3"/>
    <dgm:cxn modelId="{B8671F9F-784C-4319-9BB7-3B6B629A407D}" type="presOf" srcId="{399ED62B-DAF4-44F7-A049-8F97CE7ED7AE}" destId="{7A0E7ACC-81F0-4C13-8BB2-37DEB9AA7D57}" srcOrd="0" destOrd="2" presId="urn:microsoft.com/office/officeart/2005/8/layout/process3"/>
    <dgm:cxn modelId="{F4AF27A3-A6E5-4317-A8C5-D798BD1440F1}" type="presOf" srcId="{145E4A59-B01C-4844-83B9-2E7F6EB55636}" destId="{C8391BE9-4989-4D61-9587-F2C34D790367}" srcOrd="1" destOrd="0" presId="urn:microsoft.com/office/officeart/2005/8/layout/process3"/>
    <dgm:cxn modelId="{D3F4A1A4-1CCE-4E1D-A16A-C49BA2FE18BF}" type="presOf" srcId="{72633AA7-F81C-4CE0-92FB-EA3F07CA3698}" destId="{2BDBF18B-5A4E-4FD5-90E2-8A5DE82BA28D}" srcOrd="0" destOrd="2" presId="urn:microsoft.com/office/officeart/2005/8/layout/process3"/>
    <dgm:cxn modelId="{448DAEB4-8846-4B27-9047-FBF801D519FA}" srcId="{D52FDEED-E4BF-4D8E-9941-806FF3F8E66F}" destId="{6F6EC1FF-9DE6-4917-8843-3F8CE2ABBDE7}" srcOrd="1" destOrd="0" parTransId="{B0ECC2C0-F823-499D-9AEB-10E3FED0944D}" sibTransId="{04905CB3-FD84-447B-9284-2A12EFA28586}"/>
    <dgm:cxn modelId="{950E16BA-135B-4D7A-952A-1795FE20DD4A}" type="presOf" srcId="{0BC9B198-6ED1-4D28-9669-16710CDFB0FE}" destId="{BA944FF5-9DE5-4A12-9DE7-87872A382404}" srcOrd="0" destOrd="1" presId="urn:microsoft.com/office/officeart/2005/8/layout/process3"/>
    <dgm:cxn modelId="{2225C4BB-385C-469B-83D2-CDDC8E82B937}" type="presOf" srcId="{C2BCD3DB-4D82-4603-8017-A60477A9468C}" destId="{A2D9A84C-DEDB-4E9C-AC82-770AE4AE0248}" srcOrd="1" destOrd="0" presId="urn:microsoft.com/office/officeart/2005/8/layout/process3"/>
    <dgm:cxn modelId="{014C4DBE-0622-43A4-AC4C-9AB388559BF1}" type="presOf" srcId="{7C39E604-9574-4291-898E-800707135B91}" destId="{C2BF3044-61C7-406D-B98C-F8DFE7E8940F}" srcOrd="1" destOrd="0" presId="urn:microsoft.com/office/officeart/2005/8/layout/process3"/>
    <dgm:cxn modelId="{B1619CC5-679B-415B-B12A-AAEBD9A03139}" srcId="{B7F3E860-F76C-4140-8535-61292C5AFB09}" destId="{365C44D7-618C-40D2-8ED7-58692F137A8E}" srcOrd="3" destOrd="0" parTransId="{28F08B6D-6753-4DFF-A994-EB8F2AF1979B}" sibTransId="{767DE2DF-A88E-4202-AE17-9D562B181EB7}"/>
    <dgm:cxn modelId="{A55E43C6-8054-4A59-9F6B-C45BEA8B3564}" type="presOf" srcId="{4E980D70-38CD-40F3-A72C-1C939887CC6C}" destId="{2BDBF18B-5A4E-4FD5-90E2-8A5DE82BA28D}" srcOrd="0" destOrd="0" presId="urn:microsoft.com/office/officeart/2005/8/layout/process3"/>
    <dgm:cxn modelId="{7B8BA7C9-5E55-4B74-A79A-4E623FD33247}" type="presOf" srcId="{47817CBE-F814-4984-95E7-8FADE5A411EE}" destId="{9A03471F-ED39-49F9-BF4A-D99C2C27281A}" srcOrd="0" destOrd="0" presId="urn:microsoft.com/office/officeart/2005/8/layout/process3"/>
    <dgm:cxn modelId="{614366CC-4E53-4DE7-A754-9E3324EEBF01}" type="presOf" srcId="{B7F3E860-F76C-4140-8535-61292C5AFB09}" destId="{1D5B9E94-FEA5-4269-8165-39298565456D}" srcOrd="0" destOrd="0" presId="urn:microsoft.com/office/officeart/2005/8/layout/process3"/>
    <dgm:cxn modelId="{53EA03CD-4A2E-49DB-971F-E90226A1BE28}" srcId="{B7F3E860-F76C-4140-8535-61292C5AFB09}" destId="{CCCAE183-99D3-42F5-9622-51AC7342F046}" srcOrd="2" destOrd="0" parTransId="{10771D6A-CF38-4BD0-8B3D-3640D5A9032C}" sibTransId="{010DC364-F6FF-4A3B-8121-0C51AC501F41}"/>
    <dgm:cxn modelId="{57C59ACE-D815-4BB7-B607-8BDA18191D54}" srcId="{D52FDEED-E4BF-4D8E-9941-806FF3F8E66F}" destId="{399ED62B-DAF4-44F7-A049-8F97CE7ED7AE}" srcOrd="0" destOrd="0" parTransId="{DF26158A-0436-4168-8FA6-4ABF2DFC85EA}" sibTransId="{AFCD3805-273D-4095-BC5D-6D990B8B8569}"/>
    <dgm:cxn modelId="{37C7A9CE-0013-456B-A956-284DE6E77DCC}" type="presOf" srcId="{4E050F4D-4C20-409F-BFB3-9CA8F6529970}" destId="{2BDBF18B-5A4E-4FD5-90E2-8A5DE82BA28D}" srcOrd="0" destOrd="1" presId="urn:microsoft.com/office/officeart/2005/8/layout/process3"/>
    <dgm:cxn modelId="{C6967DD4-EC0A-41BC-AD86-62746160E453}" type="presOf" srcId="{365C44D7-618C-40D2-8ED7-58692F137A8E}" destId="{7A0E7ACC-81F0-4C13-8BB2-37DEB9AA7D57}" srcOrd="0" destOrd="5" presId="urn:microsoft.com/office/officeart/2005/8/layout/process3"/>
    <dgm:cxn modelId="{7DF40DD5-93C0-4082-BE55-E036D3840769}" srcId="{145E4A59-B01C-4844-83B9-2E7F6EB55636}" destId="{31887B6B-F5F0-41DC-B2E8-3E9540E06F9D}" srcOrd="0" destOrd="0" parTransId="{2E5F2D27-A3E5-44E9-A2B2-9BA696589603}" sibTransId="{7AABCFFB-AB13-4532-A3DD-34F62978E8E1}"/>
    <dgm:cxn modelId="{9CA890D9-9ADE-4193-B165-89A0385BAE36}" srcId="{E6C15FC0-E4D2-4C77-ACB1-982FD6EAC0F2}" destId="{47817CBE-F814-4984-95E7-8FADE5A411EE}" srcOrd="0" destOrd="0" parTransId="{BC5985CA-77EF-4C73-846B-2BD5F1ADD5A2}" sibTransId="{CDEDC6D3-42D7-41B1-8D2D-F47E0914088C}"/>
    <dgm:cxn modelId="{470166DA-44AD-4BAD-ACAD-7F93E16A105A}" type="presOf" srcId="{7C39E604-9574-4291-898E-800707135B91}" destId="{2B36C604-B3FB-400D-8A2B-70462DF34E91}" srcOrd="0" destOrd="0" presId="urn:microsoft.com/office/officeart/2005/8/layout/process3"/>
    <dgm:cxn modelId="{B4E4D8DD-B3FF-4517-90E4-CC936C53C3DF}" type="presOf" srcId="{E6C15FC0-E4D2-4C77-ACB1-982FD6EAC0F2}" destId="{3D401B5C-6390-435E-A44D-04F95EACE52B}" srcOrd="1" destOrd="0" presId="urn:microsoft.com/office/officeart/2005/8/layout/process3"/>
    <dgm:cxn modelId="{6404E1DD-F2A8-43BE-BF17-401104252856}" srcId="{C2BCD3DB-4D82-4603-8017-A60477A9468C}" destId="{5A2D15F1-7589-469C-95F0-D3B184B5D32A}" srcOrd="2" destOrd="0" parTransId="{997D2D52-0CB0-4C94-A38B-B46972220EF5}" sibTransId="{5B1089E2-9C41-4666-8653-35753461C380}"/>
    <dgm:cxn modelId="{3D5E9AE1-D3A8-4A01-987C-76DBCB042720}" srcId="{7D523826-F817-42E2-B596-264408C2C495}" destId="{72633AA7-F81C-4CE0-92FB-EA3F07CA3698}" srcOrd="2" destOrd="0" parTransId="{C814C33E-1139-490C-8519-7625DC7B1A4E}" sibTransId="{7E7B9599-6568-4294-9431-541A0D0D520C}"/>
    <dgm:cxn modelId="{8F8BAAE2-2819-4507-845C-7EDF11FC1796}" srcId="{1EC3F4A6-0254-4045-A59F-819BACDC9DD1}" destId="{C2BCD3DB-4D82-4603-8017-A60477A9468C}" srcOrd="1" destOrd="0" parTransId="{C82E966C-FF42-4A0A-BBDE-E58EC19AFA00}" sibTransId="{62A8A877-B568-4123-9F17-3ED89467D61E}"/>
    <dgm:cxn modelId="{E74060E3-505D-408F-A39E-B942ACE9AC40}" srcId="{B7F3E860-F76C-4140-8535-61292C5AFB09}" destId="{D52FDEED-E4BF-4D8E-9941-806FF3F8E66F}" srcOrd="1" destOrd="0" parTransId="{F564B64A-BD50-44A1-B546-E4B0B3D324FD}" sibTransId="{1CB198A1-09DF-40C4-B2D3-5E32BF0054DD}"/>
    <dgm:cxn modelId="{7EF74AE5-6D14-4534-8BE8-31B82A7A8D51}" type="presOf" srcId="{846B7924-BF17-49CB-95FD-414D6A848A53}" destId="{8DFCC3B5-4904-47E4-A527-53ED4D3B1F11}" srcOrd="0" destOrd="0" presId="urn:microsoft.com/office/officeart/2005/8/layout/process3"/>
    <dgm:cxn modelId="{96478DE5-DC73-4CD0-9C56-6FA526B9E4B7}" type="presOf" srcId="{F274DD31-4D78-4460-9617-633BCD94E661}" destId="{8DFCC3B5-4904-47E4-A527-53ED4D3B1F11}" srcOrd="0" destOrd="1" presId="urn:microsoft.com/office/officeart/2005/8/layout/process3"/>
    <dgm:cxn modelId="{01BC9AE5-426A-47C2-991B-D3833AF21E96}" srcId="{C2BCD3DB-4D82-4603-8017-A60477A9468C}" destId="{D0F5753B-E81D-4265-9C6F-82D34D6C627F}" srcOrd="0" destOrd="0" parTransId="{9A2468C9-981E-4A4C-821C-0CE177547A7D}" sibTransId="{7649F4D9-2762-43DD-9A78-71C89D549244}"/>
    <dgm:cxn modelId="{A0EF37F0-FBBC-4727-935F-32D5B870AA38}" type="presOf" srcId="{83AB69D9-F41D-4EEA-8771-B58FD201139B}" destId="{9A03471F-ED39-49F9-BF4A-D99C2C27281A}" srcOrd="0" destOrd="1" presId="urn:microsoft.com/office/officeart/2005/8/layout/process3"/>
    <dgm:cxn modelId="{97BDF8F0-A1E5-48F9-9DE9-F664479472FA}" type="presOf" srcId="{21315A27-F0D0-4F01-A1EE-8A4D33270159}" destId="{7A0E7ACC-81F0-4C13-8BB2-37DEB9AA7D57}" srcOrd="0" destOrd="0" presId="urn:microsoft.com/office/officeart/2005/8/layout/process3"/>
    <dgm:cxn modelId="{F1757BF2-6F2F-427D-B876-0A669C649990}" type="presOf" srcId="{B7F3E860-F76C-4140-8535-61292C5AFB09}" destId="{1FE22E99-B49E-4D88-B0FF-92549AB05D1B}" srcOrd="1" destOrd="0" presId="urn:microsoft.com/office/officeart/2005/8/layout/process3"/>
    <dgm:cxn modelId="{B116C4F8-EA1F-46B1-8449-DE929D4CFF20}" srcId="{7D523826-F817-42E2-B596-264408C2C495}" destId="{4E050F4D-4C20-409F-BFB3-9CA8F6529970}" srcOrd="1" destOrd="0" parTransId="{EEFCDBC2-0BE8-4D47-B8C7-527E04ECCFCF}" sibTransId="{3C5EBE0D-D48C-4222-A9E1-A1BDA7EBF249}"/>
    <dgm:cxn modelId="{37E18F4D-880D-44AC-B9AC-61521FC59F86}" type="presParOf" srcId="{5F32538A-BFF5-49CF-B57B-78038228D4E4}" destId="{7C8784D2-72A4-43F3-89F4-DF533A5FCF78}" srcOrd="0" destOrd="0" presId="urn:microsoft.com/office/officeart/2005/8/layout/process3"/>
    <dgm:cxn modelId="{AAAAB5F4-C28A-4217-BCA4-7D1073B0B495}" type="presParOf" srcId="{7C8784D2-72A4-43F3-89F4-DF533A5FCF78}" destId="{95B80C27-CFF6-4D19-96BB-D0A6D296E996}" srcOrd="0" destOrd="0" presId="urn:microsoft.com/office/officeart/2005/8/layout/process3"/>
    <dgm:cxn modelId="{F27CDEF2-B2EB-4EBB-A7BB-34B93686E96F}" type="presParOf" srcId="{7C8784D2-72A4-43F3-89F4-DF533A5FCF78}" destId="{C8391BE9-4989-4D61-9587-F2C34D790367}" srcOrd="1" destOrd="0" presId="urn:microsoft.com/office/officeart/2005/8/layout/process3"/>
    <dgm:cxn modelId="{10CC1C2C-28CB-4F29-AEA2-65EF199296BF}" type="presParOf" srcId="{7C8784D2-72A4-43F3-89F4-DF533A5FCF78}" destId="{C00D5620-6BCB-4B88-90CD-5AFBB2931EDA}" srcOrd="2" destOrd="0" presId="urn:microsoft.com/office/officeart/2005/8/layout/process3"/>
    <dgm:cxn modelId="{A771E663-61DC-43F3-9075-41A1F82ED1AB}" type="presParOf" srcId="{5F32538A-BFF5-49CF-B57B-78038228D4E4}" destId="{3D4E8C60-3B53-4DD6-9DCB-4DDF23B3F133}" srcOrd="1" destOrd="0" presId="urn:microsoft.com/office/officeart/2005/8/layout/process3"/>
    <dgm:cxn modelId="{74A925E3-0D05-4522-BDF4-43384B581564}" type="presParOf" srcId="{3D4E8C60-3B53-4DD6-9DCB-4DDF23B3F133}" destId="{0615D0A3-A39B-43E3-81AF-44A95F6F1CC8}" srcOrd="0" destOrd="0" presId="urn:microsoft.com/office/officeart/2005/8/layout/process3"/>
    <dgm:cxn modelId="{2C520EF7-8562-41EC-A07F-210689AB91B5}" type="presParOf" srcId="{5F32538A-BFF5-49CF-B57B-78038228D4E4}" destId="{38459E6B-A87E-4150-AF07-1DBD091A615B}" srcOrd="2" destOrd="0" presId="urn:microsoft.com/office/officeart/2005/8/layout/process3"/>
    <dgm:cxn modelId="{02436F87-61AF-4340-9FC4-B90B12A405F4}" type="presParOf" srcId="{38459E6B-A87E-4150-AF07-1DBD091A615B}" destId="{BACF2235-88B8-49C9-A66E-CE93B1C82FE7}" srcOrd="0" destOrd="0" presId="urn:microsoft.com/office/officeart/2005/8/layout/process3"/>
    <dgm:cxn modelId="{26D4D854-F560-457B-90E9-73D381EDA59D}" type="presParOf" srcId="{38459E6B-A87E-4150-AF07-1DBD091A615B}" destId="{A2D9A84C-DEDB-4E9C-AC82-770AE4AE0248}" srcOrd="1" destOrd="0" presId="urn:microsoft.com/office/officeart/2005/8/layout/process3"/>
    <dgm:cxn modelId="{10DFEEAB-BD4F-4841-B354-A540044A64B7}" type="presParOf" srcId="{38459E6B-A87E-4150-AF07-1DBD091A615B}" destId="{BA944FF5-9DE5-4A12-9DE7-87872A382404}" srcOrd="2" destOrd="0" presId="urn:microsoft.com/office/officeart/2005/8/layout/process3"/>
    <dgm:cxn modelId="{3EC3E49E-DF3A-4464-87EA-0370F6B2AACE}" type="presParOf" srcId="{5F32538A-BFF5-49CF-B57B-78038228D4E4}" destId="{7CCD27F4-E3F5-461F-9FBE-2A196C66DB87}" srcOrd="3" destOrd="0" presId="urn:microsoft.com/office/officeart/2005/8/layout/process3"/>
    <dgm:cxn modelId="{48BABA9B-DAA9-4A9A-AB32-D239949D61B6}" type="presParOf" srcId="{7CCD27F4-E3F5-461F-9FBE-2A196C66DB87}" destId="{69B7C4F4-82AA-4A33-A45E-88DB73709DA2}" srcOrd="0" destOrd="0" presId="urn:microsoft.com/office/officeart/2005/8/layout/process3"/>
    <dgm:cxn modelId="{E38B6237-0ED3-4101-9071-284DA8679FBD}" type="presParOf" srcId="{5F32538A-BFF5-49CF-B57B-78038228D4E4}" destId="{DDA7C2C4-CE9D-4F9E-9E8C-DDFC5D923D82}" srcOrd="4" destOrd="0" presId="urn:microsoft.com/office/officeart/2005/8/layout/process3"/>
    <dgm:cxn modelId="{84139BCA-EB90-42D5-8183-75B783F2308C}" type="presParOf" srcId="{DDA7C2C4-CE9D-4F9E-9E8C-DDFC5D923D82}" destId="{69C7EF05-5F3E-4D86-BFC4-D12D8DE7932C}" srcOrd="0" destOrd="0" presId="urn:microsoft.com/office/officeart/2005/8/layout/process3"/>
    <dgm:cxn modelId="{CB23C2C3-6716-4A4D-B816-F0E3E02F896A}" type="presParOf" srcId="{DDA7C2C4-CE9D-4F9E-9E8C-DDFC5D923D82}" destId="{364AED53-A7C7-43BA-AA8B-A40D92A256E0}" srcOrd="1" destOrd="0" presId="urn:microsoft.com/office/officeart/2005/8/layout/process3"/>
    <dgm:cxn modelId="{BDC1AF47-807D-4C65-852F-89A7899492EC}" type="presParOf" srcId="{DDA7C2C4-CE9D-4F9E-9E8C-DDFC5D923D82}" destId="{2BDBF18B-5A4E-4FD5-90E2-8A5DE82BA28D}" srcOrd="2" destOrd="0" presId="urn:microsoft.com/office/officeart/2005/8/layout/process3"/>
    <dgm:cxn modelId="{8C689CAA-32A1-4EA3-B33D-B09520CB2E69}" type="presParOf" srcId="{5F32538A-BFF5-49CF-B57B-78038228D4E4}" destId="{457C54B0-B0BB-4C91-8B6F-BA38932622FA}" srcOrd="5" destOrd="0" presId="urn:microsoft.com/office/officeart/2005/8/layout/process3"/>
    <dgm:cxn modelId="{AD6372AF-1565-4423-9BD6-7B7DDB216207}" type="presParOf" srcId="{457C54B0-B0BB-4C91-8B6F-BA38932622FA}" destId="{88CC9C84-934E-493A-909A-FA8599634CD0}" srcOrd="0" destOrd="0" presId="urn:microsoft.com/office/officeart/2005/8/layout/process3"/>
    <dgm:cxn modelId="{6154E7DA-0886-402B-BE1B-9CE52D278FC2}" type="presParOf" srcId="{5F32538A-BFF5-49CF-B57B-78038228D4E4}" destId="{0732E848-AE4B-4AA9-BA19-C2593DA43939}" srcOrd="6" destOrd="0" presId="urn:microsoft.com/office/officeart/2005/8/layout/process3"/>
    <dgm:cxn modelId="{A7A5EB69-718B-4467-9945-B3EA145AC9DE}" type="presParOf" srcId="{0732E848-AE4B-4AA9-BA19-C2593DA43939}" destId="{1D5B9E94-FEA5-4269-8165-39298565456D}" srcOrd="0" destOrd="0" presId="urn:microsoft.com/office/officeart/2005/8/layout/process3"/>
    <dgm:cxn modelId="{16BA7753-8424-4AF7-93AD-3754881C7A5B}" type="presParOf" srcId="{0732E848-AE4B-4AA9-BA19-C2593DA43939}" destId="{1FE22E99-B49E-4D88-B0FF-92549AB05D1B}" srcOrd="1" destOrd="0" presId="urn:microsoft.com/office/officeart/2005/8/layout/process3"/>
    <dgm:cxn modelId="{F2DE0A1E-A135-4416-B003-4F21F728F4CC}" type="presParOf" srcId="{0732E848-AE4B-4AA9-BA19-C2593DA43939}" destId="{7A0E7ACC-81F0-4C13-8BB2-37DEB9AA7D57}" srcOrd="2" destOrd="0" presId="urn:microsoft.com/office/officeart/2005/8/layout/process3"/>
    <dgm:cxn modelId="{5E6971DF-8F9C-4722-85B4-644826D98C52}" type="presParOf" srcId="{5F32538A-BFF5-49CF-B57B-78038228D4E4}" destId="{A2BE3550-D241-44DF-8BC0-77C9475CFE0E}" srcOrd="7" destOrd="0" presId="urn:microsoft.com/office/officeart/2005/8/layout/process3"/>
    <dgm:cxn modelId="{F44D8F84-D1A5-430D-B332-C933BD657FE6}" type="presParOf" srcId="{A2BE3550-D241-44DF-8BC0-77C9475CFE0E}" destId="{4789D08D-D193-434C-9F00-751B966DE874}" srcOrd="0" destOrd="0" presId="urn:microsoft.com/office/officeart/2005/8/layout/process3"/>
    <dgm:cxn modelId="{C3A7FAD9-31BB-43AC-8A55-1B2FA55FB44C}" type="presParOf" srcId="{5F32538A-BFF5-49CF-B57B-78038228D4E4}" destId="{9D10388B-20BC-4FC9-A990-D28CC7129F8A}" srcOrd="8" destOrd="0" presId="urn:microsoft.com/office/officeart/2005/8/layout/process3"/>
    <dgm:cxn modelId="{75D276FD-81D6-4B89-8EF7-94196AA151F3}" type="presParOf" srcId="{9D10388B-20BC-4FC9-A990-D28CC7129F8A}" destId="{2B36C604-B3FB-400D-8A2B-70462DF34E91}" srcOrd="0" destOrd="0" presId="urn:microsoft.com/office/officeart/2005/8/layout/process3"/>
    <dgm:cxn modelId="{70F6332D-338D-4FCC-BEC6-EDCDCDBBD870}" type="presParOf" srcId="{9D10388B-20BC-4FC9-A990-D28CC7129F8A}" destId="{C2BF3044-61C7-406D-B98C-F8DFE7E8940F}" srcOrd="1" destOrd="0" presId="urn:microsoft.com/office/officeart/2005/8/layout/process3"/>
    <dgm:cxn modelId="{F44CC53B-C26F-44AA-A824-AB2DD6F2B1E3}" type="presParOf" srcId="{9D10388B-20BC-4FC9-A990-D28CC7129F8A}" destId="{8DFCC3B5-4904-47E4-A527-53ED4D3B1F11}" srcOrd="2" destOrd="0" presId="urn:microsoft.com/office/officeart/2005/8/layout/process3"/>
    <dgm:cxn modelId="{CDC2BA93-CB94-49DA-96D6-462134A9F5CD}" type="presParOf" srcId="{5F32538A-BFF5-49CF-B57B-78038228D4E4}" destId="{5B90E690-FACA-443F-9C07-FCAFF9002F6B}" srcOrd="9" destOrd="0" presId="urn:microsoft.com/office/officeart/2005/8/layout/process3"/>
    <dgm:cxn modelId="{99CBD19A-752F-4E32-8F21-CD5C3992CB9F}" type="presParOf" srcId="{5B90E690-FACA-443F-9C07-FCAFF9002F6B}" destId="{E8C38636-08BD-459D-AF7C-FCB0D0246E40}" srcOrd="0" destOrd="0" presId="urn:microsoft.com/office/officeart/2005/8/layout/process3"/>
    <dgm:cxn modelId="{08A45572-9601-42CB-8428-6F9E7749AE23}" type="presParOf" srcId="{5F32538A-BFF5-49CF-B57B-78038228D4E4}" destId="{1938F6F9-0110-47FA-9504-12CED453BF24}" srcOrd="10" destOrd="0" presId="urn:microsoft.com/office/officeart/2005/8/layout/process3"/>
    <dgm:cxn modelId="{1B0610DB-2F7C-4650-86B8-231FA2A8C00C}" type="presParOf" srcId="{1938F6F9-0110-47FA-9504-12CED453BF24}" destId="{6C3A4C09-47DE-4999-B76A-FF79BAB2DC10}" srcOrd="0" destOrd="0" presId="urn:microsoft.com/office/officeart/2005/8/layout/process3"/>
    <dgm:cxn modelId="{F53E5B68-107B-40BE-AEB7-056D054CE6C4}" type="presParOf" srcId="{1938F6F9-0110-47FA-9504-12CED453BF24}" destId="{3D401B5C-6390-435E-A44D-04F95EACE52B}" srcOrd="1" destOrd="0" presId="urn:microsoft.com/office/officeart/2005/8/layout/process3"/>
    <dgm:cxn modelId="{F15ADB77-D258-4596-BE76-D92B7237E486}" type="presParOf" srcId="{1938F6F9-0110-47FA-9504-12CED453BF24}" destId="{9A03471F-ED39-49F9-BF4A-D99C2C27281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94763-358B-42B4-A1E0-6FFE3F7EDED5}">
      <dsp:nvSpPr>
        <dsp:cNvPr id="0" name=""/>
        <dsp:cNvSpPr/>
      </dsp:nvSpPr>
      <dsp:spPr>
        <a:xfrm>
          <a:off x="609599" y="0"/>
          <a:ext cx="6908800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FE711-BE58-4CAF-8AF6-B7E978D5B0FF}">
      <dsp:nvSpPr>
        <dsp:cNvPr id="0" name=""/>
        <dsp:cNvSpPr/>
      </dsp:nvSpPr>
      <dsp:spPr>
        <a:xfrm>
          <a:off x="3571" y="1625600"/>
          <a:ext cx="1561703" cy="2167466"/>
        </a:xfrm>
        <a:prstGeom prst="roundRect">
          <a:avLst/>
        </a:prstGeom>
        <a:solidFill>
          <a:schemeClr val="bg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0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Ingest the Business Data</a:t>
          </a:r>
          <a:endParaRPr lang="en-CA" sz="2400" kern="1200" dirty="0"/>
        </a:p>
      </dsp:txBody>
      <dsp:txXfrm>
        <a:off x="79807" y="1701836"/>
        <a:ext cx="1409231" cy="2014994"/>
      </dsp:txXfrm>
    </dsp:sp>
    <dsp:sp modelId="{3012F29B-D1A4-449A-AB6A-A48EFD5652D9}">
      <dsp:nvSpPr>
        <dsp:cNvPr id="0" name=""/>
        <dsp:cNvSpPr/>
      </dsp:nvSpPr>
      <dsp:spPr>
        <a:xfrm>
          <a:off x="1643360" y="1625600"/>
          <a:ext cx="156170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Analyze the Business Data</a:t>
          </a:r>
          <a:endParaRPr lang="en-CA" sz="2400" kern="1200" dirty="0"/>
        </a:p>
      </dsp:txBody>
      <dsp:txXfrm>
        <a:off x="1719596" y="1701836"/>
        <a:ext cx="1409231" cy="2014994"/>
      </dsp:txXfrm>
    </dsp:sp>
    <dsp:sp modelId="{144EE221-B54F-447A-9F56-FB15B1856857}">
      <dsp:nvSpPr>
        <dsp:cNvPr id="0" name=""/>
        <dsp:cNvSpPr/>
      </dsp:nvSpPr>
      <dsp:spPr>
        <a:xfrm>
          <a:off x="3283148" y="1625600"/>
          <a:ext cx="156170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Show YoY Insights</a:t>
          </a:r>
          <a:endParaRPr lang="en-CA" sz="2400" kern="1200" dirty="0"/>
        </a:p>
      </dsp:txBody>
      <dsp:txXfrm>
        <a:off x="3359384" y="1701836"/>
        <a:ext cx="1409231" cy="2014994"/>
      </dsp:txXfrm>
    </dsp:sp>
    <dsp:sp modelId="{0768B096-7F0E-4948-B177-C4BDD9C0F1F5}">
      <dsp:nvSpPr>
        <dsp:cNvPr id="0" name=""/>
        <dsp:cNvSpPr/>
      </dsp:nvSpPr>
      <dsp:spPr>
        <a:xfrm>
          <a:off x="4922936" y="1625600"/>
          <a:ext cx="156170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Select Relevant KPIs</a:t>
          </a:r>
          <a:endParaRPr lang="en-CA" sz="2400" kern="1200" dirty="0"/>
        </a:p>
      </dsp:txBody>
      <dsp:txXfrm>
        <a:off x="4999172" y="1701836"/>
        <a:ext cx="1409231" cy="2014994"/>
      </dsp:txXfrm>
    </dsp:sp>
    <dsp:sp modelId="{5CA2498A-3373-4ABB-A4B4-96B6AF04C63F}">
      <dsp:nvSpPr>
        <dsp:cNvPr id="0" name=""/>
        <dsp:cNvSpPr/>
      </dsp:nvSpPr>
      <dsp:spPr>
        <a:xfrm>
          <a:off x="6562724" y="1625600"/>
          <a:ext cx="156170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Set Next Year’s Goals</a:t>
          </a:r>
          <a:endParaRPr lang="en-CA" sz="2400" kern="1200" dirty="0"/>
        </a:p>
      </dsp:txBody>
      <dsp:txXfrm>
        <a:off x="6638960" y="1701836"/>
        <a:ext cx="1409231" cy="20149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91BE9-4989-4D61-9587-F2C34D790367}">
      <dsp:nvSpPr>
        <dsp:cNvPr id="0" name=""/>
        <dsp:cNvSpPr/>
      </dsp:nvSpPr>
      <dsp:spPr>
        <a:xfrm>
          <a:off x="2979" y="824930"/>
          <a:ext cx="126419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Insights</a:t>
          </a:r>
          <a:endParaRPr lang="en-CA" sz="1050" kern="1200" dirty="0"/>
        </a:p>
      </dsp:txBody>
      <dsp:txXfrm>
        <a:off x="2979" y="824930"/>
        <a:ext cx="1264192" cy="505676"/>
      </dsp:txXfrm>
    </dsp:sp>
    <dsp:sp modelId="{C00D5620-6BCB-4B88-90CD-5AFBB2931EDA}">
      <dsp:nvSpPr>
        <dsp:cNvPr id="0" name=""/>
        <dsp:cNvSpPr/>
      </dsp:nvSpPr>
      <dsp:spPr>
        <a:xfrm>
          <a:off x="261910" y="1330607"/>
          <a:ext cx="126419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 Simulate</a:t>
          </a:r>
          <a:endParaRPr lang="en-CA" sz="1050" kern="1200" dirty="0"/>
        </a:p>
      </dsp:txBody>
      <dsp:txXfrm>
        <a:off x="298937" y="1367634"/>
        <a:ext cx="1190138" cy="3669946"/>
      </dsp:txXfrm>
    </dsp:sp>
    <dsp:sp modelId="{3D4E8C60-3B53-4DD6-9DCB-4DDF23B3F133}">
      <dsp:nvSpPr>
        <dsp:cNvPr id="0" name=""/>
        <dsp:cNvSpPr/>
      </dsp:nvSpPr>
      <dsp:spPr>
        <a:xfrm>
          <a:off x="1458818" y="920395"/>
          <a:ext cx="406291" cy="3147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1458818" y="983344"/>
        <a:ext cx="311867" cy="188849"/>
      </dsp:txXfrm>
    </dsp:sp>
    <dsp:sp modelId="{A2D9A84C-DEDB-4E9C-AC82-770AE4AE0248}">
      <dsp:nvSpPr>
        <dsp:cNvPr id="0" name=""/>
        <dsp:cNvSpPr/>
      </dsp:nvSpPr>
      <dsp:spPr>
        <a:xfrm>
          <a:off x="2033759" y="824930"/>
          <a:ext cx="126419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Simulator</a:t>
          </a:r>
          <a:endParaRPr lang="en-CA" sz="1050" kern="1200" dirty="0"/>
        </a:p>
      </dsp:txBody>
      <dsp:txXfrm>
        <a:off x="2033759" y="824930"/>
        <a:ext cx="1264192" cy="505676"/>
      </dsp:txXfrm>
    </dsp:sp>
    <dsp:sp modelId="{BA944FF5-9DE5-4A12-9DE7-87872A382404}">
      <dsp:nvSpPr>
        <dsp:cNvPr id="0" name=""/>
        <dsp:cNvSpPr/>
      </dsp:nvSpPr>
      <dsp:spPr>
        <a:xfrm>
          <a:off x="2292690" y="1330607"/>
          <a:ext cx="126419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Cashflow</a:t>
          </a:r>
          <a:endParaRPr lang="en-CA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rgbClr val="FF0000"/>
              </a:solidFill>
            </a:rPr>
            <a:t>Health score</a:t>
          </a:r>
          <a:endParaRPr lang="en-CA" sz="1050" kern="1200" dirty="0">
            <a:solidFill>
              <a:srgbClr val="FF0000"/>
            </a:solidFill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Recommended Plan(s)</a:t>
          </a:r>
          <a:endParaRPr lang="en-CA" sz="1050" kern="1200" dirty="0"/>
        </a:p>
      </dsp:txBody>
      <dsp:txXfrm>
        <a:off x="2329717" y="1367634"/>
        <a:ext cx="1190138" cy="3669946"/>
      </dsp:txXfrm>
    </dsp:sp>
    <dsp:sp modelId="{7CCD27F4-E3F5-461F-9FBE-2A196C66DB87}">
      <dsp:nvSpPr>
        <dsp:cNvPr id="0" name=""/>
        <dsp:cNvSpPr/>
      </dsp:nvSpPr>
      <dsp:spPr>
        <a:xfrm>
          <a:off x="3489599" y="920395"/>
          <a:ext cx="406291" cy="3147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3489599" y="983344"/>
        <a:ext cx="311867" cy="188849"/>
      </dsp:txXfrm>
    </dsp:sp>
    <dsp:sp modelId="{364AED53-A7C7-43BA-AA8B-A40D92A256E0}">
      <dsp:nvSpPr>
        <dsp:cNvPr id="0" name=""/>
        <dsp:cNvSpPr/>
      </dsp:nvSpPr>
      <dsp:spPr>
        <a:xfrm>
          <a:off x="4064540" y="824930"/>
          <a:ext cx="126419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Plan</a:t>
          </a:r>
          <a:endParaRPr lang="en-CA" sz="1050" kern="1200" dirty="0"/>
        </a:p>
      </dsp:txBody>
      <dsp:txXfrm>
        <a:off x="4064540" y="824930"/>
        <a:ext cx="1264192" cy="505676"/>
      </dsp:txXfrm>
    </dsp:sp>
    <dsp:sp modelId="{2BDBF18B-5A4E-4FD5-90E2-8A5DE82BA28D}">
      <dsp:nvSpPr>
        <dsp:cNvPr id="0" name=""/>
        <dsp:cNvSpPr/>
      </dsp:nvSpPr>
      <dsp:spPr>
        <a:xfrm>
          <a:off x="4323471" y="1330607"/>
          <a:ext cx="126419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 Parameters with impact on Cash flow</a:t>
          </a:r>
          <a:endParaRPr lang="en-CA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 Funding</a:t>
          </a:r>
          <a:endParaRPr lang="en-CA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rgbClr val="FF0000"/>
              </a:solidFill>
            </a:rPr>
            <a:t>Health score impact</a:t>
          </a:r>
          <a:endParaRPr lang="en-CA" sz="1050" kern="1200" dirty="0">
            <a:solidFill>
              <a:srgbClr val="FF0000"/>
            </a:solidFill>
          </a:endParaRPr>
        </a:p>
      </dsp:txBody>
      <dsp:txXfrm>
        <a:off x="4360498" y="1367634"/>
        <a:ext cx="1190138" cy="3669946"/>
      </dsp:txXfrm>
    </dsp:sp>
    <dsp:sp modelId="{457C54B0-B0BB-4C91-8B6F-BA38932622FA}">
      <dsp:nvSpPr>
        <dsp:cNvPr id="0" name=""/>
        <dsp:cNvSpPr/>
      </dsp:nvSpPr>
      <dsp:spPr>
        <a:xfrm>
          <a:off x="5520379" y="920395"/>
          <a:ext cx="406291" cy="3147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5520379" y="983344"/>
        <a:ext cx="311867" cy="188849"/>
      </dsp:txXfrm>
    </dsp:sp>
    <dsp:sp modelId="{1FE22E99-B49E-4D88-B0FF-92549AB05D1B}">
      <dsp:nvSpPr>
        <dsp:cNvPr id="0" name=""/>
        <dsp:cNvSpPr/>
      </dsp:nvSpPr>
      <dsp:spPr>
        <a:xfrm>
          <a:off x="6095320" y="824930"/>
          <a:ext cx="126419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Funding</a:t>
          </a:r>
          <a:endParaRPr lang="en-CA" sz="1050" kern="1200" dirty="0"/>
        </a:p>
      </dsp:txBody>
      <dsp:txXfrm>
        <a:off x="6095320" y="824930"/>
        <a:ext cx="1264192" cy="505676"/>
      </dsp:txXfrm>
    </dsp:sp>
    <dsp:sp modelId="{7A0E7ACC-81F0-4C13-8BB2-37DEB9AA7D57}">
      <dsp:nvSpPr>
        <dsp:cNvPr id="0" name=""/>
        <dsp:cNvSpPr/>
      </dsp:nvSpPr>
      <dsp:spPr>
        <a:xfrm>
          <a:off x="6354251" y="1330607"/>
          <a:ext cx="126419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 Existing bank accounts &amp; LoC</a:t>
          </a:r>
          <a:endParaRPr lang="en-CA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 </a:t>
          </a:r>
          <a:r>
            <a:rPr lang="en-US" sz="1050" kern="1200" dirty="0">
              <a:solidFill>
                <a:schemeClr val="tx1"/>
              </a:solidFill>
            </a:rPr>
            <a:t>LoC top-up or new Lending products</a:t>
          </a:r>
          <a:endParaRPr lang="en-CA" sz="1050" kern="1200" dirty="0">
            <a:solidFill>
              <a:schemeClr val="tx1"/>
            </a:solidFill>
          </a:endParaRPr>
        </a:p>
        <a:p>
          <a:pPr marL="114300" lvl="2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chemeClr val="tx1"/>
              </a:solidFill>
            </a:rPr>
            <a:t>manually</a:t>
          </a:r>
          <a:endParaRPr lang="en-CA" sz="1050" kern="1200" dirty="0">
            <a:solidFill>
              <a:schemeClr val="tx1"/>
            </a:solidFill>
          </a:endParaRPr>
        </a:p>
        <a:p>
          <a:pPr marL="114300" lvl="2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rgbClr val="FF0000"/>
              </a:solidFill>
            </a:rPr>
            <a:t>automated</a:t>
          </a:r>
          <a:endParaRPr lang="en-CA" sz="1050" kern="1200" dirty="0">
            <a:solidFill>
              <a:srgbClr val="FF0000"/>
            </a:solidFill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rgbClr val="FF0000"/>
              </a:solidFill>
            </a:rPr>
            <a:t>Impact on cash flows &amp; health score</a:t>
          </a:r>
          <a:endParaRPr lang="en-CA" sz="1050" kern="1200" dirty="0">
            <a:solidFill>
              <a:srgbClr val="FF0000"/>
            </a:solidFill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rgbClr val="FF0000"/>
              </a:solidFill>
            </a:rPr>
            <a:t>Move/Track allocated funds</a:t>
          </a:r>
          <a:endParaRPr lang="en-CA" sz="1050" kern="1200" dirty="0">
            <a:solidFill>
              <a:srgbClr val="FF0000"/>
            </a:solidFill>
          </a:endParaRPr>
        </a:p>
      </dsp:txBody>
      <dsp:txXfrm>
        <a:off x="6391278" y="1367634"/>
        <a:ext cx="1190138" cy="3669946"/>
      </dsp:txXfrm>
    </dsp:sp>
    <dsp:sp modelId="{A2BE3550-D241-44DF-8BC0-77C9475CFE0E}">
      <dsp:nvSpPr>
        <dsp:cNvPr id="0" name=""/>
        <dsp:cNvSpPr/>
      </dsp:nvSpPr>
      <dsp:spPr>
        <a:xfrm>
          <a:off x="7551159" y="920395"/>
          <a:ext cx="406291" cy="3147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7551159" y="983344"/>
        <a:ext cx="311867" cy="188849"/>
      </dsp:txXfrm>
    </dsp:sp>
    <dsp:sp modelId="{C2BF3044-61C7-406D-B98C-F8DFE7E8940F}">
      <dsp:nvSpPr>
        <dsp:cNvPr id="0" name=""/>
        <dsp:cNvSpPr/>
      </dsp:nvSpPr>
      <dsp:spPr>
        <a:xfrm>
          <a:off x="8126100" y="824930"/>
          <a:ext cx="126419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Save &amp; Send Plan</a:t>
          </a:r>
          <a:endParaRPr lang="en-CA" sz="1050" kern="1200" dirty="0"/>
        </a:p>
      </dsp:txBody>
      <dsp:txXfrm>
        <a:off x="8126100" y="824930"/>
        <a:ext cx="1264192" cy="505676"/>
      </dsp:txXfrm>
    </dsp:sp>
    <dsp:sp modelId="{8DFCC3B5-4904-47E4-A527-53ED4D3B1F11}">
      <dsp:nvSpPr>
        <dsp:cNvPr id="0" name=""/>
        <dsp:cNvSpPr/>
      </dsp:nvSpPr>
      <dsp:spPr>
        <a:xfrm>
          <a:off x="8385031" y="1330607"/>
          <a:ext cx="126419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chemeClr val="tx1"/>
              </a:solidFill>
            </a:rPr>
            <a:t> Handoff to Backoffice for review</a:t>
          </a:r>
          <a:endParaRPr lang="en-CA" sz="1050" kern="1200" dirty="0">
            <a:solidFill>
              <a:schemeClr val="tx1"/>
            </a:solidFill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 Allow editing</a:t>
          </a:r>
          <a:endParaRPr lang="en-CA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rgbClr val="FF0000"/>
              </a:solidFill>
            </a:rPr>
            <a:t>Execution</a:t>
          </a:r>
          <a:endParaRPr lang="en-CA" sz="1050" kern="1200" dirty="0">
            <a:solidFill>
              <a:srgbClr val="FF0000"/>
            </a:solidFill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CA" sz="1050" kern="1200" dirty="0">
            <a:solidFill>
              <a:srgbClr val="FF0000"/>
            </a:solidFill>
          </a:endParaRPr>
        </a:p>
      </dsp:txBody>
      <dsp:txXfrm>
        <a:off x="8422058" y="1367634"/>
        <a:ext cx="1190138" cy="3669946"/>
      </dsp:txXfrm>
    </dsp:sp>
    <dsp:sp modelId="{5B90E690-FACA-443F-9C07-FCAFF9002F6B}">
      <dsp:nvSpPr>
        <dsp:cNvPr id="0" name=""/>
        <dsp:cNvSpPr/>
      </dsp:nvSpPr>
      <dsp:spPr>
        <a:xfrm>
          <a:off x="9581940" y="920395"/>
          <a:ext cx="406291" cy="3147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9581940" y="983344"/>
        <a:ext cx="311867" cy="188849"/>
      </dsp:txXfrm>
    </dsp:sp>
    <dsp:sp modelId="{3D401B5C-6390-435E-A44D-04F95EACE52B}">
      <dsp:nvSpPr>
        <dsp:cNvPr id="0" name=""/>
        <dsp:cNvSpPr/>
      </dsp:nvSpPr>
      <dsp:spPr>
        <a:xfrm>
          <a:off x="10156881" y="824930"/>
          <a:ext cx="1264192" cy="280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Execution</a:t>
          </a:r>
          <a:endParaRPr lang="en-CA" sz="1050" kern="1200" dirty="0"/>
        </a:p>
      </dsp:txBody>
      <dsp:txXfrm>
        <a:off x="10156881" y="824930"/>
        <a:ext cx="1264192" cy="505676"/>
      </dsp:txXfrm>
    </dsp:sp>
    <dsp:sp modelId="{9A03471F-ED39-49F9-BF4A-D99C2C27281A}">
      <dsp:nvSpPr>
        <dsp:cNvPr id="0" name=""/>
        <dsp:cNvSpPr/>
      </dsp:nvSpPr>
      <dsp:spPr>
        <a:xfrm>
          <a:off x="10415812" y="1330607"/>
          <a:ext cx="1264192" cy="374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 Manual with Backoffice team</a:t>
          </a:r>
          <a:endParaRPr lang="en-CA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rgbClr val="FF0000"/>
              </a:solidFill>
            </a:rPr>
            <a:t>Automation (Surplus, Cashflow, Shortage)</a:t>
          </a:r>
          <a:endParaRPr lang="en-CA" sz="1050" kern="1200" dirty="0">
            <a:solidFill>
              <a:srgbClr val="FF0000"/>
            </a:solidFill>
          </a:endParaRPr>
        </a:p>
      </dsp:txBody>
      <dsp:txXfrm>
        <a:off x="10452839" y="1367634"/>
        <a:ext cx="1190138" cy="36699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EA606-8AC3-4AC2-BFC5-2AA4DB500DE0}" type="datetimeFigureOut">
              <a:rPr lang="en-CA" smtClean="0"/>
              <a:t>05/07/2021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DC854-4C44-4CE3-865C-57697F669B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5073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highlighted with Red are dropped off from scope for MVP only.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Funding https://temenosglobal.invisionapp.com/share/VY102ELAZFWT#/screens/448742276</a:t>
            </a:r>
            <a:endParaRPr lang="en-CA" dirty="0"/>
          </a:p>
          <a:p>
            <a:endParaRPr lang="en-US" dirty="0"/>
          </a:p>
          <a:p>
            <a:r>
              <a:rPr lang="en-US" dirty="0"/>
              <a:t>Save Plan Design - https://temenosglobal.invisionapp.com/share/VY102ELAZFWT#/screens/446498749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DC854-4C44-4CE3-865C-57697F669BE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3501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DC854-4C44-4CE3-865C-57697F669BE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6098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03768" y="3802253"/>
            <a:ext cx="8483600" cy="53078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9170" rtl="0" eaLnBrk="1" fontAlgn="auto" latinLnBrk="0" hangingPunct="1">
              <a:lnSpc>
                <a:spcPts val="2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03769" y="2985645"/>
            <a:ext cx="11108268" cy="6095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219170" rtl="0" eaLnBrk="1" fontAlgn="auto" latinLnBrk="0" hangingPunct="1">
              <a:lnSpc>
                <a:spcPts val="5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67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ts val="5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03769" y="1990040"/>
            <a:ext cx="11133665" cy="7048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7733"/>
              </a:lnSpc>
              <a:spcBef>
                <a:spcPts val="0"/>
              </a:spcBef>
              <a:buNone/>
              <a:defRPr sz="6400" spc="-133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7196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BC45-6370-47A1-B875-131C82A26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F1B19-0EB0-4EDD-981E-C1B31B990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77A9D-7828-4A59-AAC0-582078AF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0252-9B3D-4D5C-9965-D6C31CD15AAC}" type="datetimeFigureOut">
              <a:rPr lang="en-CA" smtClean="0"/>
              <a:t>05/07/2021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24EDA-BDC5-4CDC-9820-82F59169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D46B6-FD6E-463D-80DB-3CBA4232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CF3-D95A-4DDC-BC08-3FC4384D86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794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14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06245" y="5876925"/>
            <a:ext cx="5483663" cy="3238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4954321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4954321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4954321" cy="3226433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68109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41605" y="2326641"/>
            <a:ext cx="11040535" cy="3574696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20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523962" indent="-304792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736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535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rIns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931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41605" y="934721"/>
            <a:ext cx="11040796" cy="529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533"/>
              </a:lnSpc>
              <a:spcBef>
                <a:spcPts val="0"/>
              </a:spcBef>
              <a:buNone/>
              <a:defRPr sz="4267" spc="-133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41605" y="1543569"/>
            <a:ext cx="11040796" cy="3176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1867" y="2182284"/>
            <a:ext cx="11040533" cy="36576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33" b="0" i="0" u="none" strike="noStrike" baseline="0" smtClean="0">
                <a:solidFill>
                  <a:schemeClr val="tx1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50073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715500" y="495301"/>
            <a:ext cx="1831041" cy="53340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416796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778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1749"/>
            <a:ext cx="12192000" cy="4762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15046" y="6462982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12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923" y="6513347"/>
            <a:ext cx="5222068" cy="4102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333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algn="l"/>
            <a:endParaRPr lang="en-CA" sz="1333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81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tista.com/markets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file:///C:\Users\ahmedf\AppData\Roaming\Microsoft\Excel\Book2%20(version%201).xlsb!Sheet2!R1C1:R44C6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file:///C:\Users\ahmedf\AppData\Roaming\Microsoft\Excel\Book2%20(version%201).xlsb!Sheet2!R1C1:R41C8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slide" Target="slide6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C2C3-3A00-4DFB-8D41-8D16DDCB40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VCOO User Profile &amp; Simulation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A2E31-FE0E-4547-A653-65F6AFCDF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Proposed Flow and KPIs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83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5C6F-1D6D-4D9E-A4F3-970CAA8620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Goal Setting</a:t>
            </a:r>
            <a:endParaRPr lang="en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B50699-006F-4D72-806B-3978E6C4D5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1313388-31D5-47CA-9AB0-4AE74DFB03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471196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105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6094763-358B-42B4-A1E0-6FFE3F7EDE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D6094763-358B-42B4-A1E0-6FFE3F7EDE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E0FE711-BE58-4CAF-8AF6-B7E978D5B0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7E0FE711-BE58-4CAF-8AF6-B7E978D5B0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12F29B-D1A4-449A-AB6A-A48EFD5652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3012F29B-D1A4-449A-AB6A-A48EFD5652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44EE221-B54F-447A-9F56-FB15B18568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44EE221-B54F-447A-9F56-FB15B18568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68B096-7F0E-4948-B177-C4BDD9C0F1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0768B096-7F0E-4948-B177-C4BDD9C0F1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CA2498A-3373-4ABB-A4B4-96B6AF04C6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5CA2498A-3373-4ABB-A4B4-96B6AF04C6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66236F6-BD0B-4F84-9EF4-5A3439E33BE4}"/>
              </a:ext>
            </a:extLst>
          </p:cNvPr>
          <p:cNvSpPr/>
          <p:nvPr/>
        </p:nvSpPr>
        <p:spPr>
          <a:xfrm>
            <a:off x="9346771" y="1930467"/>
            <a:ext cx="2521576" cy="3212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816CC6-45BC-4795-BB4C-2B319BE6DE8F}"/>
              </a:ext>
            </a:extLst>
          </p:cNvPr>
          <p:cNvSpPr/>
          <p:nvPr/>
        </p:nvSpPr>
        <p:spPr>
          <a:xfrm>
            <a:off x="7930069" y="1937868"/>
            <a:ext cx="1358887" cy="3212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254C65-F98F-4967-9F0E-8D605D31976F}"/>
              </a:ext>
            </a:extLst>
          </p:cNvPr>
          <p:cNvSpPr/>
          <p:nvPr/>
        </p:nvSpPr>
        <p:spPr>
          <a:xfrm>
            <a:off x="1691022" y="1949460"/>
            <a:ext cx="6172257" cy="3212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7AAB7-C0BF-4647-A962-88D66AACE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Goal Setting UX – Simplified 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4D76D-ADFB-4B3A-AE6D-64894A031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F43C1-2E4F-4870-8AA2-C550612B19A3}"/>
              </a:ext>
            </a:extLst>
          </p:cNvPr>
          <p:cNvSpPr/>
          <p:nvPr/>
        </p:nvSpPr>
        <p:spPr>
          <a:xfrm>
            <a:off x="1779896" y="2829462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Total Sales Revenue</a:t>
            </a:r>
            <a:endParaRPr lang="en-CA" sz="1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798DF0-A74E-4123-9425-4CC4863B08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9896" y="3185271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lt1"/>
                </a:solidFill>
                <a:cs typeface="+mn-cs"/>
              </a:rPr>
              <a:t>Expense</a:t>
            </a:r>
            <a:endParaRPr lang="en-CA" sz="1400" dirty="0">
              <a:solidFill>
                <a:schemeClr val="lt1"/>
              </a:solidFill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1ADF64-CDDF-48AA-A02C-BE327617E892}"/>
              </a:ext>
            </a:extLst>
          </p:cNvPr>
          <p:cNvSpPr/>
          <p:nvPr/>
        </p:nvSpPr>
        <p:spPr>
          <a:xfrm>
            <a:off x="1779896" y="3541080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Profit</a:t>
            </a:r>
            <a:endParaRPr lang="en-CA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93EC1-DAB0-43B4-A19F-2D6118E9B5C0}"/>
              </a:ext>
            </a:extLst>
          </p:cNvPr>
          <p:cNvSpPr/>
          <p:nvPr/>
        </p:nvSpPr>
        <p:spPr>
          <a:xfrm>
            <a:off x="1779896" y="3868761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Cash flow</a:t>
            </a:r>
            <a:endParaRPr lang="en-CA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2DC07D-4321-4AE4-A231-0E2AD202BE58}"/>
              </a:ext>
            </a:extLst>
          </p:cNvPr>
          <p:cNvSpPr/>
          <p:nvPr/>
        </p:nvSpPr>
        <p:spPr>
          <a:xfrm>
            <a:off x="5385736" y="2296191"/>
            <a:ext cx="1086928" cy="317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2019</a:t>
            </a:r>
            <a:endParaRPr lang="en-CA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495CB8-BD0F-43C5-A052-148123736A90}"/>
              </a:ext>
            </a:extLst>
          </p:cNvPr>
          <p:cNvSpPr/>
          <p:nvPr/>
        </p:nvSpPr>
        <p:spPr>
          <a:xfrm>
            <a:off x="6665324" y="2294505"/>
            <a:ext cx="1086928" cy="317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2020</a:t>
            </a:r>
            <a:endParaRPr lang="en-CA" sz="1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61A9B6-5A21-4480-A70E-7BFD1A934656}"/>
              </a:ext>
            </a:extLst>
          </p:cNvPr>
          <p:cNvSpPr/>
          <p:nvPr/>
        </p:nvSpPr>
        <p:spPr>
          <a:xfrm>
            <a:off x="8072728" y="2277092"/>
            <a:ext cx="1086928" cy="317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Growth %</a:t>
            </a:r>
            <a:endParaRPr lang="en-CA" sz="1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EE703D-EE9D-42A8-A22A-2172E3205B20}"/>
              </a:ext>
            </a:extLst>
          </p:cNvPr>
          <p:cNvSpPr/>
          <p:nvPr/>
        </p:nvSpPr>
        <p:spPr>
          <a:xfrm>
            <a:off x="9386581" y="2277091"/>
            <a:ext cx="1086928" cy="317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Target %</a:t>
            </a:r>
            <a:endParaRPr lang="en-CA" sz="1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559068-09BA-4A49-8D19-7E204455800C}"/>
              </a:ext>
            </a:extLst>
          </p:cNvPr>
          <p:cNvSpPr/>
          <p:nvPr/>
        </p:nvSpPr>
        <p:spPr>
          <a:xfrm>
            <a:off x="10666168" y="2283656"/>
            <a:ext cx="1092667" cy="317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Target Total</a:t>
            </a:r>
            <a:endParaRPr lang="en-CA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AA25E20-484D-428E-940C-AFF619A077B2}"/>
              </a:ext>
            </a:extLst>
          </p:cNvPr>
          <p:cNvSpPr/>
          <p:nvPr/>
        </p:nvSpPr>
        <p:spPr>
          <a:xfrm>
            <a:off x="5385736" y="2826188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5FB056-6099-4363-B2ED-581AB4EAC5C8}"/>
              </a:ext>
            </a:extLst>
          </p:cNvPr>
          <p:cNvSpPr/>
          <p:nvPr/>
        </p:nvSpPr>
        <p:spPr>
          <a:xfrm>
            <a:off x="5385736" y="3185148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180691-BD1E-4D8F-90B0-5A98631BE95E}"/>
              </a:ext>
            </a:extLst>
          </p:cNvPr>
          <p:cNvSpPr/>
          <p:nvPr/>
        </p:nvSpPr>
        <p:spPr>
          <a:xfrm>
            <a:off x="5385736" y="3536705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98C8A9-CF2D-41EB-9419-7DF9C57354DE}"/>
              </a:ext>
            </a:extLst>
          </p:cNvPr>
          <p:cNvSpPr/>
          <p:nvPr/>
        </p:nvSpPr>
        <p:spPr>
          <a:xfrm>
            <a:off x="5385736" y="3872395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E093F3-D143-4110-B989-25B674037ED3}"/>
              </a:ext>
            </a:extLst>
          </p:cNvPr>
          <p:cNvSpPr/>
          <p:nvPr/>
        </p:nvSpPr>
        <p:spPr>
          <a:xfrm>
            <a:off x="6699829" y="2832874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3775BA8-0146-4BB1-BEAB-6165C564C48F}"/>
              </a:ext>
            </a:extLst>
          </p:cNvPr>
          <p:cNvSpPr/>
          <p:nvPr/>
        </p:nvSpPr>
        <p:spPr>
          <a:xfrm>
            <a:off x="6699829" y="3172023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67BF293-E786-432E-8749-A2B3F7FC6B52}"/>
              </a:ext>
            </a:extLst>
          </p:cNvPr>
          <p:cNvSpPr/>
          <p:nvPr/>
        </p:nvSpPr>
        <p:spPr>
          <a:xfrm>
            <a:off x="6699829" y="3511172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6ABEBC-4DEE-4D98-82E7-64D44760B19E}"/>
              </a:ext>
            </a:extLst>
          </p:cNvPr>
          <p:cNvSpPr/>
          <p:nvPr/>
        </p:nvSpPr>
        <p:spPr>
          <a:xfrm>
            <a:off x="6699829" y="3851978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DC92C8-5E80-4399-A17F-8A34126F2B9D}"/>
              </a:ext>
            </a:extLst>
          </p:cNvPr>
          <p:cNvSpPr/>
          <p:nvPr/>
        </p:nvSpPr>
        <p:spPr>
          <a:xfrm>
            <a:off x="8072728" y="2826188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B1D843D-AAB7-4682-A67A-FF602EFB8A9C}"/>
              </a:ext>
            </a:extLst>
          </p:cNvPr>
          <p:cNvSpPr/>
          <p:nvPr/>
        </p:nvSpPr>
        <p:spPr>
          <a:xfrm>
            <a:off x="9421086" y="2827402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ED552B-28E9-4936-AE1B-4A81DF093FB9}"/>
              </a:ext>
            </a:extLst>
          </p:cNvPr>
          <p:cNvSpPr/>
          <p:nvPr/>
        </p:nvSpPr>
        <p:spPr>
          <a:xfrm>
            <a:off x="10666168" y="2803864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9B261B-B172-4211-BD2B-895E32F911EA}"/>
              </a:ext>
            </a:extLst>
          </p:cNvPr>
          <p:cNvSpPr/>
          <p:nvPr/>
        </p:nvSpPr>
        <p:spPr>
          <a:xfrm>
            <a:off x="8072728" y="3185148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4BDC3CB-F420-4E00-8D25-6575494CB796}"/>
              </a:ext>
            </a:extLst>
          </p:cNvPr>
          <p:cNvSpPr/>
          <p:nvPr/>
        </p:nvSpPr>
        <p:spPr>
          <a:xfrm>
            <a:off x="9421086" y="3164055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61B415F-85A0-4163-BA71-302D96822718}"/>
              </a:ext>
            </a:extLst>
          </p:cNvPr>
          <p:cNvSpPr/>
          <p:nvPr/>
        </p:nvSpPr>
        <p:spPr>
          <a:xfrm>
            <a:off x="10666168" y="3179676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F33A69D-BEE1-4173-ACC9-9C361AB2FE1B}"/>
              </a:ext>
            </a:extLst>
          </p:cNvPr>
          <p:cNvSpPr/>
          <p:nvPr/>
        </p:nvSpPr>
        <p:spPr>
          <a:xfrm>
            <a:off x="8072727" y="3509825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41EEB45-5188-47C0-8E31-BDEE83B5F555}"/>
              </a:ext>
            </a:extLst>
          </p:cNvPr>
          <p:cNvSpPr/>
          <p:nvPr/>
        </p:nvSpPr>
        <p:spPr>
          <a:xfrm>
            <a:off x="9421086" y="3504353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618A17B-6107-40AE-8ECE-D274B9B636A4}"/>
              </a:ext>
            </a:extLst>
          </p:cNvPr>
          <p:cNvSpPr/>
          <p:nvPr/>
        </p:nvSpPr>
        <p:spPr>
          <a:xfrm>
            <a:off x="10666168" y="3508210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6A8C166-84B4-4A1E-8EE8-1EE57878B503}"/>
              </a:ext>
            </a:extLst>
          </p:cNvPr>
          <p:cNvSpPr/>
          <p:nvPr/>
        </p:nvSpPr>
        <p:spPr>
          <a:xfrm>
            <a:off x="8072727" y="3851978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D504664-3F4F-4DEF-B29F-41841CD4E57B}"/>
              </a:ext>
            </a:extLst>
          </p:cNvPr>
          <p:cNvSpPr/>
          <p:nvPr/>
        </p:nvSpPr>
        <p:spPr>
          <a:xfrm>
            <a:off x="9421086" y="3840180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58DE76F-8C4B-45B5-A7BD-430C97C52978}"/>
              </a:ext>
            </a:extLst>
          </p:cNvPr>
          <p:cNvSpPr/>
          <p:nvPr/>
        </p:nvSpPr>
        <p:spPr>
          <a:xfrm>
            <a:off x="10666168" y="3836744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ACB981-90A5-42DF-AF3B-9974D80C4FEF}"/>
              </a:ext>
            </a:extLst>
          </p:cNvPr>
          <p:cNvSpPr/>
          <p:nvPr/>
        </p:nvSpPr>
        <p:spPr>
          <a:xfrm>
            <a:off x="1779896" y="4225783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Customer Growth</a:t>
            </a:r>
            <a:endParaRPr lang="en-CA" sz="14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7AB0B5B-52AB-41E0-A6D7-20918C81508D}"/>
              </a:ext>
            </a:extLst>
          </p:cNvPr>
          <p:cNvSpPr/>
          <p:nvPr/>
        </p:nvSpPr>
        <p:spPr>
          <a:xfrm>
            <a:off x="5385736" y="4225783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A91B1E5-5E52-4319-8611-A267A386B775}"/>
              </a:ext>
            </a:extLst>
          </p:cNvPr>
          <p:cNvSpPr/>
          <p:nvPr/>
        </p:nvSpPr>
        <p:spPr>
          <a:xfrm>
            <a:off x="6699829" y="4221753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C910EF3-B0EA-48E0-949E-FBE50C329782}"/>
              </a:ext>
            </a:extLst>
          </p:cNvPr>
          <p:cNvSpPr/>
          <p:nvPr/>
        </p:nvSpPr>
        <p:spPr>
          <a:xfrm>
            <a:off x="8072727" y="4203787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564AEEB6-A95D-4D54-89F3-197AD6531410}"/>
              </a:ext>
            </a:extLst>
          </p:cNvPr>
          <p:cNvSpPr/>
          <p:nvPr/>
        </p:nvSpPr>
        <p:spPr>
          <a:xfrm>
            <a:off x="9611472" y="734001"/>
            <a:ext cx="1724074" cy="1112077"/>
          </a:xfrm>
          <a:prstGeom prst="wedgeRectCallout">
            <a:avLst>
              <a:gd name="adj1" fmla="val -331"/>
              <a:gd name="adj2" fmla="val 819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Prefilled by the system(duplicate from last year) – allow editing</a:t>
            </a:r>
            <a:endParaRPr lang="en-CA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4AF6D0A-1F15-4DE6-8A9F-936FBB1227A0}"/>
              </a:ext>
            </a:extLst>
          </p:cNvPr>
          <p:cNvSpPr/>
          <p:nvPr/>
        </p:nvSpPr>
        <p:spPr>
          <a:xfrm>
            <a:off x="1684702" y="4728911"/>
            <a:ext cx="6172258" cy="430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Analyze the data</a:t>
            </a:r>
            <a:endParaRPr lang="en-CA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957F07-D3C6-4FAE-A242-689CCC2EE4AF}"/>
              </a:ext>
            </a:extLst>
          </p:cNvPr>
          <p:cNvSpPr/>
          <p:nvPr/>
        </p:nvSpPr>
        <p:spPr>
          <a:xfrm>
            <a:off x="7930069" y="4725142"/>
            <a:ext cx="1358887" cy="430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2. YoY Insights</a:t>
            </a:r>
            <a:endParaRPr lang="en-CA" sz="1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DF0209-7FD3-4C9E-B309-742654DCAE57}"/>
              </a:ext>
            </a:extLst>
          </p:cNvPr>
          <p:cNvSpPr/>
          <p:nvPr/>
        </p:nvSpPr>
        <p:spPr>
          <a:xfrm>
            <a:off x="9346771" y="4719484"/>
            <a:ext cx="2521576" cy="430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4. Set your Next Year Goals</a:t>
            </a:r>
            <a:endParaRPr lang="en-CA" sz="1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FD07A2-DF8B-476F-9AA5-4AA60F0C58C0}"/>
              </a:ext>
            </a:extLst>
          </p:cNvPr>
          <p:cNvSpPr/>
          <p:nvPr/>
        </p:nvSpPr>
        <p:spPr>
          <a:xfrm>
            <a:off x="259024" y="1955407"/>
            <a:ext cx="1358888" cy="3212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6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6CA8A3-9E21-4465-B656-DF18E05D1A31}"/>
              </a:ext>
            </a:extLst>
          </p:cNvPr>
          <p:cNvSpPr/>
          <p:nvPr/>
        </p:nvSpPr>
        <p:spPr>
          <a:xfrm>
            <a:off x="252705" y="4719484"/>
            <a:ext cx="1365206" cy="430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3. Select Relevant KPIs</a:t>
            </a:r>
            <a:endParaRPr lang="en-CA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C7390DB-3EDF-4EE3-99E3-91763F036B13}"/>
              </a:ext>
            </a:extLst>
          </p:cNvPr>
          <p:cNvSpPr/>
          <p:nvPr/>
        </p:nvSpPr>
        <p:spPr>
          <a:xfrm>
            <a:off x="820132" y="2831336"/>
            <a:ext cx="273377" cy="208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X</a:t>
            </a:r>
            <a:endParaRPr lang="en-CA" sz="1400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62EF6D0A-EB2A-4909-85B1-911F018546A6}"/>
              </a:ext>
            </a:extLst>
          </p:cNvPr>
          <p:cNvSpPr txBox="1">
            <a:spLocks/>
          </p:cNvSpPr>
          <p:nvPr/>
        </p:nvSpPr>
        <p:spPr>
          <a:xfrm>
            <a:off x="820132" y="3187145"/>
            <a:ext cx="273377" cy="208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144000" rtlCol="0" anchor="ctr"/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s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6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66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lt1"/>
                </a:solidFill>
                <a:cs typeface="+mn-cs"/>
              </a:rPr>
              <a:t>X</a:t>
            </a:r>
            <a:endParaRPr lang="en-CA" sz="1400" dirty="0">
              <a:solidFill>
                <a:schemeClr val="lt1"/>
              </a:solidFill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694361-423A-4EAA-9993-69FBC272D608}"/>
              </a:ext>
            </a:extLst>
          </p:cNvPr>
          <p:cNvSpPr/>
          <p:nvPr/>
        </p:nvSpPr>
        <p:spPr>
          <a:xfrm>
            <a:off x="820132" y="3542954"/>
            <a:ext cx="273377" cy="208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X</a:t>
            </a:r>
            <a:endParaRPr lang="en-CA" sz="14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DA3B04-711E-4DE6-80CE-4D4C769D710A}"/>
              </a:ext>
            </a:extLst>
          </p:cNvPr>
          <p:cNvSpPr/>
          <p:nvPr/>
        </p:nvSpPr>
        <p:spPr>
          <a:xfrm>
            <a:off x="820132" y="3870635"/>
            <a:ext cx="273377" cy="208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X</a:t>
            </a:r>
            <a:endParaRPr lang="en-CA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4C708EE-2096-4958-B9B0-F8B89799F9B9}"/>
              </a:ext>
            </a:extLst>
          </p:cNvPr>
          <p:cNvSpPr/>
          <p:nvPr/>
        </p:nvSpPr>
        <p:spPr>
          <a:xfrm>
            <a:off x="820132" y="4227657"/>
            <a:ext cx="273377" cy="208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0183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build="p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53" grpId="0" animBg="1"/>
      <p:bldP spid="54" grpId="0" build="p" animBg="1"/>
      <p:bldP spid="55" grpId="0" animBg="1"/>
      <p:bldP spid="56" grpId="0" animBg="1"/>
      <p:bldP spid="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4CD68E-5CDD-4E7D-82C3-F7DEE592B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9888" y="2624327"/>
            <a:ext cx="10192252" cy="327700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0C8F5-37C3-4FB6-AF2F-B168B5A06D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Simulation Process – Beta 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A1602-6B4E-466F-8496-CA4D900BC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CDAB596-E5B1-4F7C-BC90-9140A0366DF8}"/>
              </a:ext>
            </a:extLst>
          </p:cNvPr>
          <p:cNvGraphicFramePr/>
          <p:nvPr/>
        </p:nvGraphicFramePr>
        <p:xfrm>
          <a:off x="432816" y="934721"/>
          <a:ext cx="11682984" cy="589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02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8391BE9-4989-4D61-9587-F2C34D7903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0D5620-6BCB-4B88-90CD-5AFBB2931E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4E8C60-3B53-4DD6-9DCB-4DDF23B3F1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D9A84C-DEDB-4E9C-AC82-770AE4AE02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944FF5-9DE5-4A12-9DE7-87872A3824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CCD27F4-E3F5-461F-9FBE-2A196C66DB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4AED53-A7C7-43BA-AA8B-A40D92A256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DBF18B-5A4E-4FD5-90E2-8A5DE82BA2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7C54B0-B0BB-4C91-8B6F-BA38932622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FE22E99-B49E-4D88-B0FF-92549AB05D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A0E7ACC-81F0-4C13-8BB2-37DEB9AA7D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BE3550-D241-44DF-8BC0-77C9475CFE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2BF3044-61C7-406D-B98C-F8DFE7E8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FCC3B5-4904-47E4-A527-53ED4D3B1F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90E690-FACA-443F-9C07-FCAFF9002F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401B5C-6390-435E-A44D-04F95EACE5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03471F-ED39-49F9-BF4A-D99C2C272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ACD2144E-502C-46E9-8860-AD6EB2F0AA95}"/>
              </a:ext>
            </a:extLst>
          </p:cNvPr>
          <p:cNvSpPr/>
          <p:nvPr/>
        </p:nvSpPr>
        <p:spPr>
          <a:xfrm>
            <a:off x="7321895" y="1838934"/>
            <a:ext cx="2009670" cy="41097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2E937-478D-4001-AFDE-BFD79626F7FC}"/>
              </a:ext>
            </a:extLst>
          </p:cNvPr>
          <p:cNvSpPr/>
          <p:nvPr/>
        </p:nvSpPr>
        <p:spPr>
          <a:xfrm>
            <a:off x="5312225" y="1829445"/>
            <a:ext cx="2009670" cy="41097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900175-12F0-4EEA-83BD-B0C65D6A39CD}"/>
              </a:ext>
            </a:extLst>
          </p:cNvPr>
          <p:cNvSpPr/>
          <p:nvPr/>
        </p:nvSpPr>
        <p:spPr>
          <a:xfrm>
            <a:off x="3288455" y="1825536"/>
            <a:ext cx="2009670" cy="41097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B5B3B-8C73-4177-94DA-8B56D1D987CC}"/>
              </a:ext>
            </a:extLst>
          </p:cNvPr>
          <p:cNvSpPr/>
          <p:nvPr/>
        </p:nvSpPr>
        <p:spPr>
          <a:xfrm>
            <a:off x="3589901" y="1981738"/>
            <a:ext cx="1356528" cy="436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Invitation Email</a:t>
            </a:r>
            <a:endParaRPr lang="en-CA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E20575-288E-457C-9FD8-D14C77BA084D}"/>
              </a:ext>
            </a:extLst>
          </p:cNvPr>
          <p:cNvSpPr/>
          <p:nvPr/>
        </p:nvSpPr>
        <p:spPr>
          <a:xfrm>
            <a:off x="3589901" y="2639068"/>
            <a:ext cx="1356528" cy="436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Landing + Intro Page</a:t>
            </a:r>
            <a:endParaRPr lang="en-CA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66740-7F0F-40E5-A4A5-F3D457C28937}"/>
              </a:ext>
            </a:extLst>
          </p:cNvPr>
          <p:cNvSpPr/>
          <p:nvPr/>
        </p:nvSpPr>
        <p:spPr>
          <a:xfrm>
            <a:off x="3589901" y="3296398"/>
            <a:ext cx="1356528" cy="436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Login (with DBX credentials)</a:t>
            </a:r>
            <a:endParaRPr lang="en-CA" sz="1050" dirty="0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FCEDA79D-E46B-4B05-8C5A-0CA34C980947}"/>
              </a:ext>
            </a:extLst>
          </p:cNvPr>
          <p:cNvSpPr/>
          <p:nvPr/>
        </p:nvSpPr>
        <p:spPr>
          <a:xfrm>
            <a:off x="5637831" y="2672533"/>
            <a:ext cx="1356527" cy="31761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Redirect to CODAT</a:t>
            </a:r>
            <a:endParaRPr lang="en-CA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1C8631-53B7-457B-9519-BC5FEB172C14}"/>
              </a:ext>
            </a:extLst>
          </p:cNvPr>
          <p:cNvSpPr/>
          <p:nvPr/>
        </p:nvSpPr>
        <p:spPr>
          <a:xfrm>
            <a:off x="3589901" y="3953728"/>
            <a:ext cx="1356528" cy="436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Connect Accounting Software</a:t>
            </a:r>
            <a:endParaRPr lang="en-CA" sz="1050" dirty="0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78252535-20E8-458F-95AB-A8B823D87AE4}"/>
              </a:ext>
            </a:extLst>
          </p:cNvPr>
          <p:cNvSpPr/>
          <p:nvPr/>
        </p:nvSpPr>
        <p:spPr>
          <a:xfrm>
            <a:off x="5637831" y="3205347"/>
            <a:ext cx="1356527" cy="291268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Select Accounting Software</a:t>
            </a:r>
            <a:endParaRPr lang="en-CA" sz="1050" dirty="0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E3D55AA9-00DE-4265-9F06-3CD85D6FD747}"/>
              </a:ext>
            </a:extLst>
          </p:cNvPr>
          <p:cNvSpPr/>
          <p:nvPr/>
        </p:nvSpPr>
        <p:spPr>
          <a:xfrm>
            <a:off x="5637831" y="3738729"/>
            <a:ext cx="1356527" cy="31761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Redirect to Accounting Software</a:t>
            </a:r>
            <a:endParaRPr lang="en-CA" sz="1050" dirty="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0A03CA0-BD92-4880-A497-090C8A11AD6B}"/>
              </a:ext>
            </a:extLst>
          </p:cNvPr>
          <p:cNvSpPr/>
          <p:nvPr/>
        </p:nvSpPr>
        <p:spPr>
          <a:xfrm>
            <a:off x="7432052" y="2925337"/>
            <a:ext cx="1797474" cy="50094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Authorize CODAT to pull data by providing login credentials on Accounting Software</a:t>
            </a:r>
            <a:endParaRPr lang="en-CA" sz="1050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B0FEE71F-2481-408E-912D-8A7039E9C2C1}"/>
              </a:ext>
            </a:extLst>
          </p:cNvPr>
          <p:cNvSpPr/>
          <p:nvPr/>
        </p:nvSpPr>
        <p:spPr>
          <a:xfrm>
            <a:off x="7649431" y="3673829"/>
            <a:ext cx="1356527" cy="31761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Select the Company to import(Optional)</a:t>
            </a:r>
            <a:endParaRPr lang="en-CA" sz="1050" dirty="0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707DF94C-D5F8-4AF8-9C1B-B76313BE90D2}"/>
              </a:ext>
            </a:extLst>
          </p:cNvPr>
          <p:cNvSpPr/>
          <p:nvPr/>
        </p:nvSpPr>
        <p:spPr>
          <a:xfrm>
            <a:off x="5635804" y="4705445"/>
            <a:ext cx="1356527" cy="46906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Terms and Conditions + Privacy Policy</a:t>
            </a:r>
            <a:endParaRPr lang="en-CA" sz="1050" dirty="0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76340EC7-8645-45CC-820E-F4E513ABBC7C}"/>
              </a:ext>
            </a:extLst>
          </p:cNvPr>
          <p:cNvSpPr/>
          <p:nvPr/>
        </p:nvSpPr>
        <p:spPr>
          <a:xfrm>
            <a:off x="3589902" y="4982834"/>
            <a:ext cx="1356527" cy="31761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Enrollment Questions</a:t>
            </a:r>
            <a:endParaRPr lang="en-CA" sz="1050" dirty="0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CDB47BAC-EF8F-4994-806D-2851DDCA6FF1}"/>
              </a:ext>
            </a:extLst>
          </p:cNvPr>
          <p:cNvSpPr/>
          <p:nvPr/>
        </p:nvSpPr>
        <p:spPr>
          <a:xfrm>
            <a:off x="3589901" y="5520311"/>
            <a:ext cx="1356527" cy="31761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Show Dashboard</a:t>
            </a:r>
            <a:endParaRPr lang="en-CA" sz="10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28BFD-8CAE-45C1-906D-214AC8214E82}"/>
              </a:ext>
            </a:extLst>
          </p:cNvPr>
          <p:cNvSpPr/>
          <p:nvPr/>
        </p:nvSpPr>
        <p:spPr>
          <a:xfrm>
            <a:off x="3288455" y="1423602"/>
            <a:ext cx="2009670" cy="40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VCOO/CWB</a:t>
            </a:r>
            <a:endParaRPr lang="en-CA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A40801-B19E-4472-BDBC-66FC02688BCF}"/>
              </a:ext>
            </a:extLst>
          </p:cNvPr>
          <p:cNvSpPr/>
          <p:nvPr/>
        </p:nvSpPr>
        <p:spPr>
          <a:xfrm>
            <a:off x="5312229" y="1423602"/>
            <a:ext cx="2009670" cy="40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CODAT</a:t>
            </a:r>
            <a:endParaRPr lang="en-CA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6171B5-6DF9-4251-99AC-9224A84DDF62}"/>
              </a:ext>
            </a:extLst>
          </p:cNvPr>
          <p:cNvSpPr/>
          <p:nvPr/>
        </p:nvSpPr>
        <p:spPr>
          <a:xfrm>
            <a:off x="7321895" y="1423602"/>
            <a:ext cx="2009670" cy="401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Accounting Software</a:t>
            </a:r>
            <a:endParaRPr lang="en-CA" sz="1600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2482412-630E-431B-988A-6410B12069CF}"/>
              </a:ext>
            </a:extLst>
          </p:cNvPr>
          <p:cNvCxnSpPr>
            <a:stCxn id="9" idx="3"/>
            <a:endCxn id="8" idx="1"/>
          </p:cNvCxnSpPr>
          <p:nvPr/>
        </p:nvCxnSpPr>
        <p:spPr>
          <a:xfrm flipV="1">
            <a:off x="4946429" y="2831339"/>
            <a:ext cx="691402" cy="13407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526641-ACED-426A-A157-F9333E53ABA7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268165" y="2418394"/>
            <a:ext cx="0" cy="22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663D05-1DE1-44A2-B968-00922F9DD27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268165" y="3075724"/>
            <a:ext cx="0" cy="22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1BAE64-E426-454B-8FF3-13237034156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268165" y="3733054"/>
            <a:ext cx="0" cy="22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1CA921-AD29-40F0-B978-70DB5E0E4FC5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4268165" y="5300445"/>
            <a:ext cx="1" cy="219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7DCDEB-A351-4B52-8EE0-E3227AF3A47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316095" y="2990144"/>
            <a:ext cx="0" cy="215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E11521A-9611-42CC-8D51-E37636B4077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316095" y="3496615"/>
            <a:ext cx="0" cy="242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5E45BAA-CB4C-4AEE-B880-143A4712059E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rot="10800000" flipV="1">
            <a:off x="4946430" y="4939976"/>
            <a:ext cx="689375" cy="2016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8726FB0-3914-49C4-ACC2-118FC13451EB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8205466" y="3548506"/>
            <a:ext cx="247552" cy="30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7D314F3-88F4-4F1F-BBDD-E07CFA624A90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994358" y="3175807"/>
            <a:ext cx="437694" cy="7217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8" name="Flowchart: Process 67">
            <a:extLst>
              <a:ext uri="{FF2B5EF4-FFF2-40B4-BE49-F238E27FC236}">
                <a16:creationId xmlns:a16="http://schemas.microsoft.com/office/drawing/2014/main" id="{2680CDB7-6D82-437C-91D6-4A2C3B6B4569}"/>
              </a:ext>
            </a:extLst>
          </p:cNvPr>
          <p:cNvSpPr/>
          <p:nvPr/>
        </p:nvSpPr>
        <p:spPr>
          <a:xfrm>
            <a:off x="7645474" y="4238992"/>
            <a:ext cx="1356527" cy="46906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Terms and Conditions + Privacy Policy</a:t>
            </a:r>
            <a:endParaRPr lang="en-CA" sz="1050" dirty="0"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59CE576-0CCF-4EA0-8C04-0C4B139CEE0E}"/>
              </a:ext>
            </a:extLst>
          </p:cNvPr>
          <p:cNvCxnSpPr>
            <a:cxnSpLocks/>
            <a:stCxn id="68" idx="1"/>
            <a:endCxn id="14" idx="3"/>
          </p:cNvCxnSpPr>
          <p:nvPr/>
        </p:nvCxnSpPr>
        <p:spPr>
          <a:xfrm rot="10800000" flipV="1">
            <a:off x="6992332" y="4473522"/>
            <a:ext cx="653143" cy="4664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7" name="Speech Bubble: Rectangle with Corners Rounded 76">
            <a:extLst>
              <a:ext uri="{FF2B5EF4-FFF2-40B4-BE49-F238E27FC236}">
                <a16:creationId xmlns:a16="http://schemas.microsoft.com/office/drawing/2014/main" id="{13CDCEB0-531C-4592-8C29-D048915DAE43}"/>
              </a:ext>
            </a:extLst>
          </p:cNvPr>
          <p:cNvSpPr/>
          <p:nvPr/>
        </p:nvSpPr>
        <p:spPr>
          <a:xfrm>
            <a:off x="7493119" y="5111965"/>
            <a:ext cx="1661236" cy="369211"/>
          </a:xfrm>
          <a:prstGeom prst="wedgeRoundRectCallout">
            <a:avLst>
              <a:gd name="adj1" fmla="val -6371"/>
              <a:gd name="adj2" fmla="val -159178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This will be different for each software.</a:t>
            </a:r>
            <a:endParaRPr lang="en-CA" sz="1050" dirty="0"/>
          </a:p>
        </p:txBody>
      </p:sp>
      <p:sp>
        <p:nvSpPr>
          <p:cNvPr id="78" name="Speech Bubble: Rectangle with Corners Rounded 77">
            <a:extLst>
              <a:ext uri="{FF2B5EF4-FFF2-40B4-BE49-F238E27FC236}">
                <a16:creationId xmlns:a16="http://schemas.microsoft.com/office/drawing/2014/main" id="{51949161-2491-41D6-8C6A-6E0860704459}"/>
              </a:ext>
            </a:extLst>
          </p:cNvPr>
          <p:cNvSpPr/>
          <p:nvPr/>
        </p:nvSpPr>
        <p:spPr>
          <a:xfrm>
            <a:off x="5635804" y="5502670"/>
            <a:ext cx="1661236" cy="369211"/>
          </a:xfrm>
          <a:prstGeom prst="wedgeRoundRectCallout">
            <a:avLst>
              <a:gd name="adj1" fmla="val -9395"/>
              <a:gd name="adj2" fmla="val -142849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 can show this earlier in the process too.</a:t>
            </a:r>
            <a:endParaRPr lang="en-CA" sz="1050" dirty="0"/>
          </a:p>
        </p:txBody>
      </p:sp>
      <p:sp>
        <p:nvSpPr>
          <p:cNvPr id="79" name="Speech Bubble: Rectangle with Corners Rounded 78">
            <a:extLst>
              <a:ext uri="{FF2B5EF4-FFF2-40B4-BE49-F238E27FC236}">
                <a16:creationId xmlns:a16="http://schemas.microsoft.com/office/drawing/2014/main" id="{B4D95C21-4DB2-4FFB-8AB0-86B41403DFFC}"/>
              </a:ext>
            </a:extLst>
          </p:cNvPr>
          <p:cNvSpPr/>
          <p:nvPr/>
        </p:nvSpPr>
        <p:spPr>
          <a:xfrm>
            <a:off x="5717623" y="864607"/>
            <a:ext cx="1661236" cy="369211"/>
          </a:xfrm>
          <a:prstGeom prst="wedgeRoundRectCallout">
            <a:avLst>
              <a:gd name="adj1" fmla="val -16049"/>
              <a:gd name="adj2" fmla="val 107536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This will be CWB/VCOO branded page.</a:t>
            </a:r>
            <a:endParaRPr lang="en-CA" sz="1050" dirty="0"/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D25895BF-FEC5-42A9-9C26-DEF3ABD6A99F}"/>
              </a:ext>
            </a:extLst>
          </p:cNvPr>
          <p:cNvCxnSpPr>
            <a:cxnSpLocks/>
            <a:stCxn id="13" idx="2"/>
            <a:endCxn id="68" idx="0"/>
          </p:cNvCxnSpPr>
          <p:nvPr/>
        </p:nvCxnSpPr>
        <p:spPr>
          <a:xfrm rot="5400000">
            <a:off x="8201941" y="4113238"/>
            <a:ext cx="247552" cy="39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4DE69A4-AAD3-4516-95E8-56687C5D3149}"/>
              </a:ext>
            </a:extLst>
          </p:cNvPr>
          <p:cNvSpPr txBox="1">
            <a:spLocks/>
          </p:cNvSpPr>
          <p:nvPr/>
        </p:nvSpPr>
        <p:spPr>
          <a:xfrm>
            <a:off x="541605" y="934721"/>
            <a:ext cx="11040535" cy="52997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1219170" rtl="0" eaLnBrk="1" latinLnBrk="0" hangingPunct="1">
              <a:lnSpc>
                <a:spcPts val="4533"/>
              </a:lnSpc>
              <a:spcBef>
                <a:spcPts val="0"/>
              </a:spcBef>
              <a:buFont typeface="Arial" panose="020B0604020202020204" pitchFamily="34" charset="0"/>
              <a:buNone/>
              <a:defRPr sz="4267" kern="1200" spc="-133" baseline="0">
                <a:solidFill>
                  <a:srgbClr val="0097A9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Enrollment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27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D9143B-D061-48F9-95FE-50023613E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C5275-F5A8-4B9E-A191-891862769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1. Analyze the Business Data – KPIs 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2B9AC-77E6-4598-B1EC-8967005EC3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C45BEF9-FDC1-4163-B0AE-627F4DA8C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218601"/>
              </p:ext>
            </p:extLst>
          </p:nvPr>
        </p:nvGraphicFramePr>
        <p:xfrm>
          <a:off x="541605" y="1543569"/>
          <a:ext cx="11108789" cy="5212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127">
                  <a:extLst>
                    <a:ext uri="{9D8B030D-6E8A-4147-A177-3AD203B41FA5}">
                      <a16:colId xmlns:a16="http://schemas.microsoft.com/office/drawing/2014/main" val="3263046743"/>
                    </a:ext>
                  </a:extLst>
                </a:gridCol>
                <a:gridCol w="2053087">
                  <a:extLst>
                    <a:ext uri="{9D8B030D-6E8A-4147-A177-3AD203B41FA5}">
                      <a16:colId xmlns:a16="http://schemas.microsoft.com/office/drawing/2014/main" val="1084037690"/>
                    </a:ext>
                  </a:extLst>
                </a:gridCol>
                <a:gridCol w="2950217">
                  <a:extLst>
                    <a:ext uri="{9D8B030D-6E8A-4147-A177-3AD203B41FA5}">
                      <a16:colId xmlns:a16="http://schemas.microsoft.com/office/drawing/2014/main" val="4025227495"/>
                    </a:ext>
                  </a:extLst>
                </a:gridCol>
                <a:gridCol w="3966407">
                  <a:extLst>
                    <a:ext uri="{9D8B030D-6E8A-4147-A177-3AD203B41FA5}">
                      <a16:colId xmlns:a16="http://schemas.microsoft.com/office/drawing/2014/main" val="150373857"/>
                    </a:ext>
                  </a:extLst>
                </a:gridCol>
                <a:gridCol w="1265951">
                  <a:extLst>
                    <a:ext uri="{9D8B030D-6E8A-4147-A177-3AD203B41FA5}">
                      <a16:colId xmlns:a16="http://schemas.microsoft.com/office/drawing/2014/main" val="229670354"/>
                    </a:ext>
                  </a:extLst>
                </a:gridCol>
              </a:tblGrid>
              <a:tr h="246427">
                <a:tc>
                  <a:txBody>
                    <a:bodyPr/>
                    <a:lstStyle/>
                    <a:p>
                      <a:r>
                        <a:rPr lang="en-US" sz="1200" dirty="0"/>
                        <a:t>Category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KPI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Extended KPIs (Optional/Priority 2)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Source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126591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r>
                        <a:rPr lang="en-US" sz="1200" dirty="0">
                          <a:hlinkClick r:id="rId2" action="ppaction://hlinksldjump"/>
                        </a:rPr>
                        <a:t>Financial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Revenue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income statement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418377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Expense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income statement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90164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Gross Profit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income statement (Revenue-COGS)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724298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Operating Profit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GP-Operating Expenses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826999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Net Profit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OP-Interest Expenses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692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Assets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533668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Cash and Equivalent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751962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Receivables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107815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Inventory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401064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Liabilities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31880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Short term loan payments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15700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Payables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560262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Accrued payments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975957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Retained Earnings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balance sheet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02315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Net Cashflows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Cash flow statement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175091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Operations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Cash flow statement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CODAT?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73549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Investments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Cash flow statement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CODAT?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332368"/>
                  </a:ext>
                </a:extLst>
              </a:tr>
              <a:tr h="246427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From Financing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Cash flow statement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CODAT?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23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3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C5275-F5A8-4B9E-A191-891862769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1. Analyze the Business Data – KPIs 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2B9AC-77E6-4598-B1EC-8967005EC3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C45BEF9-FDC1-4163-B0AE-627F4DA8C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526273"/>
              </p:ext>
            </p:extLst>
          </p:nvPr>
        </p:nvGraphicFramePr>
        <p:xfrm>
          <a:off x="575732" y="1989402"/>
          <a:ext cx="11040536" cy="3931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5701">
                  <a:extLst>
                    <a:ext uri="{9D8B030D-6E8A-4147-A177-3AD203B41FA5}">
                      <a16:colId xmlns:a16="http://schemas.microsoft.com/office/drawing/2014/main" val="3263046743"/>
                    </a:ext>
                  </a:extLst>
                </a:gridCol>
                <a:gridCol w="3541222">
                  <a:extLst>
                    <a:ext uri="{9D8B030D-6E8A-4147-A177-3AD203B41FA5}">
                      <a16:colId xmlns:a16="http://schemas.microsoft.com/office/drawing/2014/main" val="1084037690"/>
                    </a:ext>
                  </a:extLst>
                </a:gridCol>
                <a:gridCol w="4156363">
                  <a:extLst>
                    <a:ext uri="{9D8B030D-6E8A-4147-A177-3AD203B41FA5}">
                      <a16:colId xmlns:a16="http://schemas.microsoft.com/office/drawing/2014/main" val="150373857"/>
                    </a:ext>
                  </a:extLst>
                </a:gridCol>
                <a:gridCol w="1807250">
                  <a:extLst>
                    <a:ext uri="{9D8B030D-6E8A-4147-A177-3AD203B41FA5}">
                      <a16:colId xmlns:a16="http://schemas.microsoft.com/office/drawing/2014/main" val="229670354"/>
                    </a:ext>
                  </a:extLst>
                </a:gridCol>
              </a:tblGrid>
              <a:tr h="255325">
                <a:tc>
                  <a:txBody>
                    <a:bodyPr/>
                    <a:lstStyle/>
                    <a:p>
                      <a:r>
                        <a:rPr lang="en-US" sz="1200" dirty="0"/>
                        <a:t>Category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KPI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Source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126591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HR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Number of employees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HR System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418377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Employee retention rate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Avg length of employment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HR System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90164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r>
                        <a:rPr lang="en-US" sz="1200" dirty="0"/>
                        <a:t>Strategic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Number of customers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Count all customer IDs?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175091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Number of suppliers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Count all customer IDs?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CODAT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50593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Number of products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042415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Geographic outreach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930643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Market share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Calculate percentage of business revenue against the total market size from</a:t>
                      </a:r>
                    </a:p>
                    <a:p>
                      <a:r>
                        <a:rPr lang="en-CA" sz="1200" dirty="0">
                          <a:hlinkClick r:id="rId2"/>
                        </a:rPr>
                        <a:t>www.statista.com/markets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Statista?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51879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Recurring business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Repeating business orders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?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37954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Social Sensing/Engagement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Twitter, FB, Instagram 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Social tools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053729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NPS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Net promoter score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Website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856174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Website traffic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Total visitors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GA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582624"/>
                  </a:ext>
                </a:extLst>
              </a:tr>
              <a:tr h="255325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Funnel drop off rate</a:t>
                      </a:r>
                      <a:endParaRPr lang="en-CA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For ecommerce businesses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GA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206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80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37688-8B07-4D6E-91FA-BDB037B6D4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3827" y="186575"/>
            <a:ext cx="11040535" cy="529977"/>
          </a:xfrm>
        </p:spPr>
        <p:txBody>
          <a:bodyPr/>
          <a:lstStyle/>
          <a:p>
            <a:r>
              <a:rPr lang="en-US" dirty="0"/>
              <a:t>2. Show KPI Based YoY Insights</a:t>
            </a:r>
            <a:endParaRPr lang="en-CA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0BE5BAF0-31DB-4908-802B-6D3ABCE9E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145849"/>
              </p:ext>
            </p:extLst>
          </p:nvPr>
        </p:nvGraphicFramePr>
        <p:xfrm>
          <a:off x="1033822" y="938602"/>
          <a:ext cx="8774412" cy="535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7191291" imgH="4391110" progId="Excel.SheetBinaryMacroEnabled.12">
                  <p:link updateAutomatic="1"/>
                </p:oleObj>
              </mc:Choice>
              <mc:Fallback>
                <p:oleObj name="Binary Worksheet" r:id="rId2" imgW="7191291" imgH="4391110" progId="Excel.SheetBinary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3822" y="938602"/>
                        <a:ext cx="8774412" cy="53576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255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C5275-F5A8-4B9E-A191-891862769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1605" y="934721"/>
            <a:ext cx="9969079" cy="529977"/>
          </a:xfrm>
        </p:spPr>
        <p:txBody>
          <a:bodyPr/>
          <a:lstStyle/>
          <a:p>
            <a:r>
              <a:rPr lang="en-US" sz="3600" dirty="0"/>
              <a:t>3. Select Relevant KPIs (Customer Choice </a:t>
            </a:r>
            <a:r>
              <a:rPr lang="en-US" sz="3600" strike="sngStrike" dirty="0"/>
              <a:t>or Business Type</a:t>
            </a:r>
            <a:r>
              <a:rPr lang="en-US" sz="3600" dirty="0"/>
              <a:t>)</a:t>
            </a:r>
            <a:endParaRPr lang="en-CA" sz="36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C45BEF9-FDC1-4163-B0AE-627F4DA8C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574449"/>
              </p:ext>
            </p:extLst>
          </p:nvPr>
        </p:nvGraphicFramePr>
        <p:xfrm>
          <a:off x="908241" y="1851753"/>
          <a:ext cx="9438334" cy="402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17839">
                  <a:extLst>
                    <a:ext uri="{9D8B030D-6E8A-4147-A177-3AD203B41FA5}">
                      <a16:colId xmlns:a16="http://schemas.microsoft.com/office/drawing/2014/main" val="1084037690"/>
                    </a:ext>
                  </a:extLst>
                </a:gridCol>
                <a:gridCol w="2078182">
                  <a:extLst>
                    <a:ext uri="{9D8B030D-6E8A-4147-A177-3AD203B41FA5}">
                      <a16:colId xmlns:a16="http://schemas.microsoft.com/office/drawing/2014/main" val="150373857"/>
                    </a:ext>
                  </a:extLst>
                </a:gridCol>
                <a:gridCol w="1845425">
                  <a:extLst>
                    <a:ext uri="{9D8B030D-6E8A-4147-A177-3AD203B41FA5}">
                      <a16:colId xmlns:a16="http://schemas.microsoft.com/office/drawing/2014/main" val="22967035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618356137"/>
                    </a:ext>
                  </a:extLst>
                </a:gridCol>
                <a:gridCol w="1850968">
                  <a:extLst>
                    <a:ext uri="{9D8B030D-6E8A-4147-A177-3AD203B41FA5}">
                      <a16:colId xmlns:a16="http://schemas.microsoft.com/office/drawing/2014/main" val="3541494128"/>
                    </a:ext>
                  </a:extLst>
                </a:gridCol>
              </a:tblGrid>
              <a:tr h="236848">
                <a:tc>
                  <a:txBody>
                    <a:bodyPr/>
                    <a:lstStyle/>
                    <a:p>
                      <a:r>
                        <a:rPr lang="en-US" sz="1200" dirty="0"/>
                        <a:t>Extended KPI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Manufacturing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Service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Retail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Online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126591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Operating Profit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418377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Net Profit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90164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Tax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724298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Interest Paid and Received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533668"/>
                  </a:ext>
                </a:extLst>
              </a:tr>
              <a:tr h="236848">
                <a:tc>
                  <a:txBody>
                    <a:bodyPr/>
                    <a:lstStyle/>
                    <a:p>
                      <a:r>
                        <a:rPr lang="en-US" sz="1200" dirty="0"/>
                        <a:t>Inventory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31880"/>
                  </a:ext>
                </a:extLst>
              </a:tr>
              <a:tr h="268110">
                <a:tc>
                  <a:txBody>
                    <a:bodyPr/>
                    <a:lstStyle/>
                    <a:p>
                      <a:r>
                        <a:rPr lang="en-US" sz="1200" dirty="0"/>
                        <a:t>Inventory turnover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02315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Customer acquisition cost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175091"/>
                  </a:ext>
                </a:extLst>
              </a:tr>
              <a:tr h="394746">
                <a:tc>
                  <a:txBody>
                    <a:bodyPr/>
                    <a:lstStyle/>
                    <a:p>
                      <a:r>
                        <a:rPr lang="en-US" sz="1200" dirty="0"/>
                        <a:t>Marketing spend per customer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303131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Quick ratio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877329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# of employees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321958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# of products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208141"/>
                  </a:ext>
                </a:extLst>
              </a:tr>
              <a:tr h="245416">
                <a:tc>
                  <a:txBody>
                    <a:bodyPr/>
                    <a:lstStyle/>
                    <a:p>
                      <a:r>
                        <a:rPr lang="en-US" sz="1200" dirty="0"/>
                        <a:t>NPS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34708"/>
                  </a:ext>
                </a:extLst>
              </a:tr>
              <a:tr h="177214">
                <a:tc>
                  <a:txBody>
                    <a:bodyPr/>
                    <a:lstStyle/>
                    <a:p>
                      <a:r>
                        <a:rPr lang="en-US" sz="1200" dirty="0"/>
                        <a:t>Funnel drop off rate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273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79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C5275-F5A8-4B9E-A191-891862769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4. Recommend Next Year Goals</a:t>
            </a:r>
            <a:endParaRPr lang="en-CA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0C0EA32-4152-45D1-B78F-A6D07D5018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255342"/>
              </p:ext>
            </p:extLst>
          </p:nvPr>
        </p:nvGraphicFramePr>
        <p:xfrm>
          <a:off x="387350" y="1517650"/>
          <a:ext cx="10929938" cy="446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9344080" imgH="3819532" progId="Excel.SheetBinaryMacroEnabled.12">
                  <p:link updateAutomatic="1"/>
                </p:oleObj>
              </mc:Choice>
              <mc:Fallback>
                <p:oleObj name="Binary Worksheet" r:id="rId2" imgW="9344080" imgH="3819532" progId="Excel.SheetBinary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7350" y="1517650"/>
                        <a:ext cx="10929938" cy="4468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2635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4CD68E-5CDD-4E7D-82C3-F7DEE592B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Finalize the list of KPIs that we can utilize based on available data sources and business value – </a:t>
            </a:r>
          </a:p>
          <a:p>
            <a:r>
              <a:rPr lang="en-US" dirty="0"/>
              <a:t> Design the experience</a:t>
            </a:r>
          </a:p>
          <a:p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0C8F5-37C3-4FB6-AF2F-B168B5A06D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A1602-6B4E-466F-8496-CA4D900BC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379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D9143B-D061-48F9-95FE-50023613E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  <p:sp>
        <p:nvSpPr>
          <p:cNvPr id="12" name="Rectangle 11">
            <a:hlinkClick r:id="rId2" action="ppaction://hlinksldjump"/>
            <a:extLst>
              <a:ext uri="{FF2B5EF4-FFF2-40B4-BE49-F238E27FC236}">
                <a16:creationId xmlns:a16="http://schemas.microsoft.com/office/drawing/2014/main" id="{3C50EA1B-3D41-4119-B5F4-8F346549246C}"/>
              </a:ext>
            </a:extLst>
          </p:cNvPr>
          <p:cNvSpPr/>
          <p:nvPr/>
        </p:nvSpPr>
        <p:spPr>
          <a:xfrm>
            <a:off x="9290649" y="6029864"/>
            <a:ext cx="1656272" cy="241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CA" dirty="0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C913DAB6-152B-47A8-BF9D-6FA703DB8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883" y="0"/>
            <a:ext cx="53254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D9143B-D061-48F9-95FE-50023613E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0A1E2B0-6AB7-481E-A235-44F1914D7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11" y="795098"/>
            <a:ext cx="4929222" cy="4796287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0984D9C3-AEBC-44FF-825E-405EAC51E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433" y="833489"/>
            <a:ext cx="3270039" cy="4720405"/>
          </a:xfrm>
          <a:prstGeom prst="rect">
            <a:avLst/>
          </a:prstGeom>
        </p:spPr>
      </p:pic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115A84C8-551D-4D5A-9DA4-99100F6388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72" y="861943"/>
            <a:ext cx="3692732" cy="4629693"/>
          </a:xfrm>
          <a:prstGeom prst="rect">
            <a:avLst/>
          </a:prstGeom>
        </p:spPr>
      </p:pic>
      <p:sp>
        <p:nvSpPr>
          <p:cNvPr id="12" name="Rectangle 11">
            <a:hlinkClick r:id="rId5" action="ppaction://hlinksldjump"/>
            <a:extLst>
              <a:ext uri="{FF2B5EF4-FFF2-40B4-BE49-F238E27FC236}">
                <a16:creationId xmlns:a16="http://schemas.microsoft.com/office/drawing/2014/main" id="{3C50EA1B-3D41-4119-B5F4-8F346549246C}"/>
              </a:ext>
            </a:extLst>
          </p:cNvPr>
          <p:cNvSpPr/>
          <p:nvPr/>
        </p:nvSpPr>
        <p:spPr>
          <a:xfrm>
            <a:off x="9290649" y="6029864"/>
            <a:ext cx="1656272" cy="241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449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0C8F5-37C3-4FB6-AF2F-B168B5A06D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Funding UX –  Simplified 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A1602-6B4E-466F-8496-CA4D900BC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D0622-2DAB-4E9D-968B-E1E227AD38B6}"/>
              </a:ext>
            </a:extLst>
          </p:cNvPr>
          <p:cNvSpPr/>
          <p:nvPr/>
        </p:nvSpPr>
        <p:spPr>
          <a:xfrm>
            <a:off x="1779896" y="2829462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Target Funds</a:t>
            </a:r>
            <a:endParaRPr lang="en-CA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76482-1D39-46B9-BF53-F2431AA88A53}"/>
              </a:ext>
            </a:extLst>
          </p:cNvPr>
          <p:cNvSpPr/>
          <p:nvPr/>
        </p:nvSpPr>
        <p:spPr>
          <a:xfrm>
            <a:off x="1779896" y="3429000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/>
              <a:t>Chequing</a:t>
            </a:r>
            <a:r>
              <a:rPr lang="en-US" sz="1400" dirty="0"/>
              <a:t> Account</a:t>
            </a:r>
            <a:endParaRPr lang="en-CA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37C95-8921-43CF-B5ED-EB148309AAD0}"/>
              </a:ext>
            </a:extLst>
          </p:cNvPr>
          <p:cNvSpPr/>
          <p:nvPr/>
        </p:nvSpPr>
        <p:spPr>
          <a:xfrm>
            <a:off x="1779896" y="3717988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Saving Account</a:t>
            </a:r>
            <a:endParaRPr lang="en-CA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D88D43-F2E6-4122-B8B1-F616A501FEE6}"/>
              </a:ext>
            </a:extLst>
          </p:cNvPr>
          <p:cNvSpPr/>
          <p:nvPr/>
        </p:nvSpPr>
        <p:spPr>
          <a:xfrm>
            <a:off x="1779896" y="4278012"/>
            <a:ext cx="2415396" cy="207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Line of Credit</a:t>
            </a:r>
            <a:endParaRPr lang="en-CA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048EF4-3CCF-40BD-8342-23346BE4EC40}"/>
              </a:ext>
            </a:extLst>
          </p:cNvPr>
          <p:cNvSpPr/>
          <p:nvPr/>
        </p:nvSpPr>
        <p:spPr>
          <a:xfrm>
            <a:off x="5009072" y="2829462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50,000</a:t>
            </a:r>
            <a:endParaRPr lang="en-CA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437C32-4746-48ED-8615-E70487384AD5}"/>
              </a:ext>
            </a:extLst>
          </p:cNvPr>
          <p:cNvSpPr/>
          <p:nvPr/>
        </p:nvSpPr>
        <p:spPr>
          <a:xfrm>
            <a:off x="5008029" y="3429000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10,000</a:t>
            </a:r>
            <a:endParaRPr lang="en-CA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1E7093-5586-46E9-80FB-F8DCEECBB1B3}"/>
              </a:ext>
            </a:extLst>
          </p:cNvPr>
          <p:cNvSpPr/>
          <p:nvPr/>
        </p:nvSpPr>
        <p:spPr>
          <a:xfrm>
            <a:off x="5006986" y="3717988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20,000</a:t>
            </a:r>
            <a:endParaRPr lang="en-CA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4203601-B44D-4D65-A9E5-5C62EA0F8633}"/>
              </a:ext>
            </a:extLst>
          </p:cNvPr>
          <p:cNvSpPr/>
          <p:nvPr/>
        </p:nvSpPr>
        <p:spPr>
          <a:xfrm>
            <a:off x="5006986" y="4278012"/>
            <a:ext cx="1086928" cy="20703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80732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CWB Powerpoi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 Powerpoint" id="{BD5E605E-DC50-4AD2-A743-CC5E88BA6291}" vid="{1CDF8BEA-4F44-4079-997A-6BA5969EDC21}"/>
    </a:ext>
  </a:extLst>
</a:theme>
</file>

<file path=ppt/theme/theme2.xml><?xml version="1.0" encoding="utf-8"?>
<a:theme xmlns:a="http://schemas.openxmlformats.org/drawingml/2006/main" name="4 Light Teal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21F07EE1-9923-4B74-8B9F-DFBDAF8BAFD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9BED1ED4-4F06-4C6C-BE21-5A3009960250}"/>
</file>

<file path=customXml/itemProps2.xml><?xml version="1.0" encoding="utf-8"?>
<ds:datastoreItem xmlns:ds="http://schemas.openxmlformats.org/officeDocument/2006/customXml" ds:itemID="{AD155353-1C03-4C62-A3EC-3F761357FCA0}"/>
</file>

<file path=customXml/itemProps3.xml><?xml version="1.0" encoding="utf-8"?>
<ds:datastoreItem xmlns:ds="http://schemas.openxmlformats.org/officeDocument/2006/customXml" ds:itemID="{1671A97E-1A1D-41EC-A062-041857FF16EB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 Powerpoint</Template>
  <TotalTime>10517</TotalTime>
  <Words>697</Words>
  <Application>Microsoft Office PowerPoint</Application>
  <PresentationFormat>Widescreen</PresentationFormat>
  <Paragraphs>253</Paragraphs>
  <Slides>14</Slides>
  <Notes>2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Links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CWB Powerpoint</vt:lpstr>
      <vt:lpstr>4 Light Teal - Content</vt:lpstr>
      <vt:lpstr>file:///C:\Users\ahmedf\AppData\Roaming\Microsoft\Excel\Book2%20(version%201).xlsb!Sheet2!R1C1:R44C6</vt:lpstr>
      <vt:lpstr>file:///C:\Users\ahmedf\AppData\Roaming\Microsoft\Excel\Book2%20(version%201).xlsb!Sheet2!R1C1:R41C8</vt:lpstr>
      <vt:lpstr>VCOO User Profile &amp;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Faizan Ahmed</dc:creator>
  <cp:lastModifiedBy>Faizan Ahmed</cp:lastModifiedBy>
  <cp:revision>54</cp:revision>
  <dcterms:created xsi:type="dcterms:W3CDTF">2021-03-29T20:51:31Z</dcterms:created>
  <dcterms:modified xsi:type="dcterms:W3CDTF">2021-05-07T20:53:37Z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689400</vt:r8>
  </property>
  <property fmtid="{D5CDD505-2E9C-101B-9397-08002B2CF9AE}" pid="4" name="URL">
    <vt:lpwstr/>
  </property>
</Properties>
</file>