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0.xml" ContentType="application/vnd.openxmlformats-officedocument.theme+xml"/>
  <Override PartName="/ppt/slideLayouts/slideLayout27.xml" ContentType="application/vnd.openxmlformats-officedocument.presentationml.slideLayout+xml"/>
  <Override PartName="/ppt/theme/theme11.xml" ContentType="application/vnd.openxmlformats-officedocument.theme+xml"/>
  <Override PartName="/ppt/slideLayouts/slideLayout28.xml" ContentType="application/vnd.openxmlformats-officedocument.presentationml.slideLayout+xml"/>
  <Override PartName="/ppt/theme/theme1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3.xml" ContentType="application/vnd.openxmlformats-officedocument.theme+xml"/>
  <Override PartName="/ppt/slideLayouts/slideLayout35.xml" ContentType="application/vnd.openxmlformats-officedocument.presentationml.slideLayout+xml"/>
  <Override PartName="/ppt/theme/theme14.xml" ContentType="application/vnd.openxmlformats-officedocument.theme+xml"/>
  <Override PartName="/ppt/slideLayouts/slideLayout36.xml" ContentType="application/vnd.openxmlformats-officedocument.presentationml.slideLayout+xml"/>
  <Override PartName="/ppt/theme/theme1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6.xml" ContentType="application/vnd.openxmlformats-officedocument.theme+xml"/>
  <Override PartName="/ppt/slideLayouts/slideLayout43.xml" ContentType="application/vnd.openxmlformats-officedocument.presentationml.slideLayout+xml"/>
  <Override PartName="/ppt/theme/theme17.xml" ContentType="application/vnd.openxmlformats-officedocument.theme+xml"/>
  <Override PartName="/ppt/slideLayouts/slideLayout44.xml" ContentType="application/vnd.openxmlformats-officedocument.presentationml.slideLayout+xml"/>
  <Override PartName="/ppt/theme/theme18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9.xml" ContentType="application/vnd.openxmlformats-officedocument.theme+xml"/>
  <Override PartName="/ppt/slideLayouts/slideLayout51.xml" ContentType="application/vnd.openxmlformats-officedocument.presentationml.slideLayout+xml"/>
  <Override PartName="/ppt/theme/theme20.xml" ContentType="application/vnd.openxmlformats-officedocument.theme+xml"/>
  <Override PartName="/ppt/slideLayouts/slideLayout52.xml" ContentType="application/vnd.openxmlformats-officedocument.presentationml.slideLayout+xml"/>
  <Override PartName="/ppt/theme/theme2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2.xml" ContentType="application/vnd.openxmlformats-officedocument.theme+xml"/>
  <Override PartName="/ppt/slideLayouts/slideLayout59.xml" ContentType="application/vnd.openxmlformats-officedocument.presentationml.slideLayout+xml"/>
  <Override PartName="/ppt/theme/theme23.xml" ContentType="application/vnd.openxmlformats-officedocument.theme+xml"/>
  <Override PartName="/ppt/slideLayouts/slideLayout60.xml" ContentType="application/vnd.openxmlformats-officedocument.presentationml.slideLayout+xml"/>
  <Override PartName="/ppt/theme/theme24.xml" ContentType="application/vnd.openxmlformats-officedocument.theme+xml"/>
  <Override PartName="/ppt/slideLayouts/slideLayout61.xml" ContentType="application/vnd.openxmlformats-officedocument.presentationml.slideLayout+xml"/>
  <Override PartName="/ppt/theme/theme25.xml" ContentType="application/vnd.openxmlformats-officedocument.theme+xml"/>
  <Override PartName="/ppt/slideLayouts/slideLayout62.xml" ContentType="application/vnd.openxmlformats-officedocument.presentationml.slideLayout+xml"/>
  <Override PartName="/ppt/theme/theme26.xml" ContentType="application/vnd.openxmlformats-officedocument.theme+xml"/>
  <Override PartName="/ppt/slideLayouts/slideLayout63.xml" ContentType="application/vnd.openxmlformats-officedocument.presentationml.slideLayout+xml"/>
  <Override PartName="/ppt/theme/theme27.xml" ContentType="application/vnd.openxmlformats-officedocument.theme+xml"/>
  <Override PartName="/ppt/slideLayouts/slideLayout64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4"/>
    <p:sldMasterId id="2147483701" r:id="rId5"/>
    <p:sldMasterId id="2147483709" r:id="rId6"/>
    <p:sldMasterId id="2147483676" r:id="rId7"/>
    <p:sldMasterId id="2147483699" r:id="rId8"/>
    <p:sldMasterId id="2147483711" r:id="rId9"/>
    <p:sldMasterId id="2147483800" r:id="rId10"/>
    <p:sldMasterId id="2147483758" r:id="rId11"/>
    <p:sldMasterId id="2147483715" r:id="rId12"/>
    <p:sldMasterId id="2147483808" r:id="rId13"/>
    <p:sldMasterId id="2147483785" r:id="rId14"/>
    <p:sldMasterId id="2147483707" r:id="rId15"/>
    <p:sldMasterId id="2147483816" r:id="rId16"/>
    <p:sldMasterId id="2147483783" r:id="rId17"/>
    <p:sldMasterId id="2147483713" r:id="rId18"/>
    <p:sldMasterId id="2147483823" r:id="rId19"/>
    <p:sldMasterId id="2147483763" r:id="rId20"/>
    <p:sldMasterId id="2147483717" r:id="rId21"/>
    <p:sldMasterId id="2147483830" r:id="rId22"/>
    <p:sldMasterId id="2147483773" r:id="rId23"/>
    <p:sldMasterId id="2147483719" r:id="rId24"/>
    <p:sldMasterId id="2147483837" r:id="rId25"/>
    <p:sldMasterId id="2147483729" r:id="rId26"/>
    <p:sldMasterId id="2147483796" r:id="rId27"/>
    <p:sldMasterId id="2147483846" r:id="rId28"/>
    <p:sldMasterId id="2147483727" r:id="rId29"/>
    <p:sldMasterId id="2147483725" r:id="rId30"/>
    <p:sldMasterId id="2147483798" r:id="rId31"/>
  </p:sldMasterIdLst>
  <p:notesMasterIdLst>
    <p:notesMasterId r:id="rId37"/>
  </p:notesMasterIdLst>
  <p:handoutMasterIdLst>
    <p:handoutMasterId r:id="rId38"/>
  </p:handoutMasterIdLst>
  <p:sldIdLst>
    <p:sldId id="398" r:id="rId32"/>
    <p:sldId id="410" r:id="rId33"/>
    <p:sldId id="409" r:id="rId34"/>
    <p:sldId id="408" r:id="rId35"/>
    <p:sldId id="407" r:id="rId36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A6"/>
    <a:srgbClr val="BAC5B9"/>
    <a:srgbClr val="A9ACA0"/>
    <a:srgbClr val="2DCCD3"/>
    <a:srgbClr val="0097A9"/>
    <a:srgbClr val="FF8200"/>
    <a:srgbClr val="003B5C"/>
    <a:srgbClr val="84754E"/>
    <a:srgbClr val="DAAA0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1" autoAdjust="0"/>
    <p:restoredTop sz="96163" autoAdjust="0"/>
  </p:normalViewPr>
  <p:slideViewPr>
    <p:cSldViewPr snapToGrid="0">
      <p:cViewPr varScale="1">
        <p:scale>
          <a:sx n="152" d="100"/>
          <a:sy n="152" d="100"/>
        </p:scale>
        <p:origin x="414" y="138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3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" Target="slides/slide5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982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06375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718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63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73300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8753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10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718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2218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BC9F-8722-4BCB-85D0-A3B873F2B0F9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189D3-8CB9-4DEC-A8C4-E7BBB4D7FF8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6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210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163870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85126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683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812960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732954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.jp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7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8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16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43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44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slideLayout" Target="../slideLayouts/slideLayout47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5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52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2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9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60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61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62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63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accent4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2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6" r:id="rId2"/>
    <p:sldLayoutId id="2147483675" r:id="rId3"/>
    <p:sldLayoutId id="2147483698" r:id="rId4"/>
    <p:sldLayoutId id="2147483731" r:id="rId5"/>
    <p:sldLayoutId id="2147483697" r:id="rId6"/>
    <p:sldLayoutId id="2147483848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Digital Program</a:t>
            </a:r>
            <a:br>
              <a:rPr lang="en-US" sz="3200" dirty="0"/>
            </a:br>
            <a:r>
              <a:rPr lang="en-US" sz="3200" dirty="0" smtClean="0"/>
              <a:t>Suggestions on how to craft better emails</a:t>
            </a:r>
            <a:endParaRPr lang="en-CA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603958" y="460809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2020-04-28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65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Purpose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406203" y="1234562"/>
            <a:ext cx="8206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suggestions in this PowerPoint are designed to </a:t>
            </a:r>
            <a:r>
              <a:rPr lang="en-US" sz="1400" dirty="0" smtClean="0"/>
              <a:t>address specific </a:t>
            </a:r>
            <a:r>
              <a:rPr lang="en-US" sz="1400" dirty="0" smtClean="0"/>
              <a:t>concerns the Digital Program team have encounter in email communications. These are just suggestions that the team has </a:t>
            </a:r>
            <a:r>
              <a:rPr lang="en-US" sz="1400" dirty="0" smtClean="0"/>
              <a:t>identified </a:t>
            </a:r>
            <a:r>
              <a:rPr lang="en-US" sz="1400" dirty="0" smtClean="0"/>
              <a:t>and is a recommendation for the Digital Program team to </a:t>
            </a:r>
            <a:r>
              <a:rPr lang="en-US" sz="1400" dirty="0" smtClean="0"/>
              <a:t>follow. This </a:t>
            </a:r>
            <a:r>
              <a:rPr lang="en-US" sz="1400" dirty="0" smtClean="0"/>
              <a:t>is not something that is mandated.</a:t>
            </a:r>
          </a:p>
          <a:p>
            <a:endParaRPr lang="en-US" sz="1400" dirty="0"/>
          </a:p>
          <a:p>
            <a:r>
              <a:rPr lang="en-US" sz="1400" dirty="0" smtClean="0"/>
              <a:t>For CWB email policy please visit INFOserver</a:t>
            </a:r>
            <a:r>
              <a:rPr lang="en-US" sz="1400" dirty="0"/>
              <a:t> </a:t>
            </a:r>
            <a:r>
              <a:rPr lang="en-US" sz="1400" dirty="0" smtClean="0"/>
              <a:t>(http</a:t>
            </a:r>
            <a:r>
              <a:rPr lang="en-US" sz="1400" dirty="0"/>
              <a:t>://</a:t>
            </a:r>
            <a:r>
              <a:rPr lang="en-US" sz="1400" dirty="0" smtClean="0"/>
              <a:t>infoserver.cwb.local/home.aspx)</a:t>
            </a:r>
          </a:p>
        </p:txBody>
      </p:sp>
    </p:spTree>
    <p:extLst>
      <p:ext uri="{BB962C8B-B14F-4D97-AF65-F5344CB8AC3E}">
        <p14:creationId xmlns:p14="http://schemas.microsoft.com/office/powerpoint/2010/main" val="181010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8" y="791566"/>
            <a:ext cx="7379929" cy="3788712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</p:pic>
      <p:cxnSp>
        <p:nvCxnSpPr>
          <p:cNvPr id="6" name="Straight Arrow Connector 5"/>
          <p:cNvCxnSpPr>
            <a:stCxn id="24" idx="1"/>
          </p:cNvCxnSpPr>
          <p:nvPr/>
        </p:nvCxnSpPr>
        <p:spPr>
          <a:xfrm flipH="1" flipV="1">
            <a:off x="4059168" y="1603596"/>
            <a:ext cx="3056144" cy="1030025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4" idx="1"/>
          </p:cNvCxnSpPr>
          <p:nvPr/>
        </p:nvCxnSpPr>
        <p:spPr>
          <a:xfrm flipH="1" flipV="1">
            <a:off x="1026906" y="2476274"/>
            <a:ext cx="6088406" cy="157347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987964" y="2930237"/>
            <a:ext cx="2814783" cy="1196074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3325091" y="2741343"/>
            <a:ext cx="2471921" cy="1384055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48003" y="3944863"/>
            <a:ext cx="191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 sz="800" dirty="0"/>
              <a:t>Actions/requests at the top of the email, called out by name.</a:t>
            </a:r>
            <a:endParaRPr lang="en-CA" sz="800" dirty="0"/>
          </a:p>
        </p:txBody>
      </p:sp>
      <p:sp>
        <p:nvSpPr>
          <p:cNvPr id="24" name="TextBox 23"/>
          <p:cNvSpPr txBox="1"/>
          <p:nvPr/>
        </p:nvSpPr>
        <p:spPr>
          <a:xfrm>
            <a:off x="7115312" y="2279678"/>
            <a:ext cx="186243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People who need </a:t>
            </a:r>
            <a:r>
              <a:rPr lang="en-US" sz="800" dirty="0" smtClean="0">
                <a:solidFill>
                  <a:srgbClr val="FF0000"/>
                </a:solidFill>
              </a:rPr>
              <a:t>to </a:t>
            </a:r>
            <a:r>
              <a:rPr lang="en-US" sz="800" u="sng" dirty="0" smtClean="0">
                <a:solidFill>
                  <a:srgbClr val="FF0000"/>
                </a:solidFill>
              </a:rPr>
              <a:t>action/answer</a:t>
            </a:r>
            <a:r>
              <a:rPr lang="en-US" sz="800" dirty="0" smtClean="0">
                <a:solidFill>
                  <a:srgbClr val="FF0000"/>
                </a:solidFill>
              </a:rPr>
              <a:t> are</a:t>
            </a:r>
          </a:p>
          <a:p>
            <a:r>
              <a:rPr lang="en-US" sz="800" dirty="0" smtClean="0">
                <a:solidFill>
                  <a:srgbClr val="FF0000"/>
                </a:solidFill>
              </a:rPr>
              <a:t>       1) To</a:t>
            </a:r>
            <a:r>
              <a:rPr lang="en-US" sz="800" dirty="0">
                <a:solidFill>
                  <a:srgbClr val="FF0000"/>
                </a:solidFill>
              </a:rPr>
              <a:t>:  </a:t>
            </a:r>
            <a:r>
              <a:rPr lang="en-US" sz="800" dirty="0" smtClean="0">
                <a:solidFill>
                  <a:srgbClr val="FF0000"/>
                </a:solidFill>
              </a:rPr>
              <a:t>field</a:t>
            </a:r>
          </a:p>
          <a:p>
            <a:r>
              <a:rPr lang="en-US" sz="800" dirty="0">
                <a:solidFill>
                  <a:srgbClr val="FF0000"/>
                </a:solidFill>
              </a:rPr>
              <a:t> </a:t>
            </a:r>
            <a:r>
              <a:rPr lang="en-US" sz="800" dirty="0" smtClean="0">
                <a:solidFill>
                  <a:srgbClr val="FF0000"/>
                </a:solidFill>
              </a:rPr>
              <a:t>      2) top of </a:t>
            </a:r>
            <a:r>
              <a:rPr lang="en-US" sz="800" dirty="0">
                <a:solidFill>
                  <a:srgbClr val="FF0000"/>
                </a:solidFill>
              </a:rPr>
              <a:t>the email salutation </a:t>
            </a:r>
            <a:r>
              <a:rPr lang="en-US" sz="800" dirty="0" smtClean="0">
                <a:solidFill>
                  <a:srgbClr val="FF0000"/>
                </a:solidFill>
              </a:rPr>
              <a:t>line</a:t>
            </a:r>
            <a:endParaRPr lang="en-US" sz="800" dirty="0">
              <a:solidFill>
                <a:srgbClr val="FF0000"/>
              </a:solidFill>
            </a:endParaRPr>
          </a:p>
          <a:p>
            <a:endParaRPr lang="en-US" sz="800" dirty="0" smtClean="0">
              <a:solidFill>
                <a:srgbClr val="FF0000"/>
              </a:solidFill>
            </a:endParaRPr>
          </a:p>
          <a:p>
            <a:r>
              <a:rPr lang="en-US" sz="800" dirty="0" smtClean="0">
                <a:solidFill>
                  <a:srgbClr val="FF0000"/>
                </a:solidFill>
              </a:rPr>
              <a:t>People who are </a:t>
            </a:r>
            <a:r>
              <a:rPr lang="en-US" sz="800" dirty="0">
                <a:solidFill>
                  <a:srgbClr val="FF0000"/>
                </a:solidFill>
              </a:rPr>
              <a:t>informed are in CC: </a:t>
            </a:r>
            <a:r>
              <a:rPr lang="en-US" sz="800" dirty="0" smtClean="0">
                <a:solidFill>
                  <a:srgbClr val="FF0000"/>
                </a:solidFill>
              </a:rPr>
              <a:t>field</a:t>
            </a:r>
            <a:endParaRPr lang="en-CA" sz="8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3877" y="2092365"/>
            <a:ext cx="179505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 sz="800" dirty="0"/>
              <a:t>Subject line with taxonomy and accurate call to action</a:t>
            </a:r>
            <a:endParaRPr lang="en-CA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5291087" y="4489316"/>
            <a:ext cx="2608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 sz="800" dirty="0"/>
              <a:t>Contact information in the email signature </a:t>
            </a:r>
            <a:endParaRPr lang="en-CA" sz="800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3588327" y="4489316"/>
            <a:ext cx="1658889" cy="90963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4456545" y="1889663"/>
            <a:ext cx="2633643" cy="743958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6" idx="1"/>
          </p:cNvCxnSpPr>
          <p:nvPr/>
        </p:nvCxnSpPr>
        <p:spPr>
          <a:xfrm flipH="1">
            <a:off x="2528231" y="2261642"/>
            <a:ext cx="395646" cy="1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5490" y="422233"/>
            <a:ext cx="2661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9AA6"/>
                </a:solidFill>
              </a:rPr>
              <a:t>Elements of a better email</a:t>
            </a:r>
            <a:endParaRPr lang="en-CA" dirty="0">
              <a:solidFill>
                <a:srgbClr val="009A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9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Possible Subject Line starters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406203" y="1234562"/>
            <a:ext cx="82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Questions: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something quick the recipient can respond, rarely requires a lot of work/long reply</a:t>
            </a:r>
          </a:p>
          <a:p>
            <a:r>
              <a:rPr lang="en-US" sz="1400" dirty="0"/>
              <a:t>Request: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work is required but not necessarily something that recipient was aware of or was planned for</a:t>
            </a:r>
          </a:p>
          <a:p>
            <a:r>
              <a:rPr lang="en-US" sz="1400" dirty="0"/>
              <a:t>Action: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planned work/agreed upon work that receipt needs to follow up</a:t>
            </a:r>
          </a:p>
          <a:p>
            <a:endParaRPr lang="en-US" sz="1400" dirty="0"/>
          </a:p>
          <a:p>
            <a:r>
              <a:rPr lang="en-US" sz="1400" dirty="0"/>
              <a:t>Blocked: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raising a flag to let recipient know their work is blocked; just judicially </a:t>
            </a:r>
          </a:p>
          <a:p>
            <a:endParaRPr lang="en-US" sz="1400" dirty="0"/>
          </a:p>
          <a:p>
            <a:r>
              <a:rPr lang="en-US" sz="1400" dirty="0"/>
              <a:t>FYI: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informational only, no action required by recipient</a:t>
            </a:r>
            <a:endParaRPr lang="en-US" sz="1400" dirty="0"/>
          </a:p>
          <a:p>
            <a:r>
              <a:rPr lang="en-US" sz="1400" dirty="0"/>
              <a:t>Update: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letting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recipient know that something has changed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CRITICAL: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all caps CRITICAL, the world is on fire, please drop what you are doing and help out</a:t>
            </a:r>
            <a:endParaRPr lang="en-CA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75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Final Thoughts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406203" y="1234562"/>
            <a:ext cx="820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Is that email meant for Mark at CWB or Mark at thirdstream? Sandra or Sandra or Sandra?</a:t>
            </a:r>
          </a:p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make sure you have the right person called out by company and the correct name on the email, invite or on an action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endParaRPr lang="en-US" sz="14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1400" dirty="0" smtClean="0"/>
              <a:t>Is that Temenos Avoka or Temenos T24?</a:t>
            </a:r>
          </a:p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make sure you are calling out the right team</a:t>
            </a:r>
          </a:p>
          <a:p>
            <a:endParaRPr lang="en-US" sz="1400" dirty="0"/>
          </a:p>
          <a:p>
            <a:r>
              <a:rPr lang="en-US" sz="1400" dirty="0" smtClean="0"/>
              <a:t>By “integration” do you mean Avoka side, T24 side, CWB or BIG or something else?</a:t>
            </a:r>
          </a:p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make sure you are clear when you are referencing technology or packages of work</a:t>
            </a:r>
            <a:endParaRPr lang="en-CA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091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035E62-F7A9-4709-9788-2DAD6D496E76}"/>
    </a:ext>
  </a:extLst>
</a:theme>
</file>

<file path=ppt/theme/theme2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23DD20-C299-45FE-BE38-3ECFBE876F77}"/>
    </a:ext>
  </a:extLst>
</a:theme>
</file>

<file path=ppt/theme/theme3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401E65E-5FE9-4F80-8D58-5DEB6F901CAD}"/>
    </a:ext>
  </a:extLst>
</a:theme>
</file>

<file path=ppt/theme/theme4.xml><?xml version="1.0" encoding="utf-8"?>
<a:theme xmlns:a="http://schemas.openxmlformats.org/drawingml/2006/main" name="1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0D3D89BE-418E-4DCA-BEB3-BC0CAB58115E}"/>
    </a:ext>
  </a:extLst>
</a:theme>
</file>

<file path=ppt/theme/theme5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B1C4462-D851-490F-A071-83D9978A48A1}"/>
    </a:ext>
  </a:extLst>
</a:theme>
</file>

<file path=ppt/theme/theme6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035B87-CB5B-410B-9AAC-64B535A96964}"/>
    </a:ext>
  </a:extLst>
</a:theme>
</file>

<file path=ppt/theme/theme7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8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DB0E078-49A4-415F-AB6F-6218604714D1}"/>
    </a:ext>
  </a:extLst>
</a:theme>
</file>

<file path=ppt/theme/theme9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C5C860-9E7D-46C5-84E0-F852A12412EF}"/>
    </a:ext>
  </a:extLst>
</a:theme>
</file>

<file path=ppt/theme/theme10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A915C-8F2B-4AF5-A5F6-2308CCC4A1F7}"/>
    </a:ext>
  </a:extLst>
</a:theme>
</file>

<file path=ppt/theme/theme11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3E576D2-46C1-4D06-A356-1A502FF846C1}"/>
    </a:ext>
  </a:extLst>
</a:theme>
</file>

<file path=ppt/theme/theme12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2007AE9-90AD-4EAB-9E6A-8A0B25333A29}"/>
    </a:ext>
  </a:extLst>
</a:theme>
</file>

<file path=ppt/theme/theme13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BD8E73B-8D44-47DC-B9DD-454DC4A8F8C3}"/>
    </a:ext>
  </a:extLst>
</a:theme>
</file>

<file path=ppt/theme/theme14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10C14875-9AB3-47ED-AB71-4C919763E1CD}"/>
    </a:ext>
  </a:extLst>
</a:theme>
</file>

<file path=ppt/theme/theme15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ABA026F-A002-44BA-9B18-62C016E99774}"/>
    </a:ext>
  </a:extLst>
</a:theme>
</file>

<file path=ppt/theme/theme16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287062D-3723-4591-A086-D05B2BEB5C2A}"/>
    </a:ext>
  </a:extLst>
</a:theme>
</file>

<file path=ppt/theme/theme17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308C4A-9746-4EC0-AB22-C9FF9D13EBFE}"/>
    </a:ext>
  </a:extLst>
</a:theme>
</file>

<file path=ppt/theme/theme18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5D8BE8D6-2228-4BBE-AD7B-EA5B02113C31}"/>
    </a:ext>
  </a:extLst>
</a:theme>
</file>

<file path=ppt/theme/theme19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B5999AE-FE2E-47A0-9234-DB1B1F6C3304}"/>
    </a:ext>
  </a:extLst>
</a:theme>
</file>

<file path=ppt/theme/theme20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5733D46-7F88-4C62-A70E-AEFB56884803}"/>
    </a:ext>
  </a:extLst>
</a:theme>
</file>

<file path=ppt/theme/theme21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65B855E7-18DA-4632-A2AC-82399EFB56B2}"/>
    </a:ext>
  </a:extLst>
</a:theme>
</file>

<file path=ppt/theme/theme22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3B8F19F-AEBC-40C9-B21D-FDA96295FBE3}"/>
    </a:ext>
  </a:extLst>
</a:theme>
</file>

<file path=ppt/theme/theme23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8F04F41E-E41C-497B-B29F-CF6A3B05936B}"/>
    </a:ext>
  </a:extLst>
</a:theme>
</file>

<file path=ppt/theme/theme24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7C077-D013-4410-ADA1-95E6C454497A}"/>
    </a:ext>
  </a:extLst>
</a:theme>
</file>

<file path=ppt/theme/theme25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454C1E6-EFBD-401B-AB4C-34E045B7B88A}"/>
    </a:ext>
  </a:extLst>
</a:theme>
</file>

<file path=ppt/theme/theme26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FFE18D8-FEE5-44D0-A7A9-579D76B662FD}"/>
    </a:ext>
  </a:extLst>
</a:theme>
</file>

<file path=ppt/theme/theme27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F7E41F-42DE-4DB4-8A8A-5D9990EA9F79}"/>
    </a:ext>
  </a:extLst>
</a:theme>
</file>

<file path=ppt/theme/theme28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3B89475-9F16-4323-A97E-5AD303D66C1F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240A4A-9E61-4246-AC84-8DD2CEB28388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sharepoint/v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B7F516C-2EE5-4195-BDEC-1530EBBF8D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0119B9-5DF3-4033-9E3F-84F03F0EC903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770</TotalTime>
  <Words>343</Words>
  <Application>Microsoft Office PowerPoint</Application>
  <PresentationFormat>On-screen Show (16:9)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28</vt:i4>
      </vt:variant>
      <vt:variant>
        <vt:lpstr>Slide Titles</vt:lpstr>
      </vt:variant>
      <vt:variant>
        <vt:i4>5</vt:i4>
      </vt:variant>
    </vt:vector>
  </HeadingPairs>
  <TitlesOfParts>
    <vt:vector size="36" baseType="lpstr">
      <vt:lpstr>Arial</vt:lpstr>
      <vt:lpstr>Calibri</vt:lpstr>
      <vt:lpstr>Wingdings</vt:lpstr>
      <vt:lpstr>Custom Design</vt:lpstr>
      <vt:lpstr>1 Primary Gold - Section Title</vt:lpstr>
      <vt:lpstr>1 Primary Gold - Section Content</vt:lpstr>
      <vt:lpstr>1 Primary Gold -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Digital Program Suggestions on how to craft better emails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Chix Dela Luna</dc:creator>
  <cp:lastModifiedBy>Jogi Nijjar</cp:lastModifiedBy>
  <cp:revision>84</cp:revision>
  <cp:lastPrinted>2014-01-17T22:29:57Z</cp:lastPrinted>
  <dcterms:created xsi:type="dcterms:W3CDTF">2020-03-26T21:32:18Z</dcterms:created>
  <dcterms:modified xsi:type="dcterms:W3CDTF">2020-04-28T12:10:34Z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100</vt:r8>
  </property>
  <property fmtid="{D5CDD505-2E9C-101B-9397-08002B2CF9AE}" pid="4" name="URL">
    <vt:lpwstr/>
  </property>
</Properties>
</file>